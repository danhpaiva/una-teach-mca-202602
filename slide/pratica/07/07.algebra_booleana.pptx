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43"/>
  </p:notesMasterIdLst>
  <p:sldIdLst>
    <p:sldId id="256" r:id="rId2"/>
    <p:sldId id="258" r:id="rId3"/>
    <p:sldId id="259" r:id="rId4"/>
    <p:sldId id="260" r:id="rId5"/>
    <p:sldId id="26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59" r:id="rId33"/>
    <p:sldId id="358" r:id="rId34"/>
    <p:sldId id="360" r:id="rId35"/>
    <p:sldId id="361" r:id="rId36"/>
    <p:sldId id="362" r:id="rId37"/>
    <p:sldId id="363" r:id="rId38"/>
    <p:sldId id="364" r:id="rId39"/>
    <p:sldId id="365" r:id="rId40"/>
    <p:sldId id="367" r:id="rId41"/>
    <p:sldId id="278" r:id="rId42"/>
  </p:sldIdLst>
  <p:sldSz cx="9144000" cy="5143500" type="screen16x9"/>
  <p:notesSz cx="6858000" cy="9144000"/>
  <p:embeddedFontLst>
    <p:embeddedFont>
      <p:font typeface="Dosis" pitchFamily="2" charset="0"/>
      <p:regular r:id="rId44"/>
      <p:bold r:id="rId45"/>
    </p:embeddedFont>
    <p:embeddedFont>
      <p:font typeface="Sniglet" panose="020B0604020202020204" charset="0"/>
      <p:regular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A78245-F04A-4819-98CB-A0784EEE9882}">
  <a:tblStyle styleId="{0FA78245-F04A-4819-98CB-A0784EEE98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0B4C3CC-C3A9-4D13-B8F7-F7B8FBA7BB3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Dificuldade recrutador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1253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5412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Dificuldade recrutador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6906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3909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3098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1140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6843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2583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2122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0374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8095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4757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383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979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60127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7939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92488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59210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50006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5794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96304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27609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1827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930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87763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Dificuldade recrutador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36663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136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35935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6209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93487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05661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0136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00926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93760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4879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>
            <a:spLocks noGrp="1"/>
          </p:cNvSpPr>
          <p:nvPr>
            <p:ph type="ctrTitle"/>
          </p:nvPr>
        </p:nvSpPr>
        <p:spPr>
          <a:xfrm>
            <a:off x="2305100" y="1161050"/>
            <a:ext cx="6153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"/>
          <p:cNvSpPr/>
          <p:nvPr/>
        </p:nvSpPr>
        <p:spPr>
          <a:xfrm>
            <a:off x="723692" y="4220091"/>
            <a:ext cx="794875" cy="985737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-58319" y="3053287"/>
            <a:ext cx="782014" cy="890356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4025101" y="3422420"/>
            <a:ext cx="370865" cy="809588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3078045" y="3128354"/>
            <a:ext cx="730671" cy="895811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5401648" y="3285712"/>
            <a:ext cx="805934" cy="75083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8364459" y="3346843"/>
            <a:ext cx="873792" cy="600260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4551116" y="3125540"/>
            <a:ext cx="657208" cy="679227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4419881" y="3994834"/>
            <a:ext cx="919681" cy="950908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2644912" y="4036538"/>
            <a:ext cx="890356" cy="706800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2116542" y="3186156"/>
            <a:ext cx="829755" cy="780163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1347361" y="3186147"/>
            <a:ext cx="599146" cy="706812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2681615" y="4813558"/>
            <a:ext cx="816944" cy="313967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7146421" y="4508764"/>
            <a:ext cx="1040884" cy="730620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7146430" y="3104432"/>
            <a:ext cx="684732" cy="721463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5262207" y="4729516"/>
            <a:ext cx="525046" cy="372666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8376372" y="4729061"/>
            <a:ext cx="508532" cy="324976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9" name="Google Shape;179;p2"/>
          <p:cNvSpPr/>
          <p:nvPr/>
        </p:nvSpPr>
        <p:spPr>
          <a:xfrm>
            <a:off x="3808716" y="4429326"/>
            <a:ext cx="570935" cy="567282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7975391" y="3053272"/>
            <a:ext cx="541560" cy="67927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1570785" y="4028295"/>
            <a:ext cx="734324" cy="723314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247060" y="4094875"/>
            <a:ext cx="275434" cy="244207"/>
          </a:xfrm>
          <a:custGeom>
            <a:avLst/>
            <a:gdLst/>
            <a:ahLst/>
            <a:cxnLst/>
            <a:rect l="l" t="t" r="r" b="b"/>
            <a:pathLst>
              <a:path w="5504" h="4880" extrusionOk="0">
                <a:moveTo>
                  <a:pt x="5173" y="0"/>
                </a:moveTo>
                <a:lnTo>
                  <a:pt x="5063" y="37"/>
                </a:lnTo>
                <a:lnTo>
                  <a:pt x="4990" y="110"/>
                </a:lnTo>
                <a:lnTo>
                  <a:pt x="4770" y="404"/>
                </a:lnTo>
                <a:lnTo>
                  <a:pt x="4513" y="624"/>
                </a:lnTo>
                <a:lnTo>
                  <a:pt x="4219" y="844"/>
                </a:lnTo>
                <a:lnTo>
                  <a:pt x="3926" y="991"/>
                </a:lnTo>
                <a:lnTo>
                  <a:pt x="3742" y="1064"/>
                </a:lnTo>
                <a:lnTo>
                  <a:pt x="3559" y="1101"/>
                </a:lnTo>
                <a:lnTo>
                  <a:pt x="3229" y="1101"/>
                </a:lnTo>
                <a:lnTo>
                  <a:pt x="2862" y="1028"/>
                </a:lnTo>
                <a:lnTo>
                  <a:pt x="2532" y="917"/>
                </a:lnTo>
                <a:lnTo>
                  <a:pt x="2239" y="807"/>
                </a:lnTo>
                <a:lnTo>
                  <a:pt x="1908" y="734"/>
                </a:lnTo>
                <a:lnTo>
                  <a:pt x="1578" y="661"/>
                </a:lnTo>
                <a:lnTo>
                  <a:pt x="1248" y="624"/>
                </a:lnTo>
                <a:lnTo>
                  <a:pt x="918" y="661"/>
                </a:lnTo>
                <a:lnTo>
                  <a:pt x="625" y="771"/>
                </a:lnTo>
                <a:lnTo>
                  <a:pt x="478" y="844"/>
                </a:lnTo>
                <a:lnTo>
                  <a:pt x="368" y="954"/>
                </a:lnTo>
                <a:lnTo>
                  <a:pt x="258" y="1064"/>
                </a:lnTo>
                <a:lnTo>
                  <a:pt x="148" y="1211"/>
                </a:lnTo>
                <a:lnTo>
                  <a:pt x="111" y="1284"/>
                </a:lnTo>
                <a:lnTo>
                  <a:pt x="111" y="1321"/>
                </a:lnTo>
                <a:lnTo>
                  <a:pt x="148" y="1431"/>
                </a:lnTo>
                <a:lnTo>
                  <a:pt x="258" y="1468"/>
                </a:lnTo>
                <a:lnTo>
                  <a:pt x="368" y="1468"/>
                </a:lnTo>
                <a:lnTo>
                  <a:pt x="698" y="1284"/>
                </a:lnTo>
                <a:lnTo>
                  <a:pt x="1028" y="1174"/>
                </a:lnTo>
                <a:lnTo>
                  <a:pt x="1028" y="2531"/>
                </a:lnTo>
                <a:lnTo>
                  <a:pt x="955" y="3228"/>
                </a:lnTo>
                <a:lnTo>
                  <a:pt x="881" y="3925"/>
                </a:lnTo>
                <a:lnTo>
                  <a:pt x="698" y="3852"/>
                </a:lnTo>
                <a:lnTo>
                  <a:pt x="551" y="3742"/>
                </a:lnTo>
                <a:lnTo>
                  <a:pt x="368" y="3632"/>
                </a:lnTo>
                <a:lnTo>
                  <a:pt x="184" y="3522"/>
                </a:lnTo>
                <a:lnTo>
                  <a:pt x="111" y="3522"/>
                </a:lnTo>
                <a:lnTo>
                  <a:pt x="38" y="3595"/>
                </a:lnTo>
                <a:lnTo>
                  <a:pt x="1" y="3669"/>
                </a:lnTo>
                <a:lnTo>
                  <a:pt x="1" y="3779"/>
                </a:lnTo>
                <a:lnTo>
                  <a:pt x="38" y="3962"/>
                </a:lnTo>
                <a:lnTo>
                  <a:pt x="148" y="4145"/>
                </a:lnTo>
                <a:lnTo>
                  <a:pt x="294" y="4256"/>
                </a:lnTo>
                <a:lnTo>
                  <a:pt x="514" y="4402"/>
                </a:lnTo>
                <a:lnTo>
                  <a:pt x="735" y="4476"/>
                </a:lnTo>
                <a:lnTo>
                  <a:pt x="1175" y="4476"/>
                </a:lnTo>
                <a:lnTo>
                  <a:pt x="1248" y="4439"/>
                </a:lnTo>
                <a:lnTo>
                  <a:pt x="1321" y="4402"/>
                </a:lnTo>
                <a:lnTo>
                  <a:pt x="1395" y="4256"/>
                </a:lnTo>
                <a:lnTo>
                  <a:pt x="1505" y="3485"/>
                </a:lnTo>
                <a:lnTo>
                  <a:pt x="1578" y="2715"/>
                </a:lnTo>
                <a:lnTo>
                  <a:pt x="1578" y="1908"/>
                </a:lnTo>
                <a:lnTo>
                  <a:pt x="1542" y="1504"/>
                </a:lnTo>
                <a:lnTo>
                  <a:pt x="1505" y="1138"/>
                </a:lnTo>
                <a:lnTo>
                  <a:pt x="1762" y="1174"/>
                </a:lnTo>
                <a:lnTo>
                  <a:pt x="2128" y="1321"/>
                </a:lnTo>
                <a:lnTo>
                  <a:pt x="2459" y="1431"/>
                </a:lnTo>
                <a:lnTo>
                  <a:pt x="2825" y="1578"/>
                </a:lnTo>
                <a:lnTo>
                  <a:pt x="3192" y="1651"/>
                </a:lnTo>
                <a:lnTo>
                  <a:pt x="3486" y="1651"/>
                </a:lnTo>
                <a:lnTo>
                  <a:pt x="3449" y="2531"/>
                </a:lnTo>
                <a:lnTo>
                  <a:pt x="3412" y="3449"/>
                </a:lnTo>
                <a:lnTo>
                  <a:pt x="3412" y="3999"/>
                </a:lnTo>
                <a:lnTo>
                  <a:pt x="3412" y="4256"/>
                </a:lnTo>
                <a:lnTo>
                  <a:pt x="3412" y="4366"/>
                </a:lnTo>
                <a:lnTo>
                  <a:pt x="3412" y="4402"/>
                </a:lnTo>
                <a:lnTo>
                  <a:pt x="3449" y="4402"/>
                </a:lnTo>
                <a:lnTo>
                  <a:pt x="3412" y="4476"/>
                </a:lnTo>
                <a:lnTo>
                  <a:pt x="3376" y="4512"/>
                </a:lnTo>
                <a:lnTo>
                  <a:pt x="3376" y="4659"/>
                </a:lnTo>
                <a:lnTo>
                  <a:pt x="3376" y="4696"/>
                </a:lnTo>
                <a:lnTo>
                  <a:pt x="3412" y="4806"/>
                </a:lnTo>
                <a:lnTo>
                  <a:pt x="3522" y="4879"/>
                </a:lnTo>
                <a:lnTo>
                  <a:pt x="3632" y="4879"/>
                </a:lnTo>
                <a:lnTo>
                  <a:pt x="3742" y="4842"/>
                </a:lnTo>
                <a:lnTo>
                  <a:pt x="3853" y="4732"/>
                </a:lnTo>
                <a:lnTo>
                  <a:pt x="3926" y="4586"/>
                </a:lnTo>
                <a:lnTo>
                  <a:pt x="3926" y="4439"/>
                </a:lnTo>
                <a:lnTo>
                  <a:pt x="3926" y="4256"/>
                </a:lnTo>
                <a:lnTo>
                  <a:pt x="3963" y="3045"/>
                </a:lnTo>
                <a:lnTo>
                  <a:pt x="3963" y="1871"/>
                </a:lnTo>
                <a:lnTo>
                  <a:pt x="3963" y="1541"/>
                </a:lnTo>
                <a:lnTo>
                  <a:pt x="4366" y="1394"/>
                </a:lnTo>
                <a:lnTo>
                  <a:pt x="4733" y="1138"/>
                </a:lnTo>
                <a:lnTo>
                  <a:pt x="5063" y="844"/>
                </a:lnTo>
                <a:lnTo>
                  <a:pt x="5320" y="551"/>
                </a:lnTo>
                <a:lnTo>
                  <a:pt x="5467" y="367"/>
                </a:lnTo>
                <a:lnTo>
                  <a:pt x="5503" y="257"/>
                </a:lnTo>
                <a:lnTo>
                  <a:pt x="5503" y="184"/>
                </a:lnTo>
                <a:lnTo>
                  <a:pt x="5430" y="74"/>
                </a:lnTo>
                <a:lnTo>
                  <a:pt x="5356" y="37"/>
                </a:lnTo>
                <a:lnTo>
                  <a:pt x="528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8516944" y="4082884"/>
            <a:ext cx="690236" cy="510383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859713" y="3417443"/>
            <a:ext cx="317620" cy="659010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5" name="Google Shape;185;p2"/>
          <p:cNvSpPr/>
          <p:nvPr/>
        </p:nvSpPr>
        <p:spPr>
          <a:xfrm rot="1920742">
            <a:off x="5707038" y="4213989"/>
            <a:ext cx="884797" cy="750834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6" name="Google Shape;186;p2"/>
          <p:cNvSpPr/>
          <p:nvPr/>
        </p:nvSpPr>
        <p:spPr>
          <a:xfrm rot="-3496844">
            <a:off x="115839" y="4509560"/>
            <a:ext cx="537852" cy="464440"/>
          </a:xfrm>
          <a:custGeom>
            <a:avLst/>
            <a:gdLst/>
            <a:ahLst/>
            <a:cxnLst/>
            <a:rect l="l" t="t" r="r" b="b"/>
            <a:pathLst>
              <a:path w="10748" h="9281" extrusionOk="0">
                <a:moveTo>
                  <a:pt x="4072" y="550"/>
                </a:moveTo>
                <a:lnTo>
                  <a:pt x="4329" y="587"/>
                </a:lnTo>
                <a:lnTo>
                  <a:pt x="4585" y="697"/>
                </a:lnTo>
                <a:lnTo>
                  <a:pt x="4842" y="844"/>
                </a:lnTo>
                <a:lnTo>
                  <a:pt x="5025" y="1064"/>
                </a:lnTo>
                <a:lnTo>
                  <a:pt x="5136" y="1211"/>
                </a:lnTo>
                <a:lnTo>
                  <a:pt x="5209" y="1394"/>
                </a:lnTo>
                <a:lnTo>
                  <a:pt x="5246" y="1541"/>
                </a:lnTo>
                <a:lnTo>
                  <a:pt x="5282" y="1724"/>
                </a:lnTo>
                <a:lnTo>
                  <a:pt x="5282" y="2091"/>
                </a:lnTo>
                <a:lnTo>
                  <a:pt x="5246" y="2458"/>
                </a:lnTo>
                <a:lnTo>
                  <a:pt x="5209" y="2641"/>
                </a:lnTo>
                <a:lnTo>
                  <a:pt x="4695" y="1761"/>
                </a:lnTo>
                <a:lnTo>
                  <a:pt x="4072" y="550"/>
                </a:lnTo>
                <a:close/>
                <a:moveTo>
                  <a:pt x="1357" y="3008"/>
                </a:moveTo>
                <a:lnTo>
                  <a:pt x="1504" y="3265"/>
                </a:lnTo>
                <a:lnTo>
                  <a:pt x="1614" y="3558"/>
                </a:lnTo>
                <a:lnTo>
                  <a:pt x="1797" y="3852"/>
                </a:lnTo>
                <a:lnTo>
                  <a:pt x="1467" y="3778"/>
                </a:lnTo>
                <a:lnTo>
                  <a:pt x="1137" y="3742"/>
                </a:lnTo>
                <a:lnTo>
                  <a:pt x="1321" y="3118"/>
                </a:lnTo>
                <a:lnTo>
                  <a:pt x="1357" y="3008"/>
                </a:lnTo>
                <a:close/>
                <a:moveTo>
                  <a:pt x="3815" y="550"/>
                </a:moveTo>
                <a:lnTo>
                  <a:pt x="4072" y="1174"/>
                </a:lnTo>
                <a:lnTo>
                  <a:pt x="4329" y="1798"/>
                </a:lnTo>
                <a:lnTo>
                  <a:pt x="4695" y="2531"/>
                </a:lnTo>
                <a:lnTo>
                  <a:pt x="5099" y="3265"/>
                </a:lnTo>
                <a:lnTo>
                  <a:pt x="4989" y="3852"/>
                </a:lnTo>
                <a:lnTo>
                  <a:pt x="4732" y="3191"/>
                </a:lnTo>
                <a:lnTo>
                  <a:pt x="4475" y="2531"/>
                </a:lnTo>
                <a:lnTo>
                  <a:pt x="4255" y="1981"/>
                </a:lnTo>
                <a:lnTo>
                  <a:pt x="4035" y="1467"/>
                </a:lnTo>
                <a:lnTo>
                  <a:pt x="3742" y="880"/>
                </a:lnTo>
                <a:lnTo>
                  <a:pt x="3558" y="587"/>
                </a:lnTo>
                <a:lnTo>
                  <a:pt x="3815" y="550"/>
                </a:lnTo>
                <a:close/>
                <a:moveTo>
                  <a:pt x="1761" y="1724"/>
                </a:moveTo>
                <a:lnTo>
                  <a:pt x="1724" y="1798"/>
                </a:lnTo>
                <a:lnTo>
                  <a:pt x="1761" y="1944"/>
                </a:lnTo>
                <a:lnTo>
                  <a:pt x="1834" y="2018"/>
                </a:lnTo>
                <a:lnTo>
                  <a:pt x="1944" y="2054"/>
                </a:lnTo>
                <a:lnTo>
                  <a:pt x="2054" y="2054"/>
                </a:lnTo>
                <a:lnTo>
                  <a:pt x="2274" y="2531"/>
                </a:lnTo>
                <a:lnTo>
                  <a:pt x="2458" y="2971"/>
                </a:lnTo>
                <a:lnTo>
                  <a:pt x="3008" y="4182"/>
                </a:lnTo>
                <a:lnTo>
                  <a:pt x="3081" y="4329"/>
                </a:lnTo>
                <a:lnTo>
                  <a:pt x="2825" y="4255"/>
                </a:lnTo>
                <a:lnTo>
                  <a:pt x="2458" y="4072"/>
                </a:lnTo>
                <a:lnTo>
                  <a:pt x="2164" y="3742"/>
                </a:lnTo>
                <a:lnTo>
                  <a:pt x="1944" y="3375"/>
                </a:lnTo>
                <a:lnTo>
                  <a:pt x="1724" y="2935"/>
                </a:lnTo>
                <a:lnTo>
                  <a:pt x="1651" y="2715"/>
                </a:lnTo>
                <a:lnTo>
                  <a:pt x="1504" y="2494"/>
                </a:lnTo>
                <a:lnTo>
                  <a:pt x="1724" y="1761"/>
                </a:lnTo>
                <a:lnTo>
                  <a:pt x="1761" y="1724"/>
                </a:lnTo>
                <a:close/>
                <a:moveTo>
                  <a:pt x="2604" y="1174"/>
                </a:moveTo>
                <a:lnTo>
                  <a:pt x="2715" y="1614"/>
                </a:lnTo>
                <a:lnTo>
                  <a:pt x="2861" y="2054"/>
                </a:lnTo>
                <a:lnTo>
                  <a:pt x="3228" y="2898"/>
                </a:lnTo>
                <a:lnTo>
                  <a:pt x="3998" y="4695"/>
                </a:lnTo>
                <a:lnTo>
                  <a:pt x="3632" y="4549"/>
                </a:lnTo>
                <a:lnTo>
                  <a:pt x="3522" y="4365"/>
                </a:lnTo>
                <a:lnTo>
                  <a:pt x="3301" y="3888"/>
                </a:lnTo>
                <a:lnTo>
                  <a:pt x="2861" y="2935"/>
                </a:lnTo>
                <a:lnTo>
                  <a:pt x="2274" y="1834"/>
                </a:lnTo>
                <a:lnTo>
                  <a:pt x="2311" y="1651"/>
                </a:lnTo>
                <a:lnTo>
                  <a:pt x="2421" y="1467"/>
                </a:lnTo>
                <a:lnTo>
                  <a:pt x="2604" y="1174"/>
                </a:lnTo>
                <a:close/>
                <a:moveTo>
                  <a:pt x="3338" y="660"/>
                </a:moveTo>
                <a:lnTo>
                  <a:pt x="3375" y="770"/>
                </a:lnTo>
                <a:lnTo>
                  <a:pt x="3668" y="1467"/>
                </a:lnTo>
                <a:lnTo>
                  <a:pt x="3962" y="2164"/>
                </a:lnTo>
                <a:lnTo>
                  <a:pt x="4182" y="2788"/>
                </a:lnTo>
                <a:lnTo>
                  <a:pt x="4402" y="3412"/>
                </a:lnTo>
                <a:lnTo>
                  <a:pt x="4769" y="4659"/>
                </a:lnTo>
                <a:lnTo>
                  <a:pt x="4732" y="4805"/>
                </a:lnTo>
                <a:lnTo>
                  <a:pt x="4659" y="4805"/>
                </a:lnTo>
                <a:lnTo>
                  <a:pt x="4549" y="4842"/>
                </a:lnTo>
                <a:lnTo>
                  <a:pt x="3668" y="2971"/>
                </a:lnTo>
                <a:lnTo>
                  <a:pt x="3191" y="1981"/>
                </a:lnTo>
                <a:lnTo>
                  <a:pt x="2971" y="1504"/>
                </a:lnTo>
                <a:lnTo>
                  <a:pt x="2788" y="991"/>
                </a:lnTo>
                <a:lnTo>
                  <a:pt x="3045" y="807"/>
                </a:lnTo>
                <a:lnTo>
                  <a:pt x="3338" y="660"/>
                </a:lnTo>
                <a:close/>
                <a:moveTo>
                  <a:pt x="7703" y="4952"/>
                </a:moveTo>
                <a:lnTo>
                  <a:pt x="7960" y="5246"/>
                </a:lnTo>
                <a:lnTo>
                  <a:pt x="7960" y="5246"/>
                </a:lnTo>
                <a:lnTo>
                  <a:pt x="7887" y="5209"/>
                </a:lnTo>
                <a:lnTo>
                  <a:pt x="7593" y="5319"/>
                </a:lnTo>
                <a:lnTo>
                  <a:pt x="7300" y="5466"/>
                </a:lnTo>
                <a:lnTo>
                  <a:pt x="7190" y="5356"/>
                </a:lnTo>
                <a:lnTo>
                  <a:pt x="7080" y="5246"/>
                </a:lnTo>
                <a:lnTo>
                  <a:pt x="7373" y="5099"/>
                </a:lnTo>
                <a:lnTo>
                  <a:pt x="7703" y="4952"/>
                </a:lnTo>
                <a:close/>
                <a:moveTo>
                  <a:pt x="8070" y="5356"/>
                </a:moveTo>
                <a:lnTo>
                  <a:pt x="8180" y="5466"/>
                </a:lnTo>
                <a:lnTo>
                  <a:pt x="7923" y="5576"/>
                </a:lnTo>
                <a:lnTo>
                  <a:pt x="7923" y="5576"/>
                </a:lnTo>
                <a:lnTo>
                  <a:pt x="8033" y="5429"/>
                </a:lnTo>
                <a:lnTo>
                  <a:pt x="8070" y="5356"/>
                </a:lnTo>
                <a:close/>
                <a:moveTo>
                  <a:pt x="7556" y="5612"/>
                </a:moveTo>
                <a:lnTo>
                  <a:pt x="7483" y="5722"/>
                </a:lnTo>
                <a:lnTo>
                  <a:pt x="7483" y="5686"/>
                </a:lnTo>
                <a:lnTo>
                  <a:pt x="7556" y="5612"/>
                </a:lnTo>
                <a:close/>
                <a:moveTo>
                  <a:pt x="8327" y="5649"/>
                </a:moveTo>
                <a:lnTo>
                  <a:pt x="8327" y="5686"/>
                </a:lnTo>
                <a:lnTo>
                  <a:pt x="7850" y="6163"/>
                </a:lnTo>
                <a:lnTo>
                  <a:pt x="7740" y="6016"/>
                </a:lnTo>
                <a:lnTo>
                  <a:pt x="7997" y="5796"/>
                </a:lnTo>
                <a:lnTo>
                  <a:pt x="8327" y="5649"/>
                </a:lnTo>
                <a:close/>
                <a:moveTo>
                  <a:pt x="8437" y="5796"/>
                </a:moveTo>
                <a:lnTo>
                  <a:pt x="8584" y="6053"/>
                </a:lnTo>
                <a:lnTo>
                  <a:pt x="8143" y="6163"/>
                </a:lnTo>
                <a:lnTo>
                  <a:pt x="8437" y="5796"/>
                </a:lnTo>
                <a:close/>
                <a:moveTo>
                  <a:pt x="8437" y="6346"/>
                </a:moveTo>
                <a:lnTo>
                  <a:pt x="8180" y="6676"/>
                </a:lnTo>
                <a:lnTo>
                  <a:pt x="8107" y="6493"/>
                </a:lnTo>
                <a:lnTo>
                  <a:pt x="8437" y="6346"/>
                </a:lnTo>
                <a:close/>
                <a:moveTo>
                  <a:pt x="8767" y="6309"/>
                </a:moveTo>
                <a:lnTo>
                  <a:pt x="8840" y="6419"/>
                </a:lnTo>
                <a:lnTo>
                  <a:pt x="8547" y="6676"/>
                </a:lnTo>
                <a:lnTo>
                  <a:pt x="8767" y="6309"/>
                </a:lnTo>
                <a:close/>
                <a:moveTo>
                  <a:pt x="9024" y="4695"/>
                </a:moveTo>
                <a:lnTo>
                  <a:pt x="9244" y="4732"/>
                </a:lnTo>
                <a:lnTo>
                  <a:pt x="9464" y="4805"/>
                </a:lnTo>
                <a:lnTo>
                  <a:pt x="9647" y="4915"/>
                </a:lnTo>
                <a:lnTo>
                  <a:pt x="9831" y="5062"/>
                </a:lnTo>
                <a:lnTo>
                  <a:pt x="9904" y="5099"/>
                </a:lnTo>
                <a:lnTo>
                  <a:pt x="9941" y="5099"/>
                </a:lnTo>
                <a:lnTo>
                  <a:pt x="10051" y="5209"/>
                </a:lnTo>
                <a:lnTo>
                  <a:pt x="10161" y="5429"/>
                </a:lnTo>
                <a:lnTo>
                  <a:pt x="10198" y="5649"/>
                </a:lnTo>
                <a:lnTo>
                  <a:pt x="10234" y="5869"/>
                </a:lnTo>
                <a:lnTo>
                  <a:pt x="10198" y="6089"/>
                </a:lnTo>
                <a:lnTo>
                  <a:pt x="10161" y="6346"/>
                </a:lnTo>
                <a:lnTo>
                  <a:pt x="10088" y="6566"/>
                </a:lnTo>
                <a:lnTo>
                  <a:pt x="9941" y="7006"/>
                </a:lnTo>
                <a:lnTo>
                  <a:pt x="9904" y="7080"/>
                </a:lnTo>
                <a:lnTo>
                  <a:pt x="9647" y="6676"/>
                </a:lnTo>
                <a:lnTo>
                  <a:pt x="9024" y="5832"/>
                </a:lnTo>
                <a:lnTo>
                  <a:pt x="8620" y="5282"/>
                </a:lnTo>
                <a:lnTo>
                  <a:pt x="8400" y="5025"/>
                </a:lnTo>
                <a:lnTo>
                  <a:pt x="8143" y="4842"/>
                </a:lnTo>
                <a:lnTo>
                  <a:pt x="8584" y="4732"/>
                </a:lnTo>
                <a:lnTo>
                  <a:pt x="8804" y="4695"/>
                </a:lnTo>
                <a:close/>
                <a:moveTo>
                  <a:pt x="1064" y="3962"/>
                </a:moveTo>
                <a:lnTo>
                  <a:pt x="1357" y="4182"/>
                </a:lnTo>
                <a:lnTo>
                  <a:pt x="1651" y="4329"/>
                </a:lnTo>
                <a:lnTo>
                  <a:pt x="2348" y="4585"/>
                </a:lnTo>
                <a:lnTo>
                  <a:pt x="2458" y="4659"/>
                </a:lnTo>
                <a:lnTo>
                  <a:pt x="2494" y="4695"/>
                </a:lnTo>
                <a:lnTo>
                  <a:pt x="2568" y="4732"/>
                </a:lnTo>
                <a:lnTo>
                  <a:pt x="2641" y="4695"/>
                </a:lnTo>
                <a:lnTo>
                  <a:pt x="4329" y="5319"/>
                </a:lnTo>
                <a:lnTo>
                  <a:pt x="4329" y="5356"/>
                </a:lnTo>
                <a:lnTo>
                  <a:pt x="4292" y="5319"/>
                </a:lnTo>
                <a:lnTo>
                  <a:pt x="3888" y="5172"/>
                </a:lnTo>
                <a:lnTo>
                  <a:pt x="3705" y="5136"/>
                </a:lnTo>
                <a:lnTo>
                  <a:pt x="3485" y="5099"/>
                </a:lnTo>
                <a:lnTo>
                  <a:pt x="3448" y="5136"/>
                </a:lnTo>
                <a:lnTo>
                  <a:pt x="3411" y="5172"/>
                </a:lnTo>
                <a:lnTo>
                  <a:pt x="3448" y="5246"/>
                </a:lnTo>
                <a:lnTo>
                  <a:pt x="3595" y="5392"/>
                </a:lnTo>
                <a:lnTo>
                  <a:pt x="3852" y="5539"/>
                </a:lnTo>
                <a:lnTo>
                  <a:pt x="4108" y="5686"/>
                </a:lnTo>
                <a:lnTo>
                  <a:pt x="4402" y="5759"/>
                </a:lnTo>
                <a:lnTo>
                  <a:pt x="4365" y="5906"/>
                </a:lnTo>
                <a:lnTo>
                  <a:pt x="4035" y="5906"/>
                </a:lnTo>
                <a:lnTo>
                  <a:pt x="3742" y="5869"/>
                </a:lnTo>
                <a:lnTo>
                  <a:pt x="3411" y="5759"/>
                </a:lnTo>
                <a:lnTo>
                  <a:pt x="3228" y="5686"/>
                </a:lnTo>
                <a:lnTo>
                  <a:pt x="3191" y="5612"/>
                </a:lnTo>
                <a:lnTo>
                  <a:pt x="3155" y="5576"/>
                </a:lnTo>
                <a:lnTo>
                  <a:pt x="3118" y="5539"/>
                </a:lnTo>
                <a:lnTo>
                  <a:pt x="3081" y="5502"/>
                </a:lnTo>
                <a:lnTo>
                  <a:pt x="3045" y="5502"/>
                </a:lnTo>
                <a:lnTo>
                  <a:pt x="3008" y="5539"/>
                </a:lnTo>
                <a:lnTo>
                  <a:pt x="2971" y="5649"/>
                </a:lnTo>
                <a:lnTo>
                  <a:pt x="2971" y="5722"/>
                </a:lnTo>
                <a:lnTo>
                  <a:pt x="3008" y="5796"/>
                </a:lnTo>
                <a:lnTo>
                  <a:pt x="3045" y="5869"/>
                </a:lnTo>
                <a:lnTo>
                  <a:pt x="3191" y="6016"/>
                </a:lnTo>
                <a:lnTo>
                  <a:pt x="3338" y="6126"/>
                </a:lnTo>
                <a:lnTo>
                  <a:pt x="3522" y="6199"/>
                </a:lnTo>
                <a:lnTo>
                  <a:pt x="3742" y="6273"/>
                </a:lnTo>
                <a:lnTo>
                  <a:pt x="3962" y="6309"/>
                </a:lnTo>
                <a:lnTo>
                  <a:pt x="4182" y="6309"/>
                </a:lnTo>
                <a:lnTo>
                  <a:pt x="3962" y="6676"/>
                </a:lnTo>
                <a:lnTo>
                  <a:pt x="3742" y="6603"/>
                </a:lnTo>
                <a:lnTo>
                  <a:pt x="3228" y="6456"/>
                </a:lnTo>
                <a:lnTo>
                  <a:pt x="2971" y="6419"/>
                </a:lnTo>
                <a:lnTo>
                  <a:pt x="2715" y="6383"/>
                </a:lnTo>
                <a:lnTo>
                  <a:pt x="2641" y="6383"/>
                </a:lnTo>
                <a:lnTo>
                  <a:pt x="2641" y="6456"/>
                </a:lnTo>
                <a:lnTo>
                  <a:pt x="2641" y="6493"/>
                </a:lnTo>
                <a:lnTo>
                  <a:pt x="2678" y="6529"/>
                </a:lnTo>
                <a:lnTo>
                  <a:pt x="2861" y="6676"/>
                </a:lnTo>
                <a:lnTo>
                  <a:pt x="3081" y="6786"/>
                </a:lnTo>
                <a:lnTo>
                  <a:pt x="3522" y="6970"/>
                </a:lnTo>
                <a:lnTo>
                  <a:pt x="3742" y="7080"/>
                </a:lnTo>
                <a:lnTo>
                  <a:pt x="3632" y="7226"/>
                </a:lnTo>
                <a:lnTo>
                  <a:pt x="3522" y="7336"/>
                </a:lnTo>
                <a:lnTo>
                  <a:pt x="2935" y="7080"/>
                </a:lnTo>
                <a:lnTo>
                  <a:pt x="2311" y="6823"/>
                </a:lnTo>
                <a:lnTo>
                  <a:pt x="2238" y="6823"/>
                </a:lnTo>
                <a:lnTo>
                  <a:pt x="2201" y="6860"/>
                </a:lnTo>
                <a:lnTo>
                  <a:pt x="2201" y="6896"/>
                </a:lnTo>
                <a:lnTo>
                  <a:pt x="2201" y="6970"/>
                </a:lnTo>
                <a:lnTo>
                  <a:pt x="2458" y="7190"/>
                </a:lnTo>
                <a:lnTo>
                  <a:pt x="2678" y="7410"/>
                </a:lnTo>
                <a:lnTo>
                  <a:pt x="2971" y="7557"/>
                </a:lnTo>
                <a:lnTo>
                  <a:pt x="3265" y="7703"/>
                </a:lnTo>
                <a:lnTo>
                  <a:pt x="2971" y="7960"/>
                </a:lnTo>
                <a:lnTo>
                  <a:pt x="2641" y="7960"/>
                </a:lnTo>
                <a:lnTo>
                  <a:pt x="2311" y="7887"/>
                </a:lnTo>
                <a:lnTo>
                  <a:pt x="1981" y="7777"/>
                </a:lnTo>
                <a:lnTo>
                  <a:pt x="1871" y="7777"/>
                </a:lnTo>
                <a:lnTo>
                  <a:pt x="1834" y="7813"/>
                </a:lnTo>
                <a:lnTo>
                  <a:pt x="1797" y="7850"/>
                </a:lnTo>
                <a:lnTo>
                  <a:pt x="1797" y="7923"/>
                </a:lnTo>
                <a:lnTo>
                  <a:pt x="1834" y="8070"/>
                </a:lnTo>
                <a:lnTo>
                  <a:pt x="1944" y="8143"/>
                </a:lnTo>
                <a:lnTo>
                  <a:pt x="2091" y="8217"/>
                </a:lnTo>
                <a:lnTo>
                  <a:pt x="2238" y="8290"/>
                </a:lnTo>
                <a:lnTo>
                  <a:pt x="2348" y="8327"/>
                </a:lnTo>
                <a:lnTo>
                  <a:pt x="2164" y="8364"/>
                </a:lnTo>
                <a:lnTo>
                  <a:pt x="1944" y="8364"/>
                </a:lnTo>
                <a:lnTo>
                  <a:pt x="1761" y="8327"/>
                </a:lnTo>
                <a:lnTo>
                  <a:pt x="1541" y="8253"/>
                </a:lnTo>
                <a:lnTo>
                  <a:pt x="1247" y="8070"/>
                </a:lnTo>
                <a:lnTo>
                  <a:pt x="1027" y="7850"/>
                </a:lnTo>
                <a:lnTo>
                  <a:pt x="844" y="7593"/>
                </a:lnTo>
                <a:lnTo>
                  <a:pt x="697" y="7300"/>
                </a:lnTo>
                <a:lnTo>
                  <a:pt x="624" y="6970"/>
                </a:lnTo>
                <a:lnTo>
                  <a:pt x="550" y="6676"/>
                </a:lnTo>
                <a:lnTo>
                  <a:pt x="550" y="6346"/>
                </a:lnTo>
                <a:lnTo>
                  <a:pt x="550" y="6016"/>
                </a:lnTo>
                <a:lnTo>
                  <a:pt x="624" y="5502"/>
                </a:lnTo>
                <a:lnTo>
                  <a:pt x="734" y="4989"/>
                </a:lnTo>
                <a:lnTo>
                  <a:pt x="1064" y="3962"/>
                </a:lnTo>
                <a:close/>
                <a:moveTo>
                  <a:pt x="6786" y="5429"/>
                </a:moveTo>
                <a:lnTo>
                  <a:pt x="6860" y="5649"/>
                </a:lnTo>
                <a:lnTo>
                  <a:pt x="6970" y="5832"/>
                </a:lnTo>
                <a:lnTo>
                  <a:pt x="7006" y="5906"/>
                </a:lnTo>
                <a:lnTo>
                  <a:pt x="7043" y="5979"/>
                </a:lnTo>
                <a:lnTo>
                  <a:pt x="7116" y="6016"/>
                </a:lnTo>
                <a:lnTo>
                  <a:pt x="7813" y="7006"/>
                </a:lnTo>
                <a:lnTo>
                  <a:pt x="8143" y="7520"/>
                </a:lnTo>
                <a:lnTo>
                  <a:pt x="8143" y="7667"/>
                </a:lnTo>
                <a:lnTo>
                  <a:pt x="8143" y="7740"/>
                </a:lnTo>
                <a:lnTo>
                  <a:pt x="8217" y="7813"/>
                </a:lnTo>
                <a:lnTo>
                  <a:pt x="8290" y="7850"/>
                </a:lnTo>
                <a:lnTo>
                  <a:pt x="8363" y="7850"/>
                </a:lnTo>
                <a:lnTo>
                  <a:pt x="8400" y="7813"/>
                </a:lnTo>
                <a:lnTo>
                  <a:pt x="8510" y="7887"/>
                </a:lnTo>
                <a:lnTo>
                  <a:pt x="8584" y="7923"/>
                </a:lnTo>
                <a:lnTo>
                  <a:pt x="8694" y="7960"/>
                </a:lnTo>
                <a:lnTo>
                  <a:pt x="8767" y="7923"/>
                </a:lnTo>
                <a:lnTo>
                  <a:pt x="8877" y="7997"/>
                </a:lnTo>
                <a:lnTo>
                  <a:pt x="8987" y="7997"/>
                </a:lnTo>
                <a:lnTo>
                  <a:pt x="9060" y="8033"/>
                </a:lnTo>
                <a:lnTo>
                  <a:pt x="9134" y="7997"/>
                </a:lnTo>
                <a:lnTo>
                  <a:pt x="9207" y="7923"/>
                </a:lnTo>
                <a:lnTo>
                  <a:pt x="9207" y="7813"/>
                </a:lnTo>
                <a:lnTo>
                  <a:pt x="9207" y="7740"/>
                </a:lnTo>
                <a:lnTo>
                  <a:pt x="9134" y="7667"/>
                </a:lnTo>
                <a:lnTo>
                  <a:pt x="9170" y="7557"/>
                </a:lnTo>
                <a:lnTo>
                  <a:pt x="9207" y="7483"/>
                </a:lnTo>
                <a:lnTo>
                  <a:pt x="9244" y="7410"/>
                </a:lnTo>
                <a:lnTo>
                  <a:pt x="9244" y="7373"/>
                </a:lnTo>
                <a:lnTo>
                  <a:pt x="9207" y="7300"/>
                </a:lnTo>
                <a:lnTo>
                  <a:pt x="9170" y="7263"/>
                </a:lnTo>
                <a:lnTo>
                  <a:pt x="9134" y="7226"/>
                </a:lnTo>
                <a:lnTo>
                  <a:pt x="8987" y="7226"/>
                </a:lnTo>
                <a:lnTo>
                  <a:pt x="8694" y="7336"/>
                </a:lnTo>
                <a:lnTo>
                  <a:pt x="8694" y="7300"/>
                </a:lnTo>
                <a:lnTo>
                  <a:pt x="8877" y="7153"/>
                </a:lnTo>
                <a:lnTo>
                  <a:pt x="9060" y="6970"/>
                </a:lnTo>
                <a:lnTo>
                  <a:pt x="9134" y="6860"/>
                </a:lnTo>
                <a:lnTo>
                  <a:pt x="9244" y="7043"/>
                </a:lnTo>
                <a:lnTo>
                  <a:pt x="9501" y="7446"/>
                </a:lnTo>
                <a:lnTo>
                  <a:pt x="9537" y="7593"/>
                </a:lnTo>
                <a:lnTo>
                  <a:pt x="9317" y="7887"/>
                </a:lnTo>
                <a:lnTo>
                  <a:pt x="9024" y="8143"/>
                </a:lnTo>
                <a:lnTo>
                  <a:pt x="8730" y="8364"/>
                </a:lnTo>
                <a:lnTo>
                  <a:pt x="8400" y="8547"/>
                </a:lnTo>
                <a:lnTo>
                  <a:pt x="8070" y="8657"/>
                </a:lnTo>
                <a:lnTo>
                  <a:pt x="7703" y="8694"/>
                </a:lnTo>
                <a:lnTo>
                  <a:pt x="7520" y="8694"/>
                </a:lnTo>
                <a:lnTo>
                  <a:pt x="7373" y="8657"/>
                </a:lnTo>
                <a:lnTo>
                  <a:pt x="7190" y="8620"/>
                </a:lnTo>
                <a:lnTo>
                  <a:pt x="7006" y="8547"/>
                </a:lnTo>
                <a:lnTo>
                  <a:pt x="6823" y="8437"/>
                </a:lnTo>
                <a:lnTo>
                  <a:pt x="6676" y="8290"/>
                </a:lnTo>
                <a:lnTo>
                  <a:pt x="6419" y="7997"/>
                </a:lnTo>
                <a:lnTo>
                  <a:pt x="6199" y="7667"/>
                </a:lnTo>
                <a:lnTo>
                  <a:pt x="6053" y="7300"/>
                </a:lnTo>
                <a:lnTo>
                  <a:pt x="6016" y="6896"/>
                </a:lnTo>
                <a:lnTo>
                  <a:pt x="6016" y="6676"/>
                </a:lnTo>
                <a:lnTo>
                  <a:pt x="6053" y="6493"/>
                </a:lnTo>
                <a:lnTo>
                  <a:pt x="6089" y="6309"/>
                </a:lnTo>
                <a:lnTo>
                  <a:pt x="6163" y="6126"/>
                </a:lnTo>
                <a:lnTo>
                  <a:pt x="6273" y="5943"/>
                </a:lnTo>
                <a:lnTo>
                  <a:pt x="6383" y="5759"/>
                </a:lnTo>
                <a:lnTo>
                  <a:pt x="6566" y="5576"/>
                </a:lnTo>
                <a:lnTo>
                  <a:pt x="6786" y="5429"/>
                </a:lnTo>
                <a:close/>
                <a:moveTo>
                  <a:pt x="3852" y="0"/>
                </a:moveTo>
                <a:lnTo>
                  <a:pt x="3522" y="37"/>
                </a:lnTo>
                <a:lnTo>
                  <a:pt x="3191" y="110"/>
                </a:lnTo>
                <a:lnTo>
                  <a:pt x="2898" y="257"/>
                </a:lnTo>
                <a:lnTo>
                  <a:pt x="2604" y="440"/>
                </a:lnTo>
                <a:lnTo>
                  <a:pt x="2348" y="660"/>
                </a:lnTo>
                <a:lnTo>
                  <a:pt x="2091" y="660"/>
                </a:lnTo>
                <a:lnTo>
                  <a:pt x="1871" y="734"/>
                </a:lnTo>
                <a:lnTo>
                  <a:pt x="1687" y="880"/>
                </a:lnTo>
                <a:lnTo>
                  <a:pt x="1541" y="1064"/>
                </a:lnTo>
                <a:lnTo>
                  <a:pt x="1394" y="1284"/>
                </a:lnTo>
                <a:lnTo>
                  <a:pt x="1321" y="1504"/>
                </a:lnTo>
                <a:lnTo>
                  <a:pt x="1137" y="1944"/>
                </a:lnTo>
                <a:lnTo>
                  <a:pt x="660" y="3522"/>
                </a:lnTo>
                <a:lnTo>
                  <a:pt x="404" y="4292"/>
                </a:lnTo>
                <a:lnTo>
                  <a:pt x="183" y="5062"/>
                </a:lnTo>
                <a:lnTo>
                  <a:pt x="37" y="5759"/>
                </a:lnTo>
                <a:lnTo>
                  <a:pt x="0" y="6126"/>
                </a:lnTo>
                <a:lnTo>
                  <a:pt x="0" y="6456"/>
                </a:lnTo>
                <a:lnTo>
                  <a:pt x="0" y="6786"/>
                </a:lnTo>
                <a:lnTo>
                  <a:pt x="73" y="7153"/>
                </a:lnTo>
                <a:lnTo>
                  <a:pt x="183" y="7483"/>
                </a:lnTo>
                <a:lnTo>
                  <a:pt x="330" y="7813"/>
                </a:lnTo>
                <a:lnTo>
                  <a:pt x="477" y="8033"/>
                </a:lnTo>
                <a:lnTo>
                  <a:pt x="660" y="8253"/>
                </a:lnTo>
                <a:lnTo>
                  <a:pt x="880" y="8474"/>
                </a:lnTo>
                <a:lnTo>
                  <a:pt x="1101" y="8657"/>
                </a:lnTo>
                <a:lnTo>
                  <a:pt x="1357" y="8767"/>
                </a:lnTo>
                <a:lnTo>
                  <a:pt x="1651" y="8877"/>
                </a:lnTo>
                <a:lnTo>
                  <a:pt x="1908" y="8914"/>
                </a:lnTo>
                <a:lnTo>
                  <a:pt x="2201" y="8950"/>
                </a:lnTo>
                <a:lnTo>
                  <a:pt x="2458" y="8914"/>
                </a:lnTo>
                <a:lnTo>
                  <a:pt x="2678" y="8840"/>
                </a:lnTo>
                <a:lnTo>
                  <a:pt x="2898" y="8730"/>
                </a:lnTo>
                <a:lnTo>
                  <a:pt x="3081" y="8620"/>
                </a:lnTo>
                <a:lnTo>
                  <a:pt x="3448" y="8290"/>
                </a:lnTo>
                <a:lnTo>
                  <a:pt x="3778" y="7923"/>
                </a:lnTo>
                <a:lnTo>
                  <a:pt x="3815" y="7960"/>
                </a:lnTo>
                <a:lnTo>
                  <a:pt x="3925" y="7960"/>
                </a:lnTo>
                <a:lnTo>
                  <a:pt x="4035" y="7887"/>
                </a:lnTo>
                <a:lnTo>
                  <a:pt x="4108" y="7813"/>
                </a:lnTo>
                <a:lnTo>
                  <a:pt x="4108" y="7740"/>
                </a:lnTo>
                <a:lnTo>
                  <a:pt x="4072" y="7593"/>
                </a:lnTo>
                <a:lnTo>
                  <a:pt x="4182" y="7446"/>
                </a:lnTo>
                <a:lnTo>
                  <a:pt x="4512" y="6896"/>
                </a:lnTo>
                <a:lnTo>
                  <a:pt x="4769" y="6309"/>
                </a:lnTo>
                <a:lnTo>
                  <a:pt x="5025" y="5722"/>
                </a:lnTo>
                <a:lnTo>
                  <a:pt x="5209" y="5099"/>
                </a:lnTo>
                <a:lnTo>
                  <a:pt x="5246" y="5062"/>
                </a:lnTo>
                <a:lnTo>
                  <a:pt x="5282" y="4989"/>
                </a:lnTo>
                <a:lnTo>
                  <a:pt x="5282" y="4915"/>
                </a:lnTo>
                <a:lnTo>
                  <a:pt x="5466" y="4292"/>
                </a:lnTo>
                <a:lnTo>
                  <a:pt x="5612" y="3632"/>
                </a:lnTo>
                <a:lnTo>
                  <a:pt x="5722" y="2971"/>
                </a:lnTo>
                <a:lnTo>
                  <a:pt x="5796" y="2311"/>
                </a:lnTo>
                <a:lnTo>
                  <a:pt x="5832" y="1981"/>
                </a:lnTo>
                <a:lnTo>
                  <a:pt x="5796" y="1651"/>
                </a:lnTo>
                <a:lnTo>
                  <a:pt x="5759" y="1357"/>
                </a:lnTo>
                <a:lnTo>
                  <a:pt x="5649" y="1064"/>
                </a:lnTo>
                <a:lnTo>
                  <a:pt x="5539" y="807"/>
                </a:lnTo>
                <a:lnTo>
                  <a:pt x="5356" y="587"/>
                </a:lnTo>
                <a:lnTo>
                  <a:pt x="5099" y="367"/>
                </a:lnTo>
                <a:lnTo>
                  <a:pt x="4842" y="184"/>
                </a:lnTo>
                <a:lnTo>
                  <a:pt x="4512" y="73"/>
                </a:lnTo>
                <a:lnTo>
                  <a:pt x="4182" y="0"/>
                </a:lnTo>
                <a:close/>
                <a:moveTo>
                  <a:pt x="8730" y="3962"/>
                </a:moveTo>
                <a:lnTo>
                  <a:pt x="8584" y="4072"/>
                </a:lnTo>
                <a:lnTo>
                  <a:pt x="8437" y="4182"/>
                </a:lnTo>
                <a:lnTo>
                  <a:pt x="8327" y="4329"/>
                </a:lnTo>
                <a:lnTo>
                  <a:pt x="7887" y="4439"/>
                </a:lnTo>
                <a:lnTo>
                  <a:pt x="7336" y="4585"/>
                </a:lnTo>
                <a:lnTo>
                  <a:pt x="6786" y="4842"/>
                </a:lnTo>
                <a:lnTo>
                  <a:pt x="6566" y="4989"/>
                </a:lnTo>
                <a:lnTo>
                  <a:pt x="6309" y="5172"/>
                </a:lnTo>
                <a:lnTo>
                  <a:pt x="6089" y="5356"/>
                </a:lnTo>
                <a:lnTo>
                  <a:pt x="5906" y="5576"/>
                </a:lnTo>
                <a:lnTo>
                  <a:pt x="5759" y="5796"/>
                </a:lnTo>
                <a:lnTo>
                  <a:pt x="5612" y="6053"/>
                </a:lnTo>
                <a:lnTo>
                  <a:pt x="5539" y="6309"/>
                </a:lnTo>
                <a:lnTo>
                  <a:pt x="5502" y="6603"/>
                </a:lnTo>
                <a:lnTo>
                  <a:pt x="5466" y="6860"/>
                </a:lnTo>
                <a:lnTo>
                  <a:pt x="5502" y="7116"/>
                </a:lnTo>
                <a:lnTo>
                  <a:pt x="5539" y="7373"/>
                </a:lnTo>
                <a:lnTo>
                  <a:pt x="5612" y="7630"/>
                </a:lnTo>
                <a:lnTo>
                  <a:pt x="5722" y="7887"/>
                </a:lnTo>
                <a:lnTo>
                  <a:pt x="5869" y="8107"/>
                </a:lnTo>
                <a:lnTo>
                  <a:pt x="6016" y="8327"/>
                </a:lnTo>
                <a:lnTo>
                  <a:pt x="6199" y="8547"/>
                </a:lnTo>
                <a:lnTo>
                  <a:pt x="6419" y="8730"/>
                </a:lnTo>
                <a:lnTo>
                  <a:pt x="6639" y="8914"/>
                </a:lnTo>
                <a:lnTo>
                  <a:pt x="6860" y="9060"/>
                </a:lnTo>
                <a:lnTo>
                  <a:pt x="7116" y="9170"/>
                </a:lnTo>
                <a:lnTo>
                  <a:pt x="7410" y="9244"/>
                </a:lnTo>
                <a:lnTo>
                  <a:pt x="7703" y="9281"/>
                </a:lnTo>
                <a:lnTo>
                  <a:pt x="8033" y="9244"/>
                </a:lnTo>
                <a:lnTo>
                  <a:pt x="8327" y="9170"/>
                </a:lnTo>
                <a:lnTo>
                  <a:pt x="8620" y="9024"/>
                </a:lnTo>
                <a:lnTo>
                  <a:pt x="8877" y="8877"/>
                </a:lnTo>
                <a:lnTo>
                  <a:pt x="9391" y="8547"/>
                </a:lnTo>
                <a:lnTo>
                  <a:pt x="9611" y="8364"/>
                </a:lnTo>
                <a:lnTo>
                  <a:pt x="9794" y="8143"/>
                </a:lnTo>
                <a:lnTo>
                  <a:pt x="9977" y="7923"/>
                </a:lnTo>
                <a:lnTo>
                  <a:pt x="10161" y="7703"/>
                </a:lnTo>
                <a:lnTo>
                  <a:pt x="10418" y="7190"/>
                </a:lnTo>
                <a:lnTo>
                  <a:pt x="10638" y="6676"/>
                </a:lnTo>
                <a:lnTo>
                  <a:pt x="10711" y="6346"/>
                </a:lnTo>
                <a:lnTo>
                  <a:pt x="10748" y="6053"/>
                </a:lnTo>
                <a:lnTo>
                  <a:pt x="10748" y="5722"/>
                </a:lnTo>
                <a:lnTo>
                  <a:pt x="10711" y="5466"/>
                </a:lnTo>
                <a:lnTo>
                  <a:pt x="10601" y="5172"/>
                </a:lnTo>
                <a:lnTo>
                  <a:pt x="10454" y="4915"/>
                </a:lnTo>
                <a:lnTo>
                  <a:pt x="10271" y="4659"/>
                </a:lnTo>
                <a:lnTo>
                  <a:pt x="10051" y="4439"/>
                </a:lnTo>
                <a:lnTo>
                  <a:pt x="9794" y="4255"/>
                </a:lnTo>
                <a:lnTo>
                  <a:pt x="9537" y="4108"/>
                </a:lnTo>
                <a:lnTo>
                  <a:pt x="9244" y="3998"/>
                </a:lnTo>
                <a:lnTo>
                  <a:pt x="8950" y="396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7518184" y="3966329"/>
            <a:ext cx="846269" cy="598458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8" name="Google Shape;188;p2"/>
          <p:cNvSpPr/>
          <p:nvPr/>
        </p:nvSpPr>
        <p:spPr>
          <a:xfrm rot="-5400000">
            <a:off x="6496794" y="3021441"/>
            <a:ext cx="493819" cy="63153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9" name="Google Shape;189;p2"/>
          <p:cNvSpPr/>
          <p:nvPr/>
        </p:nvSpPr>
        <p:spPr>
          <a:xfrm>
            <a:off x="6453205" y="3705907"/>
            <a:ext cx="666366" cy="752689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0" name="Google Shape;190;p2"/>
          <p:cNvSpPr/>
          <p:nvPr/>
        </p:nvSpPr>
        <p:spPr>
          <a:xfrm>
            <a:off x="1866011" y="4742879"/>
            <a:ext cx="681078" cy="4552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6669805" y="4614395"/>
            <a:ext cx="308462" cy="330481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"/>
          <p:cNvSpPr txBox="1">
            <a:spLocks noGrp="1"/>
          </p:cNvSpPr>
          <p:nvPr>
            <p:ph type="ctrTitle"/>
          </p:nvPr>
        </p:nvSpPr>
        <p:spPr>
          <a:xfrm>
            <a:off x="3210935" y="1661762"/>
            <a:ext cx="530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9pPr>
          </a:lstStyle>
          <a:p>
            <a:endParaRPr/>
          </a:p>
        </p:txBody>
      </p:sp>
      <p:sp>
        <p:nvSpPr>
          <p:cNvPr id="194" name="Google Shape;194;p3"/>
          <p:cNvSpPr txBox="1">
            <a:spLocks noGrp="1"/>
          </p:cNvSpPr>
          <p:nvPr>
            <p:ph type="subTitle" idx="1"/>
          </p:nvPr>
        </p:nvSpPr>
        <p:spPr>
          <a:xfrm>
            <a:off x="3210885" y="2864177"/>
            <a:ext cx="5301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600"/>
              <a:buNone/>
              <a:defRPr>
                <a:solidFill>
                  <a:srgbClr val="1C4587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4412080" y="4661638"/>
            <a:ext cx="450550" cy="558734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3968826" y="4000288"/>
            <a:ext cx="443260" cy="504670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6283364" y="42095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5746560" y="4042836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7063610" y="4132028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6581517" y="4041241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6507132" y="453396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55010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5201567" y="4075599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4765584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55218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8052577" y="402927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6984573" y="4950383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6160715" y="4780234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48922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4489179" y="4206693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6" name="Google Shape;216;p3"/>
          <p:cNvSpPr/>
          <p:nvPr/>
        </p:nvSpPr>
        <p:spPr>
          <a:xfrm rot="1920548">
            <a:off x="7236726" y="46581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8263292" y="4517805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8" name="Google Shape;218;p3"/>
          <p:cNvSpPr/>
          <p:nvPr/>
        </p:nvSpPr>
        <p:spPr>
          <a:xfrm rot="-5400000">
            <a:off x="7684355" y="39822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50595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1482765" y="42095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945960" y="4042836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2263010" y="4132028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5" name="Google Shape;225;p3"/>
          <p:cNvSpPr/>
          <p:nvPr/>
        </p:nvSpPr>
        <p:spPr>
          <a:xfrm>
            <a:off x="1780917" y="4041241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1706532" y="453396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400967" y="4075599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32519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3251978" y="402927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3" name="Google Shape;233;p3"/>
          <p:cNvSpPr/>
          <p:nvPr/>
        </p:nvSpPr>
        <p:spPr>
          <a:xfrm>
            <a:off x="2183974" y="4950383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4" name="Google Shape;234;p3"/>
          <p:cNvSpPr/>
          <p:nvPr/>
        </p:nvSpPr>
        <p:spPr>
          <a:xfrm>
            <a:off x="39491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5" name="Google Shape;235;p3"/>
          <p:cNvSpPr/>
          <p:nvPr/>
        </p:nvSpPr>
        <p:spPr>
          <a:xfrm>
            <a:off x="1360115" y="4780234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6" name="Google Shape;236;p3"/>
          <p:cNvSpPr/>
          <p:nvPr/>
        </p:nvSpPr>
        <p:spPr>
          <a:xfrm>
            <a:off x="37218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7" name="Google Shape;237;p3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40288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9" name="Google Shape;239;p3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0" name="Google Shape;240;p3"/>
          <p:cNvSpPr/>
          <p:nvPr/>
        </p:nvSpPr>
        <p:spPr>
          <a:xfrm rot="1920548">
            <a:off x="2436125" y="46581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1" name="Google Shape;241;p3"/>
          <p:cNvSpPr/>
          <p:nvPr/>
        </p:nvSpPr>
        <p:spPr>
          <a:xfrm>
            <a:off x="3462692" y="4517805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2" name="Google Shape;242;p3"/>
          <p:cNvSpPr/>
          <p:nvPr/>
        </p:nvSpPr>
        <p:spPr>
          <a:xfrm rot="-5400000">
            <a:off x="2883755" y="39822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3" name="Google Shape;243;p3"/>
          <p:cNvSpPr/>
          <p:nvPr/>
        </p:nvSpPr>
        <p:spPr>
          <a:xfrm>
            <a:off x="28590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4" name="Google Shape;244;p3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5" name="Google Shape;245;p3"/>
          <p:cNvSpPr/>
          <p:nvPr/>
        </p:nvSpPr>
        <p:spPr>
          <a:xfrm>
            <a:off x="29818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"/>
          <p:cNvSpPr txBox="1">
            <a:spLocks noGrp="1"/>
          </p:cNvSpPr>
          <p:nvPr>
            <p:ph type="body" idx="1"/>
          </p:nvPr>
        </p:nvSpPr>
        <p:spPr>
          <a:xfrm>
            <a:off x="2159325" y="2161800"/>
            <a:ext cx="48255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7350" algn="ctr" rtl="0"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500"/>
              <a:buChar char="✘"/>
              <a:defRPr sz="2500" b="1">
                <a:solidFill>
                  <a:srgbClr val="1C4587"/>
                </a:solidFill>
              </a:defRPr>
            </a:lvl1pPr>
            <a:lvl2pPr marL="914400" lvl="1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✗"/>
              <a:defRPr sz="2500" b="1">
                <a:solidFill>
                  <a:srgbClr val="1C4587"/>
                </a:solidFill>
              </a:defRPr>
            </a:lvl2pPr>
            <a:lvl3pPr marL="1371600" lvl="2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3pPr>
            <a:lvl4pPr marL="1828800" lvl="3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●"/>
              <a:defRPr sz="2500" b="1">
                <a:solidFill>
                  <a:srgbClr val="1C4587"/>
                </a:solidFill>
              </a:defRPr>
            </a:lvl4pPr>
            <a:lvl5pPr marL="2286000" lvl="4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○"/>
              <a:defRPr sz="2500" b="1">
                <a:solidFill>
                  <a:srgbClr val="1C4587"/>
                </a:solidFill>
              </a:defRPr>
            </a:lvl5pPr>
            <a:lvl6pPr marL="2743200" lvl="5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6pPr>
            <a:lvl7pPr marL="3200400" lvl="6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●"/>
              <a:defRPr sz="2500" b="1">
                <a:solidFill>
                  <a:srgbClr val="1C4587"/>
                </a:solidFill>
              </a:defRPr>
            </a:lvl7pPr>
            <a:lvl8pPr marL="3657600" lvl="7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○"/>
              <a:defRPr sz="2500" b="1">
                <a:solidFill>
                  <a:srgbClr val="1C4587"/>
                </a:solidFill>
              </a:defRPr>
            </a:lvl8pPr>
            <a:lvl9pPr marL="4114800" lvl="8" indent="-387350" algn="ctr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7302880" y="-294362"/>
            <a:ext cx="450550" cy="558734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-35374" y="3366963"/>
            <a:ext cx="443260" cy="504670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8817948" y="34396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8360955" y="450691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-77078" y="1488018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8052577" y="413232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7430898" y="4873171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8963979" y="1338718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1" name="Google Shape;261;p4"/>
          <p:cNvSpPr/>
          <p:nvPr/>
        </p:nvSpPr>
        <p:spPr>
          <a:xfrm rot="-2426120">
            <a:off x="7110132" y="4877011"/>
            <a:ext cx="279910" cy="357971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8797588" y="3078732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346877" y="6086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6" name="Google Shape;266;p4"/>
          <p:cNvSpPr/>
          <p:nvPr/>
        </p:nvSpPr>
        <p:spPr>
          <a:xfrm>
            <a:off x="645010" y="3559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8318810" y="-29822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-8" y="101336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8699356" y="17911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258967" y="-86251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-243128" y="5421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7842052" y="-100873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-38626" y="579046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1403775" y="11500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955990" y="-57166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1333294" y="4678454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1525678" y="4911343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3" name="Google Shape;283;p4"/>
          <p:cNvSpPr/>
          <p:nvPr/>
        </p:nvSpPr>
        <p:spPr>
          <a:xfrm rot="1920548">
            <a:off x="8225551" y="6252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346867" y="4064142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5" name="Google Shape;285;p4"/>
          <p:cNvSpPr/>
          <p:nvPr/>
        </p:nvSpPr>
        <p:spPr>
          <a:xfrm rot="-5400000">
            <a:off x="7996280" y="3169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6" name="Google Shape;286;p4"/>
          <p:cNvSpPr/>
          <p:nvPr/>
        </p:nvSpPr>
        <p:spPr>
          <a:xfrm>
            <a:off x="8801760" y="790271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7" name="Google Shape;287;p4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8" name="Google Shape;288;p4"/>
          <p:cNvSpPr/>
          <p:nvPr/>
        </p:nvSpPr>
        <p:spPr>
          <a:xfrm>
            <a:off x="8699345" y="1151407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9" name="Google Shape;289;p4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/>
            </a:lvl1pPr>
            <a:lvl2pPr lvl="1" algn="ctr" rtl="0">
              <a:buNone/>
              <a:defRPr/>
            </a:lvl2pPr>
            <a:lvl3pPr lvl="2" algn="ctr" rtl="0">
              <a:buNone/>
              <a:defRPr/>
            </a:lvl3pPr>
            <a:lvl4pPr lvl="3" algn="ctr" rtl="0">
              <a:buNone/>
              <a:defRPr/>
            </a:lvl4pPr>
            <a:lvl5pPr lvl="4" algn="ctr" rtl="0">
              <a:buNone/>
              <a:defRPr/>
            </a:lvl5pPr>
            <a:lvl6pPr lvl="5" algn="ctr" rtl="0">
              <a:buNone/>
              <a:defRPr/>
            </a:lvl6pPr>
            <a:lvl7pPr lvl="6" algn="ctr" rtl="0">
              <a:buNone/>
              <a:defRPr/>
            </a:lvl7pPr>
            <a:lvl8pPr lvl="7" algn="ctr" rtl="0">
              <a:buNone/>
              <a:defRPr/>
            </a:lvl8pPr>
            <a:lvl9pPr lvl="8" algn="ctr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"/>
          <p:cNvSpPr/>
          <p:nvPr/>
        </p:nvSpPr>
        <p:spPr>
          <a:xfrm>
            <a:off x="7302880" y="-294362"/>
            <a:ext cx="450550" cy="558734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-35374" y="3366963"/>
            <a:ext cx="443260" cy="504670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8817948" y="34396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8360955" y="450691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-77078" y="1488018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8052577" y="413232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7430898" y="4873171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8963979" y="1338718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0" name="Google Shape;490;p10"/>
          <p:cNvSpPr/>
          <p:nvPr/>
        </p:nvSpPr>
        <p:spPr>
          <a:xfrm rot="-2426120">
            <a:off x="7110132" y="4877011"/>
            <a:ext cx="279910" cy="357971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8797588" y="3078732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346877" y="6086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645010" y="3559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8318810" y="-29822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-8" y="101336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8699356" y="17911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258967" y="-86251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-243128" y="5421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7842052" y="-100873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-38626" y="579046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403775" y="11500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955990" y="-57166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1333294" y="4678454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1525678" y="4911343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2" name="Google Shape;512;p10"/>
          <p:cNvSpPr/>
          <p:nvPr/>
        </p:nvSpPr>
        <p:spPr>
          <a:xfrm rot="1920548">
            <a:off x="8225551" y="6252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346867" y="4064142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4" name="Google Shape;514;p10"/>
          <p:cNvSpPr/>
          <p:nvPr/>
        </p:nvSpPr>
        <p:spPr>
          <a:xfrm rot="-5400000">
            <a:off x="7996280" y="3169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8801760" y="790271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8699345" y="1151407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8" name="Google Shape;518;p10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/>
            </a:lvl1pPr>
            <a:lvl2pPr lvl="1" algn="ctr" rtl="0">
              <a:buNone/>
              <a:defRPr/>
            </a:lvl2pPr>
            <a:lvl3pPr lvl="2" algn="ctr" rtl="0">
              <a:buNone/>
              <a:defRPr/>
            </a:lvl3pPr>
            <a:lvl4pPr lvl="3" algn="ctr" rtl="0">
              <a:buNone/>
              <a:defRPr/>
            </a:lvl4pPr>
            <a:lvl5pPr lvl="4" algn="ctr" rtl="0">
              <a:buNone/>
              <a:defRPr/>
            </a:lvl5pPr>
            <a:lvl6pPr lvl="5" algn="ctr" rtl="0">
              <a:buNone/>
              <a:defRPr/>
            </a:lvl6pPr>
            <a:lvl7pPr lvl="6" algn="ctr" rtl="0">
              <a:buNone/>
              <a:defRPr/>
            </a:lvl7pPr>
            <a:lvl8pPr lvl="7" algn="ctr" rtl="0">
              <a:buNone/>
              <a:defRPr/>
            </a:lvl8pPr>
            <a:lvl9pPr lvl="8" algn="ctr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5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7350">
              <a:spcBef>
                <a:spcPts val="600"/>
              </a:spcBef>
              <a:spcAft>
                <a:spcPts val="0"/>
              </a:spcAft>
              <a:buSzPts val="2500"/>
              <a:buChar char="✘"/>
              <a:defRPr sz="25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✗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grpSp>
        <p:nvGrpSpPr>
          <p:cNvPr id="293" name="Google Shape;293;p5"/>
          <p:cNvGrpSpPr/>
          <p:nvPr/>
        </p:nvGrpSpPr>
        <p:grpSpPr>
          <a:xfrm>
            <a:off x="7442902" y="-91154"/>
            <a:ext cx="1796289" cy="5330574"/>
            <a:chOff x="6023725" y="842300"/>
            <a:chExt cx="1358150" cy="4030375"/>
          </a:xfrm>
        </p:grpSpPr>
        <p:sp>
          <p:nvSpPr>
            <p:cNvPr id="294" name="Google Shape;294;p5"/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</p:grpSp>
      <p:cxnSp>
        <p:nvCxnSpPr>
          <p:cNvPr id="323" name="Google Shape;323;p5"/>
          <p:cNvCxnSpPr/>
          <p:nvPr/>
        </p:nvCxnSpPr>
        <p:spPr>
          <a:xfrm>
            <a:off x="850475" y="1031425"/>
            <a:ext cx="6037800" cy="0"/>
          </a:xfrm>
          <a:prstGeom prst="straightConnector1">
            <a:avLst/>
          </a:prstGeom>
          <a:noFill/>
          <a:ln w="19050" cap="rnd" cmpd="sng">
            <a:solidFill>
              <a:srgbClr val="A4C2F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4" name="Google Shape;324;p5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8460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6" y="-23"/>
            <a:ext cx="9143797" cy="5143378"/>
            <a:chOff x="239950" y="872550"/>
            <a:chExt cx="7042900" cy="3961625"/>
          </a:xfrm>
        </p:grpSpPr>
        <p:sp>
          <p:nvSpPr>
            <p:cNvPr id="7" name="Google Shape;7;p1"/>
            <p:cNvSpPr/>
            <p:nvPr/>
          </p:nvSpPr>
          <p:spPr>
            <a:xfrm>
              <a:off x="239950" y="872550"/>
              <a:ext cx="7042900" cy="3961625"/>
            </a:xfrm>
            <a:custGeom>
              <a:avLst/>
              <a:gdLst/>
              <a:ahLst/>
              <a:cxnLst/>
              <a:rect l="l" t="t" r="r" b="b"/>
              <a:pathLst>
                <a:path w="281716" h="158465" fill="none" extrusionOk="0">
                  <a:moveTo>
                    <a:pt x="0" y="0"/>
                  </a:moveTo>
                  <a:lnTo>
                    <a:pt x="281715" y="0"/>
                  </a:lnTo>
                  <a:lnTo>
                    <a:pt x="281715" y="158464"/>
                  </a:lnTo>
                  <a:lnTo>
                    <a:pt x="0" y="15846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39950" y="47617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239950" y="4690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239950" y="46177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39950" y="4546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39950" y="4473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39950" y="4402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39950" y="4329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39950" y="4258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39950" y="4185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39950" y="4114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39950" y="4041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39950" y="39693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39950" y="3897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239950" y="38254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39950" y="3753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39950" y="3681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239950" y="3609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239950" y="3537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239950" y="3465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239950" y="3393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239950" y="3321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239950" y="3249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239950" y="31770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239950" y="3105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239950" y="3033100"/>
              <a:ext cx="7042900" cy="0"/>
            </a:xfrm>
            <a:custGeom>
              <a:avLst/>
              <a:gdLst/>
              <a:ahLst/>
              <a:cxnLst/>
              <a:rect l="l" t="t" r="r" b="b"/>
              <a:pathLst>
                <a:path w="281716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239950" y="29615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239950" y="28891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239950" y="28175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239950" y="27451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239950" y="26736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239950" y="2601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39950" y="25296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239950" y="2457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239950" y="2384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39950" y="2313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239950" y="2240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39950" y="2169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39950" y="2096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239950" y="2025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239950" y="1952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239950" y="18813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239950" y="1808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239950" y="17373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239950" y="1664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39950" y="1592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239950" y="1520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239950" y="1448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239950" y="1376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239950" y="1304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239950" y="1232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239950" y="1160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239950" y="10889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239950" y="1016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39950" y="9450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721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13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7064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6992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9196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6847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77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670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6628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6556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6484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411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3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266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193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120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048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976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903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830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757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685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56129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5540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5468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394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322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249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177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10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503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959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4886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8141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4741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669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4596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4523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451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4378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4306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4233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160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4087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015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3942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38705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3798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3724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3652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3579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3507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3434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3362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289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216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144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3071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2999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925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2853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2781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2708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2636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2563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249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241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345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2273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2200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2128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205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98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9098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837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764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692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61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546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4742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401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329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256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183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111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038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966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893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820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47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03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530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458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38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31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" name="Google Shape;158;p1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791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159" name="Google Shape;159;p1"/>
          <p:cNvSpPr txBox="1">
            <a:spLocks noGrp="1"/>
          </p:cNvSpPr>
          <p:nvPr>
            <p:ph type="body" idx="1"/>
          </p:nvPr>
        </p:nvSpPr>
        <p:spPr>
          <a:xfrm>
            <a:off x="747925" y="1314900"/>
            <a:ext cx="6791700" cy="3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osis"/>
              <a:buChar char="✘"/>
              <a:defRPr sz="26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osis"/>
              <a:buChar char="✗"/>
              <a:defRPr sz="20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osis"/>
              <a:buChar char="■"/>
              <a:defRPr sz="20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●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○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■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●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○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■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160" name="Google Shape;160;p1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6" r:id="rId4"/>
    <p:sldLayoutId id="2147483659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mailto:profdanhpaiva@gmail.com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hyperlink" Target="mailto:daniel.h.paiva@ulife.com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2"/>
          <p:cNvSpPr txBox="1">
            <a:spLocks noGrp="1"/>
          </p:cNvSpPr>
          <p:nvPr>
            <p:ph type="ctrTitle"/>
          </p:nvPr>
        </p:nvSpPr>
        <p:spPr>
          <a:xfrm>
            <a:off x="2305100" y="1161050"/>
            <a:ext cx="6153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Álgebra Booleana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4"/>
          <p:cNvSpPr txBox="1">
            <a:spLocks noGrp="1"/>
          </p:cNvSpPr>
          <p:nvPr>
            <p:ph type="ctrTitle" idx="4294967295"/>
          </p:nvPr>
        </p:nvSpPr>
        <p:spPr>
          <a:xfrm>
            <a:off x="3019275" y="1073093"/>
            <a:ext cx="46413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HELLO!</a:t>
            </a:r>
            <a:endParaRPr sz="6000" dirty="0"/>
          </a:p>
        </p:txBody>
      </p:sp>
      <p:sp>
        <p:nvSpPr>
          <p:cNvPr id="540" name="Google Shape;540;p14"/>
          <p:cNvSpPr txBox="1">
            <a:spLocks noGrp="1"/>
          </p:cNvSpPr>
          <p:nvPr>
            <p:ph type="body" idx="4294967295"/>
          </p:nvPr>
        </p:nvSpPr>
        <p:spPr>
          <a:xfrm>
            <a:off x="3019275" y="2119100"/>
            <a:ext cx="4641300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dirty="0"/>
              <a:t>I am </a:t>
            </a:r>
            <a:r>
              <a:rPr lang="pt-BR" sz="3600" b="1" dirty="0"/>
              <a:t>Daniel Paiva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2000" dirty="0"/>
              <a:t>Software </a:t>
            </a:r>
            <a:r>
              <a:rPr lang="pt-BR" sz="2000" dirty="0" err="1"/>
              <a:t>Developer</a:t>
            </a:r>
            <a:r>
              <a:rPr lang="pt-BR" sz="2000" dirty="0"/>
              <a:t> &amp;&amp; </a:t>
            </a:r>
            <a:r>
              <a:rPr lang="pt-BR" sz="2000" dirty="0" err="1"/>
              <a:t>Teacher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You can find me at @</a:t>
            </a:r>
            <a:r>
              <a:rPr lang="en" sz="2000" b="1" dirty="0"/>
              <a:t>danhpaiva</a:t>
            </a:r>
            <a:endParaRPr sz="2000" b="1" dirty="0"/>
          </a:p>
        </p:txBody>
      </p:sp>
      <p:pic>
        <p:nvPicPr>
          <p:cNvPr id="541" name="Google Shape;541;p14"/>
          <p:cNvPicPr preferRelativeResize="0"/>
          <p:nvPr/>
        </p:nvPicPr>
        <p:blipFill>
          <a:blip r:embed="rId3"/>
          <a:srcRect/>
          <a:stretch/>
        </p:blipFill>
        <p:spPr>
          <a:xfrm>
            <a:off x="1509150" y="1400693"/>
            <a:ext cx="1131725" cy="1131724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  <a:effectLst>
            <a:outerShdw dist="114300" dir="2700000" algn="bl" rotWithShape="0">
              <a:schemeClr val="dk2">
                <a:alpha val="20000"/>
              </a:schemeClr>
            </a:outerShdw>
          </a:effectLst>
        </p:spPr>
      </p:pic>
      <p:sp>
        <p:nvSpPr>
          <p:cNvPr id="542" name="Google Shape;542;p14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90EFF0F-49DB-C1E7-38D5-779F0B126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075" y="3860600"/>
            <a:ext cx="720000" cy="72000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D522110-6371-7823-4C72-0A84A9B35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275" y="3860600"/>
            <a:ext cx="1280000" cy="72000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AD8D11-D926-4243-70F4-72F59E4589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4271" y="3867223"/>
            <a:ext cx="959713" cy="72000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B97122F-7934-1D9E-4BE1-C6ECF7E8C9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3184" y="3860600"/>
            <a:ext cx="1246154" cy="720000"/>
          </a:xfrm>
          <a:prstGeom prst="rect">
            <a:avLst/>
          </a:prstGeom>
          <a:effectLst>
            <a:softEdge rad="3175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"/>
          <p:cNvSpPr txBox="1">
            <a:spLocks noGrp="1"/>
          </p:cNvSpPr>
          <p:nvPr>
            <p:ph type="ctrTitle"/>
          </p:nvPr>
        </p:nvSpPr>
        <p:spPr>
          <a:xfrm>
            <a:off x="3210935" y="1661762"/>
            <a:ext cx="530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Álgebra Booleana</a:t>
            </a:r>
            <a:endParaRPr dirty="0"/>
          </a:p>
        </p:txBody>
      </p:sp>
      <p:sp>
        <p:nvSpPr>
          <p:cNvPr id="548" name="Google Shape;548;p15"/>
          <p:cNvSpPr txBox="1">
            <a:spLocks noGrp="1"/>
          </p:cNvSpPr>
          <p:nvPr>
            <p:ph type="subTitle" idx="1"/>
          </p:nvPr>
        </p:nvSpPr>
        <p:spPr>
          <a:xfrm>
            <a:off x="3210885" y="2864177"/>
            <a:ext cx="5301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6"/>
          <p:cNvSpPr txBox="1">
            <a:spLocks noGrp="1"/>
          </p:cNvSpPr>
          <p:nvPr>
            <p:ph type="body" idx="1"/>
          </p:nvPr>
        </p:nvSpPr>
        <p:spPr>
          <a:xfrm>
            <a:off x="2159325" y="2161800"/>
            <a:ext cx="48255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A álgebra de Booleana é um sistema matemático composto por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operadores, regras, postulados e teoremas.</a:t>
            </a:r>
            <a:endParaRPr dirty="0"/>
          </a:p>
        </p:txBody>
      </p:sp>
      <p:sp>
        <p:nvSpPr>
          <p:cNvPr id="554" name="Google Shape;554;p16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A álgebra booleana usa funções e variáveis, como na álgebra convencional, que podem assumir apenas um dentre dois valores: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{Falso, Verdadeiro} raciocínio humano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{Desligado, Ligado} circuitos de chaveamento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{0, 1} sistema binário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{0v, +5v} eletrônica digital</a:t>
            </a:r>
            <a:endParaRPr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A álgebra booleana trabalha com dois operadores, o operador AND, simbolizado por (.) e o operador OR, simbolizado por (+):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O operador AND é conhecido como produto lógico e o operador OR é conhecido como soma lógica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Os mesmos correspondem, respectivamente, às operações de interseção e união da teoria dos conjuntos.</a:t>
            </a:r>
            <a:endParaRPr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0776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A álgebra booleana trabalha com dois operadores, o operador AND, simbolizado por (.) e o operador OR, simbolizado por (+):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O operador AND é conhecido como produto lógico e o operador OR é conhecido como soma lógica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Os mesmos correspondem, respectivamente, às operações de interseção e união da teoria dos conjuntos.</a:t>
            </a:r>
            <a:endParaRPr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6107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"/>
          <p:cNvSpPr txBox="1">
            <a:spLocks noGrp="1"/>
          </p:cNvSpPr>
          <p:nvPr>
            <p:ph type="ctrTitle"/>
          </p:nvPr>
        </p:nvSpPr>
        <p:spPr>
          <a:xfrm>
            <a:off x="3210935" y="1661762"/>
            <a:ext cx="530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Portas Lógicas</a:t>
            </a:r>
            <a:endParaRPr dirty="0"/>
          </a:p>
        </p:txBody>
      </p:sp>
      <p:sp>
        <p:nvSpPr>
          <p:cNvPr id="548" name="Google Shape;548;p15"/>
          <p:cNvSpPr txBox="1">
            <a:spLocks noGrp="1"/>
          </p:cNvSpPr>
          <p:nvPr>
            <p:ph type="subTitle" idx="1"/>
          </p:nvPr>
        </p:nvSpPr>
        <p:spPr>
          <a:xfrm>
            <a:off x="3210885" y="2864177"/>
            <a:ext cx="5301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5264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(NOT) ou Complemento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Complementa o sinal de entrada. Se o sinal de entrada for 0 ela produz uma saída 1, se a entrada for 1 ela produz uma saída 0: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Função booleana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475" y="3112264"/>
            <a:ext cx="3619050" cy="167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71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(NOT) ou Complemento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64515" y="1872240"/>
            <a:ext cx="5414970" cy="295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89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(NOT) ou Complemento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72609" y="928255"/>
            <a:ext cx="4020786" cy="389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3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E (AND)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Combina sinais de entrada equivalentemente a um circuito em série. Produz uma saída 1 se todos os sinais de entrada forem 1. Senão produz 0.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Função booleana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05205" y="3037993"/>
            <a:ext cx="4994568" cy="150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631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E (AND)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4256" y="1903910"/>
            <a:ext cx="5395487" cy="300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97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E (AND)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98401" y="49249"/>
            <a:ext cx="4893543" cy="500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27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(OR)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Combina dois ou mais sinais de entrada equivalentemente a um circuito paralelo. Produz uma saída 1 se qualquer um dos sinais de entrada for 1. </a:t>
            </a:r>
            <a:br>
              <a:rPr lang="pt-BR" dirty="0"/>
            </a:br>
            <a:r>
              <a:rPr lang="pt-BR" dirty="0"/>
              <a:t>Senão produz 0.</a:t>
            </a:r>
            <a:br>
              <a:rPr lang="pt-BR" dirty="0"/>
            </a:br>
            <a:r>
              <a:rPr lang="pt-BR" dirty="0"/>
              <a:t>– Função booleana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85667" y="2951018"/>
            <a:ext cx="5394960" cy="122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10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(OR)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94921" y="1903910"/>
            <a:ext cx="5154157" cy="300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17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(OR)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86849" y="36018"/>
            <a:ext cx="4832806" cy="507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84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E (NAND)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Equivale a uma porta AND seguida por uma porta NOT.</a:t>
            </a:r>
          </a:p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Ela produz uma saída que é o inverso da saída produzida pela porta AND.</a:t>
            </a:r>
            <a:br>
              <a:rPr lang="pt-BR" dirty="0"/>
            </a:br>
            <a:r>
              <a:rPr lang="pt-BR" dirty="0"/>
              <a:t>– Função booleana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08761" y="3496610"/>
            <a:ext cx="4926478" cy="152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99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E (NAND)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48470" y="1903910"/>
            <a:ext cx="4247059" cy="300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56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E (NAND)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08521" y="12508"/>
            <a:ext cx="5026770" cy="513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567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OU (NOR)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Equivale a uma porta OR seguida por uma porta NOT.</a:t>
            </a:r>
          </a:p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Ela produz uma saída que é o inverso da saída produzida pela porta OR.</a:t>
            </a:r>
            <a:br>
              <a:rPr lang="pt-BR" dirty="0"/>
            </a:br>
            <a:r>
              <a:rPr lang="pt-BR" dirty="0"/>
              <a:t>– Função booleana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06694" y="3580937"/>
            <a:ext cx="5730612" cy="133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98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OU (NOR)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23889" y="1844193"/>
            <a:ext cx="5296221" cy="319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76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OU (NOR)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08520" y="34058"/>
            <a:ext cx="5033697" cy="508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74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EXCLUSIVO (XOR)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A porta XOR é uma porta lógica digital que fornece uma saída verdadeira quando o número de entradas verdadeiras é ímpar. </a:t>
            </a:r>
          </a:p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Uma porta XOR implementa uma lógica matemática ou exclusiva; isto é, uma saída verdadeira resulta se uma, e apenas uma, das entradas para a porta for verdadeira.</a:t>
            </a:r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8141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EXCLUSIVO (XOR)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Função Booleana</a:t>
            </a:r>
          </a:p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6A16BE5-DDA5-C315-DE13-EBB573C0E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94" y="2161072"/>
            <a:ext cx="7389407" cy="207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96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EXCLUSIVO (XOR)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34781" y="1864119"/>
            <a:ext cx="5474438" cy="304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EXCLUSIVO (XOR)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40989" y="0"/>
            <a:ext cx="4276759" cy="516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81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C9E768C-DCEE-A3BC-B959-A8D3C550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A068905-2DDF-F80B-38D0-5ACB63CCA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7CCC65B-4E84-A80F-E2DB-AF1EE5295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76"/>
            <a:ext cx="9144000" cy="499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79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C9E768C-DCEE-A3BC-B959-A8D3C550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A068905-2DDF-F80B-38D0-5ACB63CCA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893137E-FEC9-756A-2C1E-EF874FD25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202" y="0"/>
            <a:ext cx="5037595" cy="512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35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C9E768C-DCEE-A3BC-B959-A8D3C550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A068905-2DDF-F80B-38D0-5ACB63CCA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893137E-FEC9-756A-2C1E-EF874FD25D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289" y="33545"/>
            <a:ext cx="9047421" cy="50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61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"/>
          <p:cNvSpPr txBox="1">
            <a:spLocks noGrp="1"/>
          </p:cNvSpPr>
          <p:nvPr>
            <p:ph type="ctrTitle"/>
          </p:nvPr>
        </p:nvSpPr>
        <p:spPr>
          <a:xfrm>
            <a:off x="3210935" y="1661762"/>
            <a:ext cx="530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  <p:sp>
        <p:nvSpPr>
          <p:cNvPr id="548" name="Google Shape;548;p15"/>
          <p:cNvSpPr txBox="1">
            <a:spLocks noGrp="1"/>
          </p:cNvSpPr>
          <p:nvPr>
            <p:ph type="subTitle" idx="1"/>
          </p:nvPr>
        </p:nvSpPr>
        <p:spPr>
          <a:xfrm>
            <a:off x="3210885" y="2864177"/>
            <a:ext cx="5301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Propriedades, Postulados, Precedência’s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488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Postulados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0C47C71-0771-0C6D-0D35-B586342DA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25" y="0"/>
            <a:ext cx="6858000" cy="514350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179429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Postulados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442DE46-3CB3-D590-DBA5-DC96E9403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3" y="94185"/>
            <a:ext cx="9090613" cy="495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23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Aplicação das Leis da Álgebra Booleana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Aplicando os postulados e leis da álgebra Booleana as funções Booleanas podem ser minimizadas.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O circuito equivalente pode ser menor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Variáveis de entrada podem ser eliminadas da função equivalente</a:t>
            </a:r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458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Exemplos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indent="0" algn="l">
              <a:buNone/>
            </a:pPr>
            <a:r>
              <a:rPr lang="pt-BR" dirty="0"/>
              <a:t> </a:t>
            </a:r>
            <a:endParaRPr lang="pt-BR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s-ES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S1 = X . Y + X . Y’ =&gt; X</a:t>
            </a:r>
          </a:p>
          <a:p>
            <a:endParaRPr lang="pt-BR" sz="4000" b="1" i="0" u="none" strike="noStrike" baseline="0" dirty="0">
              <a:solidFill>
                <a:srgbClr val="000000"/>
              </a:solidFill>
              <a:latin typeface="+mj-lt"/>
              <a:cs typeface="Cascadia Code" panose="020B0609020000020004" pitchFamily="49" charset="0"/>
            </a:endParaRPr>
          </a:p>
          <a:p>
            <a:r>
              <a:rPr lang="es-ES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S2 = X + X . Y’ =&gt; X</a:t>
            </a:r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7382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Precedência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indent="0" algn="l">
              <a:buNone/>
            </a:pPr>
            <a:r>
              <a:rPr lang="pt-BR" dirty="0"/>
              <a:t> </a:t>
            </a:r>
            <a:r>
              <a:rPr lang="es-ES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1. ()</a:t>
            </a:r>
          </a:p>
          <a:p>
            <a:pPr marL="69850" indent="0">
              <a:buNone/>
            </a:pPr>
            <a:r>
              <a:rPr lang="es-ES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2.</a:t>
            </a:r>
            <a:r>
              <a:rPr lang="pt-BR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 NOT</a:t>
            </a:r>
          </a:p>
          <a:p>
            <a:pPr marL="69850" indent="0">
              <a:buNone/>
            </a:pPr>
            <a:r>
              <a:rPr lang="pt-BR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3. AND</a:t>
            </a:r>
          </a:p>
          <a:p>
            <a:pPr marL="69850" indent="0">
              <a:buNone/>
            </a:pPr>
            <a:r>
              <a:rPr lang="pt-BR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4. OR</a:t>
            </a:r>
            <a:endParaRPr lang="es-ES" sz="4000" b="1" i="0" u="none" strike="noStrike" baseline="0" dirty="0">
              <a:solidFill>
                <a:srgbClr val="000000"/>
              </a:solidFill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2278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Precedência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indent="0" algn="l">
              <a:buNone/>
            </a:pPr>
            <a:r>
              <a:rPr lang="es-ES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1. A . </a:t>
            </a:r>
            <a:r>
              <a:rPr lang="es-ES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B + C’</a:t>
            </a:r>
            <a:endParaRPr lang="es-ES" sz="4000" b="1" i="0" u="none" strike="noStrike" baseline="0" dirty="0">
              <a:solidFill>
                <a:srgbClr val="000000"/>
              </a:solidFill>
              <a:latin typeface="+mj-lt"/>
              <a:cs typeface="Cascadia Code" panose="020B0609020000020004" pitchFamily="49" charset="0"/>
            </a:endParaRPr>
          </a:p>
          <a:p>
            <a:pPr marL="69850" indent="0">
              <a:buNone/>
            </a:pPr>
            <a:r>
              <a:rPr lang="es-ES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2.</a:t>
            </a:r>
            <a:r>
              <a:rPr lang="pt-BR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 (A . B + C)’</a:t>
            </a:r>
          </a:p>
          <a:p>
            <a:pPr marL="69850" indent="0">
              <a:buNone/>
            </a:pPr>
            <a:r>
              <a:rPr lang="pt-BR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3. A . (B + C)’</a:t>
            </a:r>
          </a:p>
          <a:p>
            <a:pPr marL="69850" indent="0">
              <a:buNone/>
            </a:pPr>
            <a:r>
              <a:rPr lang="pt-BR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4. A . (B + C’)</a:t>
            </a:r>
          </a:p>
          <a:p>
            <a:pPr marL="69850" indent="0">
              <a:buNone/>
            </a:pPr>
            <a:r>
              <a:rPr lang="pt-BR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5. </a:t>
            </a:r>
            <a:r>
              <a:rPr lang="pt-BR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A . (B + C’)’</a:t>
            </a:r>
            <a:endParaRPr lang="es-ES" sz="4000" b="1" i="0" u="none" strike="noStrike" baseline="0" dirty="0">
              <a:solidFill>
                <a:srgbClr val="000000"/>
              </a:solidFill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642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Expressões Booleanas – Tabela Verdade - Precedência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indent="0" algn="ctr">
              <a:buNone/>
            </a:pPr>
            <a:r>
              <a:rPr lang="es-ES" sz="7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1. A . </a:t>
            </a:r>
            <a:r>
              <a:rPr lang="es-ES" sz="7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B + C’</a:t>
            </a:r>
            <a:endParaRPr lang="es-ES" sz="7000" b="1" i="0" u="none" strike="noStrike" baseline="0" dirty="0">
              <a:solidFill>
                <a:srgbClr val="000000"/>
              </a:solidFill>
              <a:latin typeface="+mj-lt"/>
              <a:cs typeface="Cascadia Code" panose="020B0609020000020004" pitchFamily="49" charset="0"/>
            </a:endParaRP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85345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Expressões Booleanas – Tabela Verdade - Precedência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5A8ECB8-3196-B66E-82B6-825BE314C9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7925" y="21350"/>
            <a:ext cx="6601691" cy="51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9895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Expressões Booleanas – Tabela Verdade - Precedência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5A8ECB8-3196-B66E-82B6-825BE314C9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7925" y="21350"/>
            <a:ext cx="6026416" cy="51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0832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4"/>
          <p:cNvSpPr txBox="1">
            <a:spLocks noGrp="1"/>
          </p:cNvSpPr>
          <p:nvPr>
            <p:ph type="ctrTitle" idx="4294967295"/>
          </p:nvPr>
        </p:nvSpPr>
        <p:spPr>
          <a:xfrm>
            <a:off x="3657038" y="1073100"/>
            <a:ext cx="32292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THANKS!</a:t>
            </a:r>
            <a:endParaRPr sz="6000"/>
          </a:p>
        </p:txBody>
      </p:sp>
      <p:sp>
        <p:nvSpPr>
          <p:cNvPr id="753" name="Google Shape;753;p34"/>
          <p:cNvSpPr txBox="1">
            <a:spLocks noGrp="1"/>
          </p:cNvSpPr>
          <p:nvPr>
            <p:ph type="body" idx="4294967295"/>
          </p:nvPr>
        </p:nvSpPr>
        <p:spPr>
          <a:xfrm>
            <a:off x="3657038" y="2119105"/>
            <a:ext cx="4364744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dirty="0"/>
              <a:t>Any questions?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You can find me at</a:t>
            </a:r>
            <a:endParaRPr sz="2000" dirty="0"/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✘"/>
            </a:pPr>
            <a:r>
              <a:rPr lang="en" sz="2000" dirty="0"/>
              <a:t>@</a:t>
            </a:r>
            <a:r>
              <a:rPr lang="en" sz="2000" b="1" dirty="0"/>
              <a:t>danhpaiva</a:t>
            </a:r>
            <a:endParaRPr sz="2000" b="1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✘"/>
            </a:pPr>
            <a:r>
              <a:rPr lang="en" sz="2000" dirty="0">
                <a:hlinkClick r:id="rId3"/>
              </a:rPr>
              <a:t>profdanhpaiva@gmail.com</a:t>
            </a:r>
            <a:endParaRPr lang="en"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✘"/>
            </a:pPr>
            <a:r>
              <a:rPr lang="en" sz="2000" dirty="0">
                <a:hlinkClick r:id="rId4"/>
              </a:rPr>
              <a:t>daniel.h.paiva@ulife.com</a:t>
            </a:r>
            <a:r>
              <a:rPr lang="en" sz="2000">
                <a:hlinkClick r:id="rId4"/>
              </a:rPr>
              <a:t>.br</a:t>
            </a:r>
            <a:endParaRPr lang="en"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✘"/>
            </a:pPr>
            <a:endParaRPr sz="2000" dirty="0"/>
          </a:p>
        </p:txBody>
      </p:sp>
      <p:sp>
        <p:nvSpPr>
          <p:cNvPr id="754" name="Google Shape;754;p34"/>
          <p:cNvSpPr/>
          <p:nvPr/>
        </p:nvSpPr>
        <p:spPr>
          <a:xfrm>
            <a:off x="2257757" y="1402659"/>
            <a:ext cx="1180108" cy="1089975"/>
          </a:xfrm>
          <a:custGeom>
            <a:avLst/>
            <a:gdLst/>
            <a:ahLst/>
            <a:cxnLst/>
            <a:rect l="l" t="t" r="r" b="b"/>
            <a:pathLst>
              <a:path w="17204" h="15890" extrusionOk="0">
                <a:moveTo>
                  <a:pt x="1241" y="6108"/>
                </a:moveTo>
                <a:lnTo>
                  <a:pt x="1022" y="6376"/>
                </a:lnTo>
                <a:lnTo>
                  <a:pt x="852" y="6644"/>
                </a:lnTo>
                <a:lnTo>
                  <a:pt x="755" y="6765"/>
                </a:lnTo>
                <a:lnTo>
                  <a:pt x="730" y="6425"/>
                </a:lnTo>
                <a:lnTo>
                  <a:pt x="682" y="6108"/>
                </a:lnTo>
                <a:close/>
                <a:moveTo>
                  <a:pt x="3188" y="6181"/>
                </a:moveTo>
                <a:lnTo>
                  <a:pt x="3918" y="6206"/>
                </a:lnTo>
                <a:lnTo>
                  <a:pt x="3772" y="6327"/>
                </a:lnTo>
                <a:lnTo>
                  <a:pt x="3626" y="6498"/>
                </a:lnTo>
                <a:lnTo>
                  <a:pt x="3382" y="6814"/>
                </a:lnTo>
                <a:lnTo>
                  <a:pt x="3236" y="7009"/>
                </a:lnTo>
                <a:lnTo>
                  <a:pt x="3115" y="6936"/>
                </a:lnTo>
                <a:lnTo>
                  <a:pt x="2969" y="6911"/>
                </a:lnTo>
                <a:lnTo>
                  <a:pt x="2896" y="6887"/>
                </a:lnTo>
                <a:lnTo>
                  <a:pt x="2798" y="6863"/>
                </a:lnTo>
                <a:lnTo>
                  <a:pt x="2725" y="6863"/>
                </a:lnTo>
                <a:lnTo>
                  <a:pt x="2969" y="6546"/>
                </a:lnTo>
                <a:lnTo>
                  <a:pt x="3188" y="6230"/>
                </a:lnTo>
                <a:lnTo>
                  <a:pt x="3188" y="6181"/>
                </a:lnTo>
                <a:close/>
                <a:moveTo>
                  <a:pt x="4112" y="6206"/>
                </a:moveTo>
                <a:lnTo>
                  <a:pt x="4064" y="6376"/>
                </a:lnTo>
                <a:lnTo>
                  <a:pt x="4039" y="6546"/>
                </a:lnTo>
                <a:lnTo>
                  <a:pt x="4039" y="6863"/>
                </a:lnTo>
                <a:lnTo>
                  <a:pt x="3991" y="7398"/>
                </a:lnTo>
                <a:lnTo>
                  <a:pt x="3796" y="7617"/>
                </a:lnTo>
                <a:lnTo>
                  <a:pt x="3626" y="7860"/>
                </a:lnTo>
                <a:lnTo>
                  <a:pt x="3650" y="7714"/>
                </a:lnTo>
                <a:lnTo>
                  <a:pt x="3650" y="7568"/>
                </a:lnTo>
                <a:lnTo>
                  <a:pt x="3626" y="7447"/>
                </a:lnTo>
                <a:lnTo>
                  <a:pt x="3577" y="7325"/>
                </a:lnTo>
                <a:lnTo>
                  <a:pt x="3504" y="7203"/>
                </a:lnTo>
                <a:lnTo>
                  <a:pt x="3820" y="6717"/>
                </a:lnTo>
                <a:lnTo>
                  <a:pt x="3966" y="6473"/>
                </a:lnTo>
                <a:lnTo>
                  <a:pt x="4088" y="6206"/>
                </a:lnTo>
                <a:close/>
                <a:moveTo>
                  <a:pt x="2701" y="7301"/>
                </a:moveTo>
                <a:lnTo>
                  <a:pt x="2750" y="7325"/>
                </a:lnTo>
                <a:lnTo>
                  <a:pt x="2823" y="7325"/>
                </a:lnTo>
                <a:lnTo>
                  <a:pt x="2969" y="7374"/>
                </a:lnTo>
                <a:lnTo>
                  <a:pt x="3090" y="7447"/>
                </a:lnTo>
                <a:lnTo>
                  <a:pt x="3163" y="7568"/>
                </a:lnTo>
                <a:lnTo>
                  <a:pt x="3188" y="7690"/>
                </a:lnTo>
                <a:lnTo>
                  <a:pt x="3188" y="7836"/>
                </a:lnTo>
                <a:lnTo>
                  <a:pt x="3139" y="7982"/>
                </a:lnTo>
                <a:lnTo>
                  <a:pt x="3042" y="8104"/>
                </a:lnTo>
                <a:lnTo>
                  <a:pt x="2920" y="8201"/>
                </a:lnTo>
                <a:lnTo>
                  <a:pt x="2847" y="8225"/>
                </a:lnTo>
                <a:lnTo>
                  <a:pt x="2774" y="8250"/>
                </a:lnTo>
                <a:lnTo>
                  <a:pt x="2677" y="8225"/>
                </a:lnTo>
                <a:lnTo>
                  <a:pt x="2604" y="8201"/>
                </a:lnTo>
                <a:lnTo>
                  <a:pt x="2531" y="8152"/>
                </a:lnTo>
                <a:lnTo>
                  <a:pt x="2482" y="8079"/>
                </a:lnTo>
                <a:lnTo>
                  <a:pt x="2433" y="8031"/>
                </a:lnTo>
                <a:lnTo>
                  <a:pt x="2409" y="7958"/>
                </a:lnTo>
                <a:lnTo>
                  <a:pt x="2385" y="7836"/>
                </a:lnTo>
                <a:lnTo>
                  <a:pt x="2385" y="7714"/>
                </a:lnTo>
                <a:lnTo>
                  <a:pt x="2433" y="7593"/>
                </a:lnTo>
                <a:lnTo>
                  <a:pt x="2482" y="7495"/>
                </a:lnTo>
                <a:lnTo>
                  <a:pt x="2579" y="7374"/>
                </a:lnTo>
                <a:lnTo>
                  <a:pt x="2701" y="7301"/>
                </a:lnTo>
                <a:close/>
                <a:moveTo>
                  <a:pt x="1582" y="6133"/>
                </a:moveTo>
                <a:lnTo>
                  <a:pt x="1898" y="6157"/>
                </a:lnTo>
                <a:lnTo>
                  <a:pt x="2239" y="6157"/>
                </a:lnTo>
                <a:lnTo>
                  <a:pt x="3042" y="6181"/>
                </a:lnTo>
                <a:lnTo>
                  <a:pt x="2823" y="6303"/>
                </a:lnTo>
                <a:lnTo>
                  <a:pt x="2628" y="6473"/>
                </a:lnTo>
                <a:lnTo>
                  <a:pt x="2458" y="6692"/>
                </a:lnTo>
                <a:lnTo>
                  <a:pt x="2287" y="6911"/>
                </a:lnTo>
                <a:lnTo>
                  <a:pt x="1995" y="7398"/>
                </a:lnTo>
                <a:lnTo>
                  <a:pt x="1728" y="7836"/>
                </a:lnTo>
                <a:lnTo>
                  <a:pt x="1485" y="8225"/>
                </a:lnTo>
                <a:lnTo>
                  <a:pt x="1193" y="8639"/>
                </a:lnTo>
                <a:lnTo>
                  <a:pt x="925" y="9053"/>
                </a:lnTo>
                <a:lnTo>
                  <a:pt x="657" y="9466"/>
                </a:lnTo>
                <a:lnTo>
                  <a:pt x="633" y="8639"/>
                </a:lnTo>
                <a:lnTo>
                  <a:pt x="755" y="8566"/>
                </a:lnTo>
                <a:lnTo>
                  <a:pt x="852" y="8469"/>
                </a:lnTo>
                <a:lnTo>
                  <a:pt x="1047" y="8225"/>
                </a:lnTo>
                <a:lnTo>
                  <a:pt x="1193" y="7982"/>
                </a:lnTo>
                <a:lnTo>
                  <a:pt x="1314" y="7714"/>
                </a:lnTo>
                <a:lnTo>
                  <a:pt x="1436" y="7544"/>
                </a:lnTo>
                <a:lnTo>
                  <a:pt x="1582" y="7349"/>
                </a:lnTo>
                <a:lnTo>
                  <a:pt x="1874" y="6984"/>
                </a:lnTo>
                <a:lnTo>
                  <a:pt x="1995" y="6790"/>
                </a:lnTo>
                <a:lnTo>
                  <a:pt x="2141" y="6619"/>
                </a:lnTo>
                <a:lnTo>
                  <a:pt x="2239" y="6425"/>
                </a:lnTo>
                <a:lnTo>
                  <a:pt x="2312" y="6206"/>
                </a:lnTo>
                <a:lnTo>
                  <a:pt x="2312" y="6181"/>
                </a:lnTo>
                <a:lnTo>
                  <a:pt x="2287" y="6181"/>
                </a:lnTo>
                <a:lnTo>
                  <a:pt x="2117" y="6279"/>
                </a:lnTo>
                <a:lnTo>
                  <a:pt x="1971" y="6400"/>
                </a:lnTo>
                <a:lnTo>
                  <a:pt x="1825" y="6546"/>
                </a:lnTo>
                <a:lnTo>
                  <a:pt x="1703" y="6692"/>
                </a:lnTo>
                <a:lnTo>
                  <a:pt x="1460" y="7009"/>
                </a:lnTo>
                <a:lnTo>
                  <a:pt x="1217" y="7325"/>
                </a:lnTo>
                <a:lnTo>
                  <a:pt x="925" y="7714"/>
                </a:lnTo>
                <a:lnTo>
                  <a:pt x="657" y="8152"/>
                </a:lnTo>
                <a:lnTo>
                  <a:pt x="657" y="8128"/>
                </a:lnTo>
                <a:lnTo>
                  <a:pt x="730" y="7398"/>
                </a:lnTo>
                <a:lnTo>
                  <a:pt x="828" y="7276"/>
                </a:lnTo>
                <a:lnTo>
                  <a:pt x="901" y="7130"/>
                </a:lnTo>
                <a:lnTo>
                  <a:pt x="1047" y="6887"/>
                </a:lnTo>
                <a:lnTo>
                  <a:pt x="1339" y="6522"/>
                </a:lnTo>
                <a:lnTo>
                  <a:pt x="1460" y="6327"/>
                </a:lnTo>
                <a:lnTo>
                  <a:pt x="1582" y="6133"/>
                </a:lnTo>
                <a:close/>
                <a:moveTo>
                  <a:pt x="1971" y="7982"/>
                </a:moveTo>
                <a:lnTo>
                  <a:pt x="1995" y="8104"/>
                </a:lnTo>
                <a:lnTo>
                  <a:pt x="2044" y="8225"/>
                </a:lnTo>
                <a:lnTo>
                  <a:pt x="2117" y="8323"/>
                </a:lnTo>
                <a:lnTo>
                  <a:pt x="2190" y="8396"/>
                </a:lnTo>
                <a:lnTo>
                  <a:pt x="1533" y="9369"/>
                </a:lnTo>
                <a:lnTo>
                  <a:pt x="682" y="10658"/>
                </a:lnTo>
                <a:lnTo>
                  <a:pt x="682" y="10512"/>
                </a:lnTo>
                <a:lnTo>
                  <a:pt x="657" y="10123"/>
                </a:lnTo>
                <a:lnTo>
                  <a:pt x="1241" y="9150"/>
                </a:lnTo>
                <a:lnTo>
                  <a:pt x="1849" y="8201"/>
                </a:lnTo>
                <a:lnTo>
                  <a:pt x="1971" y="7982"/>
                </a:lnTo>
                <a:close/>
                <a:moveTo>
                  <a:pt x="3188" y="8566"/>
                </a:moveTo>
                <a:lnTo>
                  <a:pt x="2312" y="9928"/>
                </a:lnTo>
                <a:lnTo>
                  <a:pt x="1436" y="11242"/>
                </a:lnTo>
                <a:lnTo>
                  <a:pt x="1047" y="11753"/>
                </a:lnTo>
                <a:lnTo>
                  <a:pt x="828" y="11997"/>
                </a:lnTo>
                <a:lnTo>
                  <a:pt x="657" y="12264"/>
                </a:lnTo>
                <a:lnTo>
                  <a:pt x="657" y="11242"/>
                </a:lnTo>
                <a:lnTo>
                  <a:pt x="974" y="10780"/>
                </a:lnTo>
                <a:lnTo>
                  <a:pt x="1922" y="9369"/>
                </a:lnTo>
                <a:lnTo>
                  <a:pt x="2458" y="8590"/>
                </a:lnTo>
                <a:lnTo>
                  <a:pt x="2579" y="8639"/>
                </a:lnTo>
                <a:lnTo>
                  <a:pt x="2725" y="8663"/>
                </a:lnTo>
                <a:lnTo>
                  <a:pt x="2871" y="8663"/>
                </a:lnTo>
                <a:lnTo>
                  <a:pt x="2993" y="8639"/>
                </a:lnTo>
                <a:lnTo>
                  <a:pt x="3090" y="8615"/>
                </a:lnTo>
                <a:lnTo>
                  <a:pt x="3188" y="8566"/>
                </a:lnTo>
                <a:close/>
                <a:moveTo>
                  <a:pt x="3991" y="7787"/>
                </a:moveTo>
                <a:lnTo>
                  <a:pt x="3991" y="8834"/>
                </a:lnTo>
                <a:lnTo>
                  <a:pt x="3820" y="8980"/>
                </a:lnTo>
                <a:lnTo>
                  <a:pt x="3650" y="9174"/>
                </a:lnTo>
                <a:lnTo>
                  <a:pt x="3358" y="9588"/>
                </a:lnTo>
                <a:lnTo>
                  <a:pt x="2823" y="10342"/>
                </a:lnTo>
                <a:lnTo>
                  <a:pt x="2555" y="10707"/>
                </a:lnTo>
                <a:lnTo>
                  <a:pt x="2287" y="11096"/>
                </a:lnTo>
                <a:lnTo>
                  <a:pt x="1436" y="12143"/>
                </a:lnTo>
                <a:lnTo>
                  <a:pt x="1022" y="12654"/>
                </a:lnTo>
                <a:lnTo>
                  <a:pt x="633" y="13189"/>
                </a:lnTo>
                <a:lnTo>
                  <a:pt x="633" y="12946"/>
                </a:lnTo>
                <a:lnTo>
                  <a:pt x="633" y="12775"/>
                </a:lnTo>
                <a:lnTo>
                  <a:pt x="755" y="12654"/>
                </a:lnTo>
                <a:lnTo>
                  <a:pt x="876" y="12532"/>
                </a:lnTo>
                <a:lnTo>
                  <a:pt x="1120" y="12264"/>
                </a:lnTo>
                <a:lnTo>
                  <a:pt x="1509" y="11680"/>
                </a:lnTo>
                <a:lnTo>
                  <a:pt x="2020" y="10975"/>
                </a:lnTo>
                <a:lnTo>
                  <a:pt x="2506" y="10245"/>
                </a:lnTo>
                <a:lnTo>
                  <a:pt x="2993" y="9490"/>
                </a:lnTo>
                <a:lnTo>
                  <a:pt x="3455" y="8736"/>
                </a:lnTo>
                <a:lnTo>
                  <a:pt x="3723" y="8274"/>
                </a:lnTo>
                <a:lnTo>
                  <a:pt x="3869" y="8031"/>
                </a:lnTo>
                <a:lnTo>
                  <a:pt x="3991" y="7787"/>
                </a:lnTo>
                <a:close/>
                <a:moveTo>
                  <a:pt x="4039" y="14065"/>
                </a:moveTo>
                <a:lnTo>
                  <a:pt x="4039" y="14430"/>
                </a:lnTo>
                <a:lnTo>
                  <a:pt x="3820" y="14430"/>
                </a:lnTo>
                <a:lnTo>
                  <a:pt x="4015" y="14089"/>
                </a:lnTo>
                <a:lnTo>
                  <a:pt x="4039" y="14065"/>
                </a:lnTo>
                <a:close/>
                <a:moveTo>
                  <a:pt x="4039" y="12921"/>
                </a:moveTo>
                <a:lnTo>
                  <a:pt x="4039" y="13140"/>
                </a:lnTo>
                <a:lnTo>
                  <a:pt x="4039" y="13554"/>
                </a:lnTo>
                <a:lnTo>
                  <a:pt x="3918" y="13724"/>
                </a:lnTo>
                <a:lnTo>
                  <a:pt x="3820" y="13870"/>
                </a:lnTo>
                <a:lnTo>
                  <a:pt x="3577" y="14235"/>
                </a:lnTo>
                <a:lnTo>
                  <a:pt x="3431" y="14454"/>
                </a:lnTo>
                <a:lnTo>
                  <a:pt x="2993" y="14454"/>
                </a:lnTo>
                <a:lnTo>
                  <a:pt x="3431" y="13797"/>
                </a:lnTo>
                <a:lnTo>
                  <a:pt x="3747" y="13359"/>
                </a:lnTo>
                <a:lnTo>
                  <a:pt x="4039" y="12921"/>
                </a:lnTo>
                <a:close/>
                <a:moveTo>
                  <a:pt x="4039" y="11826"/>
                </a:moveTo>
                <a:lnTo>
                  <a:pt x="4039" y="12483"/>
                </a:lnTo>
                <a:lnTo>
                  <a:pt x="3845" y="12678"/>
                </a:lnTo>
                <a:lnTo>
                  <a:pt x="3650" y="12873"/>
                </a:lnTo>
                <a:lnTo>
                  <a:pt x="3334" y="13311"/>
                </a:lnTo>
                <a:lnTo>
                  <a:pt x="2896" y="13895"/>
                </a:lnTo>
                <a:lnTo>
                  <a:pt x="2677" y="14187"/>
                </a:lnTo>
                <a:lnTo>
                  <a:pt x="2482" y="14503"/>
                </a:lnTo>
                <a:lnTo>
                  <a:pt x="2312" y="14503"/>
                </a:lnTo>
                <a:lnTo>
                  <a:pt x="2433" y="14333"/>
                </a:lnTo>
                <a:lnTo>
                  <a:pt x="2555" y="14162"/>
                </a:lnTo>
                <a:lnTo>
                  <a:pt x="2871" y="13651"/>
                </a:lnTo>
                <a:lnTo>
                  <a:pt x="3188" y="13116"/>
                </a:lnTo>
                <a:lnTo>
                  <a:pt x="3504" y="12581"/>
                </a:lnTo>
                <a:lnTo>
                  <a:pt x="3845" y="12070"/>
                </a:lnTo>
                <a:lnTo>
                  <a:pt x="4039" y="11826"/>
                </a:lnTo>
                <a:close/>
                <a:moveTo>
                  <a:pt x="4015" y="10391"/>
                </a:moveTo>
                <a:lnTo>
                  <a:pt x="4015" y="11218"/>
                </a:lnTo>
                <a:lnTo>
                  <a:pt x="4039" y="11364"/>
                </a:lnTo>
                <a:lnTo>
                  <a:pt x="3869" y="11486"/>
                </a:lnTo>
                <a:lnTo>
                  <a:pt x="3723" y="11656"/>
                </a:lnTo>
                <a:lnTo>
                  <a:pt x="3577" y="11826"/>
                </a:lnTo>
                <a:lnTo>
                  <a:pt x="3455" y="12021"/>
                </a:lnTo>
                <a:lnTo>
                  <a:pt x="3236" y="12386"/>
                </a:lnTo>
                <a:lnTo>
                  <a:pt x="3042" y="12702"/>
                </a:lnTo>
                <a:lnTo>
                  <a:pt x="2725" y="13238"/>
                </a:lnTo>
                <a:lnTo>
                  <a:pt x="2409" y="13773"/>
                </a:lnTo>
                <a:lnTo>
                  <a:pt x="2263" y="13968"/>
                </a:lnTo>
                <a:lnTo>
                  <a:pt x="2117" y="14138"/>
                </a:lnTo>
                <a:lnTo>
                  <a:pt x="1971" y="14333"/>
                </a:lnTo>
                <a:lnTo>
                  <a:pt x="1849" y="14527"/>
                </a:lnTo>
                <a:lnTo>
                  <a:pt x="1047" y="14600"/>
                </a:lnTo>
                <a:lnTo>
                  <a:pt x="1460" y="14089"/>
                </a:lnTo>
                <a:lnTo>
                  <a:pt x="1825" y="13554"/>
                </a:lnTo>
                <a:lnTo>
                  <a:pt x="2214" y="13019"/>
                </a:lnTo>
                <a:lnTo>
                  <a:pt x="2604" y="12508"/>
                </a:lnTo>
                <a:lnTo>
                  <a:pt x="2823" y="12240"/>
                </a:lnTo>
                <a:lnTo>
                  <a:pt x="3017" y="11972"/>
                </a:lnTo>
                <a:lnTo>
                  <a:pt x="3382" y="11388"/>
                </a:lnTo>
                <a:lnTo>
                  <a:pt x="3723" y="10902"/>
                </a:lnTo>
                <a:lnTo>
                  <a:pt x="3869" y="10634"/>
                </a:lnTo>
                <a:lnTo>
                  <a:pt x="4015" y="10391"/>
                </a:lnTo>
                <a:close/>
                <a:moveTo>
                  <a:pt x="4015" y="9271"/>
                </a:moveTo>
                <a:lnTo>
                  <a:pt x="4015" y="10147"/>
                </a:lnTo>
                <a:lnTo>
                  <a:pt x="3893" y="10220"/>
                </a:lnTo>
                <a:lnTo>
                  <a:pt x="3796" y="10318"/>
                </a:lnTo>
                <a:lnTo>
                  <a:pt x="3626" y="10512"/>
                </a:lnTo>
                <a:lnTo>
                  <a:pt x="3455" y="10731"/>
                </a:lnTo>
                <a:lnTo>
                  <a:pt x="3285" y="10975"/>
                </a:lnTo>
                <a:lnTo>
                  <a:pt x="2847" y="11632"/>
                </a:lnTo>
                <a:lnTo>
                  <a:pt x="2628" y="11972"/>
                </a:lnTo>
                <a:lnTo>
                  <a:pt x="2385" y="12289"/>
                </a:lnTo>
                <a:lnTo>
                  <a:pt x="1947" y="12873"/>
                </a:lnTo>
                <a:lnTo>
                  <a:pt x="1509" y="13481"/>
                </a:lnTo>
                <a:lnTo>
                  <a:pt x="1071" y="14065"/>
                </a:lnTo>
                <a:lnTo>
                  <a:pt x="828" y="14333"/>
                </a:lnTo>
                <a:lnTo>
                  <a:pt x="584" y="14625"/>
                </a:lnTo>
                <a:lnTo>
                  <a:pt x="609" y="14430"/>
                </a:lnTo>
                <a:lnTo>
                  <a:pt x="609" y="14235"/>
                </a:lnTo>
                <a:lnTo>
                  <a:pt x="609" y="13895"/>
                </a:lnTo>
                <a:lnTo>
                  <a:pt x="1120" y="13213"/>
                </a:lnTo>
                <a:lnTo>
                  <a:pt x="1631" y="12556"/>
                </a:lnTo>
                <a:lnTo>
                  <a:pt x="2677" y="11242"/>
                </a:lnTo>
                <a:lnTo>
                  <a:pt x="3090" y="10658"/>
                </a:lnTo>
                <a:lnTo>
                  <a:pt x="3480" y="10050"/>
                </a:lnTo>
                <a:lnTo>
                  <a:pt x="3747" y="9661"/>
                </a:lnTo>
                <a:lnTo>
                  <a:pt x="4015" y="9271"/>
                </a:lnTo>
                <a:close/>
                <a:moveTo>
                  <a:pt x="10341" y="488"/>
                </a:moveTo>
                <a:lnTo>
                  <a:pt x="10536" y="512"/>
                </a:lnTo>
                <a:lnTo>
                  <a:pt x="10755" y="536"/>
                </a:lnTo>
                <a:lnTo>
                  <a:pt x="10950" y="585"/>
                </a:lnTo>
                <a:lnTo>
                  <a:pt x="11071" y="609"/>
                </a:lnTo>
                <a:lnTo>
                  <a:pt x="11169" y="658"/>
                </a:lnTo>
                <a:lnTo>
                  <a:pt x="11266" y="731"/>
                </a:lnTo>
                <a:lnTo>
                  <a:pt x="11339" y="828"/>
                </a:lnTo>
                <a:lnTo>
                  <a:pt x="11485" y="999"/>
                </a:lnTo>
                <a:lnTo>
                  <a:pt x="11582" y="1217"/>
                </a:lnTo>
                <a:lnTo>
                  <a:pt x="11655" y="1436"/>
                </a:lnTo>
                <a:lnTo>
                  <a:pt x="11704" y="1680"/>
                </a:lnTo>
                <a:lnTo>
                  <a:pt x="11728" y="1923"/>
                </a:lnTo>
                <a:lnTo>
                  <a:pt x="11728" y="2385"/>
                </a:lnTo>
                <a:lnTo>
                  <a:pt x="11680" y="2848"/>
                </a:lnTo>
                <a:lnTo>
                  <a:pt x="11582" y="3310"/>
                </a:lnTo>
                <a:lnTo>
                  <a:pt x="11461" y="3772"/>
                </a:lnTo>
                <a:lnTo>
                  <a:pt x="11315" y="4210"/>
                </a:lnTo>
                <a:lnTo>
                  <a:pt x="10974" y="5111"/>
                </a:lnTo>
                <a:lnTo>
                  <a:pt x="10804" y="5549"/>
                </a:lnTo>
                <a:lnTo>
                  <a:pt x="10658" y="5987"/>
                </a:lnTo>
                <a:lnTo>
                  <a:pt x="10658" y="6084"/>
                </a:lnTo>
                <a:lnTo>
                  <a:pt x="10658" y="6181"/>
                </a:lnTo>
                <a:lnTo>
                  <a:pt x="10731" y="6254"/>
                </a:lnTo>
                <a:lnTo>
                  <a:pt x="10779" y="6303"/>
                </a:lnTo>
                <a:lnTo>
                  <a:pt x="10877" y="6327"/>
                </a:lnTo>
                <a:lnTo>
                  <a:pt x="10950" y="6327"/>
                </a:lnTo>
                <a:lnTo>
                  <a:pt x="11047" y="6303"/>
                </a:lnTo>
                <a:lnTo>
                  <a:pt x="11120" y="6279"/>
                </a:lnTo>
                <a:lnTo>
                  <a:pt x="11388" y="6303"/>
                </a:lnTo>
                <a:lnTo>
                  <a:pt x="11655" y="6327"/>
                </a:lnTo>
                <a:lnTo>
                  <a:pt x="12215" y="6352"/>
                </a:lnTo>
                <a:lnTo>
                  <a:pt x="12775" y="6327"/>
                </a:lnTo>
                <a:lnTo>
                  <a:pt x="13310" y="6327"/>
                </a:lnTo>
                <a:lnTo>
                  <a:pt x="13748" y="6352"/>
                </a:lnTo>
                <a:lnTo>
                  <a:pt x="14210" y="6425"/>
                </a:lnTo>
                <a:lnTo>
                  <a:pt x="14673" y="6498"/>
                </a:lnTo>
                <a:lnTo>
                  <a:pt x="15111" y="6595"/>
                </a:lnTo>
                <a:lnTo>
                  <a:pt x="15476" y="6668"/>
                </a:lnTo>
                <a:lnTo>
                  <a:pt x="15841" y="6790"/>
                </a:lnTo>
                <a:lnTo>
                  <a:pt x="16011" y="6887"/>
                </a:lnTo>
                <a:lnTo>
                  <a:pt x="16157" y="6960"/>
                </a:lnTo>
                <a:lnTo>
                  <a:pt x="16327" y="7082"/>
                </a:lnTo>
                <a:lnTo>
                  <a:pt x="16449" y="7203"/>
                </a:lnTo>
                <a:lnTo>
                  <a:pt x="16546" y="7301"/>
                </a:lnTo>
                <a:lnTo>
                  <a:pt x="16619" y="7398"/>
                </a:lnTo>
                <a:lnTo>
                  <a:pt x="16644" y="7520"/>
                </a:lnTo>
                <a:lnTo>
                  <a:pt x="16668" y="7641"/>
                </a:lnTo>
                <a:lnTo>
                  <a:pt x="16692" y="7763"/>
                </a:lnTo>
                <a:lnTo>
                  <a:pt x="16668" y="7885"/>
                </a:lnTo>
                <a:lnTo>
                  <a:pt x="16644" y="8031"/>
                </a:lnTo>
                <a:lnTo>
                  <a:pt x="16595" y="8152"/>
                </a:lnTo>
                <a:lnTo>
                  <a:pt x="16473" y="8371"/>
                </a:lnTo>
                <a:lnTo>
                  <a:pt x="16303" y="8566"/>
                </a:lnTo>
                <a:lnTo>
                  <a:pt x="16206" y="8663"/>
                </a:lnTo>
                <a:lnTo>
                  <a:pt x="16108" y="8736"/>
                </a:lnTo>
                <a:lnTo>
                  <a:pt x="15987" y="8785"/>
                </a:lnTo>
                <a:lnTo>
                  <a:pt x="15889" y="8834"/>
                </a:lnTo>
                <a:lnTo>
                  <a:pt x="15792" y="8882"/>
                </a:lnTo>
                <a:lnTo>
                  <a:pt x="15719" y="8955"/>
                </a:lnTo>
                <a:lnTo>
                  <a:pt x="15695" y="9053"/>
                </a:lnTo>
                <a:lnTo>
                  <a:pt x="15719" y="9150"/>
                </a:lnTo>
                <a:lnTo>
                  <a:pt x="15743" y="9247"/>
                </a:lnTo>
                <a:lnTo>
                  <a:pt x="15816" y="9296"/>
                </a:lnTo>
                <a:lnTo>
                  <a:pt x="15914" y="9344"/>
                </a:lnTo>
                <a:lnTo>
                  <a:pt x="16035" y="9344"/>
                </a:lnTo>
                <a:lnTo>
                  <a:pt x="16157" y="9296"/>
                </a:lnTo>
                <a:lnTo>
                  <a:pt x="16279" y="9393"/>
                </a:lnTo>
                <a:lnTo>
                  <a:pt x="16376" y="9490"/>
                </a:lnTo>
                <a:lnTo>
                  <a:pt x="16425" y="9636"/>
                </a:lnTo>
                <a:lnTo>
                  <a:pt x="16473" y="9782"/>
                </a:lnTo>
                <a:lnTo>
                  <a:pt x="16473" y="9953"/>
                </a:lnTo>
                <a:lnTo>
                  <a:pt x="16449" y="10123"/>
                </a:lnTo>
                <a:lnTo>
                  <a:pt x="16376" y="10415"/>
                </a:lnTo>
                <a:lnTo>
                  <a:pt x="16303" y="10610"/>
                </a:lnTo>
                <a:lnTo>
                  <a:pt x="16206" y="10756"/>
                </a:lnTo>
                <a:lnTo>
                  <a:pt x="16084" y="10902"/>
                </a:lnTo>
                <a:lnTo>
                  <a:pt x="15938" y="11023"/>
                </a:lnTo>
                <a:lnTo>
                  <a:pt x="15743" y="11145"/>
                </a:lnTo>
                <a:lnTo>
                  <a:pt x="15670" y="11194"/>
                </a:lnTo>
                <a:lnTo>
                  <a:pt x="15622" y="11315"/>
                </a:lnTo>
                <a:lnTo>
                  <a:pt x="15622" y="11388"/>
                </a:lnTo>
                <a:lnTo>
                  <a:pt x="15646" y="11437"/>
                </a:lnTo>
                <a:lnTo>
                  <a:pt x="15670" y="11486"/>
                </a:lnTo>
                <a:lnTo>
                  <a:pt x="15719" y="11510"/>
                </a:lnTo>
                <a:lnTo>
                  <a:pt x="15792" y="11559"/>
                </a:lnTo>
                <a:lnTo>
                  <a:pt x="15889" y="11583"/>
                </a:lnTo>
                <a:lnTo>
                  <a:pt x="15962" y="11753"/>
                </a:lnTo>
                <a:lnTo>
                  <a:pt x="15987" y="11924"/>
                </a:lnTo>
                <a:lnTo>
                  <a:pt x="16011" y="12070"/>
                </a:lnTo>
                <a:lnTo>
                  <a:pt x="15987" y="12410"/>
                </a:lnTo>
                <a:lnTo>
                  <a:pt x="15962" y="12678"/>
                </a:lnTo>
                <a:lnTo>
                  <a:pt x="15914" y="12824"/>
                </a:lnTo>
                <a:lnTo>
                  <a:pt x="15865" y="12994"/>
                </a:lnTo>
                <a:lnTo>
                  <a:pt x="15792" y="13140"/>
                </a:lnTo>
                <a:lnTo>
                  <a:pt x="15719" y="13262"/>
                </a:lnTo>
                <a:lnTo>
                  <a:pt x="15622" y="13335"/>
                </a:lnTo>
                <a:lnTo>
                  <a:pt x="15549" y="13359"/>
                </a:lnTo>
                <a:lnTo>
                  <a:pt x="15500" y="13359"/>
                </a:lnTo>
                <a:lnTo>
                  <a:pt x="15403" y="13384"/>
                </a:lnTo>
                <a:lnTo>
                  <a:pt x="15330" y="13432"/>
                </a:lnTo>
                <a:lnTo>
                  <a:pt x="15281" y="13505"/>
                </a:lnTo>
                <a:lnTo>
                  <a:pt x="15257" y="13578"/>
                </a:lnTo>
                <a:lnTo>
                  <a:pt x="15257" y="13676"/>
                </a:lnTo>
                <a:lnTo>
                  <a:pt x="15281" y="13749"/>
                </a:lnTo>
                <a:lnTo>
                  <a:pt x="15354" y="13797"/>
                </a:lnTo>
                <a:lnTo>
                  <a:pt x="15427" y="13846"/>
                </a:lnTo>
                <a:lnTo>
                  <a:pt x="15524" y="13846"/>
                </a:lnTo>
                <a:lnTo>
                  <a:pt x="15573" y="14089"/>
                </a:lnTo>
                <a:lnTo>
                  <a:pt x="15622" y="14357"/>
                </a:lnTo>
                <a:lnTo>
                  <a:pt x="15622" y="14479"/>
                </a:lnTo>
                <a:lnTo>
                  <a:pt x="15622" y="14600"/>
                </a:lnTo>
                <a:lnTo>
                  <a:pt x="15597" y="14722"/>
                </a:lnTo>
                <a:lnTo>
                  <a:pt x="15549" y="14868"/>
                </a:lnTo>
                <a:lnTo>
                  <a:pt x="15476" y="14965"/>
                </a:lnTo>
                <a:lnTo>
                  <a:pt x="15403" y="15063"/>
                </a:lnTo>
                <a:lnTo>
                  <a:pt x="15305" y="15136"/>
                </a:lnTo>
                <a:lnTo>
                  <a:pt x="15208" y="15184"/>
                </a:lnTo>
                <a:lnTo>
                  <a:pt x="15208" y="15184"/>
                </a:lnTo>
                <a:lnTo>
                  <a:pt x="15257" y="14917"/>
                </a:lnTo>
                <a:lnTo>
                  <a:pt x="15330" y="14625"/>
                </a:lnTo>
                <a:lnTo>
                  <a:pt x="15330" y="14600"/>
                </a:lnTo>
                <a:lnTo>
                  <a:pt x="15330" y="14552"/>
                </a:lnTo>
                <a:lnTo>
                  <a:pt x="15281" y="14527"/>
                </a:lnTo>
                <a:lnTo>
                  <a:pt x="15208" y="14503"/>
                </a:lnTo>
                <a:lnTo>
                  <a:pt x="15184" y="14527"/>
                </a:lnTo>
                <a:lnTo>
                  <a:pt x="15159" y="14552"/>
                </a:lnTo>
                <a:lnTo>
                  <a:pt x="15013" y="14917"/>
                </a:lnTo>
                <a:lnTo>
                  <a:pt x="14965" y="15087"/>
                </a:lnTo>
                <a:lnTo>
                  <a:pt x="14965" y="15282"/>
                </a:lnTo>
                <a:lnTo>
                  <a:pt x="14648" y="15355"/>
                </a:lnTo>
                <a:lnTo>
                  <a:pt x="14721" y="15038"/>
                </a:lnTo>
                <a:lnTo>
                  <a:pt x="14819" y="14673"/>
                </a:lnTo>
                <a:lnTo>
                  <a:pt x="14867" y="14308"/>
                </a:lnTo>
                <a:lnTo>
                  <a:pt x="14867" y="14284"/>
                </a:lnTo>
                <a:lnTo>
                  <a:pt x="14843" y="14235"/>
                </a:lnTo>
                <a:lnTo>
                  <a:pt x="14794" y="14211"/>
                </a:lnTo>
                <a:lnTo>
                  <a:pt x="14721" y="14235"/>
                </a:lnTo>
                <a:lnTo>
                  <a:pt x="14673" y="14260"/>
                </a:lnTo>
                <a:lnTo>
                  <a:pt x="14673" y="14284"/>
                </a:lnTo>
                <a:lnTo>
                  <a:pt x="14551" y="14625"/>
                </a:lnTo>
                <a:lnTo>
                  <a:pt x="14454" y="14965"/>
                </a:lnTo>
                <a:lnTo>
                  <a:pt x="14356" y="15184"/>
                </a:lnTo>
                <a:lnTo>
                  <a:pt x="14332" y="15306"/>
                </a:lnTo>
                <a:lnTo>
                  <a:pt x="14332" y="15403"/>
                </a:lnTo>
                <a:lnTo>
                  <a:pt x="14064" y="15428"/>
                </a:lnTo>
                <a:lnTo>
                  <a:pt x="14064" y="15428"/>
                </a:lnTo>
                <a:lnTo>
                  <a:pt x="14089" y="15379"/>
                </a:lnTo>
                <a:lnTo>
                  <a:pt x="14089" y="15330"/>
                </a:lnTo>
                <a:lnTo>
                  <a:pt x="14113" y="15063"/>
                </a:lnTo>
                <a:lnTo>
                  <a:pt x="14162" y="14771"/>
                </a:lnTo>
                <a:lnTo>
                  <a:pt x="14235" y="14503"/>
                </a:lnTo>
                <a:lnTo>
                  <a:pt x="14356" y="14260"/>
                </a:lnTo>
                <a:lnTo>
                  <a:pt x="14356" y="14211"/>
                </a:lnTo>
                <a:lnTo>
                  <a:pt x="14332" y="14162"/>
                </a:lnTo>
                <a:lnTo>
                  <a:pt x="14283" y="14138"/>
                </a:lnTo>
                <a:lnTo>
                  <a:pt x="14235" y="14162"/>
                </a:lnTo>
                <a:lnTo>
                  <a:pt x="14064" y="14430"/>
                </a:lnTo>
                <a:lnTo>
                  <a:pt x="13918" y="14722"/>
                </a:lnTo>
                <a:lnTo>
                  <a:pt x="13845" y="14868"/>
                </a:lnTo>
                <a:lnTo>
                  <a:pt x="13821" y="15014"/>
                </a:lnTo>
                <a:lnTo>
                  <a:pt x="13797" y="15160"/>
                </a:lnTo>
                <a:lnTo>
                  <a:pt x="13797" y="15330"/>
                </a:lnTo>
                <a:lnTo>
                  <a:pt x="13821" y="15379"/>
                </a:lnTo>
                <a:lnTo>
                  <a:pt x="13845" y="15428"/>
                </a:lnTo>
                <a:lnTo>
                  <a:pt x="13383" y="15428"/>
                </a:lnTo>
                <a:lnTo>
                  <a:pt x="13432" y="15209"/>
                </a:lnTo>
                <a:lnTo>
                  <a:pt x="13456" y="14990"/>
                </a:lnTo>
                <a:lnTo>
                  <a:pt x="13505" y="14771"/>
                </a:lnTo>
                <a:lnTo>
                  <a:pt x="13578" y="14552"/>
                </a:lnTo>
                <a:lnTo>
                  <a:pt x="13748" y="14114"/>
                </a:lnTo>
                <a:lnTo>
                  <a:pt x="13748" y="14089"/>
                </a:lnTo>
                <a:lnTo>
                  <a:pt x="13748" y="14065"/>
                </a:lnTo>
                <a:lnTo>
                  <a:pt x="13699" y="14016"/>
                </a:lnTo>
                <a:lnTo>
                  <a:pt x="13651" y="14016"/>
                </a:lnTo>
                <a:lnTo>
                  <a:pt x="13602" y="14065"/>
                </a:lnTo>
                <a:lnTo>
                  <a:pt x="13456" y="14260"/>
                </a:lnTo>
                <a:lnTo>
                  <a:pt x="13334" y="14454"/>
                </a:lnTo>
                <a:lnTo>
                  <a:pt x="13237" y="14673"/>
                </a:lnTo>
                <a:lnTo>
                  <a:pt x="13140" y="14917"/>
                </a:lnTo>
                <a:lnTo>
                  <a:pt x="13067" y="15136"/>
                </a:lnTo>
                <a:lnTo>
                  <a:pt x="13042" y="15282"/>
                </a:lnTo>
                <a:lnTo>
                  <a:pt x="13042" y="15403"/>
                </a:lnTo>
                <a:lnTo>
                  <a:pt x="12556" y="15330"/>
                </a:lnTo>
                <a:lnTo>
                  <a:pt x="12604" y="15038"/>
                </a:lnTo>
                <a:lnTo>
                  <a:pt x="12677" y="14746"/>
                </a:lnTo>
                <a:lnTo>
                  <a:pt x="12775" y="14479"/>
                </a:lnTo>
                <a:lnTo>
                  <a:pt x="12921" y="14211"/>
                </a:lnTo>
                <a:lnTo>
                  <a:pt x="12921" y="14162"/>
                </a:lnTo>
                <a:lnTo>
                  <a:pt x="12896" y="14114"/>
                </a:lnTo>
                <a:lnTo>
                  <a:pt x="12799" y="14114"/>
                </a:lnTo>
                <a:lnTo>
                  <a:pt x="12702" y="14235"/>
                </a:lnTo>
                <a:lnTo>
                  <a:pt x="12604" y="14357"/>
                </a:lnTo>
                <a:lnTo>
                  <a:pt x="12507" y="14479"/>
                </a:lnTo>
                <a:lnTo>
                  <a:pt x="12410" y="14649"/>
                </a:lnTo>
                <a:lnTo>
                  <a:pt x="12337" y="14795"/>
                </a:lnTo>
                <a:lnTo>
                  <a:pt x="12288" y="14965"/>
                </a:lnTo>
                <a:lnTo>
                  <a:pt x="12239" y="15136"/>
                </a:lnTo>
                <a:lnTo>
                  <a:pt x="12239" y="15282"/>
                </a:lnTo>
                <a:lnTo>
                  <a:pt x="11801" y="15233"/>
                </a:lnTo>
                <a:lnTo>
                  <a:pt x="11753" y="15209"/>
                </a:lnTo>
                <a:lnTo>
                  <a:pt x="11874" y="14941"/>
                </a:lnTo>
                <a:lnTo>
                  <a:pt x="11947" y="14673"/>
                </a:lnTo>
                <a:lnTo>
                  <a:pt x="12118" y="14114"/>
                </a:lnTo>
                <a:lnTo>
                  <a:pt x="12118" y="14089"/>
                </a:lnTo>
                <a:lnTo>
                  <a:pt x="12118" y="14065"/>
                </a:lnTo>
                <a:lnTo>
                  <a:pt x="12093" y="14065"/>
                </a:lnTo>
                <a:lnTo>
                  <a:pt x="12069" y="14089"/>
                </a:lnTo>
                <a:lnTo>
                  <a:pt x="11874" y="14357"/>
                </a:lnTo>
                <a:lnTo>
                  <a:pt x="11680" y="14600"/>
                </a:lnTo>
                <a:lnTo>
                  <a:pt x="11509" y="14868"/>
                </a:lnTo>
                <a:lnTo>
                  <a:pt x="11363" y="15136"/>
                </a:lnTo>
                <a:lnTo>
                  <a:pt x="11363" y="15160"/>
                </a:lnTo>
                <a:lnTo>
                  <a:pt x="10974" y="15087"/>
                </a:lnTo>
                <a:lnTo>
                  <a:pt x="11096" y="14990"/>
                </a:lnTo>
                <a:lnTo>
                  <a:pt x="11169" y="14868"/>
                </a:lnTo>
                <a:lnTo>
                  <a:pt x="11290" y="14600"/>
                </a:lnTo>
                <a:lnTo>
                  <a:pt x="11655" y="13870"/>
                </a:lnTo>
                <a:lnTo>
                  <a:pt x="11680" y="13846"/>
                </a:lnTo>
                <a:lnTo>
                  <a:pt x="11680" y="13822"/>
                </a:lnTo>
                <a:lnTo>
                  <a:pt x="11631" y="13773"/>
                </a:lnTo>
                <a:lnTo>
                  <a:pt x="11558" y="13773"/>
                </a:lnTo>
                <a:lnTo>
                  <a:pt x="11534" y="13797"/>
                </a:lnTo>
                <a:lnTo>
                  <a:pt x="11144" y="14406"/>
                </a:lnTo>
                <a:lnTo>
                  <a:pt x="10974" y="14722"/>
                </a:lnTo>
                <a:lnTo>
                  <a:pt x="10901" y="14868"/>
                </a:lnTo>
                <a:lnTo>
                  <a:pt x="10877" y="14941"/>
                </a:lnTo>
                <a:lnTo>
                  <a:pt x="10877" y="15038"/>
                </a:lnTo>
                <a:lnTo>
                  <a:pt x="10901" y="15063"/>
                </a:lnTo>
                <a:lnTo>
                  <a:pt x="10341" y="14941"/>
                </a:lnTo>
                <a:lnTo>
                  <a:pt x="10487" y="14625"/>
                </a:lnTo>
                <a:lnTo>
                  <a:pt x="10633" y="14333"/>
                </a:lnTo>
                <a:lnTo>
                  <a:pt x="10804" y="14041"/>
                </a:lnTo>
                <a:lnTo>
                  <a:pt x="10998" y="13773"/>
                </a:lnTo>
                <a:lnTo>
                  <a:pt x="11023" y="13724"/>
                </a:lnTo>
                <a:lnTo>
                  <a:pt x="10998" y="13700"/>
                </a:lnTo>
                <a:lnTo>
                  <a:pt x="10950" y="13676"/>
                </a:lnTo>
                <a:lnTo>
                  <a:pt x="10901" y="13700"/>
                </a:lnTo>
                <a:lnTo>
                  <a:pt x="10658" y="13943"/>
                </a:lnTo>
                <a:lnTo>
                  <a:pt x="10414" y="14211"/>
                </a:lnTo>
                <a:lnTo>
                  <a:pt x="10317" y="14357"/>
                </a:lnTo>
                <a:lnTo>
                  <a:pt x="10220" y="14503"/>
                </a:lnTo>
                <a:lnTo>
                  <a:pt x="10147" y="14673"/>
                </a:lnTo>
                <a:lnTo>
                  <a:pt x="10098" y="14844"/>
                </a:lnTo>
                <a:lnTo>
                  <a:pt x="10098" y="14892"/>
                </a:lnTo>
                <a:lnTo>
                  <a:pt x="9709" y="14771"/>
                </a:lnTo>
                <a:lnTo>
                  <a:pt x="9757" y="14576"/>
                </a:lnTo>
                <a:lnTo>
                  <a:pt x="9830" y="14381"/>
                </a:lnTo>
                <a:lnTo>
                  <a:pt x="10001" y="13968"/>
                </a:lnTo>
                <a:lnTo>
                  <a:pt x="10147" y="13530"/>
                </a:lnTo>
                <a:lnTo>
                  <a:pt x="10147" y="13505"/>
                </a:lnTo>
                <a:lnTo>
                  <a:pt x="10122" y="13530"/>
                </a:lnTo>
                <a:lnTo>
                  <a:pt x="9879" y="13919"/>
                </a:lnTo>
                <a:lnTo>
                  <a:pt x="9636" y="14308"/>
                </a:lnTo>
                <a:lnTo>
                  <a:pt x="9539" y="14503"/>
                </a:lnTo>
                <a:lnTo>
                  <a:pt x="9466" y="14698"/>
                </a:lnTo>
                <a:lnTo>
                  <a:pt x="8906" y="14527"/>
                </a:lnTo>
                <a:lnTo>
                  <a:pt x="8979" y="14430"/>
                </a:lnTo>
                <a:lnTo>
                  <a:pt x="9028" y="14308"/>
                </a:lnTo>
                <a:lnTo>
                  <a:pt x="9149" y="14089"/>
                </a:lnTo>
                <a:lnTo>
                  <a:pt x="9344" y="13724"/>
                </a:lnTo>
                <a:lnTo>
                  <a:pt x="9417" y="13554"/>
                </a:lnTo>
                <a:lnTo>
                  <a:pt x="9490" y="13359"/>
                </a:lnTo>
                <a:lnTo>
                  <a:pt x="9490" y="13311"/>
                </a:lnTo>
                <a:lnTo>
                  <a:pt x="9441" y="13286"/>
                </a:lnTo>
                <a:lnTo>
                  <a:pt x="9393" y="13262"/>
                </a:lnTo>
                <a:lnTo>
                  <a:pt x="9368" y="13311"/>
                </a:lnTo>
                <a:lnTo>
                  <a:pt x="9247" y="13481"/>
                </a:lnTo>
                <a:lnTo>
                  <a:pt x="9149" y="13627"/>
                </a:lnTo>
                <a:lnTo>
                  <a:pt x="8906" y="13943"/>
                </a:lnTo>
                <a:lnTo>
                  <a:pt x="8736" y="14162"/>
                </a:lnTo>
                <a:lnTo>
                  <a:pt x="8663" y="14284"/>
                </a:lnTo>
                <a:lnTo>
                  <a:pt x="8638" y="14430"/>
                </a:lnTo>
                <a:lnTo>
                  <a:pt x="8419" y="14333"/>
                </a:lnTo>
                <a:lnTo>
                  <a:pt x="8492" y="14065"/>
                </a:lnTo>
                <a:lnTo>
                  <a:pt x="8541" y="13846"/>
                </a:lnTo>
                <a:lnTo>
                  <a:pt x="8711" y="13384"/>
                </a:lnTo>
                <a:lnTo>
                  <a:pt x="8833" y="13165"/>
                </a:lnTo>
                <a:lnTo>
                  <a:pt x="8955" y="12946"/>
                </a:lnTo>
                <a:lnTo>
                  <a:pt x="8955" y="12897"/>
                </a:lnTo>
                <a:lnTo>
                  <a:pt x="8930" y="12848"/>
                </a:lnTo>
                <a:lnTo>
                  <a:pt x="8882" y="12848"/>
                </a:lnTo>
                <a:lnTo>
                  <a:pt x="8833" y="12873"/>
                </a:lnTo>
                <a:lnTo>
                  <a:pt x="8687" y="13092"/>
                </a:lnTo>
                <a:lnTo>
                  <a:pt x="8565" y="13286"/>
                </a:lnTo>
                <a:lnTo>
                  <a:pt x="8444" y="13505"/>
                </a:lnTo>
                <a:lnTo>
                  <a:pt x="8322" y="13749"/>
                </a:lnTo>
                <a:lnTo>
                  <a:pt x="8225" y="13968"/>
                </a:lnTo>
                <a:lnTo>
                  <a:pt x="8176" y="14089"/>
                </a:lnTo>
                <a:lnTo>
                  <a:pt x="8152" y="14211"/>
                </a:lnTo>
                <a:lnTo>
                  <a:pt x="7762" y="14041"/>
                </a:lnTo>
                <a:lnTo>
                  <a:pt x="7908" y="13627"/>
                </a:lnTo>
                <a:lnTo>
                  <a:pt x="8103" y="13213"/>
                </a:lnTo>
                <a:lnTo>
                  <a:pt x="8322" y="12800"/>
                </a:lnTo>
                <a:lnTo>
                  <a:pt x="8322" y="12751"/>
                </a:lnTo>
                <a:lnTo>
                  <a:pt x="8298" y="12727"/>
                </a:lnTo>
                <a:lnTo>
                  <a:pt x="8249" y="12727"/>
                </a:lnTo>
                <a:lnTo>
                  <a:pt x="7908" y="13140"/>
                </a:lnTo>
                <a:lnTo>
                  <a:pt x="7762" y="13335"/>
                </a:lnTo>
                <a:lnTo>
                  <a:pt x="7616" y="13578"/>
                </a:lnTo>
                <a:lnTo>
                  <a:pt x="7543" y="13700"/>
                </a:lnTo>
                <a:lnTo>
                  <a:pt x="7470" y="13870"/>
                </a:lnTo>
                <a:lnTo>
                  <a:pt x="7130" y="13700"/>
                </a:lnTo>
                <a:lnTo>
                  <a:pt x="7154" y="13554"/>
                </a:lnTo>
                <a:lnTo>
                  <a:pt x="7178" y="13408"/>
                </a:lnTo>
                <a:lnTo>
                  <a:pt x="7300" y="13165"/>
                </a:lnTo>
                <a:lnTo>
                  <a:pt x="7495" y="12751"/>
                </a:lnTo>
                <a:lnTo>
                  <a:pt x="7689" y="12313"/>
                </a:lnTo>
                <a:lnTo>
                  <a:pt x="7689" y="12289"/>
                </a:lnTo>
                <a:lnTo>
                  <a:pt x="7665" y="12264"/>
                </a:lnTo>
                <a:lnTo>
                  <a:pt x="7641" y="12264"/>
                </a:lnTo>
                <a:lnTo>
                  <a:pt x="7616" y="12289"/>
                </a:lnTo>
                <a:lnTo>
                  <a:pt x="7397" y="12581"/>
                </a:lnTo>
                <a:lnTo>
                  <a:pt x="7178" y="12873"/>
                </a:lnTo>
                <a:lnTo>
                  <a:pt x="7081" y="13043"/>
                </a:lnTo>
                <a:lnTo>
                  <a:pt x="7008" y="13189"/>
                </a:lnTo>
                <a:lnTo>
                  <a:pt x="6935" y="13359"/>
                </a:lnTo>
                <a:lnTo>
                  <a:pt x="6886" y="13530"/>
                </a:lnTo>
                <a:lnTo>
                  <a:pt x="6570" y="13335"/>
                </a:lnTo>
                <a:lnTo>
                  <a:pt x="6692" y="13043"/>
                </a:lnTo>
                <a:lnTo>
                  <a:pt x="6813" y="12751"/>
                </a:lnTo>
                <a:lnTo>
                  <a:pt x="7105" y="12216"/>
                </a:lnTo>
                <a:lnTo>
                  <a:pt x="7130" y="12191"/>
                </a:lnTo>
                <a:lnTo>
                  <a:pt x="7105" y="12167"/>
                </a:lnTo>
                <a:lnTo>
                  <a:pt x="7057" y="12167"/>
                </a:lnTo>
                <a:lnTo>
                  <a:pt x="6838" y="12386"/>
                </a:lnTo>
                <a:lnTo>
                  <a:pt x="6619" y="12629"/>
                </a:lnTo>
                <a:lnTo>
                  <a:pt x="6448" y="12897"/>
                </a:lnTo>
                <a:lnTo>
                  <a:pt x="6327" y="13165"/>
                </a:lnTo>
                <a:lnTo>
                  <a:pt x="6254" y="13165"/>
                </a:lnTo>
                <a:lnTo>
                  <a:pt x="6181" y="13189"/>
                </a:lnTo>
                <a:lnTo>
                  <a:pt x="6132" y="13238"/>
                </a:lnTo>
                <a:lnTo>
                  <a:pt x="6083" y="13286"/>
                </a:lnTo>
                <a:lnTo>
                  <a:pt x="5937" y="13238"/>
                </a:lnTo>
                <a:lnTo>
                  <a:pt x="5791" y="13213"/>
                </a:lnTo>
                <a:lnTo>
                  <a:pt x="5816" y="13140"/>
                </a:lnTo>
                <a:lnTo>
                  <a:pt x="6059" y="12654"/>
                </a:lnTo>
                <a:lnTo>
                  <a:pt x="6254" y="12264"/>
                </a:lnTo>
                <a:lnTo>
                  <a:pt x="6351" y="12045"/>
                </a:lnTo>
                <a:lnTo>
                  <a:pt x="6424" y="11851"/>
                </a:lnTo>
                <a:lnTo>
                  <a:pt x="6424" y="11826"/>
                </a:lnTo>
                <a:lnTo>
                  <a:pt x="6400" y="11802"/>
                </a:lnTo>
                <a:lnTo>
                  <a:pt x="6375" y="11802"/>
                </a:lnTo>
                <a:lnTo>
                  <a:pt x="6351" y="11826"/>
                </a:lnTo>
                <a:lnTo>
                  <a:pt x="6108" y="12143"/>
                </a:lnTo>
                <a:lnTo>
                  <a:pt x="5864" y="12459"/>
                </a:lnTo>
                <a:lnTo>
                  <a:pt x="5743" y="12654"/>
                </a:lnTo>
                <a:lnTo>
                  <a:pt x="5621" y="12824"/>
                </a:lnTo>
                <a:lnTo>
                  <a:pt x="5548" y="13019"/>
                </a:lnTo>
                <a:lnTo>
                  <a:pt x="5475" y="13213"/>
                </a:lnTo>
                <a:lnTo>
                  <a:pt x="5451" y="13213"/>
                </a:lnTo>
                <a:lnTo>
                  <a:pt x="5183" y="13189"/>
                </a:lnTo>
                <a:lnTo>
                  <a:pt x="4891" y="13213"/>
                </a:lnTo>
                <a:lnTo>
                  <a:pt x="5037" y="12921"/>
                </a:lnTo>
                <a:lnTo>
                  <a:pt x="5353" y="12410"/>
                </a:lnTo>
                <a:lnTo>
                  <a:pt x="5451" y="12240"/>
                </a:lnTo>
                <a:lnTo>
                  <a:pt x="5524" y="12070"/>
                </a:lnTo>
                <a:lnTo>
                  <a:pt x="5548" y="11972"/>
                </a:lnTo>
                <a:lnTo>
                  <a:pt x="5548" y="11899"/>
                </a:lnTo>
                <a:lnTo>
                  <a:pt x="5524" y="11802"/>
                </a:lnTo>
                <a:lnTo>
                  <a:pt x="5475" y="11729"/>
                </a:lnTo>
                <a:lnTo>
                  <a:pt x="5451" y="11729"/>
                </a:lnTo>
                <a:lnTo>
                  <a:pt x="5451" y="11753"/>
                </a:lnTo>
                <a:lnTo>
                  <a:pt x="5426" y="11802"/>
                </a:lnTo>
                <a:lnTo>
                  <a:pt x="5378" y="11875"/>
                </a:lnTo>
                <a:lnTo>
                  <a:pt x="5280" y="11997"/>
                </a:lnTo>
                <a:lnTo>
                  <a:pt x="4988" y="12435"/>
                </a:lnTo>
                <a:lnTo>
                  <a:pt x="4745" y="12800"/>
                </a:lnTo>
                <a:lnTo>
                  <a:pt x="4623" y="13019"/>
                </a:lnTo>
                <a:lnTo>
                  <a:pt x="4599" y="13140"/>
                </a:lnTo>
                <a:lnTo>
                  <a:pt x="4599" y="13238"/>
                </a:lnTo>
                <a:lnTo>
                  <a:pt x="4599" y="13262"/>
                </a:lnTo>
                <a:lnTo>
                  <a:pt x="4575" y="13262"/>
                </a:lnTo>
                <a:lnTo>
                  <a:pt x="4550" y="11802"/>
                </a:lnTo>
                <a:lnTo>
                  <a:pt x="4550" y="10537"/>
                </a:lnTo>
                <a:lnTo>
                  <a:pt x="4526" y="9271"/>
                </a:lnTo>
                <a:lnTo>
                  <a:pt x="4477" y="8396"/>
                </a:lnTo>
                <a:lnTo>
                  <a:pt x="4477" y="7520"/>
                </a:lnTo>
                <a:lnTo>
                  <a:pt x="4453" y="7130"/>
                </a:lnTo>
                <a:lnTo>
                  <a:pt x="4453" y="6863"/>
                </a:lnTo>
                <a:lnTo>
                  <a:pt x="4453" y="6595"/>
                </a:lnTo>
                <a:lnTo>
                  <a:pt x="4648" y="6619"/>
                </a:lnTo>
                <a:lnTo>
                  <a:pt x="4818" y="6619"/>
                </a:lnTo>
                <a:lnTo>
                  <a:pt x="5183" y="6595"/>
                </a:lnTo>
                <a:lnTo>
                  <a:pt x="5791" y="6595"/>
                </a:lnTo>
                <a:lnTo>
                  <a:pt x="6010" y="6571"/>
                </a:lnTo>
                <a:lnTo>
                  <a:pt x="6108" y="6522"/>
                </a:lnTo>
                <a:lnTo>
                  <a:pt x="6156" y="6449"/>
                </a:lnTo>
                <a:lnTo>
                  <a:pt x="6546" y="6230"/>
                </a:lnTo>
                <a:lnTo>
                  <a:pt x="6935" y="5962"/>
                </a:lnTo>
                <a:lnTo>
                  <a:pt x="7300" y="5646"/>
                </a:lnTo>
                <a:lnTo>
                  <a:pt x="7665" y="5330"/>
                </a:lnTo>
                <a:lnTo>
                  <a:pt x="8006" y="4989"/>
                </a:lnTo>
                <a:lnTo>
                  <a:pt x="8322" y="4648"/>
                </a:lnTo>
                <a:lnTo>
                  <a:pt x="8930" y="3943"/>
                </a:lnTo>
                <a:lnTo>
                  <a:pt x="9003" y="3870"/>
                </a:lnTo>
                <a:lnTo>
                  <a:pt x="9003" y="3797"/>
                </a:lnTo>
                <a:lnTo>
                  <a:pt x="9003" y="3699"/>
                </a:lnTo>
                <a:lnTo>
                  <a:pt x="8979" y="3626"/>
                </a:lnTo>
                <a:lnTo>
                  <a:pt x="9125" y="3456"/>
                </a:lnTo>
                <a:lnTo>
                  <a:pt x="9247" y="3286"/>
                </a:lnTo>
                <a:lnTo>
                  <a:pt x="9514" y="2872"/>
                </a:lnTo>
                <a:lnTo>
                  <a:pt x="9709" y="2434"/>
                </a:lnTo>
                <a:lnTo>
                  <a:pt x="9855" y="2020"/>
                </a:lnTo>
                <a:lnTo>
                  <a:pt x="10074" y="1266"/>
                </a:lnTo>
                <a:lnTo>
                  <a:pt x="10195" y="877"/>
                </a:lnTo>
                <a:lnTo>
                  <a:pt x="10341" y="512"/>
                </a:lnTo>
                <a:lnTo>
                  <a:pt x="10341" y="488"/>
                </a:lnTo>
                <a:close/>
                <a:moveTo>
                  <a:pt x="10536" y="1"/>
                </a:moveTo>
                <a:lnTo>
                  <a:pt x="10366" y="25"/>
                </a:lnTo>
                <a:lnTo>
                  <a:pt x="10195" y="74"/>
                </a:lnTo>
                <a:lnTo>
                  <a:pt x="10049" y="171"/>
                </a:lnTo>
                <a:lnTo>
                  <a:pt x="10025" y="196"/>
                </a:lnTo>
                <a:lnTo>
                  <a:pt x="9952" y="244"/>
                </a:lnTo>
                <a:lnTo>
                  <a:pt x="9903" y="293"/>
                </a:lnTo>
                <a:lnTo>
                  <a:pt x="9782" y="415"/>
                </a:lnTo>
                <a:lnTo>
                  <a:pt x="9709" y="585"/>
                </a:lnTo>
                <a:lnTo>
                  <a:pt x="9636" y="780"/>
                </a:lnTo>
                <a:lnTo>
                  <a:pt x="9539" y="1169"/>
                </a:lnTo>
                <a:lnTo>
                  <a:pt x="9466" y="1509"/>
                </a:lnTo>
                <a:lnTo>
                  <a:pt x="9320" y="1972"/>
                </a:lnTo>
                <a:lnTo>
                  <a:pt x="9247" y="2215"/>
                </a:lnTo>
                <a:lnTo>
                  <a:pt x="9149" y="2458"/>
                </a:lnTo>
                <a:lnTo>
                  <a:pt x="9003" y="2726"/>
                </a:lnTo>
                <a:lnTo>
                  <a:pt x="8833" y="2994"/>
                </a:lnTo>
                <a:lnTo>
                  <a:pt x="8663" y="3286"/>
                </a:lnTo>
                <a:lnTo>
                  <a:pt x="8614" y="3407"/>
                </a:lnTo>
                <a:lnTo>
                  <a:pt x="8565" y="3578"/>
                </a:lnTo>
                <a:lnTo>
                  <a:pt x="7324" y="4867"/>
                </a:lnTo>
                <a:lnTo>
                  <a:pt x="6692" y="5500"/>
                </a:lnTo>
                <a:lnTo>
                  <a:pt x="6035" y="6108"/>
                </a:lnTo>
                <a:lnTo>
                  <a:pt x="5937" y="6084"/>
                </a:lnTo>
                <a:lnTo>
                  <a:pt x="5524" y="6084"/>
                </a:lnTo>
                <a:lnTo>
                  <a:pt x="5110" y="6133"/>
                </a:lnTo>
                <a:lnTo>
                  <a:pt x="4867" y="6133"/>
                </a:lnTo>
                <a:lnTo>
                  <a:pt x="4599" y="6157"/>
                </a:lnTo>
                <a:lnTo>
                  <a:pt x="4599" y="6157"/>
                </a:lnTo>
                <a:lnTo>
                  <a:pt x="4623" y="6133"/>
                </a:lnTo>
                <a:lnTo>
                  <a:pt x="4623" y="6084"/>
                </a:lnTo>
                <a:lnTo>
                  <a:pt x="4599" y="5987"/>
                </a:lnTo>
                <a:lnTo>
                  <a:pt x="4526" y="5914"/>
                </a:lnTo>
                <a:lnTo>
                  <a:pt x="4453" y="5889"/>
                </a:lnTo>
                <a:lnTo>
                  <a:pt x="4404" y="5816"/>
                </a:lnTo>
                <a:lnTo>
                  <a:pt x="4331" y="5768"/>
                </a:lnTo>
                <a:lnTo>
                  <a:pt x="4112" y="5670"/>
                </a:lnTo>
                <a:lnTo>
                  <a:pt x="3869" y="5622"/>
                </a:lnTo>
                <a:lnTo>
                  <a:pt x="3626" y="5597"/>
                </a:lnTo>
                <a:lnTo>
                  <a:pt x="2871" y="5597"/>
                </a:lnTo>
                <a:lnTo>
                  <a:pt x="2385" y="5646"/>
                </a:lnTo>
                <a:lnTo>
                  <a:pt x="2166" y="5646"/>
                </a:lnTo>
                <a:lnTo>
                  <a:pt x="1922" y="5622"/>
                </a:lnTo>
                <a:lnTo>
                  <a:pt x="1412" y="5597"/>
                </a:lnTo>
                <a:lnTo>
                  <a:pt x="1144" y="5597"/>
                </a:lnTo>
                <a:lnTo>
                  <a:pt x="901" y="5622"/>
                </a:lnTo>
                <a:lnTo>
                  <a:pt x="682" y="5670"/>
                </a:lnTo>
                <a:lnTo>
                  <a:pt x="463" y="5792"/>
                </a:lnTo>
                <a:lnTo>
                  <a:pt x="365" y="5792"/>
                </a:lnTo>
                <a:lnTo>
                  <a:pt x="317" y="5841"/>
                </a:lnTo>
                <a:lnTo>
                  <a:pt x="292" y="5889"/>
                </a:lnTo>
                <a:lnTo>
                  <a:pt x="244" y="6133"/>
                </a:lnTo>
                <a:lnTo>
                  <a:pt x="219" y="6400"/>
                </a:lnTo>
                <a:lnTo>
                  <a:pt x="219" y="6911"/>
                </a:lnTo>
                <a:lnTo>
                  <a:pt x="195" y="7422"/>
                </a:lnTo>
                <a:lnTo>
                  <a:pt x="171" y="7933"/>
                </a:lnTo>
                <a:lnTo>
                  <a:pt x="146" y="8493"/>
                </a:lnTo>
                <a:lnTo>
                  <a:pt x="146" y="9028"/>
                </a:lnTo>
                <a:lnTo>
                  <a:pt x="146" y="10123"/>
                </a:lnTo>
                <a:lnTo>
                  <a:pt x="171" y="10707"/>
                </a:lnTo>
                <a:lnTo>
                  <a:pt x="171" y="11267"/>
                </a:lnTo>
                <a:lnTo>
                  <a:pt x="122" y="12386"/>
                </a:lnTo>
                <a:lnTo>
                  <a:pt x="98" y="13530"/>
                </a:lnTo>
                <a:lnTo>
                  <a:pt x="98" y="14162"/>
                </a:lnTo>
                <a:lnTo>
                  <a:pt x="73" y="14479"/>
                </a:lnTo>
                <a:lnTo>
                  <a:pt x="25" y="14795"/>
                </a:lnTo>
                <a:lnTo>
                  <a:pt x="0" y="14868"/>
                </a:lnTo>
                <a:lnTo>
                  <a:pt x="25" y="14965"/>
                </a:lnTo>
                <a:lnTo>
                  <a:pt x="73" y="15014"/>
                </a:lnTo>
                <a:lnTo>
                  <a:pt x="122" y="15063"/>
                </a:lnTo>
                <a:lnTo>
                  <a:pt x="195" y="15087"/>
                </a:lnTo>
                <a:lnTo>
                  <a:pt x="268" y="15111"/>
                </a:lnTo>
                <a:lnTo>
                  <a:pt x="341" y="15087"/>
                </a:lnTo>
                <a:lnTo>
                  <a:pt x="414" y="15038"/>
                </a:lnTo>
                <a:lnTo>
                  <a:pt x="463" y="15087"/>
                </a:lnTo>
                <a:lnTo>
                  <a:pt x="536" y="15111"/>
                </a:lnTo>
                <a:lnTo>
                  <a:pt x="998" y="15136"/>
                </a:lnTo>
                <a:lnTo>
                  <a:pt x="1460" y="15136"/>
                </a:lnTo>
                <a:lnTo>
                  <a:pt x="1922" y="15111"/>
                </a:lnTo>
                <a:lnTo>
                  <a:pt x="2385" y="15087"/>
                </a:lnTo>
                <a:lnTo>
                  <a:pt x="2482" y="15087"/>
                </a:lnTo>
                <a:lnTo>
                  <a:pt x="3309" y="15014"/>
                </a:lnTo>
                <a:lnTo>
                  <a:pt x="3723" y="14990"/>
                </a:lnTo>
                <a:lnTo>
                  <a:pt x="4112" y="14965"/>
                </a:lnTo>
                <a:lnTo>
                  <a:pt x="4137" y="14965"/>
                </a:lnTo>
                <a:lnTo>
                  <a:pt x="4185" y="14990"/>
                </a:lnTo>
                <a:lnTo>
                  <a:pt x="4234" y="15014"/>
                </a:lnTo>
                <a:lnTo>
                  <a:pt x="4356" y="15014"/>
                </a:lnTo>
                <a:lnTo>
                  <a:pt x="4453" y="14941"/>
                </a:lnTo>
                <a:lnTo>
                  <a:pt x="4502" y="14917"/>
                </a:lnTo>
                <a:lnTo>
                  <a:pt x="4526" y="14868"/>
                </a:lnTo>
                <a:lnTo>
                  <a:pt x="4575" y="14746"/>
                </a:lnTo>
                <a:lnTo>
                  <a:pt x="4599" y="14600"/>
                </a:lnTo>
                <a:lnTo>
                  <a:pt x="4599" y="14333"/>
                </a:lnTo>
                <a:lnTo>
                  <a:pt x="4599" y="14065"/>
                </a:lnTo>
                <a:lnTo>
                  <a:pt x="4575" y="13797"/>
                </a:lnTo>
                <a:lnTo>
                  <a:pt x="4599" y="13773"/>
                </a:lnTo>
                <a:lnTo>
                  <a:pt x="5037" y="13724"/>
                </a:lnTo>
                <a:lnTo>
                  <a:pt x="5451" y="13676"/>
                </a:lnTo>
                <a:lnTo>
                  <a:pt x="5791" y="13700"/>
                </a:lnTo>
                <a:lnTo>
                  <a:pt x="5986" y="13676"/>
                </a:lnTo>
                <a:lnTo>
                  <a:pt x="6132" y="13627"/>
                </a:lnTo>
                <a:lnTo>
                  <a:pt x="6156" y="13651"/>
                </a:lnTo>
                <a:lnTo>
                  <a:pt x="6521" y="13895"/>
                </a:lnTo>
                <a:lnTo>
                  <a:pt x="6886" y="14138"/>
                </a:lnTo>
                <a:lnTo>
                  <a:pt x="7276" y="14357"/>
                </a:lnTo>
                <a:lnTo>
                  <a:pt x="7665" y="14552"/>
                </a:lnTo>
                <a:lnTo>
                  <a:pt x="8054" y="14722"/>
                </a:lnTo>
                <a:lnTo>
                  <a:pt x="8444" y="14892"/>
                </a:lnTo>
                <a:lnTo>
                  <a:pt x="8833" y="15038"/>
                </a:lnTo>
                <a:lnTo>
                  <a:pt x="9247" y="15160"/>
                </a:lnTo>
                <a:lnTo>
                  <a:pt x="10074" y="15403"/>
                </a:lnTo>
                <a:lnTo>
                  <a:pt x="10925" y="15574"/>
                </a:lnTo>
                <a:lnTo>
                  <a:pt x="11777" y="15695"/>
                </a:lnTo>
                <a:lnTo>
                  <a:pt x="12653" y="15817"/>
                </a:lnTo>
                <a:lnTo>
                  <a:pt x="13310" y="15866"/>
                </a:lnTo>
                <a:lnTo>
                  <a:pt x="13651" y="15890"/>
                </a:lnTo>
                <a:lnTo>
                  <a:pt x="14016" y="15866"/>
                </a:lnTo>
                <a:lnTo>
                  <a:pt x="14356" y="15866"/>
                </a:lnTo>
                <a:lnTo>
                  <a:pt x="14697" y="15793"/>
                </a:lnTo>
                <a:lnTo>
                  <a:pt x="15013" y="15720"/>
                </a:lnTo>
                <a:lnTo>
                  <a:pt x="15330" y="15598"/>
                </a:lnTo>
                <a:lnTo>
                  <a:pt x="15476" y="15525"/>
                </a:lnTo>
                <a:lnTo>
                  <a:pt x="15597" y="15452"/>
                </a:lnTo>
                <a:lnTo>
                  <a:pt x="15719" y="15355"/>
                </a:lnTo>
                <a:lnTo>
                  <a:pt x="15792" y="15257"/>
                </a:lnTo>
                <a:lnTo>
                  <a:pt x="15865" y="15160"/>
                </a:lnTo>
                <a:lnTo>
                  <a:pt x="15914" y="15038"/>
                </a:lnTo>
                <a:lnTo>
                  <a:pt x="15962" y="14941"/>
                </a:lnTo>
                <a:lnTo>
                  <a:pt x="15987" y="14819"/>
                </a:lnTo>
                <a:lnTo>
                  <a:pt x="16011" y="14552"/>
                </a:lnTo>
                <a:lnTo>
                  <a:pt x="15987" y="14284"/>
                </a:lnTo>
                <a:lnTo>
                  <a:pt x="15938" y="14016"/>
                </a:lnTo>
                <a:lnTo>
                  <a:pt x="15865" y="13749"/>
                </a:lnTo>
                <a:lnTo>
                  <a:pt x="15987" y="13651"/>
                </a:lnTo>
                <a:lnTo>
                  <a:pt x="16084" y="13530"/>
                </a:lnTo>
                <a:lnTo>
                  <a:pt x="16181" y="13408"/>
                </a:lnTo>
                <a:lnTo>
                  <a:pt x="16254" y="13262"/>
                </a:lnTo>
                <a:lnTo>
                  <a:pt x="16376" y="12946"/>
                </a:lnTo>
                <a:lnTo>
                  <a:pt x="16425" y="12654"/>
                </a:lnTo>
                <a:lnTo>
                  <a:pt x="16449" y="12410"/>
                </a:lnTo>
                <a:lnTo>
                  <a:pt x="16449" y="12070"/>
                </a:lnTo>
                <a:lnTo>
                  <a:pt x="16425" y="11875"/>
                </a:lnTo>
                <a:lnTo>
                  <a:pt x="16400" y="11680"/>
                </a:lnTo>
                <a:lnTo>
                  <a:pt x="16352" y="11534"/>
                </a:lnTo>
                <a:lnTo>
                  <a:pt x="16279" y="11388"/>
                </a:lnTo>
                <a:lnTo>
                  <a:pt x="16425" y="11267"/>
                </a:lnTo>
                <a:lnTo>
                  <a:pt x="16546" y="11096"/>
                </a:lnTo>
                <a:lnTo>
                  <a:pt x="16668" y="10926"/>
                </a:lnTo>
                <a:lnTo>
                  <a:pt x="16765" y="10756"/>
                </a:lnTo>
                <a:lnTo>
                  <a:pt x="16838" y="10561"/>
                </a:lnTo>
                <a:lnTo>
                  <a:pt x="16887" y="10342"/>
                </a:lnTo>
                <a:lnTo>
                  <a:pt x="16911" y="10147"/>
                </a:lnTo>
                <a:lnTo>
                  <a:pt x="16936" y="9953"/>
                </a:lnTo>
                <a:lnTo>
                  <a:pt x="16911" y="9758"/>
                </a:lnTo>
                <a:lnTo>
                  <a:pt x="16838" y="9515"/>
                </a:lnTo>
                <a:lnTo>
                  <a:pt x="16717" y="9271"/>
                </a:lnTo>
                <a:lnTo>
                  <a:pt x="16571" y="9053"/>
                </a:lnTo>
                <a:lnTo>
                  <a:pt x="16717" y="8931"/>
                </a:lnTo>
                <a:lnTo>
                  <a:pt x="16838" y="8785"/>
                </a:lnTo>
                <a:lnTo>
                  <a:pt x="16936" y="8615"/>
                </a:lnTo>
                <a:lnTo>
                  <a:pt x="17033" y="8444"/>
                </a:lnTo>
                <a:lnTo>
                  <a:pt x="17106" y="8274"/>
                </a:lnTo>
                <a:lnTo>
                  <a:pt x="17155" y="8079"/>
                </a:lnTo>
                <a:lnTo>
                  <a:pt x="17179" y="7885"/>
                </a:lnTo>
                <a:lnTo>
                  <a:pt x="17203" y="7690"/>
                </a:lnTo>
                <a:lnTo>
                  <a:pt x="17179" y="7447"/>
                </a:lnTo>
                <a:lnTo>
                  <a:pt x="17106" y="7252"/>
                </a:lnTo>
                <a:lnTo>
                  <a:pt x="17009" y="7057"/>
                </a:lnTo>
                <a:lnTo>
                  <a:pt x="16887" y="6887"/>
                </a:lnTo>
                <a:lnTo>
                  <a:pt x="16717" y="6741"/>
                </a:lnTo>
                <a:lnTo>
                  <a:pt x="16546" y="6619"/>
                </a:lnTo>
                <a:lnTo>
                  <a:pt x="16352" y="6498"/>
                </a:lnTo>
                <a:lnTo>
                  <a:pt x="16157" y="6400"/>
                </a:lnTo>
                <a:lnTo>
                  <a:pt x="15938" y="6303"/>
                </a:lnTo>
                <a:lnTo>
                  <a:pt x="15719" y="6206"/>
                </a:lnTo>
                <a:lnTo>
                  <a:pt x="15232" y="6084"/>
                </a:lnTo>
                <a:lnTo>
                  <a:pt x="14746" y="5987"/>
                </a:lnTo>
                <a:lnTo>
                  <a:pt x="14259" y="5938"/>
                </a:lnTo>
                <a:lnTo>
                  <a:pt x="13845" y="5889"/>
                </a:lnTo>
                <a:lnTo>
                  <a:pt x="13432" y="5865"/>
                </a:lnTo>
                <a:lnTo>
                  <a:pt x="12604" y="5841"/>
                </a:lnTo>
                <a:lnTo>
                  <a:pt x="11607" y="5841"/>
                </a:lnTo>
                <a:lnTo>
                  <a:pt x="11266" y="5865"/>
                </a:lnTo>
                <a:lnTo>
                  <a:pt x="11461" y="5354"/>
                </a:lnTo>
                <a:lnTo>
                  <a:pt x="11655" y="4843"/>
                </a:lnTo>
                <a:lnTo>
                  <a:pt x="11826" y="4308"/>
                </a:lnTo>
                <a:lnTo>
                  <a:pt x="11996" y="3797"/>
                </a:lnTo>
                <a:lnTo>
                  <a:pt x="12142" y="3261"/>
                </a:lnTo>
                <a:lnTo>
                  <a:pt x="12239" y="2726"/>
                </a:lnTo>
                <a:lnTo>
                  <a:pt x="12264" y="2458"/>
                </a:lnTo>
                <a:lnTo>
                  <a:pt x="12264" y="2191"/>
                </a:lnTo>
                <a:lnTo>
                  <a:pt x="12239" y="1899"/>
                </a:lnTo>
                <a:lnTo>
                  <a:pt x="12215" y="1631"/>
                </a:lnTo>
                <a:lnTo>
                  <a:pt x="12166" y="1412"/>
                </a:lnTo>
                <a:lnTo>
                  <a:pt x="12118" y="1217"/>
                </a:lnTo>
                <a:lnTo>
                  <a:pt x="12045" y="1023"/>
                </a:lnTo>
                <a:lnTo>
                  <a:pt x="11972" y="853"/>
                </a:lnTo>
                <a:lnTo>
                  <a:pt x="11850" y="682"/>
                </a:lnTo>
                <a:lnTo>
                  <a:pt x="11728" y="512"/>
                </a:lnTo>
                <a:lnTo>
                  <a:pt x="11582" y="366"/>
                </a:lnTo>
                <a:lnTo>
                  <a:pt x="11412" y="220"/>
                </a:lnTo>
                <a:lnTo>
                  <a:pt x="11266" y="147"/>
                </a:lnTo>
                <a:lnTo>
                  <a:pt x="11120" y="74"/>
                </a:lnTo>
                <a:lnTo>
                  <a:pt x="10925" y="25"/>
                </a:lnTo>
                <a:lnTo>
                  <a:pt x="10731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C78D8"/>
              </a:solidFill>
            </a:endParaRPr>
          </a:p>
        </p:txBody>
      </p:sp>
      <p:sp>
        <p:nvSpPr>
          <p:cNvPr id="755" name="Google Shape;755;p34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iar template">
  <a:themeElements>
    <a:clrScheme name="Custom 347">
      <a:dk1>
        <a:srgbClr val="3D4965"/>
      </a:dk1>
      <a:lt1>
        <a:srgbClr val="FFFFFF"/>
      </a:lt1>
      <a:dk2>
        <a:srgbClr val="1C4587"/>
      </a:dk2>
      <a:lt2>
        <a:srgbClr val="F3F3F3"/>
      </a:lt2>
      <a:accent1>
        <a:srgbClr val="3C78D8"/>
      </a:accent1>
      <a:accent2>
        <a:srgbClr val="89ABE6"/>
      </a:accent2>
      <a:accent3>
        <a:srgbClr val="8EA3C3"/>
      </a:accent3>
      <a:accent4>
        <a:srgbClr val="EFEFEF"/>
      </a:accent4>
      <a:accent5>
        <a:srgbClr val="D9D9D9"/>
      </a:accent5>
      <a:accent6>
        <a:srgbClr val="C9DAF8"/>
      </a:accent6>
      <a:hlink>
        <a:srgbClr val="3C78D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843</Words>
  <Application>Microsoft Office PowerPoint</Application>
  <PresentationFormat>Apresentação na tela (16:9)</PresentationFormat>
  <Paragraphs>142</Paragraphs>
  <Slides>41</Slides>
  <Notes>41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5" baseType="lpstr">
      <vt:lpstr>Arial</vt:lpstr>
      <vt:lpstr>Dosis</vt:lpstr>
      <vt:lpstr>Sniglet</vt:lpstr>
      <vt:lpstr>Friar template</vt:lpstr>
      <vt:lpstr>Álgebra Booleana</vt:lpstr>
      <vt:lpstr>HELLO!</vt:lpstr>
      <vt:lpstr>Álgebra Booleana</vt:lpstr>
      <vt:lpstr>Apresentação do PowerPoint</vt:lpstr>
      <vt:lpstr>Conceitos</vt:lpstr>
      <vt:lpstr>Conceitos</vt:lpstr>
      <vt:lpstr>Conceitos</vt:lpstr>
      <vt:lpstr>Portas Lógicas</vt:lpstr>
      <vt:lpstr>Porta Lógica NÃO (NOT) ou Complemento</vt:lpstr>
      <vt:lpstr>Porta Lógica NÃO (NOT) ou Complemento</vt:lpstr>
      <vt:lpstr>Porta Lógica NÃO (NOT) ou Complemento</vt:lpstr>
      <vt:lpstr>Porta Lógica E (AND)</vt:lpstr>
      <vt:lpstr>Porta Lógica E (AND)</vt:lpstr>
      <vt:lpstr>Porta Lógica E (AND)</vt:lpstr>
      <vt:lpstr>Porta Lógica OU (OR)</vt:lpstr>
      <vt:lpstr>Porta Lógica OU (OR)</vt:lpstr>
      <vt:lpstr>Porta Lógica OU (OR)</vt:lpstr>
      <vt:lpstr>Porta Lógica Não E (NAND)</vt:lpstr>
      <vt:lpstr>Porta Lógica Não E (NAND)</vt:lpstr>
      <vt:lpstr>Porta Lógica Não E (NAND)</vt:lpstr>
      <vt:lpstr>Porta Lógica Não OU (NOR)</vt:lpstr>
      <vt:lpstr>Porta Lógica Não OU (NOR)</vt:lpstr>
      <vt:lpstr>Porta Lógica Não OU (NOR)</vt:lpstr>
      <vt:lpstr>Porta Lógica OU EXCLUSIVO (XOR)</vt:lpstr>
      <vt:lpstr>Porta Lógica OU EXCLUSIVO (XOR)</vt:lpstr>
      <vt:lpstr>Porta Lógica OU EXCLUSIVO (XOR)</vt:lpstr>
      <vt:lpstr>Porta Lógica OU EXCLUSIVO (XOR)</vt:lpstr>
      <vt:lpstr>Apresentação do PowerPoint</vt:lpstr>
      <vt:lpstr>Apresentação do PowerPoint</vt:lpstr>
      <vt:lpstr>Apresentação do PowerPoint</vt:lpstr>
      <vt:lpstr>Conceitos</vt:lpstr>
      <vt:lpstr>Postulados</vt:lpstr>
      <vt:lpstr>Postulados</vt:lpstr>
      <vt:lpstr>Aplicação das Leis da Álgebra Booleana</vt:lpstr>
      <vt:lpstr>Exemplos</vt:lpstr>
      <vt:lpstr>Precedência</vt:lpstr>
      <vt:lpstr>Precedência</vt:lpstr>
      <vt:lpstr>Expressões Booleanas – Tabela Verdade - Precedência</vt:lpstr>
      <vt:lpstr>Expressões Booleanas – Tabela Verdade - Precedência</vt:lpstr>
      <vt:lpstr>Expressões Booleanas – Tabela Verdade - Precedência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03 - AB - Daniel Paiva</dc:title>
  <cp:keywords>Daniel Paiva</cp:keywords>
  <cp:lastModifiedBy>daniel</cp:lastModifiedBy>
  <cp:revision>174</cp:revision>
  <dcterms:modified xsi:type="dcterms:W3CDTF">2026-09-25T12:13:23Z</dcterms:modified>
</cp:coreProperties>
</file>