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Recapitular rápido: na Aula 06 vimos axiomas e simplificação algébrica passo a passo. Hoje ganhamos um atalho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K-map é o coração visual da aula — reservar bastante tempo para a turma desenhar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Provocar: e se a gente pudesse ver essa simplificação sem fazer conta nenhuma?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vez que se entende mintermo, montar o SOP de qualquer tabela-verdade vira mecânico.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x̄y vem da linha (0,1): x é 0 → x̄; y é 1 → y. xȳ vem da linha (1,0): x é 1 → x; y é 0 → 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oficial é K-map — abreviação que vamos usar no resto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cobre uma variável que 'sai' porque ela muda de valor dentro do grupo — só sobra a que fica fixa.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código Gray troca a ordem das duas colunas do meio — é a única mudança necessária.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 e y desaparecem porque os dois variam dentro do grupo — só z fica fixo em 1 em toda a região coberta.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4+ variáveis a topologia vira um torus — linhas também se tocam nas bordas, além das colunas.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checklist que a turma pode usar em qualquer K-map, de 2 a 5 variáveis.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extremo de propósito — deixa claro o efeito de tratar um X como 1 sem precisar de um mapa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preciso desenhar um K-map de 5 variáveis na aula — só deixar claro onde o método humano para de escalar.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frase final é literal: a próxima aula de conteúdo mostra o circuito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funciona como checklist mental: qual ferramenta puxar primeiro, dependendo da situação.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Diferente das aulas anteriores, aqui não há uma versão C# tão estabelecida quanto o SymPy em Python — vale mencionar isso com transparência.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de verdade: o resultado é x̄y + xz — uma boa checagem cruzada para quem quiser praticar mais K-maps em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exercício tem gabarito no slide seguinte — resolver antes de virar 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condições descrevem exatamente a tabela do slide 5 — a resposta deve soar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fórmula do exemplo do Slide 5 — o XOR é a operação que só é verdadeira quando as entradas diferem.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Dica se travar: NAND(x,y) = 1 - AND(x,y) — só há um zero no mapa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resultado que a De Morgan da Aula 06 — o K-map só chega lá visualmente, sem os passos algébricos.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m_i é o mintermo cujo índice, em binário, é (x,y,z) — m4=100, m5=101, m6=110, m7=111, m3=011.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célula x=0,yz=11 (m3) só se agrupa com x=1,yz=11 — não há outro grupo de tamanho 2 disponível para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desenhar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XOR é o exemplo clássico de função que o K-map não consegue reduzir — cada mintermo fica "sozinho".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da Aula 08 vem da própria frase de encerramento desta aula ('virar fios e portas de verdade na próxima aula de conteúdo') — não é inventado.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Tocci, Widmer e Moss entra pela primeira vez — referência clássica de sistemas digitais, muito focada em K-map com exemplos de circuito.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exatamente como fornecidos pelo professor — nenhuma URL foi inventada.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reforçando: cada grupo do K-map já é, literalmente, o desenho de uma porta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sympy.org/latest/modules/logic.html" TargetMode="External"/><Relationship Id="rId4" Type="http://schemas.openxmlformats.org/officeDocument/2006/relationships/hyperlink" Target="https://www.youtube.com/results?search_query=mapa+de+karnaugh+2+3+4+vari%C3%A1veis+exemplos" TargetMode="External"/><Relationship Id="rId5" Type="http://schemas.openxmlformats.org/officeDocument/2006/relationships/hyperlink" Target="https://www.youtube.com/results?search_query=dont+care+karnaugh+map+simplification" TargetMode="External"/><Relationship Id="rId1" Type="http://schemas.openxmlformats.org/officeDocument/2006/relationships/image" Target="../media/image-29-1.png"/><Relationship Id="rId3" Type="http://schemas.openxmlformats.org/officeDocument/2006/relationships/image" Target="../media/image-2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829800" y="-22860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07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e suas Aplicações — Parte 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mintermos a mapas de Karnaugh — simplificando fórmulas booleanas visualmente, sem álgebra passo a passo.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     K-map     don't care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15798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normal soma de produtos (SOP)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4688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tabela-verdade vira uma fórmula, de forma mecânica.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33756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483864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2918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de Karnaugh para simplificar visualmente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7947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grade onde a simplificação aparece a olho nu.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66344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809744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6177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 da simplificação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51206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literais, menos portas, menos custo de hardware.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COMEÇAR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paramos na Aula 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Vimos os axiomas booleanos e simplificamos expressões passo a passo, com álgebra pura.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554480" y="2286000"/>
            <a:ext cx="905256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5146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xy + x̄z + yz  =  xy + x̄z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3154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do consenso — vários passos de álgebra até chegar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224528"/>
            <a:ext cx="237744" cy="23774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4114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Hoje: a mesma simplificação, mas "vista" numa grade — sem escrever um único passo de álgebra.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TABELA-VERDADE À EXPRESSÃO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mintermo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mintermo é um produto (AND) que vale 1 em exatamente uma linha da tabela-verdade — usando a variável direta quando ela é 1, e complementada quando é 0.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514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1, y = 0, z = 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2971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E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mintermo: </a:t>
            </a:r>
            <a:pPr indent="0" marL="0">
              <a:buNone/>
            </a:pPr>
            <a:r>
              <a:rPr lang="en-US" sz="24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· ȳ · z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3F1FB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397764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soma de produtos (SOP) é a soma (OR) dos mintermos de todas as linhas em que a fórmula vale 1.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— CONSTRUINDO O SOP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XOR, como soma de produtos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 em (x=0, y=1) e (x=1, y=0), então: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420624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42062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x̄y + xȳ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esta fórmula — ela volta no desafio, mais adiante.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8376" y="143560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Mapas de Karnaugh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920240" y="361188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reorganização visual da tabela-verdade em que células adjacentes diferem em apenas uma variável — isso permite "ver" simplificações que, na álgebra pura, exigiriam vários passos.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K-MAP DE 2 VARIÁVEIS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Agrupando os 1s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f(x, y) = x + y (equivale a OR):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210312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148072" y="3593592"/>
            <a:ext cx="3419856" cy="1225296"/>
          </a:xfrm>
          <a:prstGeom prst="roundRect">
            <a:avLst>
              <a:gd name="adj" fmla="val 10448"/>
            </a:avLst>
          </a:prstGeom>
          <a:ln w="38100">
            <a:solidFill>
              <a:srgbClr val="6C4BC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93992" y="2496312"/>
            <a:ext cx="1773936" cy="2322576"/>
          </a:xfrm>
          <a:prstGeom prst="roundRect">
            <a:avLst>
              <a:gd name="adj" fmla="val 7216"/>
            </a:avLst>
          </a:prstGeom>
          <a:ln w="38100">
            <a:solidFill>
              <a:srgbClr val="141B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ctr"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x=1 → sobra x     </a:t>
            </a:r>
            <a:pPr algn="ctr" indent="0" marL="0">
              <a:buNone/>
            </a:pPr>
            <a:r>
              <a:rPr lang="en-US" sz="1400" b="1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ctr"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 y=1 → sobra 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grupos, somados, cobrem os três 1s: x + y.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K-MAP DE 3 VARIÁVEIS · ANTES DE MONTAR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código Gray, e não binário?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vizinhas no mapa precisam diferir em só uma variável — nem toda ordem garante isso.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binária normal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09548" y="251460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3F1FB"/>
          </a:solidFill>
          <a:ln/>
        </p:spPr>
      </p:sp>
      <p:sp>
        <p:nvSpPr>
          <p:cNvPr id="7" name="Text 5"/>
          <p:cNvSpPr/>
          <p:nvPr/>
        </p:nvSpPr>
        <p:spPr>
          <a:xfrm>
            <a:off x="1409548" y="25146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832708" y="251460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BE4E1"/>
          </a:solidFill>
          <a:ln w="19050">
            <a:solidFill>
              <a:srgbClr val="E55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32708" y="25146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3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55868" y="251460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BE4E1"/>
          </a:solidFill>
          <a:ln w="19050">
            <a:solidFill>
              <a:srgbClr val="E55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5868" y="25146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3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79028" y="251460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3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79028" y="25146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e 10 parecem vizinhas, mas diferem em 2 bits — a regra do K-map quebra aqui.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Gray (usado no K-map)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409548" y="429768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3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1409548" y="42976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832708" y="429768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3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3832708" y="42976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255868" y="429768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3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6255868" y="42976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679028" y="429768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F3F1FB"/>
          </a:solidFill>
          <a:ln/>
        </p:spPr>
      </p:sp>
      <p:sp>
        <p:nvSpPr>
          <p:cNvPr id="23" name="Text 21"/>
          <p:cNvSpPr/>
          <p:nvPr/>
        </p:nvSpPr>
        <p:spPr>
          <a:xfrm>
            <a:off x="8679028" y="42976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vizinho troca só 1 bit por vez — inclusive a volta de 10 para 00.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K-MAP DE 3 VARIÁVEIS · EXEMPLO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mintermos, um literal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Simplificar f(x, y, z) = x̄ȳz + x̄yz + xȳz + xyz: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205740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782312" y="2450592"/>
            <a:ext cx="2871216" cy="2048256"/>
          </a:xfrm>
          <a:prstGeom prst="roundRect">
            <a:avLst>
              <a:gd name="adj" fmla="val 6250"/>
            </a:avLst>
          </a:prstGeom>
          <a:ln w="38100">
            <a:solidFill>
              <a:srgbClr val="6C4BC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4544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cobre as colunas 01 e 11 (y varia, z é sempre 1) nas duas linhas de x (x também varia).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94560" y="5074920"/>
            <a:ext cx="7772400" cy="777240"/>
          </a:xfrm>
          <a:prstGeom prst="roundRect">
            <a:avLst>
              <a:gd name="adj" fmla="val 14118"/>
            </a:avLst>
          </a:prstGeom>
          <a:solidFill>
            <a:srgbClr val="141B41"/>
          </a:solidFill>
          <a:ln/>
        </p:spPr>
      </p:sp>
      <p:sp>
        <p:nvSpPr>
          <p:cNvPr id="9" name="Text 6"/>
          <p:cNvSpPr/>
          <p:nvPr/>
        </p:nvSpPr>
        <p:spPr>
          <a:xfrm>
            <a:off x="2194560" y="50749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z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mais simples que a soma de 4 mintermos original!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BORDAS DO MAPA SE TOCAM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Adjacência circular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K-map é topologicamente um cilindro: a última coluna é vizinha da primeira.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210312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410712" y="2496312"/>
            <a:ext cx="1499616" cy="2048256"/>
          </a:xfrm>
          <a:prstGeom prst="roundRect">
            <a:avLst>
              <a:gd name="adj" fmla="val 8537"/>
            </a:avLst>
          </a:prstGeom>
          <a:ln w="38100">
            <a:solidFill>
              <a:srgbClr val="E8B3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25512" y="2496312"/>
            <a:ext cx="1499616" cy="2048256"/>
          </a:xfrm>
          <a:prstGeom prst="roundRect">
            <a:avLst>
              <a:gd name="adj" fmla="val 8537"/>
            </a:avLst>
          </a:prstGeom>
          <a:ln w="38100">
            <a:solidFill>
              <a:srgbClr val="E8B32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4663440"/>
            <a:ext cx="502920" cy="502920"/>
          </a:xfrm>
          <a:prstGeom prst="ellipse">
            <a:avLst/>
          </a:prstGeom>
          <a:solidFill>
            <a:srgbClr val="E8B32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4745736"/>
            <a:ext cx="338328" cy="3383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5720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coluna 10 (última) é adjacente à coluna 00 (primeira) — elas diferem só em y (z fica em 0 nas duas). Vale testar esses agrupamentos "que dão a volta".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 prática de agrupamento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 1s adjacentes em blocos de 2ⁿ células (1, 2, 4, 8...).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3F1FB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035808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8892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os maiores blocos possíveis — menos literais na expressão final.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3F1FB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4133088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388620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variável desaparece do grupo se ela muda de valor dentro dele; as que não mudam formam o produto daquele grupo.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3F1FB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5230368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30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498348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(OR) os produtos de todos os grupos necessários para cobrir todos os 1s.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IMPORTA O VALOR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822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Condições "don't care"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15087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Às vezes uma combinação de entrada nunca acontece na prática (ex.: um sensor que não pode fisicamente registrar certos valores). Marcamos essas células com X e escolhemos livremente se elas "valem" 0 ou 1 — o que ajuda a formar grupos maiores.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260604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9A6B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DC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148072" y="2999232"/>
            <a:ext cx="3419856" cy="2231136"/>
          </a:xfrm>
          <a:prstGeom prst="roundRect">
            <a:avLst>
              <a:gd name="adj" fmla="val 5738"/>
            </a:avLst>
          </a:prstGeom>
          <a:ln w="38100">
            <a:solidFill>
              <a:srgbClr val="E8B32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ilustrativo: se aceitarmos X = 1, o mapa inteiro vira um único grupo — a expressão colapsa para a constante 1.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X só é usado a favor da simplificação; nunca é obrigatório cobri-lo.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ESCALANDO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877824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4 ou mais variáveis?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K-map cresce para 4×4 (16 células) com 4 variáveis, seguindo as mesmas regras — as linhas também passam a se tocar nas bordas, e a topologia vira um torus em vez de um cilindro.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1554480" y="2651760"/>
            <a:ext cx="9052560" cy="1005840"/>
          </a:xfrm>
          <a:prstGeom prst="roundRect">
            <a:avLst>
              <a:gd name="adj" fmla="val 10909"/>
            </a:avLst>
          </a:prstGeom>
          <a:solidFill>
            <a:srgbClr val="232C63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265176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5-6 variáveis, o K-map fica impraticável de desenhar à mão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aí que entram algoritmos como Quine-McCluskey e ferramentas de software — o assunto da próxima seção.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grade ao mundo real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37944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645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literais, menos portas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417320" y="2039112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literal a menos numa expressão simplificada é, em geral, uma porta lógica a menos no circuito final — menor custo, menor consumo, menor chance de falha.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63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20954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0175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industrial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17320" y="3410712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de projeto de chips fazem esse tipo de simplificação automaticamente, em escala de milhões de variáveis — o K-map é a versão "à mão" do mesmo princípio.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58114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43891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 do curso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417320" y="4782312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Veremos isso virar fios e portas de verdade na próxima aula de conteúdo.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OS DOIS MÉTODOS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 e K-map, lado a lado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43400"/>
                <a:gridCol w="4343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de produtos (SOP)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Mapa de Karnaugh (K-map)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 de partida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Tabela-verdade, linha por linha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mesma tabela, reorganizada em grade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simplifica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Álgebra: axiomas e teoremas, passo a passo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Visual: agrupar 1s adjacentes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Melhor para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Poucas variáveis ou provar uma equivalência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 4 variáveis, simplificar rápido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prático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Cresce em número de passos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Fica difícil de desenhar acima de 5-6 variáveis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prática, os dois se completam: SOP garante que nada se perde; K-map mostra onde cortar.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CONFERINDO COM CÓDIGO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18872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7520" y="135331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5146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se o K-map estiver errado?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103120" y="35204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uma forma de conferir uma simplificação feita à mão: bibliotecas de álgebra simbólica, que aplicam os mesmos axiomas automaticamente.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SYMPY · ÁLGEBRA SIMBÓLICA EM PYTHON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Conferindo uma simplificação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uma biblioteca de álgebra simbólica tão consolidada em C# quanto o SymPy em Python — por isso, só desta vez, o exemplo fica só em Python.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280160" y="2286000"/>
            <a:ext cx="9601200" cy="3291840"/>
          </a:xfrm>
          <a:prstGeom prst="roundRect">
            <a:avLst>
              <a:gd name="adj" fmla="val 3889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1536192" y="25054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5054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938528" y="25054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2194560" y="24460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conferindo_sympy.py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4323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72768" y="2971800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sympy </a:t>
            </a:r>
            <a:pPr indent="0" marL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572768" y="3300984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sympy.logic </a:t>
            </a:r>
            <a:pPr indent="0" marL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SOPform, simplify_logic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572768" y="363016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572768" y="3959352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x, y, z = symbols(</a:t>
            </a:r>
            <a:pPr indent="0" marL="0">
              <a:buNone/>
            </a:pPr>
            <a:r>
              <a:rPr lang="en-US" sz="1250" dirty="0">
                <a:solidFill>
                  <a:srgbClr val="9FE6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 y z"</a:t>
            </a:r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572768" y="4288536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572768" y="4617720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mintermos onde f(x,y,z) = 1, na ordem (x,y,z)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572768" y="4946904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expressao = SOPform([x, y, z], [[0,1,0], [0,1,1], [1,0,1], [1,1,1]])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572768" y="527608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print(simplify_logic(expressao))  </a:t>
            </a:r>
            <a:pPr indent="0" marL="0">
              <a:buNone/>
            </a:pPr>
            <a:r>
              <a:rPr lang="en-US" sz="125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confere se bate com o K-map feito à mão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montar SOP, dois K-maps e um desafio sobre o XOR.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soma de produtos de f(x, y) que vale 1 apenas quando x = 0 e y = 1, ou quando x = 1 e y = 0. Que operação lógica conhecida é essa?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0604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2788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SOP: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32461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_______________________________________________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7947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conhecida: _______________________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1463040" y="4937760"/>
            <a:ext cx="923544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8" name="Text 4"/>
          <p:cNvSpPr/>
          <p:nvPr/>
        </p:nvSpPr>
        <p:spPr>
          <a:xfrm>
            <a:off x="1783080" y="4937760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SOP: </a:t>
            </a:r>
            <a:pPr algn="ctr" indent="0" marL="0">
              <a:buNone/>
            </a:pPr>
            <a:r>
              <a:rPr lang="en-US" sz="22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x̄y + xȳ</a:t>
            </a:r>
            <a:pPr algn="ctr" indent="0" marL="0">
              <a:buNone/>
            </a:pPr>
            <a:r>
              <a:rPr lang="en-US" sz="22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→     </a:t>
            </a:r>
            <a:pPr algn="ctr" indent="0" marL="0">
              <a:buNone/>
            </a:pPr>
            <a:r>
              <a:rPr lang="en-US" sz="22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XOR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K-map de 2 variáveis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o K-map de f(x, y) = (xy)‾ (NAND) e simplifique visualmente, se possível.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2468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as células com os valores de NAND(x,y) antes de procurar os grupos.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K-map de 2 variáveis</a:t>
            </a:r>
            <a:endParaRPr lang="en-US" sz="2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92024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148072" y="2313432"/>
            <a:ext cx="3419856" cy="1133856"/>
          </a:xfrm>
          <a:prstGeom prst="roundRect">
            <a:avLst>
              <a:gd name="adj" fmla="val 11290"/>
            </a:avLst>
          </a:prstGeom>
          <a:ln w="38100">
            <a:solidFill>
              <a:srgbClr val="6C4BC1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148072" y="2313432"/>
            <a:ext cx="1773936" cy="2139696"/>
          </a:xfrm>
          <a:prstGeom prst="roundRect">
            <a:avLst>
              <a:gd name="adj" fmla="val 7216"/>
            </a:avLst>
          </a:prstGeom>
          <a:ln w="38100">
            <a:solidFill>
              <a:srgbClr val="141B4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663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ctr"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x=0 → x̄     </a:t>
            </a:r>
            <a:pPr algn="ctr" indent="0" marL="0">
              <a:buNone/>
            </a:pPr>
            <a:r>
              <a:rPr lang="en-US" sz="1350" b="1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ctr"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 y=0 → ȳ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2194560" y="5166360"/>
            <a:ext cx="7772400" cy="777240"/>
          </a:xfrm>
          <a:prstGeom prst="roundRect">
            <a:avLst>
              <a:gd name="adj" fmla="val 14118"/>
            </a:avLst>
          </a:prstGeom>
          <a:solidFill>
            <a:srgbClr val="141B41"/>
          </a:solidFill>
          <a:ln/>
        </p:spPr>
      </p:sp>
      <p:sp>
        <p:nvSpPr>
          <p:cNvPr id="11" name="Text 7"/>
          <p:cNvSpPr/>
          <p:nvPr/>
        </p:nvSpPr>
        <p:spPr>
          <a:xfrm>
            <a:off x="2194560" y="5166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NAND(x,y) = x̄ + ȳ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K-map de 3 variáveis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o K-map de f(x, y, z) que vale 1 nos mintermos m3, m4, m5, m6, m7 — ou seja, (x,y,z) = (0,1,1), (1,0,0), (1,0,1), (1,1,0) e (1,1,1) — e 0 nas demais. Encontre a expressão simplificada.</a:t>
            </a:r>
            <a:endParaRPr lang="en-US" sz="13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278892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o exemplo da aula (Slide 9) depois de preencher.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K-map de 3 variáveis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178308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3410712" y="3090672"/>
            <a:ext cx="5614416" cy="1042416"/>
          </a:xfrm>
          <a:prstGeom prst="roundRect">
            <a:avLst>
              <a:gd name="adj" fmla="val 12281"/>
            </a:avLst>
          </a:prstGeom>
          <a:ln w="38100">
            <a:solidFill>
              <a:srgbClr val="6C4BC1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153912" y="2176272"/>
            <a:ext cx="1499616" cy="1956816"/>
          </a:xfrm>
          <a:prstGeom prst="roundRect">
            <a:avLst>
              <a:gd name="adj" fmla="val 8537"/>
            </a:avLst>
          </a:prstGeom>
          <a:ln w="38100">
            <a:solidFill>
              <a:srgbClr val="141B4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ctr"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x=1 → x     </a:t>
            </a:r>
            <a:pPr algn="ctr" indent="0" marL="0">
              <a:buNone/>
            </a:pPr>
            <a:r>
              <a:rPr lang="en-US" sz="1350" b="1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ctr"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 11 → yz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2194560" y="4663440"/>
            <a:ext cx="7772400" cy="777240"/>
          </a:xfrm>
          <a:prstGeom prst="roundRect">
            <a:avLst>
              <a:gd name="adj" fmla="val 14118"/>
            </a:avLst>
          </a:prstGeom>
          <a:solidFill>
            <a:srgbClr val="141B41"/>
          </a:solidFill>
          <a:ln/>
        </p:spPr>
      </p:sp>
      <p:sp>
        <p:nvSpPr>
          <p:cNvPr id="11" name="Text 7"/>
          <p:cNvSpPr/>
          <p:nvPr/>
        </p:nvSpPr>
        <p:spPr>
          <a:xfrm>
            <a:off x="2194560" y="46634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x + yz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mintermos viraram 2 termos — mais rico que o exemplo da aula, que virou um literal só.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XOR contra-ataca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Pegue a expressão original do XOR (x̄y + xȳ) e tente simplificá-la com um K-map de 2 variáveis. O que acontece? Por que o XOR é "resistente" à simplificação por agrupamento?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260604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o mapa e procure dois 1s adjacentes — eles existem?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XOR contra-ataca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E93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\ 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=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44348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1s ficam em cantos opostos (diagonal) — cada um só tem 0s como vizinhos. Não existe bloco de tamanho 2 (nem maior) para nenhum dos dois.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1554480" y="5257800"/>
            <a:ext cx="9052560" cy="868680"/>
          </a:xfrm>
          <a:prstGeom prst="roundRect">
            <a:avLst>
              <a:gd name="adj" fmla="val 12632"/>
            </a:avLst>
          </a:prstGeom>
          <a:solidFill>
            <a:srgbClr val="232C63"/>
          </a:solidFill>
          <a:ln/>
        </p:spPr>
      </p:sp>
      <p:sp>
        <p:nvSpPr>
          <p:cNvPr id="9" name="Text 5"/>
          <p:cNvSpPr/>
          <p:nvPr/>
        </p:nvSpPr>
        <p:spPr>
          <a:xfrm>
            <a:off x="1828800" y="525780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 permanece a forma mais simples: x̄y + xȳ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389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— Parte 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3118104"/>
            <a:ext cx="804672" cy="8046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27448" y="4526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— Parte 2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795528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lógicos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simplificar no papel e na grade, a Aula 08 mostra tudo isso virando fios e portas de verdade.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IDOETA, I. V.; CAPUANO, F. G.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96112" y="374904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Eletrônica Digital. Érica — cap. Mapas de Karnaugh.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TOCCI, R. J.; WIDMER, N. S.; MOSS, G. L.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36008" y="374904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Digitais: princípios e aplicações. Pearson — simplificação por mapa de Karnaugh.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375904" y="374904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Álgebra Booleana (formas normais e simplificação).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SymPy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sympy.logic — simplificação simbólica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SOPform e simplify_logic.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Mapas de Karnaugh — 2, 3 e 4 variáveis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exemplos passo a passo.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Condições "don't care"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em mapas de Karnaugh.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lógicos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mapa de Karnaugh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fios e portas de verdade.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a regra prática de agrupamento — é exatamente o roteiro que vamos seguir para desenhar circuitos com menos portas.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07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2026-08-05T12:40:42Z</dcterms:created>
  <dcterms:modified xsi:type="dcterms:W3CDTF">2026-08-05T12:40:42Z</dcterms:modified>
</cp:coreProperties>
</file>