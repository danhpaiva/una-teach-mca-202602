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78" r:id="rId6"/>
    <p:sldId id="340" r:id="rId7"/>
    <p:sldId id="341" r:id="rId8"/>
    <p:sldId id="326" r:id="rId9"/>
    <p:sldId id="307" r:id="rId10"/>
    <p:sldId id="333" r:id="rId11"/>
    <p:sldId id="342" r:id="rId12"/>
    <p:sldId id="334" r:id="rId13"/>
    <p:sldId id="335" r:id="rId14"/>
    <p:sldId id="336" r:id="rId15"/>
    <p:sldId id="337" r:id="rId16"/>
    <p:sldId id="338" r:id="rId17"/>
    <p:sldId id="339" r:id="rId18"/>
    <p:sldId id="348" r:id="rId19"/>
    <p:sldId id="349" r:id="rId20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7777D35-62E0-4ADA-A544-0FF8CE93EFA3}" type="datetime1">
              <a:rPr lang="pt-BR" noProof="1" smtClean="0"/>
              <a:t>03/09/2026</a:t>
            </a:fld>
            <a:endParaRPr lang="pt-BR" noProof="1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pt-BR" noProof="1" dirty="0" smtClean="0"/>
              <a:t>‹nº›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0F727BD-530A-46F6-89AA-0169182CFF12}" type="datetime1">
              <a:rPr lang="pt-BR" noProof="1" smtClean="0"/>
              <a:t>03/09/2026</a:t>
            </a:fld>
            <a:endParaRPr lang="pt-BR" noProof="1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1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pt-BR" noProof="1" dirty="0" smtClean="0"/>
              <a:t>‹nº›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pt-BR" noProof="1" smtClean="0"/>
              <a:t>1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pt-BR" noProof="1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58BA592B-0EA4-40D4-A1E4-71971A215A20}" type="datetime1">
              <a:rPr lang="pt-BR" noProof="1" smtClean="0"/>
              <a:t>03/09/2026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AEA189-6A12-46BC-8D40-4AE493F46DA7}" type="datetime1">
              <a:rPr lang="pt-BR" noProof="1" smtClean="0"/>
              <a:t>03/09/2026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9CDA04-3929-4D47-933D-1E3D28969575}" type="datetime1">
              <a:rPr lang="pt-BR" noProof="1" smtClean="0"/>
              <a:t>03/09/2026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7F04DB-A7C8-4A03-A390-FF466E07A079}" type="datetime1">
              <a:rPr lang="pt-BR" noProof="1" smtClean="0"/>
              <a:t>03/09/2026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 noProof="1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B593EC-2F08-44C6-ABE6-DDD998346E60}" type="datetime1">
              <a:rPr lang="pt-BR" noProof="1" smtClean="0"/>
              <a:t>03/09/2026</a:t>
            </a:fld>
            <a:endParaRPr lang="pt-BR" noProof="1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5D5DED-087C-4044-A01E-71A37BA13494}" type="datetime1">
              <a:rPr lang="pt-BR" noProof="1" smtClean="0"/>
              <a:t>03/09/2026</a:t>
            </a:fld>
            <a:endParaRPr lang="pt-BR" noProof="1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8423E9-1DB6-4230-88B5-F7BE0B79B8DA}" type="datetime1">
              <a:rPr lang="pt-BR" noProof="1" smtClean="0"/>
              <a:t>03/09/2026</a:t>
            </a:fld>
            <a:endParaRPr lang="pt-BR" noProof="1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pt-BR" noProof="1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E18BF6-C54B-4774-B74E-64B13634CEBD}" type="datetime1">
              <a:rPr lang="pt-BR" noProof="1" smtClean="0"/>
              <a:t>03/09/2026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1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66459E-9F7E-4AD8-ABE1-A057363D4744}" type="datetime1">
              <a:rPr lang="pt-BR" noProof="1" smtClean="0"/>
              <a:t>03/09/2026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D014EE-1076-4685-AE78-7B1C143CD568}" type="datetime1">
              <a:rPr lang="pt-BR" noProof="1" smtClean="0"/>
              <a:t>03/09/2026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238825-B43B-4B14-B624-1C85BDF721B5}" type="datetime1">
              <a:rPr lang="pt-BR" noProof="1" smtClean="0"/>
              <a:t>03/09/2026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7" name="Conector reto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8071EC9B-CAF5-4D8C-962A-CE3A64DB1FC2}" type="datetime1">
              <a:rPr lang="pt-BR" noProof="1" smtClean="0"/>
              <a:t>03/09/2026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pt-BR" noProof="1" dirty="0" smtClean="0"/>
              <a:pPr rtl="0"/>
              <a:t>‹nº›</a:t>
            </a:fld>
            <a:endParaRPr lang="pt-BR" noProof="1"/>
          </a:p>
        </p:txBody>
      </p:sp>
      <p:cxnSp>
        <p:nvCxnSpPr>
          <p:cNvPr id="7" name="Conector reto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1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tângulo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/>
          </a:bodyPr>
          <a:lstStyle/>
          <a:p>
            <a:pPr algn="l"/>
            <a:r>
              <a:rPr lang="pt-BR" noProof="1">
                <a:solidFill>
                  <a:srgbClr val="FFFFFF"/>
                </a:solidFill>
              </a:rPr>
              <a:t>Estrutura Sequencial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666480"/>
            <a:ext cx="7501650" cy="900485"/>
          </a:xfrm>
        </p:spPr>
        <p:txBody>
          <a:bodyPr rtlCol="0" anchor="t">
            <a:normAutofit lnSpcReduction="10000"/>
          </a:bodyPr>
          <a:lstStyle/>
          <a:p>
            <a:pPr rtl="0"/>
            <a:r>
              <a:rPr lang="pt-BR" noProof="1">
                <a:solidFill>
                  <a:srgbClr val="FFFFFF"/>
                </a:solidFill>
              </a:rPr>
              <a:t>Matematica Computacional Aplicada</a:t>
            </a:r>
          </a:p>
          <a:p>
            <a:pPr rtl="0"/>
            <a:r>
              <a:rPr lang="pt-BR" noProof="1">
                <a:solidFill>
                  <a:srgbClr val="FFFFFF"/>
                </a:solidFill>
              </a:rPr>
              <a:t>Lógica e Algoritmos</a:t>
            </a:r>
            <a:br>
              <a:rPr lang="pt-BR" noProof="1">
                <a:solidFill>
                  <a:srgbClr val="FFFFFF"/>
                </a:solidFill>
              </a:rPr>
            </a:br>
            <a:r>
              <a:rPr lang="pt-BR" noProof="1">
                <a:solidFill>
                  <a:srgbClr val="FFFFFF"/>
                </a:solidFill>
              </a:rPr>
              <a:t>Daniel Henrique Matos de Paiva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D5D4B85A-CF2A-F3F1-A35F-75BEFCD98C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10999" y="19564"/>
            <a:ext cx="2144880" cy="2144880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518D2D6-5C60-5956-4E4A-48D7F8F7AF9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/>
          <a:stretch/>
        </p:blipFill>
        <p:spPr>
          <a:xfrm>
            <a:off x="2771775" y="104775"/>
            <a:ext cx="6648450" cy="6648450"/>
          </a:xfr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329778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E6240-61C4-C76C-4C6C-820CCA363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best Programadores memes :) Memedroid">
            <a:extLst>
              <a:ext uri="{FF2B5EF4-FFF2-40B4-BE49-F238E27FC236}">
                <a16:creationId xmlns:a16="http://schemas.microsoft.com/office/drawing/2014/main" id="{78A2EBAE-46F8-E05A-B3F2-451849F5C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456" y="119034"/>
            <a:ext cx="6967088" cy="6619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357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8D3C1-A067-FEDE-E10C-E1EC65B8A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rátis: programação meme - Material Claro e Objetivo em PDF para Estudo  Rápido">
            <a:extLst>
              <a:ext uri="{FF2B5EF4-FFF2-40B4-BE49-F238E27FC236}">
                <a16:creationId xmlns:a16="http://schemas.microsoft.com/office/drawing/2014/main" id="{F40A65E4-3A77-2FFA-FC17-4B9566D6E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0"/>
            <a:ext cx="7620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9088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7CEAE-84AC-F42A-057C-D11602673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D32745D-A5BA-BFA2-1E55-1CBCDA89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Aritméticos</a:t>
            </a:r>
          </a:p>
        </p:txBody>
      </p:sp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3BC5D509-F41D-53FA-0B31-071F544793E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6658" b="16658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2EAA392A-DCFD-3843-254D-ED5085828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9147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4645D-27DF-19C9-6BE3-5B11D1588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0BD4D-98BD-97B6-ABAE-960EDAD2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266C91-195E-4A06-908B-3823A64C5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5000" dirty="0"/>
              <a:t>Usados na realização de </a:t>
            </a:r>
            <a:r>
              <a:rPr lang="pt-BR" sz="5000" b="1" dirty="0">
                <a:solidFill>
                  <a:srgbClr val="7030A0"/>
                </a:solidFill>
              </a:rPr>
              <a:t>cálculos aritméticos simples</a:t>
            </a:r>
            <a:r>
              <a:rPr lang="pt-BR" sz="5000" dirty="0"/>
              <a:t>, usando as quatro operações básicas da matemática mais operações como o módulo.</a:t>
            </a:r>
          </a:p>
        </p:txBody>
      </p:sp>
    </p:spTree>
    <p:extLst>
      <p:ext uri="{BB962C8B-B14F-4D97-AF65-F5344CB8AC3E}">
        <p14:creationId xmlns:p14="http://schemas.microsoft.com/office/powerpoint/2010/main" val="727140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7B1F4-E431-F466-D2C4-901ADB8E1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623DDFBA-EF55-3E40-17EF-42E49E6A4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00" y="0"/>
            <a:ext cx="11677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71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D7C11-0628-FF0E-4B48-5278DC8D8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FD7632F-FB1A-7A2B-9265-C5AA246CB3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7400" y="430083"/>
            <a:ext cx="11677200" cy="599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721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355CC-8725-F014-E969-74E1C4F0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737209-E3FE-700D-1279-75E13CF0CB7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633538" y="652463"/>
            <a:ext cx="10558462" cy="56562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		</a:t>
            </a:r>
            <a:r>
              <a:rPr lang="pl-PL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x = 2 * 3</a:t>
            </a:r>
          </a:p>
          <a:p>
            <a:pPr marL="0" indent="0">
              <a:buNone/>
            </a:pPr>
            <a:r>
              <a:rPr lang="pl-PL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		y = 5 * 2 * 2</a:t>
            </a:r>
          </a:p>
          <a:p>
            <a:pPr marL="0" indent="0">
              <a:buNone/>
            </a:pPr>
            <a:r>
              <a:rPr lang="pl-PL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		z = 4 % 2</a:t>
            </a:r>
          </a:p>
          <a:p>
            <a:pPr marL="0" indent="0">
              <a:buNone/>
            </a:pPr>
            <a:r>
              <a:rPr lang="pl-PL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		w = 8 / 4</a:t>
            </a:r>
          </a:p>
          <a:p>
            <a:pPr marL="0" indent="0">
              <a:buNone/>
            </a:pPr>
            <a:r>
              <a:rPr lang="pl-PL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		k = 7 / 2</a:t>
            </a:r>
          </a:p>
          <a:p>
            <a:pPr marL="0" indent="0">
              <a:buNone/>
            </a:pPr>
            <a:r>
              <a:rPr lang="pl-PL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		m = w + x * 3</a:t>
            </a:r>
          </a:p>
          <a:p>
            <a:pPr marL="0" indent="0">
              <a:buNone/>
            </a:pPr>
            <a:r>
              <a:rPr lang="pl-PL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		n = (m - k) / 2.0</a:t>
            </a:r>
            <a:endParaRPr lang="pt-BR" sz="45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112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A2741-B6DE-6D6D-40C3-5CCF58C5B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3814DE8B-57C6-075C-4A3B-7BD5B085A8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328" y="0"/>
            <a:ext cx="109053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9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18F75-3E8F-57F4-A1EC-F5FDBE284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D4AC7206-6082-60CC-3BE4-70D5AEDD53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298" y="97366"/>
            <a:ext cx="11977404" cy="666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868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303BA-F990-1BFB-0EAC-9C27714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622292-6C87-B2E6-C916-8822E69A9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6D0029-16CA-9D56-6196-4B89A10EA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Faça um programa que peça três números.</a:t>
            </a:r>
            <a:br>
              <a:rPr lang="pt-BR" sz="4500" dirty="0"/>
            </a:br>
            <a:r>
              <a:rPr lang="pt-BR" sz="4500" dirty="0"/>
              <a:t>Calcule a média aritmética deles.</a:t>
            </a:r>
          </a:p>
        </p:txBody>
      </p:sp>
    </p:spTree>
    <p:extLst>
      <p:ext uri="{BB962C8B-B14F-4D97-AF65-F5344CB8AC3E}">
        <p14:creationId xmlns:p14="http://schemas.microsoft.com/office/powerpoint/2010/main" val="2849789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F60D6-1FBE-11BE-79BC-242FA486B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BFB066B4-2E87-5F2D-6B6F-86E063F390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208" y="243491"/>
            <a:ext cx="12163584" cy="637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774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DBA14-5931-9A9F-3A8A-26F691531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5C3AC108-637B-077E-03ED-4CD89A2AC5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298" y="892034"/>
            <a:ext cx="11977404" cy="507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092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14094-2314-F027-D812-CE0BB61D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2B9A96E3-41CA-E773-8A3B-394EB6F4D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707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1E65D1-4A08-6C5B-257D-963544828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3183147"/>
            <a:ext cx="5230023" cy="2027208"/>
          </a:xfrm>
        </p:spPr>
        <p:txBody>
          <a:bodyPr>
            <a:normAutofit lnSpcReduction="10000"/>
          </a:bodyPr>
          <a:lstStyle/>
          <a:p>
            <a:pPr algn="ctr"/>
            <a:r>
              <a:rPr lang="pt-BR" sz="3200" dirty="0"/>
              <a:t>Realizar todas os exercícios propostos;</a:t>
            </a:r>
          </a:p>
          <a:p>
            <a:pPr algn="ctr"/>
            <a:r>
              <a:rPr lang="pt-BR" sz="3200" dirty="0"/>
              <a:t>Enviar no prazo estabelecido;</a:t>
            </a:r>
          </a:p>
          <a:p>
            <a:pPr algn="ctr"/>
            <a:r>
              <a:rPr lang="pt-BR" sz="3200" b="1" dirty="0">
                <a:solidFill>
                  <a:srgbClr val="FF0000"/>
                </a:solidFill>
              </a:rPr>
              <a:t>Sempre informar Nome e RA.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A57BB52-0F69-EF2A-162C-D7DB86D2C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224" y="621977"/>
            <a:ext cx="3648648" cy="1800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CA57334-6671-ACD1-F797-AA451095A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638" y="2936751"/>
            <a:ext cx="431156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7646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3863_TF22378848.potx" id="{53269024-24FC-4B17-B3AE-3D7549CE191E}" vid="{01B4D491-F3F2-4E5D-94E6-F1FCB1EFD3D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purl.org/dc/elements/1.1/"/>
    <ds:schemaRef ds:uri="71af3243-3dd4-4a8d-8c0d-dd76da1f02a5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integral</Template>
  <TotalTime>443</TotalTime>
  <Words>132</Words>
  <Application>Microsoft Office PowerPoint</Application>
  <PresentationFormat>Widescreen</PresentationFormat>
  <Paragraphs>20</Paragraphs>
  <Slides>16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Calibri</vt:lpstr>
      <vt:lpstr>Cascadia Code</vt:lpstr>
      <vt:lpstr>Tw Cen MT</vt:lpstr>
      <vt:lpstr>Tw Cen MT Condensed</vt:lpstr>
      <vt:lpstr>Wingdings 3</vt:lpstr>
      <vt:lpstr>Integral</vt:lpstr>
      <vt:lpstr>Estrutura Sequencial</vt:lpstr>
      <vt:lpstr>Apresentação do PowerPoint</vt:lpstr>
      <vt:lpstr>Apresentação do PowerPoint</vt:lpstr>
      <vt:lpstr>Apresentação do PowerPoint</vt:lpstr>
      <vt:lpstr>Operadores Aritméticos</vt:lpstr>
      <vt:lpstr>Conceito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Exercício</vt:lpstr>
      <vt:lpstr>Apresentação do PowerPoint</vt:lpstr>
      <vt:lpstr>Apresentação do PowerPoint</vt:lpstr>
      <vt:lpstr>Apresentação do PowerPoint</vt:lpstr>
      <vt:lpstr>Lista de 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 Sequencial - Daniel Paiva</dc:title>
  <dc:creator>Admin</dc:creator>
  <cp:keywords>Daniel Paiva</cp:keywords>
  <cp:lastModifiedBy>daniel</cp:lastModifiedBy>
  <cp:revision>91</cp:revision>
  <dcterms:created xsi:type="dcterms:W3CDTF">2023-02-26T16:03:57Z</dcterms:created>
  <dcterms:modified xsi:type="dcterms:W3CDTF">2026-09-03T21:48:34Z</dcterms:modified>
  <cp:category>TI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