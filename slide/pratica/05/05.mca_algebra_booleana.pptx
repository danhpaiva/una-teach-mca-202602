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3"/>
  </p:notesMasterIdLst>
  <p:sldIdLst>
    <p:sldId id="256" r:id="rId2"/>
    <p:sldId id="259" r:id="rId3"/>
    <p:sldId id="260" r:id="rId4"/>
    <p:sldId id="261" r:id="rId5"/>
    <p:sldId id="332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62" r:id="rId21"/>
    <p:sldId id="278" r:id="rId2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Dosis" panose="020F0502020204030204" pitchFamily="2" charset="0"/>
      <p:regular r:id="rId25"/>
      <p:bold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Sniglet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A78245-F04A-4819-98CB-A0784EEE9882}">
  <a:tblStyle styleId="{0FA78245-F04A-4819-98CB-A0784EEE98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0B4C3CC-C3A9-4D13-B8F7-F7B8FBA7BB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1253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Dificuldade recrutador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6906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3909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098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1140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6843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2583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2122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037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095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757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610EB35-A772-9405-E7B3-75F39E4E1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>
            <a:extLst>
              <a:ext uri="{FF2B5EF4-FFF2-40B4-BE49-F238E27FC236}">
                <a16:creationId xmlns:a16="http://schemas.microsoft.com/office/drawing/2014/main" id="{FC266E7F-1C87-5B85-62D3-D9D697B58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>
            <a:extLst>
              <a:ext uri="{FF2B5EF4-FFF2-40B4-BE49-F238E27FC236}">
                <a16:creationId xmlns:a16="http://schemas.microsoft.com/office/drawing/2014/main" id="{1C0A4234-00F8-54C7-DFF1-9622C7B747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37660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FD116038-B763-58BE-A4A6-9D214065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>
            <a:extLst>
              <a:ext uri="{FF2B5EF4-FFF2-40B4-BE49-F238E27FC236}">
                <a16:creationId xmlns:a16="http://schemas.microsoft.com/office/drawing/2014/main" id="{332CE655-5F00-196C-5FD1-84BC50D5EC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>
            <a:extLst>
              <a:ext uri="{FF2B5EF4-FFF2-40B4-BE49-F238E27FC236}">
                <a16:creationId xmlns:a16="http://schemas.microsoft.com/office/drawing/2014/main" id="{5C295869-74FE-E2FA-3BC6-89708C38D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025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C73A95BB-F772-8EF4-E03F-3FFC8A4E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>
            <a:extLst>
              <a:ext uri="{FF2B5EF4-FFF2-40B4-BE49-F238E27FC236}">
                <a16:creationId xmlns:a16="http://schemas.microsoft.com/office/drawing/2014/main" id="{5EA35184-3756-7478-671D-13354A19C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>
            <a:extLst>
              <a:ext uri="{FF2B5EF4-FFF2-40B4-BE49-F238E27FC236}">
                <a16:creationId xmlns:a16="http://schemas.microsoft.com/office/drawing/2014/main" id="{3FD16A0C-E4D6-A6D3-A3D5-3ABAABC05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88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5EC863AD-AB92-22F5-8A70-8ED722660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>
            <a:extLst>
              <a:ext uri="{FF2B5EF4-FFF2-40B4-BE49-F238E27FC236}">
                <a16:creationId xmlns:a16="http://schemas.microsoft.com/office/drawing/2014/main" id="{86245936-3EF5-164A-5953-E123B3436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>
            <a:extLst>
              <a:ext uri="{FF2B5EF4-FFF2-40B4-BE49-F238E27FC236}">
                <a16:creationId xmlns:a16="http://schemas.microsoft.com/office/drawing/2014/main" id="{BCB74EF1-13BE-D7D1-1066-3B40707C8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35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566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>
            <a:spLocks noGrp="1"/>
          </p:cNvSpPr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723692" y="4220091"/>
            <a:ext cx="794875" cy="985737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-58319" y="3053287"/>
            <a:ext cx="782014" cy="890356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4025101" y="3422420"/>
            <a:ext cx="370865" cy="809588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3078045" y="3128354"/>
            <a:ext cx="730671" cy="895811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5401648" y="3285712"/>
            <a:ext cx="805934" cy="75083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8364459" y="3346843"/>
            <a:ext cx="873792" cy="600260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51116" y="3125540"/>
            <a:ext cx="657208" cy="679227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4419881" y="3994834"/>
            <a:ext cx="919681" cy="950908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2644912" y="4036538"/>
            <a:ext cx="890356" cy="706800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2116542" y="3186156"/>
            <a:ext cx="829755" cy="78016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1347361" y="3186147"/>
            <a:ext cx="599146" cy="706812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2681615" y="4813558"/>
            <a:ext cx="816944" cy="313967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7146421" y="4508764"/>
            <a:ext cx="1040884" cy="730620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7146430" y="3104432"/>
            <a:ext cx="684732" cy="721463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5262207" y="4729516"/>
            <a:ext cx="525046" cy="372666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8376372" y="4729061"/>
            <a:ext cx="508532" cy="324976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3808716" y="4429326"/>
            <a:ext cx="570935" cy="567282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7975391" y="3053272"/>
            <a:ext cx="541560" cy="67927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1570785" y="4028295"/>
            <a:ext cx="734324" cy="723314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247060" y="4094875"/>
            <a:ext cx="275434" cy="244207"/>
          </a:xfrm>
          <a:custGeom>
            <a:avLst/>
            <a:gdLst/>
            <a:ahLst/>
            <a:cxnLst/>
            <a:rect l="l" t="t" r="r" b="b"/>
            <a:pathLst>
              <a:path w="5504" h="4880" extrusionOk="0">
                <a:moveTo>
                  <a:pt x="5173" y="0"/>
                </a:moveTo>
                <a:lnTo>
                  <a:pt x="5063" y="37"/>
                </a:lnTo>
                <a:lnTo>
                  <a:pt x="4990" y="110"/>
                </a:lnTo>
                <a:lnTo>
                  <a:pt x="4770" y="404"/>
                </a:lnTo>
                <a:lnTo>
                  <a:pt x="4513" y="624"/>
                </a:lnTo>
                <a:lnTo>
                  <a:pt x="4219" y="844"/>
                </a:lnTo>
                <a:lnTo>
                  <a:pt x="3926" y="991"/>
                </a:lnTo>
                <a:lnTo>
                  <a:pt x="3742" y="1064"/>
                </a:lnTo>
                <a:lnTo>
                  <a:pt x="3559" y="1101"/>
                </a:lnTo>
                <a:lnTo>
                  <a:pt x="3229" y="1101"/>
                </a:lnTo>
                <a:lnTo>
                  <a:pt x="2862" y="1028"/>
                </a:lnTo>
                <a:lnTo>
                  <a:pt x="2532" y="917"/>
                </a:lnTo>
                <a:lnTo>
                  <a:pt x="2239" y="807"/>
                </a:lnTo>
                <a:lnTo>
                  <a:pt x="1908" y="734"/>
                </a:lnTo>
                <a:lnTo>
                  <a:pt x="1578" y="661"/>
                </a:lnTo>
                <a:lnTo>
                  <a:pt x="1248" y="624"/>
                </a:lnTo>
                <a:lnTo>
                  <a:pt x="918" y="661"/>
                </a:lnTo>
                <a:lnTo>
                  <a:pt x="625" y="771"/>
                </a:lnTo>
                <a:lnTo>
                  <a:pt x="478" y="844"/>
                </a:lnTo>
                <a:lnTo>
                  <a:pt x="368" y="954"/>
                </a:lnTo>
                <a:lnTo>
                  <a:pt x="258" y="1064"/>
                </a:lnTo>
                <a:lnTo>
                  <a:pt x="148" y="1211"/>
                </a:lnTo>
                <a:lnTo>
                  <a:pt x="111" y="1284"/>
                </a:lnTo>
                <a:lnTo>
                  <a:pt x="111" y="1321"/>
                </a:lnTo>
                <a:lnTo>
                  <a:pt x="148" y="1431"/>
                </a:lnTo>
                <a:lnTo>
                  <a:pt x="258" y="1468"/>
                </a:lnTo>
                <a:lnTo>
                  <a:pt x="368" y="1468"/>
                </a:lnTo>
                <a:lnTo>
                  <a:pt x="698" y="1284"/>
                </a:lnTo>
                <a:lnTo>
                  <a:pt x="1028" y="1174"/>
                </a:lnTo>
                <a:lnTo>
                  <a:pt x="1028" y="2531"/>
                </a:lnTo>
                <a:lnTo>
                  <a:pt x="955" y="3228"/>
                </a:lnTo>
                <a:lnTo>
                  <a:pt x="881" y="3925"/>
                </a:lnTo>
                <a:lnTo>
                  <a:pt x="698" y="3852"/>
                </a:lnTo>
                <a:lnTo>
                  <a:pt x="551" y="3742"/>
                </a:lnTo>
                <a:lnTo>
                  <a:pt x="368" y="3632"/>
                </a:lnTo>
                <a:lnTo>
                  <a:pt x="184" y="3522"/>
                </a:lnTo>
                <a:lnTo>
                  <a:pt x="111" y="3522"/>
                </a:lnTo>
                <a:lnTo>
                  <a:pt x="38" y="3595"/>
                </a:lnTo>
                <a:lnTo>
                  <a:pt x="1" y="3669"/>
                </a:lnTo>
                <a:lnTo>
                  <a:pt x="1" y="3779"/>
                </a:lnTo>
                <a:lnTo>
                  <a:pt x="38" y="3962"/>
                </a:lnTo>
                <a:lnTo>
                  <a:pt x="148" y="4145"/>
                </a:lnTo>
                <a:lnTo>
                  <a:pt x="294" y="4256"/>
                </a:lnTo>
                <a:lnTo>
                  <a:pt x="514" y="4402"/>
                </a:lnTo>
                <a:lnTo>
                  <a:pt x="735" y="4476"/>
                </a:lnTo>
                <a:lnTo>
                  <a:pt x="1175" y="4476"/>
                </a:lnTo>
                <a:lnTo>
                  <a:pt x="1248" y="4439"/>
                </a:lnTo>
                <a:lnTo>
                  <a:pt x="1321" y="4402"/>
                </a:lnTo>
                <a:lnTo>
                  <a:pt x="1395" y="4256"/>
                </a:lnTo>
                <a:lnTo>
                  <a:pt x="1505" y="3485"/>
                </a:lnTo>
                <a:lnTo>
                  <a:pt x="1578" y="2715"/>
                </a:lnTo>
                <a:lnTo>
                  <a:pt x="1578" y="1908"/>
                </a:lnTo>
                <a:lnTo>
                  <a:pt x="1542" y="1504"/>
                </a:lnTo>
                <a:lnTo>
                  <a:pt x="1505" y="1138"/>
                </a:lnTo>
                <a:lnTo>
                  <a:pt x="1762" y="1174"/>
                </a:lnTo>
                <a:lnTo>
                  <a:pt x="2128" y="1321"/>
                </a:lnTo>
                <a:lnTo>
                  <a:pt x="2459" y="1431"/>
                </a:lnTo>
                <a:lnTo>
                  <a:pt x="2825" y="1578"/>
                </a:lnTo>
                <a:lnTo>
                  <a:pt x="3192" y="1651"/>
                </a:lnTo>
                <a:lnTo>
                  <a:pt x="3486" y="1651"/>
                </a:lnTo>
                <a:lnTo>
                  <a:pt x="3449" y="2531"/>
                </a:lnTo>
                <a:lnTo>
                  <a:pt x="3412" y="3449"/>
                </a:lnTo>
                <a:lnTo>
                  <a:pt x="3412" y="3999"/>
                </a:lnTo>
                <a:lnTo>
                  <a:pt x="3412" y="4256"/>
                </a:lnTo>
                <a:lnTo>
                  <a:pt x="3412" y="4366"/>
                </a:lnTo>
                <a:lnTo>
                  <a:pt x="3412" y="4402"/>
                </a:lnTo>
                <a:lnTo>
                  <a:pt x="3449" y="4402"/>
                </a:lnTo>
                <a:lnTo>
                  <a:pt x="3412" y="4476"/>
                </a:lnTo>
                <a:lnTo>
                  <a:pt x="3376" y="4512"/>
                </a:lnTo>
                <a:lnTo>
                  <a:pt x="3376" y="4659"/>
                </a:lnTo>
                <a:lnTo>
                  <a:pt x="3376" y="4696"/>
                </a:lnTo>
                <a:lnTo>
                  <a:pt x="3412" y="4806"/>
                </a:lnTo>
                <a:lnTo>
                  <a:pt x="3522" y="4879"/>
                </a:lnTo>
                <a:lnTo>
                  <a:pt x="3632" y="4879"/>
                </a:lnTo>
                <a:lnTo>
                  <a:pt x="3742" y="4842"/>
                </a:lnTo>
                <a:lnTo>
                  <a:pt x="3853" y="4732"/>
                </a:lnTo>
                <a:lnTo>
                  <a:pt x="3926" y="4586"/>
                </a:lnTo>
                <a:lnTo>
                  <a:pt x="3926" y="4439"/>
                </a:lnTo>
                <a:lnTo>
                  <a:pt x="3926" y="4256"/>
                </a:lnTo>
                <a:lnTo>
                  <a:pt x="3963" y="3045"/>
                </a:lnTo>
                <a:lnTo>
                  <a:pt x="3963" y="1871"/>
                </a:lnTo>
                <a:lnTo>
                  <a:pt x="3963" y="1541"/>
                </a:lnTo>
                <a:lnTo>
                  <a:pt x="4366" y="1394"/>
                </a:lnTo>
                <a:lnTo>
                  <a:pt x="4733" y="1138"/>
                </a:lnTo>
                <a:lnTo>
                  <a:pt x="5063" y="844"/>
                </a:lnTo>
                <a:lnTo>
                  <a:pt x="5320" y="551"/>
                </a:lnTo>
                <a:lnTo>
                  <a:pt x="5467" y="367"/>
                </a:lnTo>
                <a:lnTo>
                  <a:pt x="5503" y="257"/>
                </a:lnTo>
                <a:lnTo>
                  <a:pt x="5503" y="184"/>
                </a:lnTo>
                <a:lnTo>
                  <a:pt x="5430" y="74"/>
                </a:lnTo>
                <a:lnTo>
                  <a:pt x="5356" y="37"/>
                </a:lnTo>
                <a:lnTo>
                  <a:pt x="528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8516944" y="4082884"/>
            <a:ext cx="690236" cy="510383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859713" y="3417443"/>
            <a:ext cx="317620" cy="659010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5" name="Google Shape;185;p2"/>
          <p:cNvSpPr/>
          <p:nvPr/>
        </p:nvSpPr>
        <p:spPr>
          <a:xfrm rot="1920742">
            <a:off x="5707038" y="4213989"/>
            <a:ext cx="884797" cy="750834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6" name="Google Shape;186;p2"/>
          <p:cNvSpPr/>
          <p:nvPr/>
        </p:nvSpPr>
        <p:spPr>
          <a:xfrm rot="-3496844">
            <a:off x="115839" y="4509560"/>
            <a:ext cx="537852" cy="464440"/>
          </a:xfrm>
          <a:custGeom>
            <a:avLst/>
            <a:gdLst/>
            <a:ahLst/>
            <a:cxnLst/>
            <a:rect l="l" t="t" r="r" b="b"/>
            <a:pathLst>
              <a:path w="10748" h="9281" extrusionOk="0">
                <a:moveTo>
                  <a:pt x="4072" y="550"/>
                </a:moveTo>
                <a:lnTo>
                  <a:pt x="4329" y="587"/>
                </a:lnTo>
                <a:lnTo>
                  <a:pt x="4585" y="697"/>
                </a:lnTo>
                <a:lnTo>
                  <a:pt x="4842" y="844"/>
                </a:lnTo>
                <a:lnTo>
                  <a:pt x="5025" y="1064"/>
                </a:lnTo>
                <a:lnTo>
                  <a:pt x="5136" y="1211"/>
                </a:lnTo>
                <a:lnTo>
                  <a:pt x="5209" y="1394"/>
                </a:lnTo>
                <a:lnTo>
                  <a:pt x="5246" y="1541"/>
                </a:lnTo>
                <a:lnTo>
                  <a:pt x="5282" y="1724"/>
                </a:lnTo>
                <a:lnTo>
                  <a:pt x="5282" y="2091"/>
                </a:lnTo>
                <a:lnTo>
                  <a:pt x="5246" y="2458"/>
                </a:lnTo>
                <a:lnTo>
                  <a:pt x="5209" y="2641"/>
                </a:lnTo>
                <a:lnTo>
                  <a:pt x="4695" y="1761"/>
                </a:lnTo>
                <a:lnTo>
                  <a:pt x="4072" y="550"/>
                </a:lnTo>
                <a:close/>
                <a:moveTo>
                  <a:pt x="1357" y="3008"/>
                </a:moveTo>
                <a:lnTo>
                  <a:pt x="1504" y="3265"/>
                </a:lnTo>
                <a:lnTo>
                  <a:pt x="1614" y="3558"/>
                </a:lnTo>
                <a:lnTo>
                  <a:pt x="1797" y="3852"/>
                </a:lnTo>
                <a:lnTo>
                  <a:pt x="1467" y="3778"/>
                </a:lnTo>
                <a:lnTo>
                  <a:pt x="1137" y="3742"/>
                </a:lnTo>
                <a:lnTo>
                  <a:pt x="1321" y="3118"/>
                </a:lnTo>
                <a:lnTo>
                  <a:pt x="1357" y="3008"/>
                </a:lnTo>
                <a:close/>
                <a:moveTo>
                  <a:pt x="3815" y="550"/>
                </a:moveTo>
                <a:lnTo>
                  <a:pt x="4072" y="1174"/>
                </a:lnTo>
                <a:lnTo>
                  <a:pt x="4329" y="1798"/>
                </a:lnTo>
                <a:lnTo>
                  <a:pt x="4695" y="2531"/>
                </a:lnTo>
                <a:lnTo>
                  <a:pt x="5099" y="3265"/>
                </a:lnTo>
                <a:lnTo>
                  <a:pt x="4989" y="3852"/>
                </a:lnTo>
                <a:lnTo>
                  <a:pt x="4732" y="3191"/>
                </a:lnTo>
                <a:lnTo>
                  <a:pt x="4475" y="2531"/>
                </a:lnTo>
                <a:lnTo>
                  <a:pt x="4255" y="1981"/>
                </a:lnTo>
                <a:lnTo>
                  <a:pt x="4035" y="1467"/>
                </a:lnTo>
                <a:lnTo>
                  <a:pt x="3742" y="880"/>
                </a:lnTo>
                <a:lnTo>
                  <a:pt x="3558" y="587"/>
                </a:lnTo>
                <a:lnTo>
                  <a:pt x="3815" y="550"/>
                </a:lnTo>
                <a:close/>
                <a:moveTo>
                  <a:pt x="1761" y="1724"/>
                </a:moveTo>
                <a:lnTo>
                  <a:pt x="1724" y="1798"/>
                </a:lnTo>
                <a:lnTo>
                  <a:pt x="1761" y="1944"/>
                </a:lnTo>
                <a:lnTo>
                  <a:pt x="1834" y="2018"/>
                </a:lnTo>
                <a:lnTo>
                  <a:pt x="1944" y="2054"/>
                </a:lnTo>
                <a:lnTo>
                  <a:pt x="2054" y="2054"/>
                </a:lnTo>
                <a:lnTo>
                  <a:pt x="2274" y="2531"/>
                </a:lnTo>
                <a:lnTo>
                  <a:pt x="2458" y="2971"/>
                </a:lnTo>
                <a:lnTo>
                  <a:pt x="3008" y="4182"/>
                </a:lnTo>
                <a:lnTo>
                  <a:pt x="3081" y="4329"/>
                </a:lnTo>
                <a:lnTo>
                  <a:pt x="2825" y="4255"/>
                </a:lnTo>
                <a:lnTo>
                  <a:pt x="2458" y="4072"/>
                </a:lnTo>
                <a:lnTo>
                  <a:pt x="2164" y="3742"/>
                </a:lnTo>
                <a:lnTo>
                  <a:pt x="1944" y="3375"/>
                </a:lnTo>
                <a:lnTo>
                  <a:pt x="1724" y="2935"/>
                </a:lnTo>
                <a:lnTo>
                  <a:pt x="1651" y="2715"/>
                </a:lnTo>
                <a:lnTo>
                  <a:pt x="1504" y="2494"/>
                </a:lnTo>
                <a:lnTo>
                  <a:pt x="1724" y="1761"/>
                </a:lnTo>
                <a:lnTo>
                  <a:pt x="1761" y="1724"/>
                </a:lnTo>
                <a:close/>
                <a:moveTo>
                  <a:pt x="2604" y="1174"/>
                </a:moveTo>
                <a:lnTo>
                  <a:pt x="2715" y="1614"/>
                </a:lnTo>
                <a:lnTo>
                  <a:pt x="2861" y="2054"/>
                </a:lnTo>
                <a:lnTo>
                  <a:pt x="3228" y="2898"/>
                </a:lnTo>
                <a:lnTo>
                  <a:pt x="3998" y="4695"/>
                </a:lnTo>
                <a:lnTo>
                  <a:pt x="3632" y="4549"/>
                </a:lnTo>
                <a:lnTo>
                  <a:pt x="3522" y="4365"/>
                </a:lnTo>
                <a:lnTo>
                  <a:pt x="3301" y="3888"/>
                </a:lnTo>
                <a:lnTo>
                  <a:pt x="2861" y="2935"/>
                </a:lnTo>
                <a:lnTo>
                  <a:pt x="2274" y="1834"/>
                </a:lnTo>
                <a:lnTo>
                  <a:pt x="2311" y="1651"/>
                </a:lnTo>
                <a:lnTo>
                  <a:pt x="2421" y="1467"/>
                </a:lnTo>
                <a:lnTo>
                  <a:pt x="2604" y="1174"/>
                </a:lnTo>
                <a:close/>
                <a:moveTo>
                  <a:pt x="3338" y="660"/>
                </a:moveTo>
                <a:lnTo>
                  <a:pt x="3375" y="770"/>
                </a:lnTo>
                <a:lnTo>
                  <a:pt x="3668" y="1467"/>
                </a:lnTo>
                <a:lnTo>
                  <a:pt x="3962" y="2164"/>
                </a:lnTo>
                <a:lnTo>
                  <a:pt x="4182" y="2788"/>
                </a:lnTo>
                <a:lnTo>
                  <a:pt x="4402" y="3412"/>
                </a:lnTo>
                <a:lnTo>
                  <a:pt x="4769" y="4659"/>
                </a:lnTo>
                <a:lnTo>
                  <a:pt x="4732" y="4805"/>
                </a:lnTo>
                <a:lnTo>
                  <a:pt x="4659" y="4805"/>
                </a:lnTo>
                <a:lnTo>
                  <a:pt x="4549" y="4842"/>
                </a:lnTo>
                <a:lnTo>
                  <a:pt x="3668" y="2971"/>
                </a:lnTo>
                <a:lnTo>
                  <a:pt x="3191" y="1981"/>
                </a:lnTo>
                <a:lnTo>
                  <a:pt x="2971" y="1504"/>
                </a:lnTo>
                <a:lnTo>
                  <a:pt x="2788" y="991"/>
                </a:lnTo>
                <a:lnTo>
                  <a:pt x="3045" y="807"/>
                </a:lnTo>
                <a:lnTo>
                  <a:pt x="3338" y="660"/>
                </a:lnTo>
                <a:close/>
                <a:moveTo>
                  <a:pt x="7703" y="4952"/>
                </a:moveTo>
                <a:lnTo>
                  <a:pt x="7960" y="5246"/>
                </a:lnTo>
                <a:lnTo>
                  <a:pt x="7960" y="5246"/>
                </a:lnTo>
                <a:lnTo>
                  <a:pt x="7887" y="5209"/>
                </a:lnTo>
                <a:lnTo>
                  <a:pt x="7593" y="5319"/>
                </a:lnTo>
                <a:lnTo>
                  <a:pt x="7300" y="5466"/>
                </a:lnTo>
                <a:lnTo>
                  <a:pt x="7190" y="5356"/>
                </a:lnTo>
                <a:lnTo>
                  <a:pt x="7080" y="5246"/>
                </a:lnTo>
                <a:lnTo>
                  <a:pt x="7373" y="5099"/>
                </a:lnTo>
                <a:lnTo>
                  <a:pt x="7703" y="4952"/>
                </a:lnTo>
                <a:close/>
                <a:moveTo>
                  <a:pt x="8070" y="5356"/>
                </a:moveTo>
                <a:lnTo>
                  <a:pt x="8180" y="5466"/>
                </a:lnTo>
                <a:lnTo>
                  <a:pt x="7923" y="5576"/>
                </a:lnTo>
                <a:lnTo>
                  <a:pt x="7923" y="5576"/>
                </a:lnTo>
                <a:lnTo>
                  <a:pt x="8033" y="5429"/>
                </a:lnTo>
                <a:lnTo>
                  <a:pt x="8070" y="5356"/>
                </a:lnTo>
                <a:close/>
                <a:moveTo>
                  <a:pt x="7556" y="5612"/>
                </a:moveTo>
                <a:lnTo>
                  <a:pt x="7483" y="5722"/>
                </a:lnTo>
                <a:lnTo>
                  <a:pt x="7483" y="5686"/>
                </a:lnTo>
                <a:lnTo>
                  <a:pt x="7556" y="5612"/>
                </a:lnTo>
                <a:close/>
                <a:moveTo>
                  <a:pt x="8327" y="5649"/>
                </a:moveTo>
                <a:lnTo>
                  <a:pt x="8327" y="5686"/>
                </a:lnTo>
                <a:lnTo>
                  <a:pt x="7850" y="6163"/>
                </a:lnTo>
                <a:lnTo>
                  <a:pt x="7740" y="6016"/>
                </a:lnTo>
                <a:lnTo>
                  <a:pt x="7997" y="5796"/>
                </a:lnTo>
                <a:lnTo>
                  <a:pt x="8327" y="5649"/>
                </a:lnTo>
                <a:close/>
                <a:moveTo>
                  <a:pt x="8437" y="5796"/>
                </a:moveTo>
                <a:lnTo>
                  <a:pt x="8584" y="6053"/>
                </a:lnTo>
                <a:lnTo>
                  <a:pt x="8143" y="6163"/>
                </a:lnTo>
                <a:lnTo>
                  <a:pt x="8437" y="5796"/>
                </a:lnTo>
                <a:close/>
                <a:moveTo>
                  <a:pt x="8437" y="6346"/>
                </a:moveTo>
                <a:lnTo>
                  <a:pt x="8180" y="6676"/>
                </a:lnTo>
                <a:lnTo>
                  <a:pt x="8107" y="6493"/>
                </a:lnTo>
                <a:lnTo>
                  <a:pt x="8437" y="6346"/>
                </a:lnTo>
                <a:close/>
                <a:moveTo>
                  <a:pt x="8767" y="6309"/>
                </a:moveTo>
                <a:lnTo>
                  <a:pt x="8840" y="6419"/>
                </a:lnTo>
                <a:lnTo>
                  <a:pt x="8547" y="6676"/>
                </a:lnTo>
                <a:lnTo>
                  <a:pt x="8767" y="6309"/>
                </a:lnTo>
                <a:close/>
                <a:moveTo>
                  <a:pt x="9024" y="4695"/>
                </a:moveTo>
                <a:lnTo>
                  <a:pt x="9244" y="4732"/>
                </a:lnTo>
                <a:lnTo>
                  <a:pt x="9464" y="4805"/>
                </a:lnTo>
                <a:lnTo>
                  <a:pt x="9647" y="4915"/>
                </a:lnTo>
                <a:lnTo>
                  <a:pt x="9831" y="5062"/>
                </a:lnTo>
                <a:lnTo>
                  <a:pt x="9904" y="5099"/>
                </a:lnTo>
                <a:lnTo>
                  <a:pt x="9941" y="5099"/>
                </a:lnTo>
                <a:lnTo>
                  <a:pt x="10051" y="5209"/>
                </a:lnTo>
                <a:lnTo>
                  <a:pt x="10161" y="5429"/>
                </a:lnTo>
                <a:lnTo>
                  <a:pt x="10198" y="5649"/>
                </a:lnTo>
                <a:lnTo>
                  <a:pt x="10234" y="5869"/>
                </a:lnTo>
                <a:lnTo>
                  <a:pt x="10198" y="6089"/>
                </a:lnTo>
                <a:lnTo>
                  <a:pt x="10161" y="6346"/>
                </a:lnTo>
                <a:lnTo>
                  <a:pt x="10088" y="6566"/>
                </a:lnTo>
                <a:lnTo>
                  <a:pt x="9941" y="7006"/>
                </a:lnTo>
                <a:lnTo>
                  <a:pt x="9904" y="7080"/>
                </a:lnTo>
                <a:lnTo>
                  <a:pt x="9647" y="6676"/>
                </a:lnTo>
                <a:lnTo>
                  <a:pt x="9024" y="5832"/>
                </a:lnTo>
                <a:lnTo>
                  <a:pt x="8620" y="5282"/>
                </a:lnTo>
                <a:lnTo>
                  <a:pt x="8400" y="5025"/>
                </a:lnTo>
                <a:lnTo>
                  <a:pt x="8143" y="4842"/>
                </a:lnTo>
                <a:lnTo>
                  <a:pt x="8584" y="4732"/>
                </a:lnTo>
                <a:lnTo>
                  <a:pt x="8804" y="4695"/>
                </a:lnTo>
                <a:close/>
                <a:moveTo>
                  <a:pt x="1064" y="3962"/>
                </a:moveTo>
                <a:lnTo>
                  <a:pt x="1357" y="4182"/>
                </a:lnTo>
                <a:lnTo>
                  <a:pt x="1651" y="4329"/>
                </a:lnTo>
                <a:lnTo>
                  <a:pt x="2348" y="4585"/>
                </a:lnTo>
                <a:lnTo>
                  <a:pt x="2458" y="4659"/>
                </a:lnTo>
                <a:lnTo>
                  <a:pt x="2494" y="4695"/>
                </a:lnTo>
                <a:lnTo>
                  <a:pt x="2568" y="4732"/>
                </a:lnTo>
                <a:lnTo>
                  <a:pt x="2641" y="4695"/>
                </a:lnTo>
                <a:lnTo>
                  <a:pt x="4329" y="5319"/>
                </a:lnTo>
                <a:lnTo>
                  <a:pt x="4329" y="5356"/>
                </a:lnTo>
                <a:lnTo>
                  <a:pt x="4292" y="5319"/>
                </a:lnTo>
                <a:lnTo>
                  <a:pt x="3888" y="5172"/>
                </a:lnTo>
                <a:lnTo>
                  <a:pt x="3705" y="5136"/>
                </a:lnTo>
                <a:lnTo>
                  <a:pt x="3485" y="5099"/>
                </a:lnTo>
                <a:lnTo>
                  <a:pt x="3448" y="5136"/>
                </a:lnTo>
                <a:lnTo>
                  <a:pt x="3411" y="5172"/>
                </a:lnTo>
                <a:lnTo>
                  <a:pt x="3448" y="5246"/>
                </a:lnTo>
                <a:lnTo>
                  <a:pt x="3595" y="5392"/>
                </a:lnTo>
                <a:lnTo>
                  <a:pt x="3852" y="5539"/>
                </a:lnTo>
                <a:lnTo>
                  <a:pt x="4108" y="5686"/>
                </a:lnTo>
                <a:lnTo>
                  <a:pt x="4402" y="5759"/>
                </a:lnTo>
                <a:lnTo>
                  <a:pt x="4365" y="5906"/>
                </a:lnTo>
                <a:lnTo>
                  <a:pt x="4035" y="5906"/>
                </a:lnTo>
                <a:lnTo>
                  <a:pt x="3742" y="5869"/>
                </a:lnTo>
                <a:lnTo>
                  <a:pt x="3411" y="5759"/>
                </a:lnTo>
                <a:lnTo>
                  <a:pt x="3228" y="5686"/>
                </a:lnTo>
                <a:lnTo>
                  <a:pt x="3191" y="5612"/>
                </a:lnTo>
                <a:lnTo>
                  <a:pt x="3155" y="5576"/>
                </a:lnTo>
                <a:lnTo>
                  <a:pt x="3118" y="5539"/>
                </a:lnTo>
                <a:lnTo>
                  <a:pt x="3081" y="5502"/>
                </a:lnTo>
                <a:lnTo>
                  <a:pt x="3045" y="5502"/>
                </a:lnTo>
                <a:lnTo>
                  <a:pt x="3008" y="5539"/>
                </a:lnTo>
                <a:lnTo>
                  <a:pt x="2971" y="5649"/>
                </a:lnTo>
                <a:lnTo>
                  <a:pt x="2971" y="5722"/>
                </a:lnTo>
                <a:lnTo>
                  <a:pt x="3008" y="5796"/>
                </a:lnTo>
                <a:lnTo>
                  <a:pt x="3045" y="5869"/>
                </a:lnTo>
                <a:lnTo>
                  <a:pt x="3191" y="6016"/>
                </a:lnTo>
                <a:lnTo>
                  <a:pt x="3338" y="6126"/>
                </a:lnTo>
                <a:lnTo>
                  <a:pt x="3522" y="6199"/>
                </a:lnTo>
                <a:lnTo>
                  <a:pt x="3742" y="6273"/>
                </a:lnTo>
                <a:lnTo>
                  <a:pt x="3962" y="6309"/>
                </a:lnTo>
                <a:lnTo>
                  <a:pt x="4182" y="6309"/>
                </a:lnTo>
                <a:lnTo>
                  <a:pt x="3962" y="6676"/>
                </a:lnTo>
                <a:lnTo>
                  <a:pt x="3742" y="6603"/>
                </a:lnTo>
                <a:lnTo>
                  <a:pt x="3228" y="6456"/>
                </a:lnTo>
                <a:lnTo>
                  <a:pt x="2971" y="6419"/>
                </a:lnTo>
                <a:lnTo>
                  <a:pt x="2715" y="6383"/>
                </a:lnTo>
                <a:lnTo>
                  <a:pt x="2641" y="6383"/>
                </a:lnTo>
                <a:lnTo>
                  <a:pt x="2641" y="6456"/>
                </a:lnTo>
                <a:lnTo>
                  <a:pt x="2641" y="6493"/>
                </a:lnTo>
                <a:lnTo>
                  <a:pt x="2678" y="6529"/>
                </a:lnTo>
                <a:lnTo>
                  <a:pt x="2861" y="6676"/>
                </a:lnTo>
                <a:lnTo>
                  <a:pt x="3081" y="6786"/>
                </a:lnTo>
                <a:lnTo>
                  <a:pt x="3522" y="6970"/>
                </a:lnTo>
                <a:lnTo>
                  <a:pt x="3742" y="7080"/>
                </a:lnTo>
                <a:lnTo>
                  <a:pt x="3632" y="7226"/>
                </a:lnTo>
                <a:lnTo>
                  <a:pt x="3522" y="7336"/>
                </a:lnTo>
                <a:lnTo>
                  <a:pt x="2935" y="7080"/>
                </a:lnTo>
                <a:lnTo>
                  <a:pt x="2311" y="6823"/>
                </a:lnTo>
                <a:lnTo>
                  <a:pt x="2238" y="6823"/>
                </a:lnTo>
                <a:lnTo>
                  <a:pt x="2201" y="6860"/>
                </a:lnTo>
                <a:lnTo>
                  <a:pt x="2201" y="6896"/>
                </a:lnTo>
                <a:lnTo>
                  <a:pt x="2201" y="6970"/>
                </a:lnTo>
                <a:lnTo>
                  <a:pt x="2458" y="7190"/>
                </a:lnTo>
                <a:lnTo>
                  <a:pt x="2678" y="7410"/>
                </a:lnTo>
                <a:lnTo>
                  <a:pt x="2971" y="7557"/>
                </a:lnTo>
                <a:lnTo>
                  <a:pt x="3265" y="7703"/>
                </a:lnTo>
                <a:lnTo>
                  <a:pt x="2971" y="7960"/>
                </a:lnTo>
                <a:lnTo>
                  <a:pt x="2641" y="7960"/>
                </a:lnTo>
                <a:lnTo>
                  <a:pt x="2311" y="7887"/>
                </a:lnTo>
                <a:lnTo>
                  <a:pt x="1981" y="7777"/>
                </a:lnTo>
                <a:lnTo>
                  <a:pt x="1871" y="7777"/>
                </a:lnTo>
                <a:lnTo>
                  <a:pt x="1834" y="7813"/>
                </a:lnTo>
                <a:lnTo>
                  <a:pt x="1797" y="7850"/>
                </a:lnTo>
                <a:lnTo>
                  <a:pt x="1797" y="7923"/>
                </a:lnTo>
                <a:lnTo>
                  <a:pt x="1834" y="8070"/>
                </a:lnTo>
                <a:lnTo>
                  <a:pt x="1944" y="8143"/>
                </a:lnTo>
                <a:lnTo>
                  <a:pt x="2091" y="8217"/>
                </a:lnTo>
                <a:lnTo>
                  <a:pt x="2238" y="8290"/>
                </a:lnTo>
                <a:lnTo>
                  <a:pt x="2348" y="8327"/>
                </a:lnTo>
                <a:lnTo>
                  <a:pt x="2164" y="8364"/>
                </a:lnTo>
                <a:lnTo>
                  <a:pt x="1944" y="8364"/>
                </a:lnTo>
                <a:lnTo>
                  <a:pt x="1761" y="8327"/>
                </a:lnTo>
                <a:lnTo>
                  <a:pt x="1541" y="8253"/>
                </a:lnTo>
                <a:lnTo>
                  <a:pt x="1247" y="8070"/>
                </a:lnTo>
                <a:lnTo>
                  <a:pt x="1027" y="7850"/>
                </a:lnTo>
                <a:lnTo>
                  <a:pt x="844" y="7593"/>
                </a:lnTo>
                <a:lnTo>
                  <a:pt x="697" y="7300"/>
                </a:lnTo>
                <a:lnTo>
                  <a:pt x="624" y="6970"/>
                </a:lnTo>
                <a:lnTo>
                  <a:pt x="550" y="6676"/>
                </a:lnTo>
                <a:lnTo>
                  <a:pt x="550" y="6346"/>
                </a:lnTo>
                <a:lnTo>
                  <a:pt x="550" y="6016"/>
                </a:lnTo>
                <a:lnTo>
                  <a:pt x="624" y="5502"/>
                </a:lnTo>
                <a:lnTo>
                  <a:pt x="734" y="4989"/>
                </a:lnTo>
                <a:lnTo>
                  <a:pt x="1064" y="3962"/>
                </a:lnTo>
                <a:close/>
                <a:moveTo>
                  <a:pt x="6786" y="5429"/>
                </a:moveTo>
                <a:lnTo>
                  <a:pt x="6860" y="5649"/>
                </a:lnTo>
                <a:lnTo>
                  <a:pt x="6970" y="5832"/>
                </a:lnTo>
                <a:lnTo>
                  <a:pt x="7006" y="5906"/>
                </a:lnTo>
                <a:lnTo>
                  <a:pt x="7043" y="5979"/>
                </a:lnTo>
                <a:lnTo>
                  <a:pt x="7116" y="6016"/>
                </a:lnTo>
                <a:lnTo>
                  <a:pt x="7813" y="7006"/>
                </a:lnTo>
                <a:lnTo>
                  <a:pt x="8143" y="7520"/>
                </a:lnTo>
                <a:lnTo>
                  <a:pt x="8143" y="7667"/>
                </a:lnTo>
                <a:lnTo>
                  <a:pt x="8143" y="7740"/>
                </a:lnTo>
                <a:lnTo>
                  <a:pt x="8217" y="7813"/>
                </a:lnTo>
                <a:lnTo>
                  <a:pt x="8290" y="7850"/>
                </a:lnTo>
                <a:lnTo>
                  <a:pt x="8363" y="7850"/>
                </a:lnTo>
                <a:lnTo>
                  <a:pt x="8400" y="7813"/>
                </a:lnTo>
                <a:lnTo>
                  <a:pt x="8510" y="7887"/>
                </a:lnTo>
                <a:lnTo>
                  <a:pt x="8584" y="7923"/>
                </a:lnTo>
                <a:lnTo>
                  <a:pt x="8694" y="7960"/>
                </a:lnTo>
                <a:lnTo>
                  <a:pt x="8767" y="7923"/>
                </a:lnTo>
                <a:lnTo>
                  <a:pt x="8877" y="7997"/>
                </a:lnTo>
                <a:lnTo>
                  <a:pt x="8987" y="7997"/>
                </a:lnTo>
                <a:lnTo>
                  <a:pt x="9060" y="8033"/>
                </a:lnTo>
                <a:lnTo>
                  <a:pt x="9134" y="7997"/>
                </a:lnTo>
                <a:lnTo>
                  <a:pt x="9207" y="7923"/>
                </a:lnTo>
                <a:lnTo>
                  <a:pt x="9207" y="7813"/>
                </a:lnTo>
                <a:lnTo>
                  <a:pt x="9207" y="7740"/>
                </a:lnTo>
                <a:lnTo>
                  <a:pt x="9134" y="7667"/>
                </a:lnTo>
                <a:lnTo>
                  <a:pt x="9170" y="7557"/>
                </a:lnTo>
                <a:lnTo>
                  <a:pt x="9207" y="7483"/>
                </a:lnTo>
                <a:lnTo>
                  <a:pt x="9244" y="7410"/>
                </a:lnTo>
                <a:lnTo>
                  <a:pt x="9244" y="7373"/>
                </a:lnTo>
                <a:lnTo>
                  <a:pt x="9207" y="7300"/>
                </a:lnTo>
                <a:lnTo>
                  <a:pt x="9170" y="7263"/>
                </a:lnTo>
                <a:lnTo>
                  <a:pt x="9134" y="7226"/>
                </a:lnTo>
                <a:lnTo>
                  <a:pt x="8987" y="7226"/>
                </a:lnTo>
                <a:lnTo>
                  <a:pt x="8694" y="7336"/>
                </a:lnTo>
                <a:lnTo>
                  <a:pt x="8694" y="7300"/>
                </a:lnTo>
                <a:lnTo>
                  <a:pt x="8877" y="7153"/>
                </a:lnTo>
                <a:lnTo>
                  <a:pt x="9060" y="6970"/>
                </a:lnTo>
                <a:lnTo>
                  <a:pt x="9134" y="6860"/>
                </a:lnTo>
                <a:lnTo>
                  <a:pt x="9244" y="7043"/>
                </a:lnTo>
                <a:lnTo>
                  <a:pt x="9501" y="7446"/>
                </a:lnTo>
                <a:lnTo>
                  <a:pt x="9537" y="7593"/>
                </a:lnTo>
                <a:lnTo>
                  <a:pt x="9317" y="7887"/>
                </a:lnTo>
                <a:lnTo>
                  <a:pt x="9024" y="8143"/>
                </a:lnTo>
                <a:lnTo>
                  <a:pt x="8730" y="8364"/>
                </a:lnTo>
                <a:lnTo>
                  <a:pt x="8400" y="8547"/>
                </a:lnTo>
                <a:lnTo>
                  <a:pt x="8070" y="8657"/>
                </a:lnTo>
                <a:lnTo>
                  <a:pt x="7703" y="8694"/>
                </a:lnTo>
                <a:lnTo>
                  <a:pt x="7520" y="8694"/>
                </a:lnTo>
                <a:lnTo>
                  <a:pt x="7373" y="8657"/>
                </a:lnTo>
                <a:lnTo>
                  <a:pt x="7190" y="8620"/>
                </a:lnTo>
                <a:lnTo>
                  <a:pt x="7006" y="8547"/>
                </a:lnTo>
                <a:lnTo>
                  <a:pt x="6823" y="8437"/>
                </a:lnTo>
                <a:lnTo>
                  <a:pt x="6676" y="8290"/>
                </a:lnTo>
                <a:lnTo>
                  <a:pt x="6419" y="7997"/>
                </a:lnTo>
                <a:lnTo>
                  <a:pt x="6199" y="7667"/>
                </a:lnTo>
                <a:lnTo>
                  <a:pt x="6053" y="7300"/>
                </a:lnTo>
                <a:lnTo>
                  <a:pt x="6016" y="6896"/>
                </a:lnTo>
                <a:lnTo>
                  <a:pt x="6016" y="6676"/>
                </a:lnTo>
                <a:lnTo>
                  <a:pt x="6053" y="6493"/>
                </a:lnTo>
                <a:lnTo>
                  <a:pt x="6089" y="6309"/>
                </a:lnTo>
                <a:lnTo>
                  <a:pt x="6163" y="6126"/>
                </a:lnTo>
                <a:lnTo>
                  <a:pt x="6273" y="5943"/>
                </a:lnTo>
                <a:lnTo>
                  <a:pt x="6383" y="5759"/>
                </a:lnTo>
                <a:lnTo>
                  <a:pt x="6566" y="5576"/>
                </a:lnTo>
                <a:lnTo>
                  <a:pt x="6786" y="5429"/>
                </a:lnTo>
                <a:close/>
                <a:moveTo>
                  <a:pt x="3852" y="0"/>
                </a:moveTo>
                <a:lnTo>
                  <a:pt x="3522" y="37"/>
                </a:lnTo>
                <a:lnTo>
                  <a:pt x="3191" y="110"/>
                </a:lnTo>
                <a:lnTo>
                  <a:pt x="2898" y="257"/>
                </a:lnTo>
                <a:lnTo>
                  <a:pt x="2604" y="440"/>
                </a:lnTo>
                <a:lnTo>
                  <a:pt x="2348" y="660"/>
                </a:lnTo>
                <a:lnTo>
                  <a:pt x="2091" y="660"/>
                </a:lnTo>
                <a:lnTo>
                  <a:pt x="1871" y="734"/>
                </a:lnTo>
                <a:lnTo>
                  <a:pt x="1687" y="880"/>
                </a:lnTo>
                <a:lnTo>
                  <a:pt x="1541" y="1064"/>
                </a:lnTo>
                <a:lnTo>
                  <a:pt x="1394" y="1284"/>
                </a:lnTo>
                <a:lnTo>
                  <a:pt x="1321" y="1504"/>
                </a:lnTo>
                <a:lnTo>
                  <a:pt x="1137" y="1944"/>
                </a:lnTo>
                <a:lnTo>
                  <a:pt x="660" y="3522"/>
                </a:lnTo>
                <a:lnTo>
                  <a:pt x="404" y="4292"/>
                </a:lnTo>
                <a:lnTo>
                  <a:pt x="183" y="5062"/>
                </a:lnTo>
                <a:lnTo>
                  <a:pt x="37" y="5759"/>
                </a:lnTo>
                <a:lnTo>
                  <a:pt x="0" y="6126"/>
                </a:lnTo>
                <a:lnTo>
                  <a:pt x="0" y="6456"/>
                </a:lnTo>
                <a:lnTo>
                  <a:pt x="0" y="6786"/>
                </a:lnTo>
                <a:lnTo>
                  <a:pt x="73" y="7153"/>
                </a:lnTo>
                <a:lnTo>
                  <a:pt x="183" y="7483"/>
                </a:lnTo>
                <a:lnTo>
                  <a:pt x="330" y="7813"/>
                </a:lnTo>
                <a:lnTo>
                  <a:pt x="477" y="8033"/>
                </a:lnTo>
                <a:lnTo>
                  <a:pt x="660" y="8253"/>
                </a:lnTo>
                <a:lnTo>
                  <a:pt x="880" y="8474"/>
                </a:lnTo>
                <a:lnTo>
                  <a:pt x="1101" y="8657"/>
                </a:lnTo>
                <a:lnTo>
                  <a:pt x="1357" y="8767"/>
                </a:lnTo>
                <a:lnTo>
                  <a:pt x="1651" y="8877"/>
                </a:lnTo>
                <a:lnTo>
                  <a:pt x="1908" y="8914"/>
                </a:lnTo>
                <a:lnTo>
                  <a:pt x="2201" y="8950"/>
                </a:lnTo>
                <a:lnTo>
                  <a:pt x="2458" y="8914"/>
                </a:lnTo>
                <a:lnTo>
                  <a:pt x="2678" y="8840"/>
                </a:lnTo>
                <a:lnTo>
                  <a:pt x="2898" y="8730"/>
                </a:lnTo>
                <a:lnTo>
                  <a:pt x="3081" y="8620"/>
                </a:lnTo>
                <a:lnTo>
                  <a:pt x="3448" y="8290"/>
                </a:lnTo>
                <a:lnTo>
                  <a:pt x="3778" y="7923"/>
                </a:lnTo>
                <a:lnTo>
                  <a:pt x="3815" y="7960"/>
                </a:lnTo>
                <a:lnTo>
                  <a:pt x="3925" y="7960"/>
                </a:lnTo>
                <a:lnTo>
                  <a:pt x="4035" y="7887"/>
                </a:lnTo>
                <a:lnTo>
                  <a:pt x="4108" y="7813"/>
                </a:lnTo>
                <a:lnTo>
                  <a:pt x="4108" y="7740"/>
                </a:lnTo>
                <a:lnTo>
                  <a:pt x="4072" y="7593"/>
                </a:lnTo>
                <a:lnTo>
                  <a:pt x="4182" y="7446"/>
                </a:lnTo>
                <a:lnTo>
                  <a:pt x="4512" y="6896"/>
                </a:lnTo>
                <a:lnTo>
                  <a:pt x="4769" y="6309"/>
                </a:lnTo>
                <a:lnTo>
                  <a:pt x="5025" y="5722"/>
                </a:lnTo>
                <a:lnTo>
                  <a:pt x="5209" y="5099"/>
                </a:lnTo>
                <a:lnTo>
                  <a:pt x="5246" y="5062"/>
                </a:lnTo>
                <a:lnTo>
                  <a:pt x="5282" y="4989"/>
                </a:lnTo>
                <a:lnTo>
                  <a:pt x="5282" y="4915"/>
                </a:lnTo>
                <a:lnTo>
                  <a:pt x="5466" y="4292"/>
                </a:lnTo>
                <a:lnTo>
                  <a:pt x="5612" y="3632"/>
                </a:lnTo>
                <a:lnTo>
                  <a:pt x="5722" y="2971"/>
                </a:lnTo>
                <a:lnTo>
                  <a:pt x="5796" y="2311"/>
                </a:lnTo>
                <a:lnTo>
                  <a:pt x="5832" y="1981"/>
                </a:lnTo>
                <a:lnTo>
                  <a:pt x="5796" y="1651"/>
                </a:lnTo>
                <a:lnTo>
                  <a:pt x="5759" y="1357"/>
                </a:lnTo>
                <a:lnTo>
                  <a:pt x="5649" y="1064"/>
                </a:lnTo>
                <a:lnTo>
                  <a:pt x="5539" y="807"/>
                </a:lnTo>
                <a:lnTo>
                  <a:pt x="5356" y="587"/>
                </a:lnTo>
                <a:lnTo>
                  <a:pt x="5099" y="367"/>
                </a:lnTo>
                <a:lnTo>
                  <a:pt x="4842" y="184"/>
                </a:lnTo>
                <a:lnTo>
                  <a:pt x="4512" y="73"/>
                </a:lnTo>
                <a:lnTo>
                  <a:pt x="4182" y="0"/>
                </a:lnTo>
                <a:close/>
                <a:moveTo>
                  <a:pt x="8730" y="3962"/>
                </a:moveTo>
                <a:lnTo>
                  <a:pt x="8584" y="4072"/>
                </a:lnTo>
                <a:lnTo>
                  <a:pt x="8437" y="4182"/>
                </a:lnTo>
                <a:lnTo>
                  <a:pt x="8327" y="4329"/>
                </a:lnTo>
                <a:lnTo>
                  <a:pt x="7887" y="4439"/>
                </a:lnTo>
                <a:lnTo>
                  <a:pt x="7336" y="4585"/>
                </a:lnTo>
                <a:lnTo>
                  <a:pt x="6786" y="4842"/>
                </a:lnTo>
                <a:lnTo>
                  <a:pt x="6566" y="4989"/>
                </a:lnTo>
                <a:lnTo>
                  <a:pt x="6309" y="5172"/>
                </a:lnTo>
                <a:lnTo>
                  <a:pt x="6089" y="5356"/>
                </a:lnTo>
                <a:lnTo>
                  <a:pt x="5906" y="5576"/>
                </a:lnTo>
                <a:lnTo>
                  <a:pt x="5759" y="5796"/>
                </a:lnTo>
                <a:lnTo>
                  <a:pt x="5612" y="6053"/>
                </a:lnTo>
                <a:lnTo>
                  <a:pt x="5539" y="6309"/>
                </a:lnTo>
                <a:lnTo>
                  <a:pt x="5502" y="6603"/>
                </a:lnTo>
                <a:lnTo>
                  <a:pt x="5466" y="6860"/>
                </a:lnTo>
                <a:lnTo>
                  <a:pt x="5502" y="7116"/>
                </a:lnTo>
                <a:lnTo>
                  <a:pt x="5539" y="7373"/>
                </a:lnTo>
                <a:lnTo>
                  <a:pt x="5612" y="7630"/>
                </a:lnTo>
                <a:lnTo>
                  <a:pt x="5722" y="7887"/>
                </a:lnTo>
                <a:lnTo>
                  <a:pt x="5869" y="8107"/>
                </a:lnTo>
                <a:lnTo>
                  <a:pt x="6016" y="8327"/>
                </a:lnTo>
                <a:lnTo>
                  <a:pt x="6199" y="8547"/>
                </a:lnTo>
                <a:lnTo>
                  <a:pt x="6419" y="8730"/>
                </a:lnTo>
                <a:lnTo>
                  <a:pt x="6639" y="8914"/>
                </a:lnTo>
                <a:lnTo>
                  <a:pt x="6860" y="9060"/>
                </a:lnTo>
                <a:lnTo>
                  <a:pt x="7116" y="9170"/>
                </a:lnTo>
                <a:lnTo>
                  <a:pt x="7410" y="9244"/>
                </a:lnTo>
                <a:lnTo>
                  <a:pt x="7703" y="9281"/>
                </a:lnTo>
                <a:lnTo>
                  <a:pt x="8033" y="9244"/>
                </a:lnTo>
                <a:lnTo>
                  <a:pt x="8327" y="9170"/>
                </a:lnTo>
                <a:lnTo>
                  <a:pt x="8620" y="9024"/>
                </a:lnTo>
                <a:lnTo>
                  <a:pt x="8877" y="8877"/>
                </a:lnTo>
                <a:lnTo>
                  <a:pt x="9391" y="8547"/>
                </a:lnTo>
                <a:lnTo>
                  <a:pt x="9611" y="8364"/>
                </a:lnTo>
                <a:lnTo>
                  <a:pt x="9794" y="8143"/>
                </a:lnTo>
                <a:lnTo>
                  <a:pt x="9977" y="7923"/>
                </a:lnTo>
                <a:lnTo>
                  <a:pt x="10161" y="7703"/>
                </a:lnTo>
                <a:lnTo>
                  <a:pt x="10418" y="7190"/>
                </a:lnTo>
                <a:lnTo>
                  <a:pt x="10638" y="6676"/>
                </a:lnTo>
                <a:lnTo>
                  <a:pt x="10711" y="6346"/>
                </a:lnTo>
                <a:lnTo>
                  <a:pt x="10748" y="6053"/>
                </a:lnTo>
                <a:lnTo>
                  <a:pt x="10748" y="5722"/>
                </a:lnTo>
                <a:lnTo>
                  <a:pt x="10711" y="5466"/>
                </a:lnTo>
                <a:lnTo>
                  <a:pt x="10601" y="5172"/>
                </a:lnTo>
                <a:lnTo>
                  <a:pt x="10454" y="4915"/>
                </a:lnTo>
                <a:lnTo>
                  <a:pt x="10271" y="4659"/>
                </a:lnTo>
                <a:lnTo>
                  <a:pt x="10051" y="4439"/>
                </a:lnTo>
                <a:lnTo>
                  <a:pt x="9794" y="4255"/>
                </a:lnTo>
                <a:lnTo>
                  <a:pt x="9537" y="4108"/>
                </a:lnTo>
                <a:lnTo>
                  <a:pt x="9244" y="3998"/>
                </a:lnTo>
                <a:lnTo>
                  <a:pt x="8950" y="396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7518184" y="3966329"/>
            <a:ext cx="846269" cy="598458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8" name="Google Shape;188;p2"/>
          <p:cNvSpPr/>
          <p:nvPr/>
        </p:nvSpPr>
        <p:spPr>
          <a:xfrm rot="-5400000">
            <a:off x="6496794" y="3021441"/>
            <a:ext cx="493819" cy="63153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6453205" y="3705907"/>
            <a:ext cx="666366" cy="752689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1866011" y="4742879"/>
            <a:ext cx="681078" cy="4552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6669805" y="4614395"/>
            <a:ext cx="308462" cy="330481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9pPr>
          </a:lstStyle>
          <a:p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600"/>
              <a:buNone/>
              <a:defRPr>
                <a:solidFill>
                  <a:srgbClr val="1C4587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4412080" y="4661638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968826" y="4000288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283364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7465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0636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65815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5071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55010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52015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4765584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55218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8052577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984573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61607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8922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4489179" y="4206693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6" name="Google Shape;216;p3"/>
          <p:cNvSpPr/>
          <p:nvPr/>
        </p:nvSpPr>
        <p:spPr>
          <a:xfrm rot="1920548">
            <a:off x="7236726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82632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8" name="Google Shape;218;p3"/>
          <p:cNvSpPr/>
          <p:nvPr/>
        </p:nvSpPr>
        <p:spPr>
          <a:xfrm rot="-5400000">
            <a:off x="76843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50595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482765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9459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22630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17809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17065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4009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32519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3251978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2183974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39491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13601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37218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40288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0" name="Google Shape;240;p3"/>
          <p:cNvSpPr/>
          <p:nvPr/>
        </p:nvSpPr>
        <p:spPr>
          <a:xfrm rot="1920548">
            <a:off x="2436125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34626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2" name="Google Shape;242;p3"/>
          <p:cNvSpPr/>
          <p:nvPr/>
        </p:nvSpPr>
        <p:spPr>
          <a:xfrm rot="-5400000">
            <a:off x="28837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28590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29818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7350" algn="ctr" rtl="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500"/>
              <a:buChar char="✘"/>
              <a:defRPr sz="2500" b="1">
                <a:solidFill>
                  <a:srgbClr val="1C4587"/>
                </a:solidFill>
              </a:defRPr>
            </a:lvl1pPr>
            <a:lvl2pPr marL="914400" lvl="1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✗"/>
              <a:defRPr sz="2500" b="1">
                <a:solidFill>
                  <a:srgbClr val="1C4587"/>
                </a:solidFill>
              </a:defRPr>
            </a:lvl2pPr>
            <a:lvl3pPr marL="1371600" lvl="2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3pPr>
            <a:lvl4pPr marL="1828800" lvl="3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4pPr>
            <a:lvl5pPr marL="2286000" lvl="4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5pPr>
            <a:lvl6pPr marL="2743200" lvl="5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6pPr>
            <a:lvl7pPr marL="3200400" lvl="6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7pPr>
            <a:lvl8pPr marL="3657600" lvl="7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8pPr>
            <a:lvl9pPr marL="4114800" lvl="8" indent="-387350" algn="ctr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1" name="Google Shape;261;p4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3" name="Google Shape;283;p4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5" name="Google Shape;285;p4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9" name="Google Shape;289;p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8" name="Google Shape;518;p10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5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7350">
              <a:spcBef>
                <a:spcPts val="600"/>
              </a:spcBef>
              <a:spcAft>
                <a:spcPts val="0"/>
              </a:spcAft>
              <a:buSzPts val="2500"/>
              <a:buChar char="✘"/>
              <a:defRPr sz="25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✗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grpSp>
        <p:nvGrpSpPr>
          <p:cNvPr id="293" name="Google Shape;293;p5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294" name="Google Shape;294;p5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</p:grpSp>
      <p:cxnSp>
        <p:nvCxnSpPr>
          <p:cNvPr id="323" name="Google Shape;323;p5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4" name="Google Shape;324;p5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846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6" y="-23"/>
            <a:ext cx="9143797" cy="5143378"/>
            <a:chOff x="239950" y="872550"/>
            <a:chExt cx="7042900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50" y="2601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1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791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159" name="Google Shape;159;p1"/>
          <p:cNvSpPr txBox="1">
            <a:spLocks noGrp="1"/>
          </p:cNvSpPr>
          <p:nvPr>
            <p:ph type="body" idx="1"/>
          </p:nvPr>
        </p:nvSpPr>
        <p:spPr>
          <a:xfrm>
            <a:off x="747925" y="1314900"/>
            <a:ext cx="67917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osis"/>
              <a:buChar char="✘"/>
              <a:defRPr sz="2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✗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■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160" name="Google Shape;160;p1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6" r:id="rId4"/>
    <p:sldLayoutId id="2147483659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daniel.h.paiva@ulife.com.br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2"/>
          <p:cNvSpPr txBox="1">
            <a:spLocks noGrp="1"/>
          </p:cNvSpPr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Álgebra Booleana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Álgebra Booleana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A álgebra de Booleana é um sistema matemático composto por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operadores, regras, postulados e teoremas.</a:t>
            </a:r>
            <a:endParaRPr dirty="0"/>
          </a:p>
        </p:txBody>
      </p:sp>
      <p:sp>
        <p:nvSpPr>
          <p:cNvPr id="554" name="Google Shape;554;p16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usa funções e variáveis, como na álgebra convencional, que podem assumir apenas um dentre dois valores: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{Falso, </a:t>
            </a:r>
            <a:r>
              <a:rPr lang="pt-BR" b="1" dirty="0"/>
              <a:t>Verdadeiro</a:t>
            </a:r>
            <a:r>
              <a:rPr lang="pt-BR" dirty="0"/>
              <a:t>} raciocínio humano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{Desligado, </a:t>
            </a:r>
            <a:r>
              <a:rPr lang="pt-BR" b="1" dirty="0"/>
              <a:t>Ligado</a:t>
            </a:r>
            <a:r>
              <a:rPr lang="pt-BR" dirty="0"/>
              <a:t>} circuitos de chaveamento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{0, </a:t>
            </a:r>
            <a:r>
              <a:rPr lang="pt-BR" b="1" dirty="0"/>
              <a:t>1</a:t>
            </a:r>
            <a:r>
              <a:rPr lang="pt-BR" dirty="0"/>
              <a:t>} sistema binário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{0v, +5v} eletrônica digital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A álgebra booleana trabalha com dois operadores, o operador </a:t>
            </a:r>
            <a:r>
              <a:rPr lang="pt-BR" b="1" dirty="0"/>
              <a:t>AND</a:t>
            </a:r>
            <a:r>
              <a:rPr lang="pt-BR" dirty="0"/>
              <a:t>, simbolizado por (.) e o operador </a:t>
            </a:r>
            <a:r>
              <a:rPr lang="pt-BR" b="1" dirty="0"/>
              <a:t>OR</a:t>
            </a:r>
            <a:r>
              <a:rPr lang="pt-BR" dirty="0"/>
              <a:t>, simbolizado por (+):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 operador AND é conhecido como produto lógico e o operador OR é conhecido como soma lógica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Os mesmos correspondem, respectivamente, às operações de interseção e união da teoria dos conjuntos.</a:t>
            </a:r>
            <a:endParaRPr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077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Portas Lógicas</a:t>
            </a:r>
            <a:endParaRPr dirty="0"/>
          </a:p>
        </p:txBody>
      </p:sp>
      <p:sp>
        <p:nvSpPr>
          <p:cNvPr id="548" name="Google Shape;548;p15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26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Complementa o sinal de entrada. Se o sinal de entrada for 0 ela produz uma saída 1, se a entrada for 1 ela produz uma saída 0: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475" y="3112264"/>
            <a:ext cx="3619050" cy="167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7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64515" y="1872240"/>
            <a:ext cx="5414970" cy="295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8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NÃO (NOT) ou Complemento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10264" y="1223194"/>
            <a:ext cx="4020786" cy="389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3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Combina sinais de entrada equivalentemente a um circuito em série. Produz uma saída 1 se todos os sinais de entrada forem 1. Senão produz 0.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5205" y="3037993"/>
            <a:ext cx="4994568" cy="15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31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4256" y="1903910"/>
            <a:ext cx="5395487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9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E (AND)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98401" y="49249"/>
            <a:ext cx="4893543" cy="500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27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600"/>
              </a:spcBef>
              <a:spcAft>
                <a:spcPts val="0"/>
              </a:spcAft>
              <a:buSzPts val="2500"/>
              <a:buChar char="✘"/>
            </a:pPr>
            <a:r>
              <a:rPr lang="pt-BR" dirty="0"/>
              <a:t>Combina dois ou mais sinais de entrada equivalentemente a um circuito paralelo. Produz uma saída 1 se qualquer um dos sinais de entrada for 1. </a:t>
            </a:r>
            <a:br>
              <a:rPr lang="pt-BR" dirty="0"/>
            </a:br>
            <a:r>
              <a:rPr lang="pt-BR" dirty="0"/>
              <a:t>Senão produz 0.</a:t>
            </a:r>
            <a:br>
              <a:rPr lang="pt-BR" dirty="0"/>
            </a:br>
            <a:r>
              <a:rPr lang="pt-BR" dirty="0"/>
              <a:t>– Função booleana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85667" y="2951018"/>
            <a:ext cx="5394960" cy="122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1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Representação gráfica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94921" y="1903910"/>
            <a:ext cx="5154157" cy="300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17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Porta Lógica OU (OR)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r>
              <a:rPr lang="pt-BR" dirty="0"/>
              <a:t>– Tabela Verdade	</a:t>
            </a:r>
          </a:p>
          <a:p>
            <a:pPr marL="69850" lvl="0" indent="0" algn="l" rtl="0">
              <a:spcBef>
                <a:spcPts val="600"/>
              </a:spcBef>
              <a:spcAft>
                <a:spcPts val="0"/>
              </a:spcAft>
              <a:buSzPts val="2500"/>
              <a:buNone/>
            </a:pPr>
            <a:endParaRPr lang="pt-BR" dirty="0"/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4597E49-521A-5073-0B77-1E53455F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5285" y="102779"/>
            <a:ext cx="4721970" cy="495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84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ECEAB6A7-1B76-9952-2839-101565428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>
            <a:extLst>
              <a:ext uri="{FF2B5EF4-FFF2-40B4-BE49-F238E27FC236}">
                <a16:creationId xmlns:a16="http://schemas.microsoft.com/office/drawing/2014/main" id="{A403075B-F4D1-E389-CFC2-168CA55011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Google Shape;560;p17">
                <a:extLst>
                  <a:ext uri="{FF2B5EF4-FFF2-40B4-BE49-F238E27FC236}">
                    <a16:creationId xmlns:a16="http://schemas.microsoft.com/office/drawing/2014/main" id="{5DC9892D-B413-7B44-5CAC-4DB8D6D87AD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47925" y="1302837"/>
                <a:ext cx="6140400" cy="3610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pt-BR" b="1" dirty="0"/>
                  <a:t>Lâmpada de Emergência Inteligente</a:t>
                </a:r>
              </a:p>
              <a:p>
                <a:r>
                  <a:rPr lang="pt-BR" b="1" dirty="0"/>
                  <a:t>Contexto:</a:t>
                </a:r>
                <a:endParaRPr lang="pt-BR" dirty="0"/>
              </a:p>
              <a:p>
                <a:r>
                  <a:rPr lang="pt-BR" dirty="0"/>
                  <a:t>Uma lâmpada de emergência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dirty="0"/>
                  <a:t>) só deve acender (</a:t>
                </a:r>
                <a14:m>
                  <m:oMath xmlns:m="http://schemas.openxmlformats.org/officeDocument/2006/math">
                    <m:r>
                      <a:rPr lang="pt-B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) quando </a:t>
                </a:r>
                <a:r>
                  <a:rPr lang="pt-BR" b="1" dirty="0"/>
                  <a:t>faltar energia elétrica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b="1" dirty="0"/>
                  <a:t>)</a:t>
                </a:r>
                <a:r>
                  <a:rPr lang="pt-BR" dirty="0"/>
                  <a:t> </a:t>
                </a:r>
                <a:r>
                  <a:rPr lang="pt-BR" b="1" dirty="0"/>
                  <a:t>E</a:t>
                </a:r>
                <a:r>
                  <a:rPr lang="pt-BR" dirty="0"/>
                  <a:t> houver </a:t>
                </a:r>
                <a:r>
                  <a:rPr lang="pt-BR" b="1" dirty="0"/>
                  <a:t>detecção de presença no corredor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b="1" dirty="0"/>
                  <a:t>)</a:t>
                </a:r>
                <a:r>
                  <a:rPr lang="pt-BR" dirty="0"/>
                  <a:t>.</a:t>
                </a:r>
              </a:p>
              <a:p>
                <a:pPr marL="69850" lvl="0" indent="0" algn="l" rtl="0">
                  <a:spcBef>
                    <a:spcPts val="600"/>
                  </a:spcBef>
                  <a:spcAft>
                    <a:spcPts val="0"/>
                  </a:spcAft>
                  <a:buSzPts val="250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60" name="Google Shape;560;p17">
                <a:extLst>
                  <a:ext uri="{FF2B5EF4-FFF2-40B4-BE49-F238E27FC236}">
                    <a16:creationId xmlns:a16="http://schemas.microsoft.com/office/drawing/2014/main" id="{5DC9892D-B413-7B44-5CAC-4DB8D6D87AD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7925" y="1302837"/>
                <a:ext cx="6140400" cy="3610800"/>
              </a:xfrm>
              <a:prstGeom prst="rect">
                <a:avLst/>
              </a:prstGeom>
              <a:blipFill>
                <a:blip r:embed="rId3"/>
                <a:stretch>
                  <a:fillRect l="-894" r="-8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1" name="Google Shape;561;p17">
            <a:extLst>
              <a:ext uri="{FF2B5EF4-FFF2-40B4-BE49-F238E27FC236}">
                <a16:creationId xmlns:a16="http://schemas.microsoft.com/office/drawing/2014/main" id="{C103C094-E0AB-869D-AE72-468FD23BD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37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62B64231-00C5-F8DA-A9E2-2DCD7CE05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>
            <a:extLst>
              <a:ext uri="{FF2B5EF4-FFF2-40B4-BE49-F238E27FC236}">
                <a16:creationId xmlns:a16="http://schemas.microsoft.com/office/drawing/2014/main" id="{5C722A46-5D31-D9A2-AD3A-C2C5088BB6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Conceitos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Google Shape;560;p17">
                <a:extLst>
                  <a:ext uri="{FF2B5EF4-FFF2-40B4-BE49-F238E27FC236}">
                    <a16:creationId xmlns:a16="http://schemas.microsoft.com/office/drawing/2014/main" id="{53D9EBAA-23D5-9EA1-4FE7-005EA87C6BF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47925" y="1302837"/>
                <a:ext cx="6140400" cy="3610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pt-BR" b="1" dirty="0"/>
                  <a:t>Expressão Booleana</a:t>
                </a:r>
              </a:p>
              <a:p>
                <a:pPr marL="69850" indent="0">
                  <a:buNone/>
                </a:pPr>
                <a:endParaRPr lang="pt-BR" b="1" dirty="0"/>
              </a:p>
              <a:p>
                <a:pPr marL="6985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pt-BR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0" name="Google Shape;560;p17">
                <a:extLst>
                  <a:ext uri="{FF2B5EF4-FFF2-40B4-BE49-F238E27FC236}">
                    <a16:creationId xmlns:a16="http://schemas.microsoft.com/office/drawing/2014/main" id="{53D9EBAA-23D5-9EA1-4FE7-005EA87C6BF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7925" y="1302837"/>
                <a:ext cx="6140400" cy="3610800"/>
              </a:xfrm>
              <a:prstGeom prst="rect">
                <a:avLst/>
              </a:prstGeom>
              <a:blipFill>
                <a:blip r:embed="rId3"/>
                <a:stretch>
                  <a:fillRect l="-8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1" name="Google Shape;561;p17">
            <a:extLst>
              <a:ext uri="{FF2B5EF4-FFF2-40B4-BE49-F238E27FC236}">
                <a16:creationId xmlns:a16="http://schemas.microsoft.com/office/drawing/2014/main" id="{2D84BC9C-0008-1E0C-845F-C61486034B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513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7F0F36C8-0F8B-DC7B-0F6B-51D955460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9" name="Google Shape;559;p17">
                <a:extLst>
                  <a:ext uri="{FF2B5EF4-FFF2-40B4-BE49-F238E27FC236}">
                    <a16:creationId xmlns:a16="http://schemas.microsoft.com/office/drawing/2014/main" id="{0159F30F-E6EA-99AA-05DB-BA7C31265D6D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47925" y="225025"/>
                <a:ext cx="6140400" cy="857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/>
                <a:r>
                  <a:rPr lang="pt-BR" dirty="0"/>
                  <a:t>Tabela Verdade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pt-BR" dirty="0"/>
                  <a:t> linhas)</a:t>
                </a:r>
                <a:endParaRPr dirty="0"/>
              </a:p>
            </p:txBody>
          </p:sp>
        </mc:Choice>
        <mc:Fallback xmlns="">
          <p:sp>
            <p:nvSpPr>
              <p:cNvPr id="559" name="Google Shape;559;p17">
                <a:extLst>
                  <a:ext uri="{FF2B5EF4-FFF2-40B4-BE49-F238E27FC236}">
                    <a16:creationId xmlns:a16="http://schemas.microsoft.com/office/drawing/2014/main" id="{0159F30F-E6EA-99AA-05DB-BA7C31265D6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47925" y="225025"/>
                <a:ext cx="6140400" cy="857400"/>
              </a:xfrm>
              <a:prstGeom prst="rect">
                <a:avLst/>
              </a:prstGeom>
              <a:blipFill>
                <a:blip r:embed="rId3"/>
                <a:stretch>
                  <a:fillRect l="-894" b="-63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Google Shape;560;p17">
                <a:extLst>
                  <a:ext uri="{FF2B5EF4-FFF2-40B4-BE49-F238E27FC236}">
                    <a16:creationId xmlns:a16="http://schemas.microsoft.com/office/drawing/2014/main" id="{CE51EE30-02A7-B426-0970-76A7114FB11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47925" y="1302837"/>
                <a:ext cx="6140400" cy="3610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pt-BR" b="1" dirty="0"/>
                  <a:t>Expressão Booleana</a:t>
                </a:r>
              </a:p>
              <a:p>
                <a:pPr marL="69850" indent="0">
                  <a:buNone/>
                </a:pPr>
                <a:endParaRPr lang="pt-BR" b="1" dirty="0"/>
              </a:p>
              <a:p>
                <a:pPr marL="6985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pt-BR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60" name="Google Shape;560;p17">
                <a:extLst>
                  <a:ext uri="{FF2B5EF4-FFF2-40B4-BE49-F238E27FC236}">
                    <a16:creationId xmlns:a16="http://schemas.microsoft.com/office/drawing/2014/main" id="{CE51EE30-02A7-B426-0970-76A7114FB11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7925" y="1302837"/>
                <a:ext cx="6140400" cy="3610800"/>
              </a:xfrm>
              <a:prstGeom prst="rect">
                <a:avLst/>
              </a:prstGeom>
              <a:blipFill>
                <a:blip r:embed="rId4"/>
                <a:stretch>
                  <a:fillRect l="-8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1" name="Google Shape;561;p17">
            <a:extLst>
              <a:ext uri="{FF2B5EF4-FFF2-40B4-BE49-F238E27FC236}">
                <a16:creationId xmlns:a16="http://schemas.microsoft.com/office/drawing/2014/main" id="{CA3DF103-A0F6-3EDB-1961-E452F619A4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32F60FB-8E4F-4B49-2F37-53166E7E6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184807"/>
              </p:ext>
            </p:extLst>
          </p:nvPr>
        </p:nvGraphicFramePr>
        <p:xfrm>
          <a:off x="747925" y="2734540"/>
          <a:ext cx="6791324" cy="2042160"/>
        </p:xfrm>
        <a:graphic>
          <a:graphicData uri="http://schemas.openxmlformats.org/drawingml/2006/table">
            <a:tbl>
              <a:tblPr/>
              <a:tblGrid>
                <a:gridCol w="1697831">
                  <a:extLst>
                    <a:ext uri="{9D8B030D-6E8A-4147-A177-3AD203B41FA5}">
                      <a16:colId xmlns:a16="http://schemas.microsoft.com/office/drawing/2014/main" val="3487013748"/>
                    </a:ext>
                  </a:extLst>
                </a:gridCol>
                <a:gridCol w="1697831">
                  <a:extLst>
                    <a:ext uri="{9D8B030D-6E8A-4147-A177-3AD203B41FA5}">
                      <a16:colId xmlns:a16="http://schemas.microsoft.com/office/drawing/2014/main" val="821591938"/>
                    </a:ext>
                  </a:extLst>
                </a:gridCol>
                <a:gridCol w="1697831">
                  <a:extLst>
                    <a:ext uri="{9D8B030D-6E8A-4147-A177-3AD203B41FA5}">
                      <a16:colId xmlns:a16="http://schemas.microsoft.com/office/drawing/2014/main" val="2140333340"/>
                    </a:ext>
                  </a:extLst>
                </a:gridCol>
                <a:gridCol w="1697831">
                  <a:extLst>
                    <a:ext uri="{9D8B030D-6E8A-4147-A177-3AD203B41FA5}">
                      <a16:colId xmlns:a16="http://schemas.microsoft.com/office/drawing/2014/main" val="1461766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Entrada A</a:t>
                      </a:r>
                      <a:b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(Energia Rede)</a:t>
                      </a:r>
                      <a:endParaRPr lang="pt-BR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Entrada B(Presença)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Aˉ(Sem Energia)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Saída S(Lâmpada)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209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481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pt-BR" i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(Acende!)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474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400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901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672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18B36FC6-86FD-681A-D524-A2E9B559A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">
            <a:extLst>
              <a:ext uri="{FF2B5EF4-FFF2-40B4-BE49-F238E27FC236}">
                <a16:creationId xmlns:a16="http://schemas.microsoft.com/office/drawing/2014/main" id="{6ABF87B1-251F-4134-5B80-426C2BFE83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DDA0660-BF60-AFED-A3D8-1D81A3BBD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676244"/>
              </p:ext>
            </p:extLst>
          </p:nvPr>
        </p:nvGraphicFramePr>
        <p:xfrm>
          <a:off x="304579" y="1245175"/>
          <a:ext cx="8596964" cy="3084368"/>
        </p:xfrm>
        <a:graphic>
          <a:graphicData uri="http://schemas.openxmlformats.org/drawingml/2006/table">
            <a:tbl>
              <a:tblPr/>
              <a:tblGrid>
                <a:gridCol w="2149241">
                  <a:extLst>
                    <a:ext uri="{9D8B030D-6E8A-4147-A177-3AD203B41FA5}">
                      <a16:colId xmlns:a16="http://schemas.microsoft.com/office/drawing/2014/main" val="3487013748"/>
                    </a:ext>
                  </a:extLst>
                </a:gridCol>
                <a:gridCol w="2149241">
                  <a:extLst>
                    <a:ext uri="{9D8B030D-6E8A-4147-A177-3AD203B41FA5}">
                      <a16:colId xmlns:a16="http://schemas.microsoft.com/office/drawing/2014/main" val="821591938"/>
                    </a:ext>
                  </a:extLst>
                </a:gridCol>
                <a:gridCol w="2149241">
                  <a:extLst>
                    <a:ext uri="{9D8B030D-6E8A-4147-A177-3AD203B41FA5}">
                      <a16:colId xmlns:a16="http://schemas.microsoft.com/office/drawing/2014/main" val="2140333340"/>
                    </a:ext>
                  </a:extLst>
                </a:gridCol>
                <a:gridCol w="2149241">
                  <a:extLst>
                    <a:ext uri="{9D8B030D-6E8A-4147-A177-3AD203B41FA5}">
                      <a16:colId xmlns:a16="http://schemas.microsoft.com/office/drawing/2014/main" val="1461766331"/>
                    </a:ext>
                  </a:extLst>
                </a:gridCol>
              </a:tblGrid>
              <a:tr h="874672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Entrada A</a:t>
                      </a:r>
                      <a:b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</a:br>
                      <a: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(Energia Rede)</a:t>
                      </a:r>
                      <a:endParaRPr lang="pt-BR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Entrada B(Presença)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Aˉ(Sem Energia)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Saída S(Lâmpada)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209268"/>
                  </a:ext>
                </a:extLst>
              </a:tr>
              <a:tr h="552424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481087"/>
                  </a:ext>
                </a:extLst>
              </a:tr>
              <a:tr h="552424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pt-BR" i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(Acende!)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474452"/>
                  </a:ext>
                </a:extLst>
              </a:tr>
              <a:tr h="552424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400088"/>
                  </a:ext>
                </a:extLst>
              </a:tr>
              <a:tr h="552424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</a:t>
                      </a:r>
                      <a:endParaRPr lang="pt-BR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901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92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Precedência</a:t>
            </a:r>
            <a:endParaRPr dirty="0"/>
          </a:p>
        </p:txBody>
      </p:sp>
      <p:sp>
        <p:nvSpPr>
          <p:cNvPr id="560" name="Google Shape;560;p17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65733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9850" indent="0" algn="l">
              <a:buNone/>
            </a:pPr>
            <a:r>
              <a:rPr lang="pt-BR" dirty="0"/>
              <a:t> </a:t>
            </a:r>
            <a:r>
              <a:rPr lang="es-ES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1. ()</a:t>
            </a:r>
          </a:p>
          <a:p>
            <a:pPr marL="69850" indent="0">
              <a:buNone/>
            </a:pPr>
            <a:r>
              <a:rPr lang="es-ES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2.</a:t>
            </a: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 NOT</a:t>
            </a:r>
          </a:p>
          <a:p>
            <a:pPr marL="69850" indent="0">
              <a:buNone/>
            </a:pPr>
            <a:r>
              <a:rPr lang="pt-BR" sz="4000" b="1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3. AND</a:t>
            </a:r>
          </a:p>
          <a:p>
            <a:pPr marL="69850" indent="0">
              <a:buNone/>
            </a:pPr>
            <a:r>
              <a:rPr lang="pt-BR" sz="4000" b="1" i="0" u="none" strike="noStrike" baseline="0" dirty="0">
                <a:solidFill>
                  <a:srgbClr val="000000"/>
                </a:solidFill>
                <a:latin typeface="+mj-lt"/>
                <a:cs typeface="Cascadia Code" panose="020B0609020000020004" pitchFamily="49" charset="0"/>
              </a:rPr>
              <a:t>4. OR</a:t>
            </a:r>
            <a:endParaRPr lang="es-ES" sz="4000" b="1" i="0" u="none" strike="noStrike" baseline="0" dirty="0">
              <a:solidFill>
                <a:srgbClr val="000000"/>
              </a:solidFill>
              <a:latin typeface="+mj-lt"/>
              <a:cs typeface="Cascadia Code" panose="020B0609020000020004" pitchFamily="49" charset="0"/>
            </a:endParaRPr>
          </a:p>
        </p:txBody>
      </p:sp>
      <p:sp>
        <p:nvSpPr>
          <p:cNvPr id="561" name="Google Shape;561;p1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27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4"/>
          <p:cNvSpPr txBox="1">
            <a:spLocks noGrp="1"/>
          </p:cNvSpPr>
          <p:nvPr>
            <p:ph type="ctrTitle" idx="4294967295"/>
          </p:nvPr>
        </p:nvSpPr>
        <p:spPr>
          <a:xfrm>
            <a:off x="3657038" y="1073100"/>
            <a:ext cx="3229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THANKS!</a:t>
            </a:r>
            <a:endParaRPr sz="6000" dirty="0"/>
          </a:p>
        </p:txBody>
      </p:sp>
      <p:sp>
        <p:nvSpPr>
          <p:cNvPr id="753" name="Google Shape;753;p34"/>
          <p:cNvSpPr txBox="1">
            <a:spLocks noGrp="1"/>
          </p:cNvSpPr>
          <p:nvPr>
            <p:ph type="body" idx="4294967295"/>
          </p:nvPr>
        </p:nvSpPr>
        <p:spPr>
          <a:xfrm>
            <a:off x="3657038" y="2119105"/>
            <a:ext cx="4364744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/>
              <a:t>Any questions?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You can find me at</a:t>
            </a:r>
            <a:endParaRPr sz="2000" dirty="0"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/>
              <a:t>@</a:t>
            </a:r>
            <a:r>
              <a:rPr lang="en" sz="2000" b="1" dirty="0"/>
              <a:t>danhpaiva</a:t>
            </a:r>
            <a:endParaRPr sz="2000" b="1" dirty="0"/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"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r>
              <a:rPr lang="en" sz="2000" dirty="0">
                <a:hlinkClick r:id="rId3"/>
              </a:rPr>
              <a:t>daniel.h.paiva@ulife.com.br</a:t>
            </a:r>
            <a:endParaRPr lang="en"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endParaRPr lang="en"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✘"/>
            </a:pPr>
            <a:endParaRPr sz="2000" dirty="0"/>
          </a:p>
        </p:txBody>
      </p:sp>
      <p:sp>
        <p:nvSpPr>
          <p:cNvPr id="754" name="Google Shape;754;p34"/>
          <p:cNvSpPr/>
          <p:nvPr/>
        </p:nvSpPr>
        <p:spPr>
          <a:xfrm>
            <a:off x="2257757" y="1402659"/>
            <a:ext cx="1180108" cy="1089975"/>
          </a:xfrm>
          <a:custGeom>
            <a:avLst/>
            <a:gdLst/>
            <a:ahLst/>
            <a:cxnLst/>
            <a:rect l="l" t="t" r="r" b="b"/>
            <a:pathLst>
              <a:path w="17204" h="15890" extrusionOk="0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78D8"/>
              </a:solidFill>
            </a:endParaRPr>
          </a:p>
        </p:txBody>
      </p:sp>
      <p:sp>
        <p:nvSpPr>
          <p:cNvPr id="755" name="Google Shape;755;p3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iar template">
  <a:themeElements>
    <a:clrScheme name="Custom 347">
      <a:dk1>
        <a:srgbClr val="3D4965"/>
      </a:dk1>
      <a:lt1>
        <a:srgbClr val="FFFFFF"/>
      </a:lt1>
      <a:dk2>
        <a:srgbClr val="1C4587"/>
      </a:dk2>
      <a:lt2>
        <a:srgbClr val="F3F3F3"/>
      </a:lt2>
      <a:accent1>
        <a:srgbClr val="3C78D8"/>
      </a:accent1>
      <a:accent2>
        <a:srgbClr val="89ABE6"/>
      </a:accent2>
      <a:accent3>
        <a:srgbClr val="8EA3C3"/>
      </a:accent3>
      <a:accent4>
        <a:srgbClr val="EFEFEF"/>
      </a:accent4>
      <a:accent5>
        <a:srgbClr val="D9D9D9"/>
      </a:accent5>
      <a:accent6>
        <a:srgbClr val="C9DAF8"/>
      </a:accent6>
      <a:hlink>
        <a:srgbClr val="3C78D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534</Words>
  <Application>Microsoft Office PowerPoint</Application>
  <PresentationFormat>Apresentação na tela (16:9)</PresentationFormat>
  <Paragraphs>120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Cambria Math</vt:lpstr>
      <vt:lpstr>Dosis</vt:lpstr>
      <vt:lpstr>Roboto</vt:lpstr>
      <vt:lpstr>Sniglet</vt:lpstr>
      <vt:lpstr>Friar template</vt:lpstr>
      <vt:lpstr>Álgebra Booleana</vt:lpstr>
      <vt:lpstr>Álgebra Booleana</vt:lpstr>
      <vt:lpstr>Apresentação do PowerPoint</vt:lpstr>
      <vt:lpstr>Conceitos</vt:lpstr>
      <vt:lpstr>Conceitos</vt:lpstr>
      <vt:lpstr>Portas Lógicas</vt:lpstr>
      <vt:lpstr>Porta Lógica NÃO (NOT) ou Complemento</vt:lpstr>
      <vt:lpstr>Porta Lógica NÃO (NOT) ou Complemento</vt:lpstr>
      <vt:lpstr>Porta Lógica NÃO (NOT) ou Complemento</vt:lpstr>
      <vt:lpstr>Porta Lógica E (AND)</vt:lpstr>
      <vt:lpstr>Porta Lógica E (AND)</vt:lpstr>
      <vt:lpstr>Porta Lógica E (AND)</vt:lpstr>
      <vt:lpstr>Porta Lógica OU (OR)</vt:lpstr>
      <vt:lpstr>Porta Lógica OU (OR)</vt:lpstr>
      <vt:lpstr>Porta Lógica OU (OR)</vt:lpstr>
      <vt:lpstr>Conceitos</vt:lpstr>
      <vt:lpstr>Conceitos</vt:lpstr>
      <vt:lpstr>Tabela Verdade (2^2=4 linhas)</vt:lpstr>
      <vt:lpstr>Apresentação do PowerPoint</vt:lpstr>
      <vt:lpstr>Precedência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02 - AB - Daniel Paiva</dc:title>
  <cp:keywords>Daniel Paiva</cp:keywords>
  <cp:lastModifiedBy>daniel</cp:lastModifiedBy>
  <cp:revision>137</cp:revision>
  <dcterms:modified xsi:type="dcterms:W3CDTF">2026-09-24T23:03:00Z</dcterms:modified>
</cp:coreProperties>
</file>