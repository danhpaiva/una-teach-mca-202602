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78" r:id="rId6"/>
    <p:sldId id="277" r:id="rId7"/>
    <p:sldId id="279" r:id="rId8"/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6" r:id="rId24"/>
    <p:sldId id="295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274" r:id="rId35"/>
    <p:sldId id="276" r:id="rId3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4F199E-F192-4DCC-8E23-968DF69702C7}">
  <a:tblStyle styleId="{E24F199E-F192-4DCC-8E23-968DF69702C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40ED5B2-AF06-401F-8E4F-529C710BF3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92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EFB7DCE5-9025-21CA-9D63-16DBC7112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DFCDDFCB-2EF5-B5D8-0BBB-7B833E8287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86A37EC0-5275-FAF8-2126-B48A67D2F1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941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55CF44F9-825B-0DBA-EF4A-362B243C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51390CA0-AB30-2243-61AF-0A75DDD40C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F4234C5B-4718-67EC-984E-575A59DE3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01562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DE146134-4557-F2FB-255B-72EB559DF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4A9F5838-FAAD-AA10-3185-00279D5D92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65F37AC5-F72A-203E-12BE-A3C46C8030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0715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0B00DFBE-3A1A-B7A0-CE8B-61A086C93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5CA9E00F-5BE5-90F6-B9F5-3261410B4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18C2236B-CE14-9495-93B6-73A7C8846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349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0E6A5C79-F19C-5F90-DEE6-280EEC25E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2694AFEF-2C4A-F751-14C2-2468522239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A1E4120A-1D8C-37FF-B4A6-A8057C5BB7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77731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E66D1959-8CD4-9E09-5346-4FE74514C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73684BFA-4813-1F52-E27A-CBD8C2FD0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DC29192A-9EDC-4528-1C50-1A45D9275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86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27895826-618A-074D-220C-341D2F447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C6FCCE4B-78BD-29EB-FBA4-6162FA5BB4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0074D1DE-B10C-20CF-46A5-C0E2828919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66593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65841D02-B6FB-E3C3-338E-89263FB7C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84B8275C-35ED-14E1-F04A-A01E60B240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1D6DD7AE-ED95-C33C-8A0C-7280F2B3EF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07555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A59DC9BE-686B-35F5-DE12-6973A6EDA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F2311EA3-2E51-1FAB-F296-81F8CEC83B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1F20505A-2947-744B-FACB-614AADC510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841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9D203628-C52E-E043-E3B7-0C6B41EC5D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C3BAD9B5-C373-5C08-85D9-6964C86EE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8427B669-9013-C89F-1189-F23B2955E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8957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885AADAD-BA38-7626-082E-A4CF29D47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CD01A534-B116-8ED0-0496-AAF58849BC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0C7FB7DC-A630-94D5-63F8-0A50A55914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4152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B9C8028D-4D1E-5DFD-1477-9E2A3B3DA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5D32F743-BDFA-0581-7558-79112FA30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50484D3E-1AF6-6657-AB31-2571CD9C22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05428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4E9F9F96-94ED-E4C5-116A-763A7497E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D5D4FAD3-D975-99B2-58B8-A1C9056653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E2640B90-130B-7176-2C23-B5A67F0FE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3351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BB17E2D0-EBE5-C1D7-1AC9-0A563607A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94FE13D3-BA8E-C063-71DF-2990FA6BB8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CC314336-4DA6-D988-CAF9-220C9B8CA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4047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>
          <a:extLst>
            <a:ext uri="{FF2B5EF4-FFF2-40B4-BE49-F238E27FC236}">
              <a16:creationId xmlns:a16="http://schemas.microsoft.com/office/drawing/2014/main" id="{192FFD62-F394-FBE2-7DA7-AEA8EE793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4072739ea5_12_0:notes">
            <a:extLst>
              <a:ext uri="{FF2B5EF4-FFF2-40B4-BE49-F238E27FC236}">
                <a16:creationId xmlns:a16="http://schemas.microsoft.com/office/drawing/2014/main" id="{35D10DD5-7DA1-FB7B-C583-0A7D37B926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4072739ea5_12_0:notes">
            <a:extLst>
              <a:ext uri="{FF2B5EF4-FFF2-40B4-BE49-F238E27FC236}">
                <a16:creationId xmlns:a16="http://schemas.microsoft.com/office/drawing/2014/main" id="{349EE3CC-7851-8D93-AC2F-5F832259B4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7556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Google Shape;1815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6" name="Google Shape;1816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rot="10800000" flipH="1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rot="10800000" flipH="1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rot="10800000" flipH="1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rot="10800000" flipH="1">
                <a:off x="7964519" y="3286840"/>
                <a:ext cx="818400" cy="66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rot="10800000" flipH="1">
                <a:off x="354078" y="792908"/>
                <a:ext cx="86100" cy="171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rot="10800000" flipH="1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rot="10800000" flipH="1">
                <a:off x="-769191" y="-728710"/>
                <a:ext cx="19200" cy="126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rot="10800000" flipH="1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rot="10800000" flipH="1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rot="10800000" flipH="1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rot="10800000" flipH="1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rot="10800000" flipH="1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rot="10800000" flipH="1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rot="10800000" flipH="1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rot="10800000" flipH="1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rot="10800000" flipH="1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rot="10800000" flipH="1">
                <a:off x="8977929" y="6021808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rot="10800000" flipH="1">
                <a:off x="7154690" y="4207177"/>
                <a:ext cx="823500" cy="63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rot="10800000" flipH="1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rot="10800000" flipH="1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rot="10800000" flipH="1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434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rot="10800000" flipH="1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rot="10800000" flipH="1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rot="10800000" flipH="1">
                <a:off x="7183159" y="4777208"/>
                <a:ext cx="790800" cy="13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rot="10800000" flipH="1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rot="10800000" flipH="1">
                <a:off x="8426122" y="2474926"/>
                <a:ext cx="384900" cy="34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rot="10800000" flipH="1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9"/>
          <p:cNvSpPr txBox="1">
            <a:spLocks noGrp="1"/>
          </p:cNvSpPr>
          <p:nvPr>
            <p:ph type="subTitle" idx="1"/>
          </p:nvPr>
        </p:nvSpPr>
        <p:spPr>
          <a:xfrm>
            <a:off x="4731475" y="1256325"/>
            <a:ext cx="3699300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9"/>
          <p:cNvSpPr txBox="1">
            <a:spLocks noGrp="1"/>
          </p:cNvSpPr>
          <p:nvPr>
            <p:ph type="subTitle" idx="2"/>
          </p:nvPr>
        </p:nvSpPr>
        <p:spPr>
          <a:xfrm>
            <a:off x="720000" y="1256325"/>
            <a:ext cx="3699300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2" name="Google Shape;472;p9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473" name="Google Shape;473;p9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474" name="Google Shape;474;p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5" name="Google Shape;475;p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6" name="Google Shape;476;p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477" name="Google Shape;477;p9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478" name="Google Shape;478;p9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9" name="Google Shape;479;p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0" name="Google Shape;480;p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1" name="Google Shape;481;p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482" name="Google Shape;482;p9"/>
          <p:cNvGrpSpPr/>
          <p:nvPr/>
        </p:nvGrpSpPr>
        <p:grpSpPr>
          <a:xfrm>
            <a:off x="115024" y="-2374836"/>
            <a:ext cx="8971639" cy="9741507"/>
            <a:chOff x="115024" y="-2374836"/>
            <a:chExt cx="8971639" cy="9741507"/>
          </a:xfrm>
        </p:grpSpPr>
        <p:grpSp>
          <p:nvGrpSpPr>
            <p:cNvPr id="483" name="Google Shape;483;p9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484" name="Google Shape;484;p9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5" name="Google Shape;485;p9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6" name="Google Shape;486;p9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7" name="Google Shape;487;p9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8" name="Google Shape;488;p9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9" name="Google Shape;489;p9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0" name="Google Shape;490;p9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1" name="Google Shape;491;p9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92" name="Google Shape;492;p9"/>
              <p:cNvCxnSpPr>
                <a:stCxn id="488" idx="5"/>
                <a:endCxn id="48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9"/>
              <p:cNvCxnSpPr>
                <a:stCxn id="489" idx="4"/>
                <a:endCxn id="487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9"/>
              <p:cNvCxnSpPr>
                <a:stCxn id="484" idx="0"/>
                <a:endCxn id="48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9"/>
              <p:cNvCxnSpPr>
                <a:stCxn id="488" idx="6"/>
                <a:endCxn id="48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6" name="Google Shape;496;p9"/>
              <p:cNvCxnSpPr>
                <a:stCxn id="489" idx="6"/>
                <a:endCxn id="48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7" name="Google Shape;497;p9"/>
              <p:cNvCxnSpPr>
                <a:stCxn id="487" idx="6"/>
                <a:endCxn id="48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8" name="Google Shape;498;p9"/>
              <p:cNvCxnSpPr>
                <a:stCxn id="484" idx="6"/>
                <a:endCxn id="49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9" name="Google Shape;499;p9"/>
              <p:cNvCxnSpPr>
                <a:stCxn id="484" idx="7"/>
                <a:endCxn id="48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0" name="Google Shape;500;p9"/>
              <p:cNvCxnSpPr>
                <a:stCxn id="490" idx="7"/>
                <a:endCxn id="48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1" name="Google Shape;501;p9"/>
              <p:cNvCxnSpPr>
                <a:stCxn id="486" idx="0"/>
                <a:endCxn id="48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2" name="Google Shape;502;p9"/>
              <p:cNvCxnSpPr>
                <a:stCxn id="491" idx="2"/>
                <a:endCxn id="485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3" name="Google Shape;503;p9"/>
              <p:cNvCxnSpPr>
                <a:stCxn id="489" idx="7"/>
                <a:endCxn id="49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4" name="Google Shape;504;p9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05" name="Google Shape;505;p9"/>
              <p:cNvCxnSpPr>
                <a:stCxn id="491" idx="3"/>
                <a:endCxn id="504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6" name="Google Shape;506;p9"/>
              <p:cNvCxnSpPr>
                <a:stCxn id="504" idx="2"/>
                <a:endCxn id="486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7" name="Google Shape;507;p9"/>
              <p:cNvCxnSpPr>
                <a:stCxn id="504" idx="0"/>
                <a:endCxn id="48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8" name="Google Shape;508;p9"/>
              <p:cNvCxnSpPr>
                <a:stCxn id="504" idx="1"/>
                <a:endCxn id="48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09" name="Google Shape;509;p9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0" name="Google Shape;510;p9"/>
              <p:cNvCxnSpPr>
                <a:stCxn id="486" idx="2"/>
                <a:endCxn id="509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1" name="Google Shape;511;p9"/>
              <p:cNvCxnSpPr>
                <a:stCxn id="509" idx="3"/>
                <a:endCxn id="484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2" name="Google Shape;512;p9"/>
              <p:cNvCxnSpPr>
                <a:stCxn id="487" idx="4"/>
                <a:endCxn id="50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13" name="Google Shape;513;p9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14" name="Google Shape;514;p9"/>
              <p:cNvCxnSpPr>
                <a:stCxn id="487" idx="0"/>
                <a:endCxn id="51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9"/>
              <p:cNvCxnSpPr>
                <a:stCxn id="488" idx="7"/>
                <a:endCxn id="51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16" name="Google Shape;516;p9"/>
            <p:cNvGrpSpPr/>
            <p:nvPr/>
          </p:nvGrpSpPr>
          <p:grpSpPr>
            <a:xfrm>
              <a:off x="4731484" y="3852908"/>
              <a:ext cx="4355179" cy="3513764"/>
              <a:chOff x="720009" y="3852908"/>
              <a:chExt cx="4355179" cy="3513764"/>
            </a:xfrm>
          </p:grpSpPr>
          <p:sp>
            <p:nvSpPr>
              <p:cNvPr id="517" name="Google Shape;517;p9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8" name="Google Shape;518;p9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9" name="Google Shape;519;p9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0" name="Google Shape;520;p9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1" name="Google Shape;521;p9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2" name="Google Shape;522;p9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3" name="Google Shape;523;p9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4" name="Google Shape;524;p9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25" name="Google Shape;525;p9"/>
              <p:cNvCxnSpPr>
                <a:stCxn id="522" idx="4"/>
                <a:endCxn id="520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6" name="Google Shape;526;p9"/>
              <p:cNvCxnSpPr>
                <a:stCxn id="517" idx="7"/>
                <a:endCxn id="52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7" name="Google Shape;527;p9"/>
              <p:cNvCxnSpPr>
                <a:stCxn id="521" idx="7"/>
                <a:endCxn id="52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8" name="Google Shape;528;p9"/>
              <p:cNvCxnSpPr>
                <a:stCxn id="522" idx="6"/>
                <a:endCxn id="51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9" name="Google Shape;529;p9"/>
              <p:cNvCxnSpPr>
                <a:stCxn id="520" idx="7"/>
                <a:endCxn id="51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9"/>
              <p:cNvCxnSpPr>
                <a:stCxn id="517" idx="6"/>
                <a:endCxn id="52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9"/>
              <p:cNvCxnSpPr>
                <a:stCxn id="523" idx="0"/>
                <a:endCxn id="52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9"/>
              <p:cNvCxnSpPr>
                <a:stCxn id="523" idx="5"/>
                <a:endCxn id="51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9"/>
              <p:cNvCxnSpPr>
                <a:stCxn id="519" idx="0"/>
                <a:endCxn id="52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9"/>
              <p:cNvCxnSpPr>
                <a:stCxn id="519" idx="7"/>
                <a:endCxn id="52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9"/>
              <p:cNvCxnSpPr>
                <a:stCxn id="520" idx="6"/>
                <a:endCxn id="52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9"/>
              <p:cNvCxnSpPr>
                <a:stCxn id="524" idx="0"/>
                <a:endCxn id="51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9"/>
              <p:cNvCxnSpPr>
                <a:stCxn id="522" idx="5"/>
                <a:endCxn id="52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9"/>
              <p:cNvCxnSpPr>
                <a:stCxn id="521" idx="6"/>
                <a:endCxn id="52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9" name="Google Shape;539;p9"/>
              <p:cNvCxnSpPr>
                <a:stCxn id="521" idx="5"/>
                <a:endCxn id="52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0" name="Google Shape;540;p9"/>
              <p:cNvCxnSpPr>
                <a:stCxn id="518" idx="4"/>
                <a:endCxn id="51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1" name="Google Shape;541;p9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2" name="Google Shape;542;p9"/>
              <p:cNvCxnSpPr>
                <a:stCxn id="524" idx="4"/>
                <a:endCxn id="54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3" name="Google Shape;543;p9"/>
              <p:cNvCxnSpPr>
                <a:stCxn id="541" idx="1"/>
                <a:endCxn id="51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44" name="Google Shape;544;p9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5" name="Google Shape;545;p9"/>
              <p:cNvCxnSpPr>
                <a:stCxn id="541" idx="2"/>
                <a:endCxn id="544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6" name="Google Shape;546;p9"/>
              <p:cNvCxnSpPr>
                <a:stCxn id="544" idx="1"/>
                <a:endCxn id="52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47" name="Google Shape;547;p9"/>
              <p:cNvCxnSpPr>
                <a:stCxn id="544" idx="7"/>
                <a:endCxn id="51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9" name="Google Shape;989;p18"/>
          <p:cNvSpPr txBox="1">
            <a:spLocks noGrp="1"/>
          </p:cNvSpPr>
          <p:nvPr>
            <p:ph type="subTitle" idx="1"/>
          </p:nvPr>
        </p:nvSpPr>
        <p:spPr>
          <a:xfrm>
            <a:off x="1200900" y="1706552"/>
            <a:ext cx="67422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0" name="Google Shape;990;p18"/>
          <p:cNvSpPr txBox="1">
            <a:spLocks noGrp="1"/>
          </p:cNvSpPr>
          <p:nvPr>
            <p:ph type="subTitle" idx="2"/>
          </p:nvPr>
        </p:nvSpPr>
        <p:spPr>
          <a:xfrm>
            <a:off x="1200900" y="2775802"/>
            <a:ext cx="67422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1" name="Google Shape;991;p18"/>
          <p:cNvSpPr txBox="1">
            <a:spLocks noGrp="1"/>
          </p:cNvSpPr>
          <p:nvPr>
            <p:ph type="subTitle" idx="3"/>
          </p:nvPr>
        </p:nvSpPr>
        <p:spPr>
          <a:xfrm>
            <a:off x="1200900" y="3845049"/>
            <a:ext cx="6742200" cy="4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2" name="Google Shape;992;p18"/>
          <p:cNvSpPr txBox="1">
            <a:spLocks noGrp="1"/>
          </p:cNvSpPr>
          <p:nvPr>
            <p:ph type="subTitle" idx="4"/>
          </p:nvPr>
        </p:nvSpPr>
        <p:spPr>
          <a:xfrm>
            <a:off x="1200900" y="1243900"/>
            <a:ext cx="674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93" name="Google Shape;993;p18"/>
          <p:cNvSpPr txBox="1">
            <a:spLocks noGrp="1"/>
          </p:cNvSpPr>
          <p:nvPr>
            <p:ph type="subTitle" idx="5"/>
          </p:nvPr>
        </p:nvSpPr>
        <p:spPr>
          <a:xfrm>
            <a:off x="1200900" y="2313150"/>
            <a:ext cx="674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94" name="Google Shape;994;p18"/>
          <p:cNvSpPr txBox="1">
            <a:spLocks noGrp="1"/>
          </p:cNvSpPr>
          <p:nvPr>
            <p:ph type="subTitle" idx="6"/>
          </p:nvPr>
        </p:nvSpPr>
        <p:spPr>
          <a:xfrm>
            <a:off x="1200900" y="3382388"/>
            <a:ext cx="6742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995" name="Google Shape;995;p18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996" name="Google Shape;996;p18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997" name="Google Shape;997;p18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8" name="Google Shape;998;p18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99" name="Google Shape;999;p18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00" name="Google Shape;1000;p18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001" name="Google Shape;1001;p18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2" name="Google Shape;1002;p18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3" name="Google Shape;1003;p18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4" name="Google Shape;1004;p18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05" name="Google Shape;1005;p18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006" name="Google Shape;1006;p18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007" name="Google Shape;1007;p18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8" name="Google Shape;1008;p18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09" name="Google Shape;1009;p18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0" name="Google Shape;1010;p18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1" name="Google Shape;1011;p18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2" name="Google Shape;1012;p18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3" name="Google Shape;1013;p18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14" name="Google Shape;1014;p18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15" name="Google Shape;1015;p18"/>
              <p:cNvCxnSpPr>
                <a:stCxn id="1011" idx="5"/>
                <a:endCxn id="1010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6" name="Google Shape;1016;p18"/>
              <p:cNvCxnSpPr>
                <a:stCxn id="1012" idx="4"/>
                <a:endCxn id="1010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7" name="Google Shape;1017;p18"/>
              <p:cNvCxnSpPr>
                <a:stCxn id="1007" idx="0"/>
                <a:endCxn id="1011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8" name="Google Shape;1018;p18"/>
              <p:cNvCxnSpPr>
                <a:stCxn id="1011" idx="6"/>
                <a:endCxn id="1012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9" name="Google Shape;1019;p18"/>
              <p:cNvCxnSpPr>
                <a:stCxn id="1012" idx="6"/>
                <a:endCxn id="1008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0" name="Google Shape;1020;p18"/>
              <p:cNvCxnSpPr>
                <a:stCxn id="1010" idx="6"/>
                <a:endCxn id="1008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1" name="Google Shape;1021;p18"/>
              <p:cNvCxnSpPr>
                <a:stCxn id="1007" idx="6"/>
                <a:endCxn id="1013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2" name="Google Shape;1022;p18"/>
              <p:cNvCxnSpPr>
                <a:stCxn id="1007" idx="7"/>
                <a:endCxn id="1010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3" name="Google Shape;1023;p18"/>
              <p:cNvCxnSpPr>
                <a:stCxn id="1013" idx="7"/>
                <a:endCxn id="1009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4" name="Google Shape;1024;p18"/>
              <p:cNvCxnSpPr>
                <a:stCxn id="1009" idx="0"/>
                <a:endCxn id="1010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5" name="Google Shape;1025;p18"/>
              <p:cNvCxnSpPr>
                <a:stCxn id="1014" idx="2"/>
                <a:endCxn id="1008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18"/>
              <p:cNvCxnSpPr>
                <a:stCxn id="1012" idx="7"/>
                <a:endCxn id="1014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27" name="Google Shape;1027;p18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28" name="Google Shape;1028;p18"/>
              <p:cNvCxnSpPr>
                <a:stCxn id="1014" idx="3"/>
                <a:endCxn id="1027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18"/>
              <p:cNvCxnSpPr>
                <a:stCxn id="1027" idx="2"/>
                <a:endCxn id="1009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18"/>
              <p:cNvCxnSpPr>
                <a:stCxn id="1027" idx="0"/>
                <a:endCxn id="1008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18"/>
              <p:cNvCxnSpPr>
                <a:stCxn id="1027" idx="1"/>
                <a:endCxn id="1010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32" name="Google Shape;1032;p18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3" name="Google Shape;1033;p18"/>
              <p:cNvCxnSpPr>
                <a:stCxn id="1009" idx="2"/>
                <a:endCxn id="1032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18"/>
              <p:cNvCxnSpPr>
                <a:stCxn id="1032" idx="3"/>
                <a:endCxn id="1007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18"/>
              <p:cNvCxnSpPr>
                <a:stCxn id="1010" idx="4"/>
                <a:endCxn id="1032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36" name="Google Shape;1036;p18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37" name="Google Shape;1037;p18"/>
              <p:cNvCxnSpPr>
                <a:stCxn id="1010" idx="0"/>
                <a:endCxn id="1036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8" name="Google Shape;1038;p18"/>
              <p:cNvCxnSpPr>
                <a:stCxn id="1011" idx="7"/>
                <a:endCxn id="1036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9" name="Google Shape;1039;p18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040" name="Google Shape;1040;p18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1" name="Google Shape;1041;p18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2" name="Google Shape;1042;p18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3" name="Google Shape;1043;p18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4" name="Google Shape;1044;p18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5" name="Google Shape;1045;p18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6" name="Google Shape;1046;p18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47" name="Google Shape;1047;p18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48" name="Google Shape;1048;p18"/>
              <p:cNvCxnSpPr>
                <a:stCxn id="1045" idx="4"/>
                <a:endCxn id="1043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9" name="Google Shape;1049;p18"/>
              <p:cNvCxnSpPr>
                <a:stCxn id="1040" idx="7"/>
                <a:endCxn id="1044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0" name="Google Shape;1050;p18"/>
              <p:cNvCxnSpPr>
                <a:stCxn id="1044" idx="7"/>
                <a:endCxn id="1045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1" name="Google Shape;1051;p18"/>
              <p:cNvCxnSpPr>
                <a:stCxn id="1045" idx="6"/>
                <a:endCxn id="1041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2" name="Google Shape;1052;p18"/>
              <p:cNvCxnSpPr>
                <a:stCxn id="1043" idx="7"/>
                <a:endCxn id="1041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3" name="Google Shape;1053;p18"/>
              <p:cNvCxnSpPr>
                <a:stCxn id="1040" idx="6"/>
                <a:endCxn id="1046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4" name="Google Shape;1054;p18"/>
              <p:cNvCxnSpPr>
                <a:stCxn id="1046" idx="0"/>
                <a:endCxn id="1043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5" name="Google Shape;1055;p18"/>
              <p:cNvCxnSpPr>
                <a:stCxn id="1046" idx="5"/>
                <a:endCxn id="1042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6" name="Google Shape;1056;p18"/>
              <p:cNvCxnSpPr>
                <a:stCxn id="1042" idx="0"/>
                <a:endCxn id="1043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7" name="Google Shape;1057;p18"/>
              <p:cNvCxnSpPr>
                <a:stCxn id="1042" idx="7"/>
                <a:endCxn id="1047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8" name="Google Shape;1058;p18"/>
              <p:cNvCxnSpPr>
                <a:stCxn id="1043" idx="6"/>
                <a:endCxn id="1047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9" name="Google Shape;1059;p18"/>
              <p:cNvCxnSpPr>
                <a:stCxn id="1047" idx="0"/>
                <a:endCxn id="1041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0" name="Google Shape;1060;p18"/>
              <p:cNvCxnSpPr>
                <a:stCxn id="1045" idx="5"/>
                <a:endCxn id="1047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1" name="Google Shape;1061;p18"/>
              <p:cNvCxnSpPr>
                <a:stCxn id="1044" idx="6"/>
                <a:endCxn id="1047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2" name="Google Shape;1062;p18"/>
              <p:cNvCxnSpPr>
                <a:stCxn id="1044" idx="5"/>
                <a:endCxn id="1046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3" name="Google Shape;1063;p18"/>
              <p:cNvCxnSpPr>
                <a:stCxn id="1041" idx="4"/>
                <a:endCxn id="1042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4" name="Google Shape;1064;p18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5" name="Google Shape;1065;p18"/>
              <p:cNvCxnSpPr>
                <a:stCxn id="1047" idx="4"/>
                <a:endCxn id="1064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6" name="Google Shape;1066;p18"/>
              <p:cNvCxnSpPr>
                <a:stCxn id="1064" idx="1"/>
                <a:endCxn id="1042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67" name="Google Shape;1067;p18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068" name="Google Shape;1068;p18"/>
              <p:cNvCxnSpPr>
                <a:stCxn id="1064" idx="2"/>
                <a:endCxn id="1067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9" name="Google Shape;1069;p18"/>
              <p:cNvCxnSpPr>
                <a:stCxn id="1067" idx="1"/>
                <a:endCxn id="1046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0" name="Google Shape;1070;p18"/>
              <p:cNvCxnSpPr>
                <a:stCxn id="1067" idx="7"/>
                <a:endCxn id="1042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9"/>
          <p:cNvSpPr txBox="1">
            <a:spLocks noGrp="1"/>
          </p:cNvSpPr>
          <p:nvPr>
            <p:ph type="subTitle" idx="1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19"/>
          <p:cNvSpPr txBox="1">
            <a:spLocks noGrp="1"/>
          </p:cNvSpPr>
          <p:nvPr>
            <p:ph type="subTitle" idx="2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19"/>
          <p:cNvSpPr txBox="1">
            <a:spLocks noGrp="1"/>
          </p:cNvSpPr>
          <p:nvPr>
            <p:ph type="subTitle" idx="3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19"/>
          <p:cNvSpPr txBox="1">
            <a:spLocks noGrp="1"/>
          </p:cNvSpPr>
          <p:nvPr>
            <p:ph type="subTitle" idx="4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19"/>
          <p:cNvSpPr txBox="1">
            <a:spLocks noGrp="1"/>
          </p:cNvSpPr>
          <p:nvPr>
            <p:ph type="title" idx="5" hasCustomPrompt="1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>
            <a:spLocks noGrp="1"/>
          </p:cNvSpPr>
          <p:nvPr>
            <p:ph type="title" idx="6" hasCustomPrompt="1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>
            <a:spLocks noGrp="1"/>
          </p:cNvSpPr>
          <p:nvPr>
            <p:ph type="title" idx="7" hasCustomPrompt="1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>
            <a:spLocks noGrp="1"/>
          </p:cNvSpPr>
          <p:nvPr>
            <p:ph type="title" idx="8" hasCustomPrompt="1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>
            <a:spLocks noGrp="1"/>
          </p:cNvSpPr>
          <p:nvPr>
            <p:ph type="subTitle" idx="9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2" name="Google Shape;1082;p19"/>
          <p:cNvSpPr txBox="1">
            <a:spLocks noGrp="1"/>
          </p:cNvSpPr>
          <p:nvPr>
            <p:ph type="subTitle" idx="13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3" name="Google Shape;1083;p19"/>
          <p:cNvSpPr txBox="1">
            <a:spLocks noGrp="1"/>
          </p:cNvSpPr>
          <p:nvPr>
            <p:ph type="subTitle" idx="14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4" name="Google Shape;1084;p19"/>
          <p:cNvSpPr txBox="1">
            <a:spLocks noGrp="1"/>
          </p:cNvSpPr>
          <p:nvPr>
            <p:ph type="subTitle" idx="15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085" name="Google Shape;1085;p1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rot="10800000" flipH="1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rot="10800000" flipH="1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rot="10800000" flipH="1">
                <a:off x="454649" y="268188"/>
                <a:ext cx="3420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rot="10460763" flipH="1">
                <a:off x="1865029" y="6113097"/>
                <a:ext cx="1087089" cy="934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rot="-339783" flipH="1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rot="10462833" flipH="1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rot="-339569" flipH="1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rot="-339665" flipH="1">
                <a:off x="3259894" y="4748265"/>
                <a:ext cx="483558" cy="1631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rot="-341652" flipH="1">
                <a:off x="2929081" y="5115280"/>
                <a:ext cx="208629" cy="8799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rot="-340645" flipH="1">
                <a:off x="1841473" y="4754364"/>
                <a:ext cx="154659" cy="1799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rot="10459800" flipH="1">
                <a:off x="3266347" y="5001756"/>
                <a:ext cx="674098" cy="153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rot="10459592" flipH="1">
                <a:off x="4052806" y="4814404"/>
                <a:ext cx="506782" cy="8110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rot="10460266" flipH="1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64" r:id="rId5"/>
    <p:sldLayoutId id="2147483665" r:id="rId6"/>
    <p:sldLayoutId id="2147483668" r:id="rId7"/>
    <p:sldLayoutId id="2147483669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27"/>
          <p:cNvSpPr txBox="1">
            <a:spLocks noGrp="1"/>
          </p:cNvSpPr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pt-BR" noProof="0" dirty="0"/>
              <a:t>Matemática Computacional</a:t>
            </a:r>
          </a:p>
        </p:txBody>
      </p:sp>
      <p:sp>
        <p:nvSpPr>
          <p:cNvPr id="1456" name="Google Shape;1456;p27"/>
          <p:cNvSpPr txBox="1">
            <a:spLocks noGrp="1"/>
          </p:cNvSpPr>
          <p:nvPr>
            <p:ph type="subTitle" idx="1"/>
          </p:nvPr>
        </p:nvSpPr>
        <p:spPr>
          <a:xfrm>
            <a:off x="2275875" y="3198825"/>
            <a:ext cx="4592400" cy="10015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noProof="0" dirty="0"/>
              <a:t>Matemática Aplicada à Computação; Matemática; </a:t>
            </a:r>
            <a:br>
              <a:rPr lang="pt-BR" noProof="0" dirty="0"/>
            </a:br>
            <a:r>
              <a:rPr lang="pt-BR" noProof="0" dirty="0"/>
              <a:t>Fundamentos de Computação; Modelagem Computacional</a:t>
            </a:r>
          </a:p>
        </p:txBody>
      </p:sp>
      <p:grpSp>
        <p:nvGrpSpPr>
          <p:cNvPr id="1457" name="Google Shape;1457;p27"/>
          <p:cNvGrpSpPr/>
          <p:nvPr/>
        </p:nvGrpSpPr>
        <p:grpSpPr>
          <a:xfrm>
            <a:off x="5381216" y="943141"/>
            <a:ext cx="401329" cy="434127"/>
            <a:chOff x="8667225" y="681525"/>
            <a:chExt cx="298275" cy="322675"/>
          </a:xfrm>
        </p:grpSpPr>
        <p:sp>
          <p:nvSpPr>
            <p:cNvPr id="1458" name="Google Shape;1458;p27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9" name="Google Shape;1459;p27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0" name="Google Shape;1460;p27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61" name="Google Shape;1461;p27"/>
          <p:cNvGrpSpPr/>
          <p:nvPr/>
        </p:nvGrpSpPr>
        <p:grpSpPr>
          <a:xfrm rot="-2214200">
            <a:off x="1270062" y="3832191"/>
            <a:ext cx="501360" cy="695474"/>
            <a:chOff x="140150" y="4340075"/>
            <a:chExt cx="406275" cy="563575"/>
          </a:xfrm>
        </p:grpSpPr>
        <p:sp>
          <p:nvSpPr>
            <p:cNvPr id="1462" name="Google Shape;1462;p2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" name="Google Shape;1463;p2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4" name="Google Shape;1464;p2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5" name="Google Shape;1465;p2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466" name="Google Shape;1466;p27"/>
          <p:cNvSpPr txBox="1"/>
          <p:nvPr/>
        </p:nvSpPr>
        <p:spPr>
          <a:xfrm>
            <a:off x="6686775" y="743550"/>
            <a:ext cx="1743900" cy="3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noProof="0" dirty="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#tecnologia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29"/>
          <p:cNvSpPr txBox="1">
            <a:spLocks noGrp="1"/>
          </p:cNvSpPr>
          <p:nvPr>
            <p:ph type="subTitle" idx="13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Plano Cartesiano</a:t>
            </a:r>
          </a:p>
        </p:txBody>
      </p:sp>
      <p:sp>
        <p:nvSpPr>
          <p:cNvPr id="1481" name="Google Shape;1481;p29"/>
          <p:cNvSpPr txBox="1">
            <a:spLocks noGrp="1"/>
          </p:cNvSpPr>
          <p:nvPr>
            <p:ph type="title" idx="5"/>
          </p:nvPr>
        </p:nvSpPr>
        <p:spPr>
          <a:xfrm>
            <a:off x="758225" y="1277225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01</a:t>
            </a:r>
          </a:p>
        </p:txBody>
      </p:sp>
      <p:sp>
        <p:nvSpPr>
          <p:cNvPr id="1482" name="Google Shape;1482;p29"/>
          <p:cNvSpPr txBox="1">
            <a:spLocks noGrp="1"/>
          </p:cNvSpPr>
          <p:nvPr>
            <p:ph type="subTitle" idx="9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Plano Cartesiano</a:t>
            </a:r>
          </a:p>
        </p:txBody>
      </p:sp>
      <p:sp>
        <p:nvSpPr>
          <p:cNvPr id="1483" name="Google Shape;1483;p29"/>
          <p:cNvSpPr txBox="1">
            <a:spLocks noGrp="1"/>
          </p:cNvSpPr>
          <p:nvPr>
            <p:ph type="subTitle" idx="15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Plano Cartesiano</a:t>
            </a:r>
          </a:p>
        </p:txBody>
      </p:sp>
      <p:sp>
        <p:nvSpPr>
          <p:cNvPr id="1484" name="Google Shape;148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Conteúdo</a:t>
            </a:r>
          </a:p>
        </p:txBody>
      </p:sp>
      <p:sp>
        <p:nvSpPr>
          <p:cNvPr id="1485" name="Google Shape;1485;p29"/>
          <p:cNvSpPr txBox="1">
            <a:spLocks noGrp="1"/>
          </p:cNvSpPr>
          <p:nvPr>
            <p:ph type="subTitle" idx="3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  <a:endParaRPr lang="pt-BR" sz="1600" noProof="0" dirty="0"/>
          </a:p>
        </p:txBody>
      </p:sp>
      <p:sp>
        <p:nvSpPr>
          <p:cNvPr id="1486" name="Google Shape;1486;p29"/>
          <p:cNvSpPr txBox="1">
            <a:spLocks noGrp="1"/>
          </p:cNvSpPr>
          <p:nvPr>
            <p:ph type="subTitle" idx="1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87" name="Google Shape;1487;p29"/>
          <p:cNvSpPr txBox="1">
            <a:spLocks noGrp="1"/>
          </p:cNvSpPr>
          <p:nvPr>
            <p:ph type="subTitle" idx="2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88" name="Google Shape;1488;p29"/>
          <p:cNvSpPr txBox="1">
            <a:spLocks noGrp="1"/>
          </p:cNvSpPr>
          <p:nvPr>
            <p:ph type="subTitle" idx="4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89" name="Google Shape;1489;p29"/>
          <p:cNvSpPr txBox="1">
            <a:spLocks noGrp="1"/>
          </p:cNvSpPr>
          <p:nvPr>
            <p:ph type="title" idx="6"/>
          </p:nvPr>
        </p:nvSpPr>
        <p:spPr>
          <a:xfrm>
            <a:off x="758225" y="2933700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03</a:t>
            </a:r>
          </a:p>
        </p:txBody>
      </p:sp>
      <p:sp>
        <p:nvSpPr>
          <p:cNvPr id="1490" name="Google Shape;1490;p29"/>
          <p:cNvSpPr txBox="1">
            <a:spLocks noGrp="1"/>
          </p:cNvSpPr>
          <p:nvPr>
            <p:ph type="title" idx="7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02</a:t>
            </a:r>
          </a:p>
        </p:txBody>
      </p:sp>
      <p:sp>
        <p:nvSpPr>
          <p:cNvPr id="1491" name="Google Shape;1491;p29"/>
          <p:cNvSpPr txBox="1">
            <a:spLocks noGrp="1"/>
          </p:cNvSpPr>
          <p:nvPr>
            <p:ph type="title" idx="8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04</a:t>
            </a:r>
          </a:p>
        </p:txBody>
      </p:sp>
      <p:sp>
        <p:nvSpPr>
          <p:cNvPr id="1492" name="Google Shape;1492;p29"/>
          <p:cNvSpPr txBox="1">
            <a:spLocks noGrp="1"/>
          </p:cNvSpPr>
          <p:nvPr>
            <p:ph type="subTitle" idx="14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dirty="0"/>
              <a:t>Plano Cartesiano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Introdução</a:t>
            </a:r>
          </a:p>
        </p:txBody>
      </p:sp>
      <p:sp>
        <p:nvSpPr>
          <p:cNvPr id="1499" name="Google Shape;1499;p30"/>
          <p:cNvSpPr txBox="1">
            <a:spLocks noGrp="1"/>
          </p:cNvSpPr>
          <p:nvPr>
            <p:ph type="subTitle" idx="2"/>
          </p:nvPr>
        </p:nvSpPr>
        <p:spPr>
          <a:xfrm>
            <a:off x="719999" y="1256324"/>
            <a:ext cx="7703999" cy="36551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Criado por René Descartes, o plano cartesiano é basicamente um mapa quadriculado gigante.</a:t>
            </a:r>
          </a:p>
          <a:p>
            <a:pPr marL="0" lvl="0" indent="0"/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Formado por duas linhas perpendiculares: </a:t>
            </a:r>
            <a:b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o eixo horizontal (</a:t>
            </a:r>
            <a:r>
              <a:rPr lang="pt-BR" sz="25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x</a:t>
            </a:r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pt-BR" sz="2500" b="1" dirty="0">
                <a:latin typeface="Roboto" panose="02000000000000000000" pitchFamily="2" charset="0"/>
                <a:ea typeface="Roboto" panose="02000000000000000000" pitchFamily="2" charset="0"/>
              </a:rPr>
              <a:t>abscissas</a:t>
            </a:r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) </a:t>
            </a:r>
            <a:b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e o vertical (</a:t>
            </a:r>
            <a:r>
              <a:rPr lang="pt-BR" sz="2500" b="1" dirty="0">
                <a:solidFill>
                  <a:srgbClr val="7030A0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y</a:t>
            </a:r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pt-BR" sz="2500" b="1" dirty="0">
                <a:latin typeface="Roboto" panose="02000000000000000000" pitchFamily="2" charset="0"/>
                <a:ea typeface="Roboto" panose="02000000000000000000" pitchFamily="2" charset="0"/>
              </a:rPr>
              <a:t>ordenadas</a:t>
            </a:r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).</a:t>
            </a:r>
          </a:p>
          <a:p>
            <a:pPr marL="0" lvl="0" indent="0"/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O ponto exato onde elas se cruzam é a </a:t>
            </a:r>
            <a:r>
              <a:rPr lang="pt-BR" sz="2500" b="1" dirty="0">
                <a:latin typeface="Roboto" panose="02000000000000000000" pitchFamily="2" charset="0"/>
                <a:ea typeface="Roboto" panose="02000000000000000000" pitchFamily="2" charset="0"/>
              </a:rPr>
              <a:t>origem</a:t>
            </a:r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lvl="0" indent="0"/>
            <a:r>
              <a:rPr lang="pt-BR" sz="2500" dirty="0">
                <a:latin typeface="Roboto" panose="02000000000000000000" pitchFamily="2" charset="0"/>
                <a:ea typeface="Roboto" panose="02000000000000000000" pitchFamily="2" charset="0"/>
              </a:rPr>
              <a:t>(0,0), o nosso ponto de partida para qualquer localização.</a:t>
            </a:r>
            <a:endParaRPr lang="pt-BR" sz="25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Plano Cartesiano</a:t>
            </a:r>
          </a:p>
        </p:txBody>
      </p:sp>
      <p:sp>
        <p:nvSpPr>
          <p:cNvPr id="1505" name="Google Shape;1505;p31"/>
          <p:cNvSpPr txBox="1">
            <a:spLocks noGrp="1"/>
          </p:cNvSpPr>
          <p:nvPr>
            <p:ph type="title" idx="2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01</a:t>
            </a:r>
          </a:p>
        </p:txBody>
      </p:sp>
      <p:sp>
        <p:nvSpPr>
          <p:cNvPr id="1506" name="Google Shape;1506;p31"/>
          <p:cNvSpPr txBox="1">
            <a:spLocks noGrp="1"/>
          </p:cNvSpPr>
          <p:nvPr>
            <p:ph type="subTitle" idx="1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Aplicações</a:t>
            </a:r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pt-BR" noProof="0" dirty="0"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35DED743-00E6-E3C7-D079-9593754F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14CAE19A-512F-507F-0830-149EFC74BB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568C3FE5-1FC8-CBB1-D5A4-F175E4FC1BA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Pensando em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latitude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e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longitude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b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que vem na sua cabeça???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4136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66034706-95DC-932D-7E12-5DDAB3A89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8" y="0"/>
            <a:ext cx="893698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236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974CD-E78B-49FE-FEB4-3835897E9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6722C57-92F8-25D8-A4C9-929962E78F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05" y="0"/>
            <a:ext cx="872239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1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11882CA0-BB5A-39BA-45B1-B896357AF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59BC500B-5065-33CF-04C0-137583F1FB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4D026197-AD5C-D49A-6BD4-FCC353328B3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Pensando em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entregas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b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que vem na sua cabeça???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772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83868-6E19-AB2E-1432-E765FB8F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1806770-5789-2F5F-24B1-6B7E63951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250" y="0"/>
            <a:ext cx="51435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3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DF4D7-45F5-5D9A-698D-EF5E2511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DD35A97-A3CE-91F7-255A-394597059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204" y="0"/>
            <a:ext cx="732559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066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9B133A34-D35F-30F6-A4A1-97054D84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78BE55F0-241B-651C-6163-565209E69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9955EB78-5F5E-21E2-A9D6-7BBFA8CD8E9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Pensando em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deslocamento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b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que vem na sua cabeça???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5769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F55E6-B8F1-253F-AC61-C6C4C2107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D4A86EE-AD54-FE60-C3C0-6F73229F1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709" y="0"/>
            <a:ext cx="2893671" cy="5143500"/>
          </a:xfrm>
          <a:prstGeom prst="rect">
            <a:avLst/>
          </a:prstGeom>
        </p:spPr>
      </p:pic>
      <p:pic>
        <p:nvPicPr>
          <p:cNvPr id="5" name="Imagem 4" descr="Mapas GPS Navegacion por Voz - Apps en Google Play">
            <a:extLst>
              <a:ext uri="{FF2B5EF4-FFF2-40B4-BE49-F238E27FC236}">
                <a16:creationId xmlns:a16="http://schemas.microsoft.com/office/drawing/2014/main" id="{14F0370F-6BE8-078D-C684-A347D82D8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067" y="641638"/>
            <a:ext cx="3860224" cy="386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530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7EB2D-A082-F51F-DE62-9897E6AB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E6AC6EB-F739-3C11-57AD-93F08E58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029" y="0"/>
            <a:ext cx="673594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51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A656C861-790F-0D1D-6553-439CDE5D0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91D77CF2-88AD-D256-F000-1D3270811A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690058E3-CEC2-7404-9545-E0C1BC9C2EE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A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Ordem Importa 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(E muito!)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par ordenado é escrito sempre no formato (</a:t>
            </a:r>
            <a:r>
              <a:rPr lang="pt-BR" sz="3000" dirty="0" err="1">
                <a:latin typeface="Roboto" panose="02000000000000000000" pitchFamily="2" charset="0"/>
                <a:ea typeface="Roboto" panose="02000000000000000000" pitchFamily="2" charset="0"/>
              </a:rPr>
              <a:t>x,y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). O primeiro número é sempre o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x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(andando para a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direita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ou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esquerda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) </a:t>
            </a:r>
            <a:b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e o segundo é o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y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(para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cima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ou para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baixo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).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530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8FB3A86E-EEDA-CAF4-42E3-B0B2BE4EA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ADBA99B1-F2FE-41BB-E875-916F2783D0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51B0D940-50A4-BB16-AB84-A6701FE3A79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Trocar os números de lugar muda totalmente de lugar!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ponto (2,5) fica bem distante de (5,2).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É como errar a rua e o número na hora de mandar a localização no WhatsApp.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3866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06840-A0D5-BFEF-7F87-68CCF9E7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0C6BB1DE-6782-D908-D550-6E42B3AF1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7704"/>
            <a:ext cx="9144000" cy="418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089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2D77DFFC-BFD8-C905-1F06-98B166D87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1687AA1A-7241-CD66-CE42-CC96D49607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0D7079FC-27A4-BA39-14C5-2FC6A3E09B3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Todo jogo de videogame que você joga (seja Minecraft, </a:t>
            </a:r>
            <a:r>
              <a:rPr lang="pt-BR" sz="3000" dirty="0" err="1">
                <a:latin typeface="Roboto" panose="02000000000000000000" pitchFamily="2" charset="0"/>
                <a:ea typeface="Roboto" panose="02000000000000000000" pitchFamily="2" charset="0"/>
              </a:rPr>
              <a:t>Roblox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ou jogos de tiro em 2D/3D) depende totalmente de coordenadas cartesianas.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810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2C933-C4CA-70CB-591E-806C474B8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2B71B30-2378-15A0-4B8D-2FED6B5E23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514600" y="0"/>
            <a:ext cx="41148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7058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1C78F-775F-F4E5-484B-019590385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D11BFBE-295E-9F37-B52E-87E169AF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643187" y="0"/>
            <a:ext cx="385762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484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DA6C5046-7F3A-4E8C-BE40-4F3F4C1F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DC4D0FD8-EE90-27E3-7933-94D98A545F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D58A44BB-13F9-EEFA-AEF8-774CA888C1C5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A posição de cada personagem, bloco, tiro ou barra de vida na tela é calculada segundo pixels exatos nos eixos x e y.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Sem isso, o personagem simplesmente atravessaria as paredes!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9147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51057046-46F2-06C0-53EC-65FC4DC8D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2E700F85-E161-D909-8FA5-39F67D961F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83D831E8-B2A3-897C-54F5-D3D87A5DB468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cruzamento dos eixos divide o plano em 4 quadrantes (contados no sentido anti-horário):</a:t>
            </a:r>
          </a:p>
          <a:p>
            <a:pPr marL="0" lvl="0" indent="0"/>
            <a:endParaRPr lang="pt-BR" sz="30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9901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C51A057C-E3DE-2BA3-927C-08D01FE96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2C612925-0CBE-75FD-52C7-251E6D0E3B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F2A14233-602A-AC10-68ED-2D8D62E377C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1º Q:  x &gt; 0 e  y &gt; 0 (Tudo positivo)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2º, 3º e 4º Q: Misturam números negativos e positivos, criando direções para trás e para baixo!</a:t>
            </a:r>
          </a:p>
        </p:txBody>
      </p:sp>
    </p:spTree>
    <p:extLst>
      <p:ext uri="{BB962C8B-B14F-4D97-AF65-F5344CB8AC3E}">
        <p14:creationId xmlns:p14="http://schemas.microsoft.com/office/powerpoint/2010/main" val="1507101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DA4B8-57C5-81C0-58F5-ADE97AB5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7528CFB-6E3A-A8C1-546C-86C7735CBC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136092" y="65235"/>
            <a:ext cx="4871816" cy="501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504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192AC-3D38-49B5-D749-2FF9F28C7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E226F9C-76CA-23AA-4BBF-BD559476B5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056253" y="65235"/>
            <a:ext cx="5031494" cy="501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0675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46963859-FF01-4190-6064-3A34B5F91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4CF73451-D945-F309-987E-DF5FB71E94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DE85D412-4636-8A22-6B94-AFB6676EA94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Já reparou quando você vai comprar ingresso para ver aquele filme no shopping e escolhe o seu lugar?</a:t>
            </a:r>
          </a:p>
        </p:txBody>
      </p:sp>
    </p:spTree>
    <p:extLst>
      <p:ext uri="{BB962C8B-B14F-4D97-AF65-F5344CB8AC3E}">
        <p14:creationId xmlns:p14="http://schemas.microsoft.com/office/powerpoint/2010/main" val="36611680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69928-88F2-A440-6255-16C4FF74B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Como utilizar o cupom de R$ 20 na compra de ingressos de cinema no site da  Ingresso.com? - FAQ UOL Produtos Digitais">
            <a:extLst>
              <a:ext uri="{FF2B5EF4-FFF2-40B4-BE49-F238E27FC236}">
                <a16:creationId xmlns:a16="http://schemas.microsoft.com/office/drawing/2014/main" id="{77B52DA3-49ED-A262-FF1B-60C48C952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8542"/>
            <a:ext cx="9162791" cy="4178930"/>
          </a:xfrm>
          <a:prstGeom prst="rect">
            <a:avLst/>
          </a:prstGeom>
        </p:spPr>
      </p:pic>
      <p:pic>
        <p:nvPicPr>
          <p:cNvPr id="4" name="Imagem 3" descr="Novos pôsteres de 'Homem-Aranha 4' trazem herói ao lado de MJ e em  confronto com o Tentáculo - Ingresso.com">
            <a:extLst>
              <a:ext uri="{FF2B5EF4-FFF2-40B4-BE49-F238E27FC236}">
                <a16:creationId xmlns:a16="http://schemas.microsoft.com/office/drawing/2014/main" id="{04FD877A-2E3C-2E83-3969-F40A2D065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7" y="857248"/>
            <a:ext cx="2640393" cy="386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41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FC0BD271-4457-B928-B885-A2E38C055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90AF1EF7-6519-06E4-5D7C-35CE15B3F3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75EDFDAC-2347-BD1E-9A92-ABA850AB5AB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34421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A tela mostra as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fileiras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(letras ou números verticais,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eixo y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) e as colunas das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cadeiras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(números horizontais,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eixo x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).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Quando você escolhe a poltrona "Fila D, Cadeira 4", você está criando um par ordenado perfeito no mundo real!</a:t>
            </a:r>
          </a:p>
        </p:txBody>
      </p:sp>
    </p:spTree>
    <p:extLst>
      <p:ext uri="{BB962C8B-B14F-4D97-AF65-F5344CB8AC3E}">
        <p14:creationId xmlns:p14="http://schemas.microsoft.com/office/powerpoint/2010/main" val="2404053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790FD-CEA1-3B7B-5F59-0077E6F12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Batalha Naval Pro - Baixar e jogar gratuitamente no Windows | Microsoft  Store">
            <a:extLst>
              <a:ext uri="{FF2B5EF4-FFF2-40B4-BE49-F238E27FC236}">
                <a16:creationId xmlns:a16="http://schemas.microsoft.com/office/drawing/2014/main" id="{3EAB0EF4-100A-FE18-E335-AD0905D7B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45611"/>
            <a:ext cx="6857999" cy="385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6064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D0F2E-01EC-EBE9-FE9C-024A6E36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The best Xadrez 2 memes :) Memedroid">
            <a:extLst>
              <a:ext uri="{FF2B5EF4-FFF2-40B4-BE49-F238E27FC236}">
                <a16:creationId xmlns:a16="http://schemas.microsoft.com/office/drawing/2014/main" id="{846D3F25-A92F-D5EC-B240-BF266EA73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1405" y="23841"/>
            <a:ext cx="4081189" cy="509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7880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75C6A1EB-E0E0-B70B-0B5F-98FB78DEF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F01C2FB8-D120-E187-0460-D3A6463269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1EB4B70C-2A3D-64A8-4B89-5366C6FCF9A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plano cartesiano, inventado por René Descartes, é muito mais do que uma simples ferramenta de matemática;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ele está presente no nosso cotidiano através da localização por GPS no celular</a:t>
            </a:r>
            <a:endParaRPr lang="pt-BR" sz="3000" noProof="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07191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86BE3938-F9DA-B112-D038-3EC46C012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DCB5DA4E-E8D3-3193-E7A5-9A795E23BA7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7BEA3ECE-002E-4202-77D7-8930AC191EE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, no mapeamento de posições em videogames,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na escolha de assentos numerados no cinema e até nas redes sociais e telas de LED. </a:t>
            </a:r>
          </a:p>
        </p:txBody>
      </p:sp>
    </p:spTree>
    <p:extLst>
      <p:ext uri="{BB962C8B-B14F-4D97-AF65-F5344CB8AC3E}">
        <p14:creationId xmlns:p14="http://schemas.microsoft.com/office/powerpoint/2010/main" val="6461994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1812E24D-3E0C-E406-FFB7-F90BEFB2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67116E22-569D-3A6B-6EEA-6D6D88B562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EFEA9A5E-B6E7-FB61-E25F-2DECF4FD2036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Composto por dois eixos perpendiculares (X e Y) que se cruzam na origem,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esse sistema de coordenadas permite localizar qualquer ponto com precisão por meio de pares ordenados (x, y),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dividindo o plano em quatro quadrantes. </a:t>
            </a:r>
          </a:p>
        </p:txBody>
      </p:sp>
    </p:spTree>
    <p:extLst>
      <p:ext uri="{BB962C8B-B14F-4D97-AF65-F5344CB8AC3E}">
        <p14:creationId xmlns:p14="http://schemas.microsoft.com/office/powerpoint/2010/main" val="1377066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>
          <a:extLst>
            <a:ext uri="{FF2B5EF4-FFF2-40B4-BE49-F238E27FC236}">
              <a16:creationId xmlns:a16="http://schemas.microsoft.com/office/drawing/2014/main" id="{491AAC98-FC33-9255-E1B6-419BE4345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30">
            <a:extLst>
              <a:ext uri="{FF2B5EF4-FFF2-40B4-BE49-F238E27FC236}">
                <a16:creationId xmlns:a16="http://schemas.microsoft.com/office/drawing/2014/main" id="{9A57B908-2EDB-6201-112B-F95E8564D2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Conceitos</a:t>
            </a:r>
          </a:p>
        </p:txBody>
      </p:sp>
      <p:sp>
        <p:nvSpPr>
          <p:cNvPr id="1499" name="Google Shape;1499;p30">
            <a:extLst>
              <a:ext uri="{FF2B5EF4-FFF2-40B4-BE49-F238E27FC236}">
                <a16:creationId xmlns:a16="http://schemas.microsoft.com/office/drawing/2014/main" id="{94C48919-DE2A-F5AD-65CC-D586C4034C4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1256325"/>
            <a:ext cx="7703999" cy="292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Compreender esse conceito facilita a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interpretação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de gráficos, </a:t>
            </a:r>
          </a:p>
          <a:p>
            <a:pPr marL="0" lvl="0" indent="0"/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o desenvolvimento de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códigos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de </a:t>
            </a:r>
            <a:r>
              <a:rPr lang="pt-BR" sz="3000" b="1" dirty="0">
                <a:latin typeface="Roboto" panose="02000000000000000000" pitchFamily="2" charset="0"/>
                <a:ea typeface="Roboto" panose="02000000000000000000" pitchFamily="2" charset="0"/>
              </a:rPr>
              <a:t>programação</a:t>
            </a:r>
            <a:r>
              <a:rPr lang="pt-BR" sz="3000" dirty="0">
                <a:latin typeface="Roboto" panose="02000000000000000000" pitchFamily="2" charset="0"/>
                <a:ea typeface="Roboto" panose="02000000000000000000" pitchFamily="2" charset="0"/>
              </a:rPr>
              <a:t> e a visualização espacial de dados de forma simples e intuitiva.</a:t>
            </a:r>
          </a:p>
        </p:txBody>
      </p:sp>
    </p:spTree>
    <p:extLst>
      <p:ext uri="{BB962C8B-B14F-4D97-AF65-F5344CB8AC3E}">
        <p14:creationId xmlns:p14="http://schemas.microsoft.com/office/powerpoint/2010/main" val="1730328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8" name="Google Shape;1818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 err="1"/>
              <a:t>Conclusions</a:t>
            </a:r>
            <a:endParaRPr lang="pt-BR" noProof="0" dirty="0"/>
          </a:p>
        </p:txBody>
      </p:sp>
      <p:sp>
        <p:nvSpPr>
          <p:cNvPr id="1822" name="Google Shape;1822;p45"/>
          <p:cNvSpPr txBox="1">
            <a:spLocks noGrp="1"/>
          </p:cNvSpPr>
          <p:nvPr>
            <p:ph type="subTitle" idx="4"/>
          </p:nvPr>
        </p:nvSpPr>
        <p:spPr>
          <a:xfrm>
            <a:off x="896100" y="3314814"/>
            <a:ext cx="1625427" cy="88311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pt-BR" b="0" dirty="0"/>
              <a:t>O plano cartesiano está em todo lugar</a:t>
            </a:r>
            <a:r>
              <a:rPr lang="pt-BR" dirty="0"/>
              <a:t>: </a:t>
            </a:r>
          </a:p>
          <a:p>
            <a:pPr marL="0" lvl="0" indent="0"/>
            <a:r>
              <a:rPr lang="pt-BR" b="0" dirty="0"/>
              <a:t>nos</a:t>
            </a:r>
            <a:r>
              <a:rPr lang="pt-BR" dirty="0"/>
              <a:t> games, </a:t>
            </a:r>
            <a:r>
              <a:rPr lang="pt-BR" b="0" dirty="0"/>
              <a:t>nos</a:t>
            </a:r>
            <a:r>
              <a:rPr lang="pt-BR" dirty="0"/>
              <a:t> mapas e </a:t>
            </a:r>
            <a:r>
              <a:rPr lang="pt-BR" b="0" dirty="0"/>
              <a:t>nas</a:t>
            </a:r>
            <a:r>
              <a:rPr lang="pt-BR" dirty="0"/>
              <a:t> redes sociais.</a:t>
            </a:r>
            <a:endParaRPr lang="pt-BR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A8AA39EC-3D5C-1ECE-DFD0-FA1DDCF7A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244" y="1017725"/>
            <a:ext cx="6444756" cy="3600000"/>
          </a:xfrm>
          <a:prstGeom prst="rect">
            <a:avLst/>
          </a:prstGeom>
          <a:effectLst>
            <a:softEdge rad="31750"/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829;p46">
            <a:extLst>
              <a:ext uri="{FF2B5EF4-FFF2-40B4-BE49-F238E27FC236}">
                <a16:creationId xmlns:a16="http://schemas.microsoft.com/office/drawing/2014/main" id="{6439FFD4-9250-AB01-4AF7-1CFBE0E6BF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47938" y="564625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 err="1"/>
              <a:t>Thanks</a:t>
            </a:r>
            <a:r>
              <a:rPr lang="pt-BR" noProof="0" dirty="0"/>
              <a:t>!</a:t>
            </a:r>
          </a:p>
        </p:txBody>
      </p:sp>
      <p:sp>
        <p:nvSpPr>
          <p:cNvPr id="15" name="Google Shape;1830;p46">
            <a:extLst>
              <a:ext uri="{FF2B5EF4-FFF2-40B4-BE49-F238E27FC236}">
                <a16:creationId xmlns:a16="http://schemas.microsoft.com/office/drawing/2014/main" id="{FAEEA716-3E0C-9297-FD6D-F1FCD3E0D3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7900" y="16523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noProof="0" dirty="0"/>
              <a:t>Do </a:t>
            </a:r>
            <a:r>
              <a:rPr lang="pt-BR" sz="2000" b="1" noProof="0" dirty="0" err="1"/>
              <a:t>you</a:t>
            </a:r>
            <a:r>
              <a:rPr lang="pt-BR" sz="2000" b="1" noProof="0" dirty="0"/>
              <a:t> </a:t>
            </a:r>
            <a:r>
              <a:rPr lang="pt-BR" sz="2000" b="1" noProof="0" dirty="0" err="1"/>
              <a:t>have</a:t>
            </a:r>
            <a:r>
              <a:rPr lang="pt-BR" sz="2000" b="1" noProof="0" dirty="0"/>
              <a:t> </a:t>
            </a:r>
            <a:r>
              <a:rPr lang="pt-BR" sz="2000" b="1" noProof="0" dirty="0" err="1"/>
              <a:t>any</a:t>
            </a:r>
            <a:r>
              <a:rPr lang="pt-BR" sz="2000" b="1" noProof="0" dirty="0"/>
              <a:t> </a:t>
            </a:r>
            <a:r>
              <a:rPr lang="pt-BR" sz="2000" b="1" noProof="0" dirty="0" err="1"/>
              <a:t>questions</a:t>
            </a:r>
            <a:r>
              <a:rPr lang="pt-BR" sz="2000" b="1" noProof="0" dirty="0"/>
              <a:t>?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noProof="0" dirty="0"/>
              <a:t>daniel.h.paiva@ulife.com.br</a:t>
            </a:r>
          </a:p>
        </p:txBody>
      </p:sp>
    </p:spTree>
    <p:extLst>
      <p:ext uri="{BB962C8B-B14F-4D97-AF65-F5344CB8AC3E}">
        <p14:creationId xmlns:p14="http://schemas.microsoft.com/office/powerpoint/2010/main" val="1389718681"/>
      </p:ext>
    </p:extLst>
  </p:cSld>
  <p:clrMapOvr>
    <a:masterClrMapping/>
  </p:clrMapOvr>
</p:sld>
</file>

<file path=ppt/theme/theme1.xml><?xml version="1.0" encoding="utf-8"?>
<a:theme xmlns:a="http://schemas.openxmlformats.org/drawingml/2006/main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590</Words>
  <Application>Microsoft Office PowerPoint</Application>
  <PresentationFormat>Apresentação na tela (16:9)</PresentationFormat>
  <Paragraphs>71</Paragraphs>
  <Slides>35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43" baseType="lpstr">
      <vt:lpstr>Albert Sans</vt:lpstr>
      <vt:lpstr>Anaheim</vt:lpstr>
      <vt:lpstr>Arial</vt:lpstr>
      <vt:lpstr>DM Sans</vt:lpstr>
      <vt:lpstr>Lato</vt:lpstr>
      <vt:lpstr>Mulish</vt:lpstr>
      <vt:lpstr>Roboto</vt:lpstr>
      <vt:lpstr>Discrete Mathematics: Graph Theory and Networks - 12th Grade by Slidesgo</vt:lpstr>
      <vt:lpstr>Matemática Computacional</vt:lpstr>
      <vt:lpstr>01</vt:lpstr>
      <vt:lpstr>Introdução</vt:lpstr>
      <vt:lpstr>Plano Cartesiano</vt:lpstr>
      <vt:lpstr>Conceitos</vt:lpstr>
      <vt:lpstr>Apresentação do PowerPoint</vt:lpstr>
      <vt:lpstr>Apresentação do PowerPoint</vt:lpstr>
      <vt:lpstr>Conceitos</vt:lpstr>
      <vt:lpstr>Apresentação do PowerPoint</vt:lpstr>
      <vt:lpstr>Apresentação do PowerPoint</vt:lpstr>
      <vt:lpstr>Conceitos</vt:lpstr>
      <vt:lpstr>Apresentação do PowerPoint</vt:lpstr>
      <vt:lpstr>Apresentação do PowerPoint</vt:lpstr>
      <vt:lpstr>Conceitos</vt:lpstr>
      <vt:lpstr>Conceitos</vt:lpstr>
      <vt:lpstr>Apresentação do PowerPoint</vt:lpstr>
      <vt:lpstr>Conceitos</vt:lpstr>
      <vt:lpstr>Apresentação do PowerPoint</vt:lpstr>
      <vt:lpstr>Apresentação do PowerPoint</vt:lpstr>
      <vt:lpstr>Conceitos</vt:lpstr>
      <vt:lpstr>Conceitos</vt:lpstr>
      <vt:lpstr>Conceitos</vt:lpstr>
      <vt:lpstr>Apresentação do PowerPoint</vt:lpstr>
      <vt:lpstr>Apresentação do PowerPoint</vt:lpstr>
      <vt:lpstr>Conceitos</vt:lpstr>
      <vt:lpstr>Apresentação do PowerPoint</vt:lpstr>
      <vt:lpstr>Conceitos</vt:lpstr>
      <vt:lpstr>Apresentação do PowerPoint</vt:lpstr>
      <vt:lpstr>Apresentação do PowerPoint</vt:lpstr>
      <vt:lpstr>Conceitos</vt:lpstr>
      <vt:lpstr>Conceitos</vt:lpstr>
      <vt:lpstr>Conceitos</vt:lpstr>
      <vt:lpstr>Conceitos</vt:lpstr>
      <vt:lpstr>Conclusions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daniel</cp:lastModifiedBy>
  <cp:revision>5</cp:revision>
  <dcterms:modified xsi:type="dcterms:W3CDTF">2026-08-01T20:19:53Z</dcterms:modified>
</cp:coreProperties>
</file>