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1" r:id="rId1"/>
  </p:sldMasterIdLst>
  <p:notesMasterIdLst>
    <p:notesMasterId r:id="rId56"/>
  </p:notesMasterIdLst>
  <p:sldIdLst>
    <p:sldId id="256" r:id="rId2"/>
    <p:sldId id="259" r:id="rId3"/>
    <p:sldId id="311" r:id="rId4"/>
    <p:sldId id="312" r:id="rId5"/>
    <p:sldId id="313" r:id="rId6"/>
    <p:sldId id="314" r:id="rId7"/>
    <p:sldId id="315" r:id="rId8"/>
    <p:sldId id="316" r:id="rId9"/>
    <p:sldId id="260" r:id="rId10"/>
    <p:sldId id="261" r:id="rId11"/>
    <p:sldId id="317" r:id="rId12"/>
    <p:sldId id="267" r:id="rId13"/>
    <p:sldId id="268" r:id="rId14"/>
    <p:sldId id="318" r:id="rId15"/>
    <p:sldId id="319" r:id="rId16"/>
    <p:sldId id="321" r:id="rId17"/>
    <p:sldId id="322" r:id="rId18"/>
    <p:sldId id="323" r:id="rId19"/>
    <p:sldId id="324" r:id="rId20"/>
    <p:sldId id="325" r:id="rId21"/>
    <p:sldId id="326" r:id="rId22"/>
    <p:sldId id="327" r:id="rId23"/>
    <p:sldId id="328" r:id="rId24"/>
    <p:sldId id="330" r:id="rId25"/>
    <p:sldId id="329" r:id="rId26"/>
    <p:sldId id="331" r:id="rId27"/>
    <p:sldId id="332" r:id="rId28"/>
    <p:sldId id="340" r:id="rId29"/>
    <p:sldId id="341" r:id="rId30"/>
    <p:sldId id="342" r:id="rId31"/>
    <p:sldId id="333" r:id="rId32"/>
    <p:sldId id="334" r:id="rId33"/>
    <p:sldId id="335" r:id="rId34"/>
    <p:sldId id="336" r:id="rId35"/>
    <p:sldId id="337" r:id="rId36"/>
    <p:sldId id="338" r:id="rId37"/>
    <p:sldId id="339" r:id="rId38"/>
    <p:sldId id="355" r:id="rId39"/>
    <p:sldId id="344" r:id="rId40"/>
    <p:sldId id="356" r:id="rId41"/>
    <p:sldId id="345" r:id="rId42"/>
    <p:sldId id="346" r:id="rId43"/>
    <p:sldId id="347" r:id="rId44"/>
    <p:sldId id="348" r:id="rId45"/>
    <p:sldId id="349" r:id="rId46"/>
    <p:sldId id="350" r:id="rId47"/>
    <p:sldId id="351" r:id="rId48"/>
    <p:sldId id="352" r:id="rId49"/>
    <p:sldId id="353" r:id="rId50"/>
    <p:sldId id="354" r:id="rId51"/>
    <p:sldId id="269" r:id="rId52"/>
    <p:sldId id="274" r:id="rId53"/>
    <p:sldId id="343" r:id="rId54"/>
    <p:sldId id="290" r:id="rId55"/>
  </p:sldIdLst>
  <p:sldSz cx="9144000" cy="5143500" type="screen16x9"/>
  <p:notesSz cx="6858000" cy="9144000"/>
  <p:embeddedFontLst>
    <p:embeddedFont>
      <p:font typeface="Asap" panose="020B0604020202020204" charset="0"/>
      <p:regular r:id="rId57"/>
      <p:bold r:id="rId58"/>
      <p:italic r:id="rId59"/>
      <p:boldItalic r:id="rId60"/>
    </p:embeddedFont>
    <p:embeddedFont>
      <p:font typeface="Barlow" panose="00000500000000000000" pitchFamily="2" charset="0"/>
      <p:regular r:id="rId61"/>
      <p:bold r:id="rId62"/>
      <p:italic r:id="rId63"/>
      <p:boldItalic r:id="rId64"/>
    </p:embeddedFont>
    <p:embeddedFont>
      <p:font typeface="Barlow Medium" panose="00000600000000000000" pitchFamily="2" charset="0"/>
      <p:regular r:id="rId65"/>
      <p:bold r:id="rId66"/>
      <p:italic r:id="rId67"/>
      <p:boldItalic r:id="rId68"/>
    </p:embeddedFont>
    <p:embeddedFont>
      <p:font typeface="Cambria Math" panose="02040503050406030204" pitchFamily="18" charset="0"/>
      <p:regular r:id="rId69"/>
    </p:embeddedFont>
    <p:embeddedFont>
      <p:font typeface="DM Sans" pitchFamily="2" charset="0"/>
      <p:regular r:id="rId70"/>
      <p:bold r:id="rId71"/>
      <p:italic r:id="rId72"/>
      <p:boldItalic r:id="rId73"/>
    </p:embeddedFont>
    <p:embeddedFont>
      <p:font typeface="Roboto" panose="02000000000000000000" pitchFamily="2" charset="0"/>
      <p:regular r:id="rId74"/>
      <p:bold r:id="rId75"/>
      <p:italic r:id="rId76"/>
      <p:boldItalic r:id="rId7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9784972-9207-48C1-BCAE-A83E97FD448F}">
  <a:tblStyle styleId="{99784972-9207-48C1-BCAE-A83E97FD448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9AB401AA-109F-4BAC-B586-DBCF31A27C63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38" d="100"/>
          <a:sy n="138" d="100"/>
        </p:scale>
        <p:origin x="834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font" Target="fonts/font7.fntdata"/><Relationship Id="rId68" Type="http://schemas.openxmlformats.org/officeDocument/2006/relationships/font" Target="fonts/font12.fntdata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font" Target="fonts/font2.fntdata"/><Relationship Id="rId74" Type="http://schemas.openxmlformats.org/officeDocument/2006/relationships/font" Target="fonts/font18.fntdata"/><Relationship Id="rId79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font" Target="fonts/font5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notesMaster" Target="notesMasters/notesMaster1.xml"/><Relationship Id="rId64" Type="http://schemas.openxmlformats.org/officeDocument/2006/relationships/font" Target="fonts/font8.fntdata"/><Relationship Id="rId69" Type="http://schemas.openxmlformats.org/officeDocument/2006/relationships/font" Target="fonts/font13.fntdata"/><Relationship Id="rId77" Type="http://schemas.openxmlformats.org/officeDocument/2006/relationships/font" Target="fonts/font21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font" Target="fonts/font16.fntdata"/><Relationship Id="rId80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font" Target="fonts/font3.fntdata"/><Relationship Id="rId67" Type="http://schemas.openxmlformats.org/officeDocument/2006/relationships/font" Target="fonts/font11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font" Target="fonts/font6.fntdata"/><Relationship Id="rId70" Type="http://schemas.openxmlformats.org/officeDocument/2006/relationships/font" Target="fonts/font14.fntdata"/><Relationship Id="rId75" Type="http://schemas.openxmlformats.org/officeDocument/2006/relationships/font" Target="fonts/font1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font" Target="fonts/font1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font" Target="fonts/font4.fntdata"/><Relationship Id="rId65" Type="http://schemas.openxmlformats.org/officeDocument/2006/relationships/font" Target="fonts/font9.fntdata"/><Relationship Id="rId73" Type="http://schemas.openxmlformats.org/officeDocument/2006/relationships/font" Target="fonts/font17.fntdata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font" Target="fonts/font20.fntdata"/><Relationship Id="rId7" Type="http://schemas.openxmlformats.org/officeDocument/2006/relationships/slide" Target="slides/slide6.xml"/><Relationship Id="rId71" Type="http://schemas.openxmlformats.org/officeDocument/2006/relationships/font" Target="fonts/font15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font" Target="fonts/font10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/>
          <a:lstStyle/>
          <a:p>
            <a:endParaRPr lang="pt-BR"/>
          </a:p>
        </p:txBody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7" name="Google Shape;3147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48" name="Google Shape;3148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55590E31-8687-063C-8D35-9F77AA877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C2C0CD28-804D-A45F-4DAD-8426E1C4087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4D8476BC-D7D4-FBBD-0DB0-550C688247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74869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F4CFF574-97AB-8C1C-5479-2A7E08C330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8FDC6414-A325-4ABC-D06E-113D2C4FB9D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D01FD287-21D1-C7BC-5880-964FB39CC3A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194687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E3EDAC78-CBA0-A674-EF23-AC8192835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4CEC9191-E3A6-3BF8-B792-DC7772F5CFC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3B7E284-A70C-ECD5-9617-156309C7D4F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045247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04573098-DC87-77D9-FC9F-D71E28F31C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30EE3C58-55DB-AAB3-6CCF-442B5D12E37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23D9FDD-AB0C-209F-7E8D-01B6FE59A29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814048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463" name="Google Shape;3463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2BE4EF2B-E98D-4118-DF66-750252A639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F2B99BA3-1B4B-0BB0-6393-6CD83882A4A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C84BCDC9-455F-968D-A3EF-701F2E8C567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027747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1" name="Google Shape;3831;g54dda1946d_6_3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832" name="Google Shape;3832;g54dda1946d_6_3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8" name="Google Shape;4088;g54ff9c4cb4_3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089" name="Google Shape;4089;g54ff9c4cb4_3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3CBB461-D8BD-56AE-9BC4-CA1F771D8F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8D481AD-F7C6-BAB3-5D35-39DA9C4A4D4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F3B3176-AC5C-4A2D-30CB-14C56CAEF67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19647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94D55DB-F833-F4C9-7E90-7BF78FC7A7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E15B8A10-B8E0-CDC6-A439-1E58F0F00C1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8728A25-A7A4-7682-445B-C3FE45D2CEF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93463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FD1E7CA-0317-8A48-C28F-3AC0F5D38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C2DB76D3-14B0-FEE1-1226-30A2B658971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3C6F52CA-D6AC-7063-5D15-4CB67958F6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671393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1BEB108-1B5E-0B62-6D45-780043F356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122EFAC7-FB1B-411C-53E1-EABA1465A45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D0C6E13E-CD15-DD14-5955-4A050C421DD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1311691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B7618459-08EC-6FD6-6AA7-24E4AA97F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EBBD784-34EF-9109-0841-15B67C17BC9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775E08B-0A39-2AE6-0627-8D7B0F55648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674439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4B54CB7-ECE1-450E-DF78-55CF12F5C7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2C978AD3-1047-1276-4A4E-2AECF9BB466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9135443-41CB-2F61-B20C-D240F68D2B0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3709702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3CE93D0-D6C7-E00E-717F-0E0E87A928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729B006-CBF4-8302-CD63-F7D545CB24E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D6E4A21-A5A3-47D1-6B80-4B8343F7B91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17877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1AE7901-D342-3709-411E-1C9FF3899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99F2468-78CA-C6C1-694F-D1E67734E28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10907ED-F4D0-65CC-0206-777CB953F60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1723319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4A8F70D1-DC2C-0926-62BA-D387C250E5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FEE9359-DF77-F1BB-C994-77312E032A6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B07D2B2-AF5A-55DF-8848-CDCC70FD04E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749939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63DDF27-0210-F808-3C8B-470D54663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7C6523F-BD28-B002-EAD8-6B980FE6205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1D9BA83-8713-6DB4-AF5E-4F26E825512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488950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AB605A7-C083-B298-25E9-B9E323299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9882DE1-A74B-2644-C189-287E52EC8DF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3837DB82-A786-A852-8DA4-9B8191AD706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8975566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6616663C-0160-7D79-A42F-68EA7AA740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2115496-8EEC-D38A-DBFE-CC0520F487F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4A30990-E132-091C-3639-D9F0BA1530F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850020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9154BA7-A5BC-3A9B-EDC6-0A9165564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F9731A5A-17BA-637C-C548-22CF1F4369A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ED7B72EA-FAAA-42D9-31B1-6BC544B03AD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312363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BE921CCD-8865-79FC-8382-05F3636F3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0569B5B9-C952-B3E7-DE97-C903599B57C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B72F4BDD-2C81-DF92-7F73-2F8A22F8493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271088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2532CC5-F6EA-17FF-B617-684BCE25C8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1EE0391E-3423-04F7-BB56-9655200E622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4241366-4201-E031-7E19-DF0E41EC6C9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771319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C9BEEE6-FAD8-E566-5CDF-8CBBBAF069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A7BE732-8F4B-E763-3977-1A4661224DC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4797850D-623A-92A5-9AAD-9E4D26178BC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446366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CADB3C6-F2F4-DF46-E73E-2FB6B12458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A54FFE6-F574-6DCB-FE6B-0524F520ABB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F21D435-3CA4-D4E9-B4F1-21D75A0E123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890993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665FFDE-D271-22EB-364A-9035A8A29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4331833-B061-4253-C811-DF5D916C708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75901FD-A506-14C8-8538-06CE2C34122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1253983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ED4A0EB8-8F8F-217A-7B3E-4E802E427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C0CB2207-200D-9713-EC56-63E5F4E44FF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79C8310-4691-0439-50D6-65012B45CD1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0997775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F2F71743-676D-378D-3484-C0B030640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4352E26-1C7E-1AA7-786B-49DAC3CF9D8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09861A8-0E66-5FC5-6242-EC2669D93ED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9816991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87B69167-A2DA-3BB2-70C2-8E19F3055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4418ACC-C3D8-60AA-53DB-4309B4A48E1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96EF727-4C81-23A0-F249-2929BF6025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5707479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3BCCA24-2662-F4EB-768F-F5E410F73C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2B90453E-E664-C843-D767-A6C861B5905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E61EA35-59E1-89A2-598B-7FC27C50273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44428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F7194BC-EAE0-35B4-1400-740F5B4D7F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A55DBBB-DBC5-CEE5-A847-2DF168BB7A7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332B7A0-45AD-7BFD-8115-757B9971A69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1049747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3507CA7-37DA-8EB0-75E2-77C11B03D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92ACE0A-5D37-E4C0-F4B9-2730FC86B69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1B56FF2-D5ED-305B-D098-5B17E20B64D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1720467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547B6840-14A7-3856-39E4-759F78E97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B838FDE-0C9C-8EA6-43CC-28984DC9010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C3EFAB8-03BA-167A-5C84-DAAEAB74CFA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468368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>
          <a:extLst>
            <a:ext uri="{FF2B5EF4-FFF2-40B4-BE49-F238E27FC236}">
              <a16:creationId xmlns:a16="http://schemas.microsoft.com/office/drawing/2014/main" id="{7B37B133-8108-9A75-0201-BEC0A9062F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>
            <a:extLst>
              <a:ext uri="{FF2B5EF4-FFF2-40B4-BE49-F238E27FC236}">
                <a16:creationId xmlns:a16="http://schemas.microsoft.com/office/drawing/2014/main" id="{F4EBC875-7091-39B8-FFCE-FF8BAF2223A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463" name="Google Shape;3463;g54dda1946d_6_308:notes">
            <a:extLst>
              <a:ext uri="{FF2B5EF4-FFF2-40B4-BE49-F238E27FC236}">
                <a16:creationId xmlns:a16="http://schemas.microsoft.com/office/drawing/2014/main" id="{054AC22B-A1CC-D6C8-6200-3BBF9320D8B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960315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6FC41AAA-5637-5B0B-434E-479A092AC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A587DDD-FBB0-AAF3-F687-AB519D89E06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1950FD1-1490-1E58-5E5D-31AF1F4F7EE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05222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8A7D7CA3-5E80-1FED-93F1-EC1DFF77C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3CFA4C92-00F3-52E4-3F4E-345C839BF7B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B1FB95BC-2C45-6D89-5ADF-0E9CEF3BC59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102259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3DB22F53-7A5B-AF97-A4F2-C82B6D21F2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BD6EED09-BBCC-B188-5533-7EABDAD73A9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02BA60F-5211-F7C3-1A55-BCFF299DF8C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9184959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27DC940-91FB-F59D-271E-92ABAD2223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AA30306-997A-1A58-C8C2-AFB118A737E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8E908B2-AD58-A572-82FC-102C642CE01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332187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A674119-6072-2580-2866-67F016C713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BA117679-4098-B2A4-09AC-DD5E6677683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B5DE2BB-1B41-B21A-AFA7-150B159338B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4819627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A4C0F4D-FC4C-F74D-DF43-A244AB4C5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F7C4D86-8202-C2BA-0124-713958EED3B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72994720-A702-36F0-A5F9-DDDD8B89138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8718515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F2979E16-E62E-E11D-101C-6D528FDA6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52C1746-B5A2-7CD8-DA76-93E71B5F56C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404B663D-EC91-8280-AAF6-9B3735D56A6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288464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5EE85FF-4E4F-4BD0-5657-568C866A64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76587C5-B19F-B4F0-B079-4AFE0376FA0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7C20AD15-DB8B-9F93-736B-3C2C8208D67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4828608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47312859-70E9-A362-9521-8C7F01FE5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EC2DA1BC-23C1-21D8-AA2D-F90F6190412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E62BA2D6-51BC-6952-6723-33F3397BE33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99774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B16D9E4-2261-2A5D-DAAC-5EE61C517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3B8E6913-E505-1024-7715-AA825D0EED5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C290E15-5FB6-F573-1504-99E07B8F59A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3330171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91096D0-A94C-B31A-B1A6-79EFB27C6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4F6E9568-4C75-5DDF-B70B-3C03A2BE8B2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874A98A-AA5C-8BBB-363A-B1FFBCD26A1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810404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" name="Google Shape;4167;g54dda1946d_6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168" name="Google Shape;4168;g54dda1946d_6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4" name="Google Shape;4744;g54dda1946d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745" name="Google Shape;4745;g54dda1946d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2EFF81D-D26C-F144-5AA4-F36038FAA5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EAD0182-F018-2321-CEF6-CBF9B4633F6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714B75C-8C1F-03F7-E91A-2E7B67B71F2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130842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" name="Google Shape;5191;g135e18421cc_13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5192" name="Google Shape;5192;g135e18421cc_13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tBDf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-1847931" y="-337191"/>
            <a:ext cx="11948456" cy="6634133"/>
            <a:chOff x="-1847931" y="-337191"/>
            <a:chExt cx="11948456" cy="6634133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-301998" y="4772238"/>
              <a:ext cx="2779566" cy="570008"/>
              <a:chOff x="3240" y="1231560"/>
              <a:chExt cx="1292040" cy="264960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49;p2"/>
            <p:cNvGrpSpPr/>
            <p:nvPr/>
          </p:nvGrpSpPr>
          <p:grpSpPr>
            <a:xfrm>
              <a:off x="1390521" y="-337191"/>
              <a:ext cx="4126366" cy="876698"/>
              <a:chOff x="71280" y="1648800"/>
              <a:chExt cx="1918080" cy="407520"/>
            </a:xfrm>
          </p:grpSpPr>
          <p:sp>
            <p:nvSpPr>
              <p:cNvPr id="50" name="Google Shape;50;p2"/>
              <p:cNvSpPr/>
              <p:nvPr/>
            </p:nvSpPr>
            <p:spPr>
              <a:xfrm>
                <a:off x="78120" y="1740600"/>
                <a:ext cx="46080" cy="1587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441" extrusionOk="0">
                    <a:moveTo>
                      <a:pt x="66" y="440"/>
                    </a:moveTo>
                    <a:cubicBezTo>
                      <a:pt x="60" y="440"/>
                      <a:pt x="55" y="438"/>
                      <a:pt x="49" y="436"/>
                    </a:cubicBezTo>
                    <a:cubicBezTo>
                      <a:pt x="45" y="435"/>
                      <a:pt x="39" y="433"/>
                      <a:pt x="35" y="430"/>
                    </a:cubicBezTo>
                    <a:cubicBezTo>
                      <a:pt x="26" y="424"/>
                      <a:pt x="18" y="416"/>
                      <a:pt x="13" y="406"/>
                    </a:cubicBezTo>
                    <a:cubicBezTo>
                      <a:pt x="8" y="396"/>
                      <a:pt x="6" y="385"/>
                      <a:pt x="6" y="374"/>
                    </a:cubicBezTo>
                    <a:cubicBezTo>
                      <a:pt x="6" y="369"/>
                      <a:pt x="6" y="363"/>
                      <a:pt x="8" y="358"/>
                    </a:cubicBezTo>
                    <a:cubicBezTo>
                      <a:pt x="10" y="353"/>
                      <a:pt x="14" y="348"/>
                      <a:pt x="18" y="344"/>
                    </a:cubicBezTo>
                    <a:cubicBezTo>
                      <a:pt x="22" y="340"/>
                      <a:pt x="29" y="340"/>
                      <a:pt x="34" y="344"/>
                    </a:cubicBezTo>
                    <a:cubicBezTo>
                      <a:pt x="38" y="348"/>
                      <a:pt x="39" y="355"/>
                      <a:pt x="35" y="360"/>
                    </a:cubicBezTo>
                    <a:cubicBezTo>
                      <a:pt x="33" y="361"/>
                      <a:pt x="32" y="362"/>
                      <a:pt x="31" y="364"/>
                    </a:cubicBezTo>
                    <a:lnTo>
                      <a:pt x="31" y="365"/>
                    </a:lnTo>
                    <a:cubicBezTo>
                      <a:pt x="30" y="365"/>
                      <a:pt x="30" y="366"/>
                      <a:pt x="29" y="367"/>
                    </a:cubicBezTo>
                    <a:lnTo>
                      <a:pt x="29" y="368"/>
                    </a:lnTo>
                    <a:lnTo>
                      <a:pt x="29" y="369"/>
                    </a:lnTo>
                    <a:cubicBezTo>
                      <a:pt x="29" y="370"/>
                      <a:pt x="28" y="372"/>
                      <a:pt x="28" y="373"/>
                    </a:cubicBezTo>
                    <a:cubicBezTo>
                      <a:pt x="28" y="375"/>
                      <a:pt x="29" y="378"/>
                      <a:pt x="29" y="380"/>
                    </a:cubicBezTo>
                    <a:cubicBezTo>
                      <a:pt x="29" y="383"/>
                      <a:pt x="29" y="385"/>
                      <a:pt x="30" y="388"/>
                    </a:cubicBezTo>
                    <a:cubicBezTo>
                      <a:pt x="31" y="389"/>
                      <a:pt x="31" y="391"/>
                      <a:pt x="32" y="393"/>
                    </a:cubicBezTo>
                    <a:cubicBezTo>
                      <a:pt x="32" y="392"/>
                      <a:pt x="32" y="392"/>
                      <a:pt x="31" y="392"/>
                    </a:cubicBezTo>
                    <a:cubicBezTo>
                      <a:pt x="32" y="393"/>
                      <a:pt x="32" y="395"/>
                      <a:pt x="33" y="396"/>
                    </a:cubicBezTo>
                    <a:cubicBezTo>
                      <a:pt x="35" y="398"/>
                      <a:pt x="36" y="400"/>
                      <a:pt x="37" y="402"/>
                    </a:cubicBezTo>
                    <a:cubicBezTo>
                      <a:pt x="36" y="402"/>
                      <a:pt x="36" y="401"/>
                      <a:pt x="36" y="400"/>
                    </a:cubicBezTo>
                    <a:cubicBezTo>
                      <a:pt x="37" y="402"/>
                      <a:pt x="38" y="403"/>
                      <a:pt x="39" y="404"/>
                    </a:cubicBezTo>
                    <a:cubicBezTo>
                      <a:pt x="40" y="406"/>
                      <a:pt x="42" y="407"/>
                      <a:pt x="43" y="409"/>
                    </a:cubicBezTo>
                    <a:cubicBezTo>
                      <a:pt x="45" y="409"/>
                      <a:pt x="46" y="410"/>
                      <a:pt x="47" y="411"/>
                    </a:cubicBezTo>
                    <a:cubicBezTo>
                      <a:pt x="49" y="411"/>
                      <a:pt x="50" y="413"/>
                      <a:pt x="51" y="413"/>
                    </a:cubicBezTo>
                    <a:cubicBezTo>
                      <a:pt x="53" y="414"/>
                      <a:pt x="56" y="415"/>
                      <a:pt x="58" y="415"/>
                    </a:cubicBezTo>
                    <a:cubicBezTo>
                      <a:pt x="60" y="416"/>
                      <a:pt x="63" y="417"/>
                      <a:pt x="64" y="417"/>
                    </a:cubicBezTo>
                    <a:cubicBezTo>
                      <a:pt x="66" y="417"/>
                      <a:pt x="68" y="417"/>
                      <a:pt x="69" y="417"/>
                    </a:cubicBezTo>
                    <a:cubicBezTo>
                      <a:pt x="70" y="417"/>
                      <a:pt x="71" y="417"/>
                      <a:pt x="72" y="417"/>
                    </a:cubicBezTo>
                    <a:cubicBezTo>
                      <a:pt x="73" y="417"/>
                      <a:pt x="74" y="417"/>
                      <a:pt x="75" y="417"/>
                    </a:cubicBezTo>
                    <a:cubicBezTo>
                      <a:pt x="76" y="416"/>
                      <a:pt x="77" y="416"/>
                      <a:pt x="77" y="416"/>
                    </a:cubicBezTo>
                    <a:lnTo>
                      <a:pt x="76" y="416"/>
                    </a:lnTo>
                    <a:cubicBezTo>
                      <a:pt x="77" y="416"/>
                      <a:pt x="78" y="415"/>
                      <a:pt x="78" y="415"/>
                    </a:cubicBezTo>
                    <a:cubicBezTo>
                      <a:pt x="80" y="415"/>
                      <a:pt x="81" y="414"/>
                      <a:pt x="82" y="413"/>
                    </a:cubicBezTo>
                    <a:cubicBezTo>
                      <a:pt x="82" y="413"/>
                      <a:pt x="83" y="412"/>
                      <a:pt x="84" y="411"/>
                    </a:cubicBezTo>
                    <a:cubicBezTo>
                      <a:pt x="84" y="411"/>
                      <a:pt x="84" y="412"/>
                      <a:pt x="83" y="412"/>
                    </a:cubicBezTo>
                    <a:cubicBezTo>
                      <a:pt x="84" y="412"/>
                      <a:pt x="84" y="411"/>
                      <a:pt x="84" y="411"/>
                    </a:cubicBezTo>
                    <a:lnTo>
                      <a:pt x="85" y="410"/>
                    </a:lnTo>
                    <a:cubicBezTo>
                      <a:pt x="85" y="410"/>
                      <a:pt x="85" y="409"/>
                      <a:pt x="86" y="407"/>
                    </a:cubicBezTo>
                    <a:cubicBezTo>
                      <a:pt x="87" y="405"/>
                      <a:pt x="88" y="403"/>
                      <a:pt x="88" y="400"/>
                    </a:cubicBezTo>
                    <a:cubicBezTo>
                      <a:pt x="91" y="393"/>
                      <a:pt x="92" y="386"/>
                      <a:pt x="93" y="379"/>
                    </a:cubicBezTo>
                    <a:cubicBezTo>
                      <a:pt x="94" y="369"/>
                      <a:pt x="95" y="361"/>
                      <a:pt x="95" y="352"/>
                    </a:cubicBezTo>
                    <a:lnTo>
                      <a:pt x="95" y="353"/>
                    </a:lnTo>
                    <a:cubicBezTo>
                      <a:pt x="95" y="344"/>
                      <a:pt x="95" y="335"/>
                      <a:pt x="94" y="326"/>
                    </a:cubicBezTo>
                    <a:cubicBezTo>
                      <a:pt x="94" y="327"/>
                      <a:pt x="94" y="328"/>
                      <a:pt x="94" y="328"/>
                    </a:cubicBezTo>
                    <a:cubicBezTo>
                      <a:pt x="93" y="320"/>
                      <a:pt x="92" y="312"/>
                      <a:pt x="89" y="304"/>
                    </a:cubicBezTo>
                    <a:lnTo>
                      <a:pt x="90" y="304"/>
                    </a:lnTo>
                    <a:cubicBezTo>
                      <a:pt x="89" y="304"/>
                      <a:pt x="89" y="304"/>
                      <a:pt x="89" y="303"/>
                    </a:cubicBezTo>
                    <a:cubicBezTo>
                      <a:pt x="87" y="291"/>
                      <a:pt x="82" y="279"/>
                      <a:pt x="78" y="268"/>
                    </a:cubicBezTo>
                    <a:cubicBezTo>
                      <a:pt x="75" y="261"/>
                      <a:pt x="73" y="254"/>
                      <a:pt x="69" y="248"/>
                    </a:cubicBezTo>
                    <a:cubicBezTo>
                      <a:pt x="67" y="243"/>
                      <a:pt x="64" y="238"/>
                      <a:pt x="62" y="234"/>
                    </a:cubicBezTo>
                    <a:cubicBezTo>
                      <a:pt x="57" y="224"/>
                      <a:pt x="51" y="214"/>
                      <a:pt x="45" y="205"/>
                    </a:cubicBezTo>
                    <a:cubicBezTo>
                      <a:pt x="38" y="194"/>
                      <a:pt x="31" y="182"/>
                      <a:pt x="23" y="172"/>
                    </a:cubicBezTo>
                    <a:cubicBezTo>
                      <a:pt x="15" y="160"/>
                      <a:pt x="9" y="148"/>
                      <a:pt x="5" y="135"/>
                    </a:cubicBezTo>
                    <a:cubicBezTo>
                      <a:pt x="0" y="120"/>
                      <a:pt x="0" y="103"/>
                      <a:pt x="2" y="86"/>
                    </a:cubicBezTo>
                    <a:cubicBezTo>
                      <a:pt x="3" y="79"/>
                      <a:pt x="5" y="72"/>
                      <a:pt x="7" y="65"/>
                    </a:cubicBezTo>
                    <a:cubicBezTo>
                      <a:pt x="10" y="57"/>
                      <a:pt x="14" y="49"/>
                      <a:pt x="19" y="41"/>
                    </a:cubicBezTo>
                    <a:cubicBezTo>
                      <a:pt x="27" y="29"/>
                      <a:pt x="38" y="16"/>
                      <a:pt x="51" y="8"/>
                    </a:cubicBezTo>
                    <a:cubicBezTo>
                      <a:pt x="61" y="2"/>
                      <a:pt x="74" y="0"/>
                      <a:pt x="85" y="1"/>
                    </a:cubicBezTo>
                    <a:cubicBezTo>
                      <a:pt x="97" y="2"/>
                      <a:pt x="107" y="9"/>
                      <a:pt x="115" y="18"/>
                    </a:cubicBezTo>
                    <a:cubicBezTo>
                      <a:pt x="123" y="27"/>
                      <a:pt x="127" y="39"/>
                      <a:pt x="126" y="51"/>
                    </a:cubicBezTo>
                    <a:cubicBezTo>
                      <a:pt x="126" y="57"/>
                      <a:pt x="125" y="62"/>
                      <a:pt x="123" y="68"/>
                    </a:cubicBezTo>
                    <a:cubicBezTo>
                      <a:pt x="121" y="73"/>
                      <a:pt x="119" y="79"/>
                      <a:pt x="114" y="83"/>
                    </a:cubicBezTo>
                    <a:cubicBezTo>
                      <a:pt x="109" y="86"/>
                      <a:pt x="102" y="86"/>
                      <a:pt x="98" y="81"/>
                    </a:cubicBezTo>
                    <a:cubicBezTo>
                      <a:pt x="96" y="79"/>
                      <a:pt x="95" y="78"/>
                      <a:pt x="94" y="76"/>
                    </a:cubicBezTo>
                    <a:cubicBezTo>
                      <a:pt x="94" y="73"/>
                      <a:pt x="94" y="71"/>
                      <a:pt x="94" y="69"/>
                    </a:cubicBezTo>
                    <a:cubicBezTo>
                      <a:pt x="93" y="67"/>
                      <a:pt x="93" y="65"/>
                      <a:pt x="93" y="63"/>
                    </a:cubicBezTo>
                    <a:cubicBezTo>
                      <a:pt x="92" y="58"/>
                      <a:pt x="92" y="53"/>
                      <a:pt x="92" y="47"/>
                    </a:cubicBezTo>
                    <a:cubicBezTo>
                      <a:pt x="91" y="42"/>
                      <a:pt x="95" y="37"/>
                      <a:pt x="100" y="36"/>
                    </a:cubicBezTo>
                    <a:cubicBezTo>
                      <a:pt x="99" y="35"/>
                      <a:pt x="99" y="34"/>
                      <a:pt x="99" y="33"/>
                    </a:cubicBezTo>
                    <a:cubicBezTo>
                      <a:pt x="98" y="32"/>
                      <a:pt x="97" y="32"/>
                      <a:pt x="96" y="30"/>
                    </a:cubicBezTo>
                    <a:cubicBezTo>
                      <a:pt x="96" y="30"/>
                      <a:pt x="95" y="29"/>
                      <a:pt x="94" y="29"/>
                    </a:cubicBezTo>
                    <a:cubicBezTo>
                      <a:pt x="94" y="27"/>
                      <a:pt x="92" y="27"/>
                      <a:pt x="91" y="26"/>
                    </a:cubicBezTo>
                    <a:cubicBezTo>
                      <a:pt x="90" y="26"/>
                      <a:pt x="89" y="25"/>
                      <a:pt x="88" y="25"/>
                    </a:cubicBezTo>
                    <a:cubicBezTo>
                      <a:pt x="89" y="25"/>
                      <a:pt x="89" y="25"/>
                      <a:pt x="89" y="26"/>
                    </a:cubicBezTo>
                    <a:cubicBezTo>
                      <a:pt x="88" y="25"/>
                      <a:pt x="87" y="25"/>
                      <a:pt x="86" y="24"/>
                    </a:cubicBezTo>
                    <a:cubicBezTo>
                      <a:pt x="87" y="24"/>
                      <a:pt x="87" y="25"/>
                      <a:pt x="88" y="25"/>
                    </a:cubicBezTo>
                    <a:cubicBezTo>
                      <a:pt x="87" y="24"/>
                      <a:pt x="85" y="24"/>
                      <a:pt x="85" y="24"/>
                    </a:cubicBezTo>
                    <a:cubicBezTo>
                      <a:pt x="83" y="23"/>
                      <a:pt x="82" y="23"/>
                      <a:pt x="81" y="23"/>
                    </a:cubicBezTo>
                    <a:cubicBezTo>
                      <a:pt x="78" y="23"/>
                      <a:pt x="75" y="23"/>
                      <a:pt x="73" y="24"/>
                    </a:cubicBezTo>
                    <a:cubicBezTo>
                      <a:pt x="74" y="24"/>
                      <a:pt x="74" y="24"/>
                      <a:pt x="75" y="24"/>
                    </a:cubicBezTo>
                    <a:cubicBezTo>
                      <a:pt x="73" y="24"/>
                      <a:pt x="71" y="24"/>
                      <a:pt x="70" y="25"/>
                    </a:cubicBezTo>
                    <a:cubicBezTo>
                      <a:pt x="68" y="25"/>
                      <a:pt x="67" y="25"/>
                      <a:pt x="66" y="26"/>
                    </a:cubicBezTo>
                    <a:cubicBezTo>
                      <a:pt x="64" y="26"/>
                      <a:pt x="63" y="27"/>
                      <a:pt x="62" y="27"/>
                    </a:cubicBezTo>
                    <a:cubicBezTo>
                      <a:pt x="60" y="29"/>
                      <a:pt x="59" y="30"/>
                      <a:pt x="57" y="31"/>
                    </a:cubicBezTo>
                    <a:cubicBezTo>
                      <a:pt x="56" y="32"/>
                      <a:pt x="54" y="33"/>
                      <a:pt x="53" y="34"/>
                    </a:cubicBezTo>
                    <a:cubicBezTo>
                      <a:pt x="50" y="37"/>
                      <a:pt x="47" y="40"/>
                      <a:pt x="45" y="44"/>
                    </a:cubicBezTo>
                    <a:cubicBezTo>
                      <a:pt x="42" y="47"/>
                      <a:pt x="39" y="51"/>
                      <a:pt x="36" y="55"/>
                    </a:cubicBezTo>
                    <a:cubicBezTo>
                      <a:pt x="33" y="59"/>
                      <a:pt x="31" y="64"/>
                      <a:pt x="29" y="68"/>
                    </a:cubicBezTo>
                    <a:cubicBezTo>
                      <a:pt x="28" y="71"/>
                      <a:pt x="27" y="74"/>
                      <a:pt x="26" y="77"/>
                    </a:cubicBezTo>
                    <a:cubicBezTo>
                      <a:pt x="25" y="81"/>
                      <a:pt x="24" y="85"/>
                      <a:pt x="24" y="89"/>
                    </a:cubicBezTo>
                    <a:cubicBezTo>
                      <a:pt x="23" y="93"/>
                      <a:pt x="22" y="98"/>
                      <a:pt x="22" y="102"/>
                    </a:cubicBezTo>
                    <a:lnTo>
                      <a:pt x="22" y="101"/>
                    </a:lnTo>
                    <a:cubicBezTo>
                      <a:pt x="22" y="106"/>
                      <a:pt x="22" y="111"/>
                      <a:pt x="23" y="116"/>
                    </a:cubicBezTo>
                    <a:cubicBezTo>
                      <a:pt x="23" y="119"/>
                      <a:pt x="24" y="122"/>
                      <a:pt x="24" y="125"/>
                    </a:cubicBezTo>
                    <a:cubicBezTo>
                      <a:pt x="25" y="129"/>
                      <a:pt x="27" y="133"/>
                      <a:pt x="28" y="136"/>
                    </a:cubicBezTo>
                    <a:cubicBezTo>
                      <a:pt x="29" y="140"/>
                      <a:pt x="31" y="143"/>
                      <a:pt x="33" y="147"/>
                    </a:cubicBezTo>
                    <a:cubicBezTo>
                      <a:pt x="40" y="159"/>
                      <a:pt x="49" y="171"/>
                      <a:pt x="56" y="183"/>
                    </a:cubicBezTo>
                    <a:cubicBezTo>
                      <a:pt x="60" y="189"/>
                      <a:pt x="64" y="195"/>
                      <a:pt x="68" y="201"/>
                    </a:cubicBezTo>
                    <a:cubicBezTo>
                      <a:pt x="71" y="206"/>
                      <a:pt x="74" y="212"/>
                      <a:pt x="77" y="217"/>
                    </a:cubicBezTo>
                    <a:cubicBezTo>
                      <a:pt x="80" y="222"/>
                      <a:pt x="82" y="227"/>
                      <a:pt x="85" y="231"/>
                    </a:cubicBezTo>
                    <a:cubicBezTo>
                      <a:pt x="88" y="239"/>
                      <a:pt x="92" y="246"/>
                      <a:pt x="95" y="254"/>
                    </a:cubicBezTo>
                    <a:cubicBezTo>
                      <a:pt x="102" y="269"/>
                      <a:pt x="107" y="285"/>
                      <a:pt x="111" y="301"/>
                    </a:cubicBezTo>
                    <a:cubicBezTo>
                      <a:pt x="115" y="318"/>
                      <a:pt x="117" y="335"/>
                      <a:pt x="117" y="352"/>
                    </a:cubicBezTo>
                    <a:cubicBezTo>
                      <a:pt x="117" y="369"/>
                      <a:pt x="114" y="385"/>
                      <a:pt x="111" y="402"/>
                    </a:cubicBezTo>
                    <a:cubicBezTo>
                      <a:pt x="109" y="411"/>
                      <a:pt x="106" y="422"/>
                      <a:pt x="97" y="429"/>
                    </a:cubicBezTo>
                    <a:cubicBezTo>
                      <a:pt x="94" y="433"/>
                      <a:pt x="89" y="436"/>
                      <a:pt x="84" y="438"/>
                    </a:cubicBezTo>
                    <a:cubicBezTo>
                      <a:pt x="78" y="439"/>
                      <a:pt x="73" y="440"/>
                      <a:pt x="68" y="440"/>
                    </a:cubicBezTo>
                    <a:cubicBezTo>
                      <a:pt x="67" y="440"/>
                      <a:pt x="67" y="440"/>
                      <a:pt x="66" y="4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81000" y="1924920"/>
                <a:ext cx="53280" cy="5832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62" extrusionOk="0">
                    <a:moveTo>
                      <a:pt x="77" y="139"/>
                    </a:moveTo>
                    <a:cubicBezTo>
                      <a:pt x="77" y="139"/>
                      <a:pt x="78" y="139"/>
                      <a:pt x="79" y="139"/>
                    </a:cubicBezTo>
                    <a:cubicBezTo>
                      <a:pt x="79" y="139"/>
                      <a:pt x="80" y="139"/>
                      <a:pt x="80" y="138"/>
                    </a:cubicBezTo>
                    <a:cubicBezTo>
                      <a:pt x="81" y="138"/>
                      <a:pt x="83" y="137"/>
                      <a:pt x="84" y="136"/>
                    </a:cubicBezTo>
                    <a:cubicBezTo>
                      <a:pt x="86" y="136"/>
                      <a:pt x="86" y="135"/>
                      <a:pt x="87" y="135"/>
                    </a:cubicBezTo>
                    <a:cubicBezTo>
                      <a:pt x="88" y="133"/>
                      <a:pt x="90" y="132"/>
                      <a:pt x="91" y="132"/>
                    </a:cubicBezTo>
                    <a:cubicBezTo>
                      <a:pt x="94" y="129"/>
                      <a:pt x="95" y="126"/>
                      <a:pt x="98" y="124"/>
                    </a:cubicBezTo>
                    <a:cubicBezTo>
                      <a:pt x="101" y="120"/>
                      <a:pt x="104" y="116"/>
                      <a:pt x="106" y="112"/>
                    </a:cubicBezTo>
                    <a:cubicBezTo>
                      <a:pt x="110" y="106"/>
                      <a:pt x="113" y="100"/>
                      <a:pt x="116" y="94"/>
                    </a:cubicBezTo>
                    <a:cubicBezTo>
                      <a:pt x="119" y="87"/>
                      <a:pt x="121" y="80"/>
                      <a:pt x="123" y="73"/>
                    </a:cubicBezTo>
                    <a:cubicBezTo>
                      <a:pt x="123" y="72"/>
                      <a:pt x="124" y="71"/>
                      <a:pt x="124" y="69"/>
                    </a:cubicBezTo>
                    <a:cubicBezTo>
                      <a:pt x="125" y="66"/>
                      <a:pt x="125" y="64"/>
                      <a:pt x="125" y="62"/>
                    </a:cubicBezTo>
                    <a:cubicBezTo>
                      <a:pt x="125" y="60"/>
                      <a:pt x="125" y="58"/>
                      <a:pt x="125" y="56"/>
                    </a:cubicBezTo>
                    <a:cubicBezTo>
                      <a:pt x="124" y="54"/>
                      <a:pt x="124" y="52"/>
                      <a:pt x="123" y="50"/>
                    </a:cubicBezTo>
                    <a:cubicBezTo>
                      <a:pt x="123" y="48"/>
                      <a:pt x="122" y="46"/>
                      <a:pt x="122" y="44"/>
                    </a:cubicBezTo>
                    <a:cubicBezTo>
                      <a:pt x="121" y="43"/>
                      <a:pt x="120" y="41"/>
                      <a:pt x="120" y="40"/>
                    </a:cubicBezTo>
                    <a:cubicBezTo>
                      <a:pt x="119" y="39"/>
                      <a:pt x="118" y="38"/>
                      <a:pt x="118" y="37"/>
                    </a:cubicBezTo>
                    <a:cubicBezTo>
                      <a:pt x="117" y="36"/>
                      <a:pt x="116" y="35"/>
                      <a:pt x="115" y="34"/>
                    </a:cubicBezTo>
                    <a:lnTo>
                      <a:pt x="114" y="33"/>
                    </a:lnTo>
                    <a:cubicBezTo>
                      <a:pt x="112" y="32"/>
                      <a:pt x="111" y="30"/>
                      <a:pt x="109" y="30"/>
                    </a:cubicBezTo>
                    <a:cubicBezTo>
                      <a:pt x="108" y="29"/>
                      <a:pt x="106" y="27"/>
                      <a:pt x="104" y="27"/>
                    </a:cubicBezTo>
                    <a:cubicBezTo>
                      <a:pt x="101" y="26"/>
                      <a:pt x="98" y="25"/>
                      <a:pt x="94" y="23"/>
                    </a:cubicBezTo>
                    <a:cubicBezTo>
                      <a:pt x="93" y="23"/>
                      <a:pt x="91" y="22"/>
                      <a:pt x="89" y="22"/>
                    </a:cubicBezTo>
                    <a:cubicBezTo>
                      <a:pt x="88" y="22"/>
                      <a:pt x="87" y="22"/>
                      <a:pt x="86" y="22"/>
                    </a:cubicBezTo>
                    <a:lnTo>
                      <a:pt x="87" y="22"/>
                    </a:lnTo>
                    <a:cubicBezTo>
                      <a:pt x="86" y="22"/>
                      <a:pt x="84" y="22"/>
                      <a:pt x="83" y="22"/>
                    </a:cubicBezTo>
                    <a:cubicBezTo>
                      <a:pt x="81" y="23"/>
                      <a:pt x="79" y="23"/>
                      <a:pt x="77" y="23"/>
                    </a:cubicBezTo>
                    <a:cubicBezTo>
                      <a:pt x="76" y="24"/>
                      <a:pt x="73" y="25"/>
                      <a:pt x="72" y="25"/>
                    </a:cubicBezTo>
                    <a:cubicBezTo>
                      <a:pt x="67" y="27"/>
                      <a:pt x="63" y="29"/>
                      <a:pt x="59" y="31"/>
                    </a:cubicBezTo>
                    <a:cubicBezTo>
                      <a:pt x="55" y="33"/>
                      <a:pt x="50" y="37"/>
                      <a:pt x="45" y="40"/>
                    </a:cubicBezTo>
                    <a:cubicBezTo>
                      <a:pt x="44" y="41"/>
                      <a:pt x="42" y="43"/>
                      <a:pt x="40" y="44"/>
                    </a:cubicBezTo>
                    <a:cubicBezTo>
                      <a:pt x="37" y="47"/>
                      <a:pt x="31" y="47"/>
                      <a:pt x="27" y="44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6" y="49"/>
                      <a:pt x="26" y="52"/>
                      <a:pt x="26" y="56"/>
                    </a:cubicBezTo>
                    <a:cubicBezTo>
                      <a:pt x="26" y="59"/>
                      <a:pt x="26" y="63"/>
                      <a:pt x="27" y="66"/>
                    </a:cubicBezTo>
                    <a:cubicBezTo>
                      <a:pt x="27" y="71"/>
                      <a:pt x="28" y="75"/>
                      <a:pt x="29" y="79"/>
                    </a:cubicBezTo>
                    <a:lnTo>
                      <a:pt x="29" y="78"/>
                    </a:lnTo>
                    <a:cubicBezTo>
                      <a:pt x="29" y="79"/>
                      <a:pt x="29" y="79"/>
                      <a:pt x="29" y="79"/>
                    </a:cubicBezTo>
                    <a:lnTo>
                      <a:pt x="29" y="80"/>
                    </a:lnTo>
                    <a:cubicBezTo>
                      <a:pt x="29" y="79"/>
                      <a:pt x="29" y="79"/>
                      <a:pt x="29" y="79"/>
                    </a:cubicBezTo>
                    <a:cubicBezTo>
                      <a:pt x="30" y="85"/>
                      <a:pt x="32" y="89"/>
                      <a:pt x="34" y="94"/>
                    </a:cubicBezTo>
                    <a:cubicBezTo>
                      <a:pt x="36" y="99"/>
                      <a:pt x="38" y="104"/>
                      <a:pt x="41" y="109"/>
                    </a:cubicBezTo>
                    <a:cubicBezTo>
                      <a:pt x="42" y="111"/>
                      <a:pt x="44" y="114"/>
                      <a:pt x="45" y="116"/>
                    </a:cubicBezTo>
                    <a:cubicBezTo>
                      <a:pt x="48" y="119"/>
                      <a:pt x="50" y="122"/>
                      <a:pt x="52" y="125"/>
                    </a:cubicBezTo>
                    <a:cubicBezTo>
                      <a:pt x="54" y="127"/>
                      <a:pt x="56" y="129"/>
                      <a:pt x="58" y="131"/>
                    </a:cubicBezTo>
                    <a:cubicBezTo>
                      <a:pt x="58" y="130"/>
                      <a:pt x="58" y="130"/>
                      <a:pt x="57" y="129"/>
                    </a:cubicBezTo>
                    <a:cubicBezTo>
                      <a:pt x="59" y="131"/>
                      <a:pt x="62" y="133"/>
                      <a:pt x="63" y="135"/>
                    </a:cubicBezTo>
                    <a:cubicBezTo>
                      <a:pt x="66" y="136"/>
                      <a:pt x="69" y="138"/>
                      <a:pt x="72" y="139"/>
                    </a:cubicBezTo>
                    <a:lnTo>
                      <a:pt x="72" y="138"/>
                    </a:lnTo>
                    <a:cubicBezTo>
                      <a:pt x="72" y="139"/>
                      <a:pt x="72" y="139"/>
                      <a:pt x="73" y="139"/>
                    </a:cubicBezTo>
                    <a:cubicBezTo>
                      <a:pt x="74" y="139"/>
                      <a:pt x="74" y="139"/>
                      <a:pt x="75" y="139"/>
                    </a:cubicBezTo>
                    <a:cubicBezTo>
                      <a:pt x="76" y="139"/>
                      <a:pt x="76" y="139"/>
                      <a:pt x="77" y="139"/>
                    </a:cubicBezTo>
                    <a:moveTo>
                      <a:pt x="69" y="161"/>
                    </a:moveTo>
                    <a:cubicBezTo>
                      <a:pt x="61" y="159"/>
                      <a:pt x="54" y="155"/>
                      <a:pt x="48" y="150"/>
                    </a:cubicBezTo>
                    <a:cubicBezTo>
                      <a:pt x="35" y="141"/>
                      <a:pt x="24" y="128"/>
                      <a:pt x="18" y="113"/>
                    </a:cubicBezTo>
                    <a:cubicBezTo>
                      <a:pt x="7" y="92"/>
                      <a:pt x="0" y="66"/>
                      <a:pt x="4" y="41"/>
                    </a:cubicBezTo>
                    <a:cubicBezTo>
                      <a:pt x="5" y="32"/>
                      <a:pt x="9" y="18"/>
                      <a:pt x="21" y="16"/>
                    </a:cubicBezTo>
                    <a:cubicBezTo>
                      <a:pt x="24" y="16"/>
                      <a:pt x="28" y="18"/>
                      <a:pt x="31" y="20"/>
                    </a:cubicBezTo>
                    <a:cubicBezTo>
                      <a:pt x="31" y="21"/>
                      <a:pt x="32" y="22"/>
                      <a:pt x="32" y="22"/>
                    </a:cubicBezTo>
                    <a:cubicBezTo>
                      <a:pt x="43" y="14"/>
                      <a:pt x="55" y="8"/>
                      <a:pt x="67" y="3"/>
                    </a:cubicBezTo>
                    <a:cubicBezTo>
                      <a:pt x="74" y="1"/>
                      <a:pt x="82" y="0"/>
                      <a:pt x="90" y="0"/>
                    </a:cubicBezTo>
                    <a:cubicBezTo>
                      <a:pt x="93" y="0"/>
                      <a:pt x="97" y="1"/>
                      <a:pt x="100" y="2"/>
                    </a:cubicBezTo>
                    <a:cubicBezTo>
                      <a:pt x="104" y="3"/>
                      <a:pt x="108" y="5"/>
                      <a:pt x="112" y="6"/>
                    </a:cubicBezTo>
                    <a:cubicBezTo>
                      <a:pt x="119" y="9"/>
                      <a:pt x="126" y="13"/>
                      <a:pt x="131" y="18"/>
                    </a:cubicBezTo>
                    <a:cubicBezTo>
                      <a:pt x="136" y="23"/>
                      <a:pt x="140" y="30"/>
                      <a:pt x="142" y="37"/>
                    </a:cubicBezTo>
                    <a:cubicBezTo>
                      <a:pt x="145" y="44"/>
                      <a:pt x="146" y="51"/>
                      <a:pt x="147" y="58"/>
                    </a:cubicBezTo>
                    <a:cubicBezTo>
                      <a:pt x="147" y="66"/>
                      <a:pt x="146" y="75"/>
                      <a:pt x="144" y="82"/>
                    </a:cubicBezTo>
                    <a:cubicBezTo>
                      <a:pt x="139" y="99"/>
                      <a:pt x="132" y="114"/>
                      <a:pt x="122" y="128"/>
                    </a:cubicBezTo>
                    <a:cubicBezTo>
                      <a:pt x="114" y="141"/>
                      <a:pt x="104" y="153"/>
                      <a:pt x="89" y="159"/>
                    </a:cubicBezTo>
                    <a:cubicBezTo>
                      <a:pt x="86" y="160"/>
                      <a:pt x="83" y="161"/>
                      <a:pt x="80" y="161"/>
                    </a:cubicBezTo>
                    <a:cubicBezTo>
                      <a:pt x="78" y="161"/>
                      <a:pt x="76" y="161"/>
                      <a:pt x="74" y="161"/>
                    </a:cubicBezTo>
                    <a:cubicBezTo>
                      <a:pt x="73" y="161"/>
                      <a:pt x="71" y="161"/>
                      <a:pt x="69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71280" y="1658160"/>
                <a:ext cx="2520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83" extrusionOk="0">
                    <a:moveTo>
                      <a:pt x="38" y="171"/>
                    </a:moveTo>
                    <a:cubicBezTo>
                      <a:pt x="37" y="157"/>
                      <a:pt x="37" y="144"/>
                      <a:pt x="37" y="131"/>
                    </a:cubicBezTo>
                    <a:cubicBezTo>
                      <a:pt x="37" y="118"/>
                      <a:pt x="38" y="106"/>
                      <a:pt x="38" y="94"/>
                    </a:cubicBezTo>
                    <a:cubicBezTo>
                      <a:pt x="39" y="86"/>
                      <a:pt x="39" y="79"/>
                      <a:pt x="39" y="72"/>
                    </a:cubicBezTo>
                    <a:cubicBezTo>
                      <a:pt x="38" y="74"/>
                      <a:pt x="37" y="75"/>
                      <a:pt x="36" y="77"/>
                    </a:cubicBezTo>
                    <a:cubicBezTo>
                      <a:pt x="33" y="82"/>
                      <a:pt x="29" y="88"/>
                      <a:pt x="25" y="93"/>
                    </a:cubicBezTo>
                    <a:cubicBezTo>
                      <a:pt x="25" y="94"/>
                      <a:pt x="25" y="95"/>
                      <a:pt x="25" y="95"/>
                    </a:cubicBezTo>
                    <a:cubicBezTo>
                      <a:pt x="22" y="101"/>
                      <a:pt x="14" y="103"/>
                      <a:pt x="8" y="100"/>
                    </a:cubicBezTo>
                    <a:cubicBezTo>
                      <a:pt x="3" y="97"/>
                      <a:pt x="0" y="89"/>
                      <a:pt x="4" y="84"/>
                    </a:cubicBezTo>
                    <a:cubicBezTo>
                      <a:pt x="6" y="79"/>
                      <a:pt x="9" y="75"/>
                      <a:pt x="12" y="71"/>
                    </a:cubicBezTo>
                    <a:cubicBezTo>
                      <a:pt x="16" y="66"/>
                      <a:pt x="19" y="61"/>
                      <a:pt x="22" y="56"/>
                    </a:cubicBezTo>
                    <a:cubicBezTo>
                      <a:pt x="27" y="48"/>
                      <a:pt x="31" y="42"/>
                      <a:pt x="35" y="34"/>
                    </a:cubicBezTo>
                    <a:cubicBezTo>
                      <a:pt x="39" y="25"/>
                      <a:pt x="44" y="16"/>
                      <a:pt x="48" y="7"/>
                    </a:cubicBezTo>
                    <a:cubicBezTo>
                      <a:pt x="50" y="2"/>
                      <a:pt x="55" y="0"/>
                      <a:pt x="60" y="1"/>
                    </a:cubicBezTo>
                    <a:cubicBezTo>
                      <a:pt x="65" y="2"/>
                      <a:pt x="69" y="7"/>
                      <a:pt x="69" y="12"/>
                    </a:cubicBezTo>
                    <a:cubicBezTo>
                      <a:pt x="69" y="17"/>
                      <a:pt x="68" y="22"/>
                      <a:pt x="67" y="26"/>
                    </a:cubicBezTo>
                    <a:cubicBezTo>
                      <a:pt x="66" y="29"/>
                      <a:pt x="66" y="33"/>
                      <a:pt x="65" y="36"/>
                    </a:cubicBezTo>
                    <a:cubicBezTo>
                      <a:pt x="64" y="50"/>
                      <a:pt x="62" y="63"/>
                      <a:pt x="61" y="76"/>
                    </a:cubicBezTo>
                    <a:cubicBezTo>
                      <a:pt x="60" y="90"/>
                      <a:pt x="60" y="103"/>
                      <a:pt x="59" y="117"/>
                    </a:cubicBezTo>
                    <a:cubicBezTo>
                      <a:pt x="59" y="117"/>
                      <a:pt x="59" y="116"/>
                      <a:pt x="59" y="115"/>
                    </a:cubicBezTo>
                    <a:cubicBezTo>
                      <a:pt x="59" y="134"/>
                      <a:pt x="59" y="152"/>
                      <a:pt x="61" y="170"/>
                    </a:cubicBezTo>
                    <a:cubicBezTo>
                      <a:pt x="61" y="176"/>
                      <a:pt x="56" y="181"/>
                      <a:pt x="50" y="182"/>
                    </a:cubicBezTo>
                    <a:cubicBezTo>
                      <a:pt x="43" y="182"/>
                      <a:pt x="38" y="177"/>
                      <a:pt x="3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09440" y="1648800"/>
                <a:ext cx="36360" cy="788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19" extrusionOk="0">
                    <a:moveTo>
                      <a:pt x="8" y="217"/>
                    </a:moveTo>
                    <a:cubicBezTo>
                      <a:pt x="2" y="215"/>
                      <a:pt x="0" y="208"/>
                      <a:pt x="1" y="203"/>
                    </a:cubicBezTo>
                    <a:cubicBezTo>
                      <a:pt x="6" y="191"/>
                      <a:pt x="10" y="179"/>
                      <a:pt x="14" y="167"/>
                    </a:cubicBezTo>
                    <a:cubicBezTo>
                      <a:pt x="18" y="155"/>
                      <a:pt x="22" y="144"/>
                      <a:pt x="26" y="133"/>
                    </a:cubicBezTo>
                    <a:cubicBezTo>
                      <a:pt x="33" y="108"/>
                      <a:pt x="41" y="84"/>
                      <a:pt x="50" y="59"/>
                    </a:cubicBezTo>
                    <a:cubicBezTo>
                      <a:pt x="52" y="52"/>
                      <a:pt x="55" y="43"/>
                      <a:pt x="58" y="36"/>
                    </a:cubicBezTo>
                    <a:cubicBezTo>
                      <a:pt x="62" y="27"/>
                      <a:pt x="67" y="18"/>
                      <a:pt x="72" y="11"/>
                    </a:cubicBezTo>
                    <a:cubicBezTo>
                      <a:pt x="76" y="4"/>
                      <a:pt x="83" y="0"/>
                      <a:pt x="90" y="2"/>
                    </a:cubicBezTo>
                    <a:cubicBezTo>
                      <a:pt x="96" y="4"/>
                      <a:pt x="100" y="10"/>
                      <a:pt x="99" y="16"/>
                    </a:cubicBezTo>
                    <a:cubicBezTo>
                      <a:pt x="98" y="21"/>
                      <a:pt x="94" y="25"/>
                      <a:pt x="90" y="25"/>
                    </a:cubicBezTo>
                    <a:cubicBezTo>
                      <a:pt x="89" y="26"/>
                      <a:pt x="89" y="27"/>
                      <a:pt x="88" y="28"/>
                    </a:cubicBezTo>
                    <a:cubicBezTo>
                      <a:pt x="85" y="34"/>
                      <a:pt x="82" y="41"/>
                      <a:pt x="79" y="47"/>
                    </a:cubicBezTo>
                    <a:cubicBezTo>
                      <a:pt x="79" y="46"/>
                      <a:pt x="79" y="46"/>
                      <a:pt x="79" y="45"/>
                    </a:cubicBezTo>
                    <a:cubicBezTo>
                      <a:pt x="74" y="58"/>
                      <a:pt x="69" y="71"/>
                      <a:pt x="65" y="84"/>
                    </a:cubicBezTo>
                    <a:cubicBezTo>
                      <a:pt x="61" y="95"/>
                      <a:pt x="57" y="106"/>
                      <a:pt x="53" y="118"/>
                    </a:cubicBezTo>
                    <a:cubicBezTo>
                      <a:pt x="46" y="141"/>
                      <a:pt x="38" y="165"/>
                      <a:pt x="30" y="188"/>
                    </a:cubicBezTo>
                    <a:cubicBezTo>
                      <a:pt x="27" y="196"/>
                      <a:pt x="25" y="203"/>
                      <a:pt x="23" y="211"/>
                    </a:cubicBezTo>
                    <a:cubicBezTo>
                      <a:pt x="22" y="215"/>
                      <a:pt x="17" y="218"/>
                      <a:pt x="12" y="218"/>
                    </a:cubicBezTo>
                    <a:cubicBezTo>
                      <a:pt x="11" y="218"/>
                      <a:pt x="9" y="218"/>
                      <a:pt x="8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6440" y="1657800"/>
                <a:ext cx="118440" cy="903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1" extrusionOk="0">
                    <a:moveTo>
                      <a:pt x="54" y="249"/>
                    </a:moveTo>
                    <a:cubicBezTo>
                      <a:pt x="52" y="248"/>
                      <a:pt x="50" y="246"/>
                      <a:pt x="48" y="243"/>
                    </a:cubicBezTo>
                    <a:cubicBezTo>
                      <a:pt x="46" y="239"/>
                      <a:pt x="45" y="235"/>
                      <a:pt x="43" y="231"/>
                    </a:cubicBezTo>
                    <a:cubicBezTo>
                      <a:pt x="42" y="229"/>
                      <a:pt x="41" y="227"/>
                      <a:pt x="40" y="225"/>
                    </a:cubicBezTo>
                    <a:cubicBezTo>
                      <a:pt x="35" y="211"/>
                      <a:pt x="29" y="199"/>
                      <a:pt x="23" y="187"/>
                    </a:cubicBezTo>
                    <a:cubicBezTo>
                      <a:pt x="21" y="184"/>
                      <a:pt x="19" y="180"/>
                      <a:pt x="17" y="176"/>
                    </a:cubicBezTo>
                    <a:cubicBezTo>
                      <a:pt x="17" y="177"/>
                      <a:pt x="17" y="177"/>
                      <a:pt x="16" y="177"/>
                    </a:cubicBezTo>
                    <a:cubicBezTo>
                      <a:pt x="10" y="178"/>
                      <a:pt x="4" y="174"/>
                      <a:pt x="3" y="168"/>
                    </a:cubicBezTo>
                    <a:cubicBezTo>
                      <a:pt x="2" y="165"/>
                      <a:pt x="2" y="163"/>
                      <a:pt x="1" y="161"/>
                    </a:cubicBezTo>
                    <a:cubicBezTo>
                      <a:pt x="1" y="157"/>
                      <a:pt x="0" y="154"/>
                      <a:pt x="1" y="149"/>
                    </a:cubicBezTo>
                    <a:cubicBezTo>
                      <a:pt x="3" y="145"/>
                      <a:pt x="6" y="141"/>
                      <a:pt x="11" y="141"/>
                    </a:cubicBezTo>
                    <a:cubicBezTo>
                      <a:pt x="16" y="140"/>
                      <a:pt x="21" y="142"/>
                      <a:pt x="24" y="145"/>
                    </a:cubicBezTo>
                    <a:cubicBezTo>
                      <a:pt x="29" y="151"/>
                      <a:pt x="33" y="158"/>
                      <a:pt x="37" y="165"/>
                    </a:cubicBezTo>
                    <a:cubicBezTo>
                      <a:pt x="39" y="169"/>
                      <a:pt x="42" y="173"/>
                      <a:pt x="43" y="177"/>
                    </a:cubicBezTo>
                    <a:cubicBezTo>
                      <a:pt x="47" y="185"/>
                      <a:pt x="51" y="193"/>
                      <a:pt x="54" y="200"/>
                    </a:cubicBezTo>
                    <a:cubicBezTo>
                      <a:pt x="54" y="199"/>
                      <a:pt x="55" y="198"/>
                      <a:pt x="55" y="197"/>
                    </a:cubicBezTo>
                    <a:cubicBezTo>
                      <a:pt x="56" y="192"/>
                      <a:pt x="56" y="187"/>
                      <a:pt x="57" y="182"/>
                    </a:cubicBezTo>
                    <a:cubicBezTo>
                      <a:pt x="59" y="177"/>
                      <a:pt x="59" y="172"/>
                      <a:pt x="60" y="167"/>
                    </a:cubicBezTo>
                    <a:cubicBezTo>
                      <a:pt x="63" y="156"/>
                      <a:pt x="66" y="146"/>
                      <a:pt x="68" y="136"/>
                    </a:cubicBezTo>
                    <a:cubicBezTo>
                      <a:pt x="71" y="124"/>
                      <a:pt x="73" y="114"/>
                      <a:pt x="75" y="103"/>
                    </a:cubicBezTo>
                    <a:cubicBezTo>
                      <a:pt x="76" y="99"/>
                      <a:pt x="77" y="96"/>
                      <a:pt x="77" y="92"/>
                    </a:cubicBezTo>
                    <a:cubicBezTo>
                      <a:pt x="77" y="88"/>
                      <a:pt x="78" y="84"/>
                      <a:pt x="78" y="80"/>
                    </a:cubicBezTo>
                    <a:cubicBezTo>
                      <a:pt x="78" y="77"/>
                      <a:pt x="78" y="74"/>
                      <a:pt x="77" y="72"/>
                    </a:cubicBezTo>
                    <a:cubicBezTo>
                      <a:pt x="77" y="70"/>
                      <a:pt x="77" y="69"/>
                      <a:pt x="77" y="67"/>
                    </a:cubicBezTo>
                    <a:cubicBezTo>
                      <a:pt x="76" y="66"/>
                      <a:pt x="75" y="64"/>
                      <a:pt x="75" y="63"/>
                    </a:cubicBezTo>
                    <a:cubicBezTo>
                      <a:pt x="74" y="61"/>
                      <a:pt x="74" y="59"/>
                      <a:pt x="73" y="58"/>
                    </a:cubicBezTo>
                    <a:cubicBezTo>
                      <a:pt x="72" y="56"/>
                      <a:pt x="71" y="55"/>
                      <a:pt x="70" y="53"/>
                    </a:cubicBezTo>
                    <a:cubicBezTo>
                      <a:pt x="67" y="49"/>
                      <a:pt x="66" y="45"/>
                      <a:pt x="67" y="41"/>
                    </a:cubicBezTo>
                    <a:cubicBezTo>
                      <a:pt x="68" y="35"/>
                      <a:pt x="73" y="32"/>
                      <a:pt x="78" y="31"/>
                    </a:cubicBezTo>
                    <a:cubicBezTo>
                      <a:pt x="80" y="31"/>
                      <a:pt x="83" y="31"/>
                      <a:pt x="85" y="31"/>
                    </a:cubicBezTo>
                    <a:cubicBezTo>
                      <a:pt x="88" y="32"/>
                      <a:pt x="91" y="32"/>
                      <a:pt x="93" y="32"/>
                    </a:cubicBezTo>
                    <a:cubicBezTo>
                      <a:pt x="97" y="33"/>
                      <a:pt x="100" y="33"/>
                      <a:pt x="104" y="33"/>
                    </a:cubicBezTo>
                    <a:cubicBezTo>
                      <a:pt x="103" y="33"/>
                      <a:pt x="103" y="33"/>
                      <a:pt x="103" y="33"/>
                    </a:cubicBezTo>
                    <a:lnTo>
                      <a:pt x="104" y="33"/>
                    </a:lnTo>
                    <a:lnTo>
                      <a:pt x="105" y="34"/>
                    </a:lnTo>
                    <a:cubicBezTo>
                      <a:pt x="105" y="33"/>
                      <a:pt x="104" y="33"/>
                      <a:pt x="104" y="33"/>
                    </a:cubicBezTo>
                    <a:cubicBezTo>
                      <a:pt x="110" y="34"/>
                      <a:pt x="116" y="33"/>
                      <a:pt x="122" y="32"/>
                    </a:cubicBezTo>
                    <a:cubicBezTo>
                      <a:pt x="128" y="32"/>
                      <a:pt x="135" y="31"/>
                      <a:pt x="141" y="30"/>
                    </a:cubicBezTo>
                    <a:cubicBezTo>
                      <a:pt x="148" y="30"/>
                      <a:pt x="155" y="28"/>
                      <a:pt x="161" y="27"/>
                    </a:cubicBezTo>
                    <a:cubicBezTo>
                      <a:pt x="172" y="25"/>
                      <a:pt x="183" y="23"/>
                      <a:pt x="194" y="21"/>
                    </a:cubicBezTo>
                    <a:cubicBezTo>
                      <a:pt x="219" y="17"/>
                      <a:pt x="244" y="13"/>
                      <a:pt x="269" y="9"/>
                    </a:cubicBezTo>
                    <a:cubicBezTo>
                      <a:pt x="284" y="6"/>
                      <a:pt x="299" y="3"/>
                      <a:pt x="313" y="2"/>
                    </a:cubicBezTo>
                    <a:cubicBezTo>
                      <a:pt x="320" y="0"/>
                      <a:pt x="325" y="4"/>
                      <a:pt x="327" y="11"/>
                    </a:cubicBezTo>
                    <a:cubicBezTo>
                      <a:pt x="328" y="18"/>
                      <a:pt x="322" y="24"/>
                      <a:pt x="316" y="24"/>
                    </a:cubicBezTo>
                    <a:cubicBezTo>
                      <a:pt x="313" y="24"/>
                      <a:pt x="310" y="25"/>
                      <a:pt x="307" y="25"/>
                    </a:cubicBezTo>
                    <a:cubicBezTo>
                      <a:pt x="258" y="31"/>
                      <a:pt x="210" y="41"/>
                      <a:pt x="162" y="49"/>
                    </a:cubicBezTo>
                    <a:cubicBezTo>
                      <a:pt x="152" y="51"/>
                      <a:pt x="143" y="53"/>
                      <a:pt x="134" y="54"/>
                    </a:cubicBezTo>
                    <a:cubicBezTo>
                      <a:pt x="128" y="55"/>
                      <a:pt x="123" y="55"/>
                      <a:pt x="117" y="56"/>
                    </a:cubicBezTo>
                    <a:cubicBezTo>
                      <a:pt x="111" y="56"/>
                      <a:pt x="105" y="56"/>
                      <a:pt x="99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9"/>
                      <a:pt x="99" y="62"/>
                      <a:pt x="99" y="64"/>
                    </a:cubicBezTo>
                    <a:cubicBezTo>
                      <a:pt x="101" y="73"/>
                      <a:pt x="100" y="82"/>
                      <a:pt x="100" y="91"/>
                    </a:cubicBezTo>
                    <a:cubicBezTo>
                      <a:pt x="99" y="103"/>
                      <a:pt x="96" y="115"/>
                      <a:pt x="93" y="127"/>
                    </a:cubicBezTo>
                    <a:cubicBezTo>
                      <a:pt x="91" y="138"/>
                      <a:pt x="88" y="149"/>
                      <a:pt x="85" y="160"/>
                    </a:cubicBezTo>
                    <a:cubicBezTo>
                      <a:pt x="84" y="166"/>
                      <a:pt x="82" y="172"/>
                      <a:pt x="81" y="177"/>
                    </a:cubicBezTo>
                    <a:cubicBezTo>
                      <a:pt x="80" y="184"/>
                      <a:pt x="79" y="191"/>
                      <a:pt x="78" y="198"/>
                    </a:cubicBezTo>
                    <a:lnTo>
                      <a:pt x="78" y="197"/>
                    </a:lnTo>
                    <a:cubicBezTo>
                      <a:pt x="78" y="198"/>
                      <a:pt x="78" y="198"/>
                      <a:pt x="78" y="198"/>
                    </a:cubicBezTo>
                    <a:cubicBezTo>
                      <a:pt x="77" y="204"/>
                      <a:pt x="77" y="209"/>
                      <a:pt x="76" y="215"/>
                    </a:cubicBezTo>
                    <a:cubicBezTo>
                      <a:pt x="75" y="222"/>
                      <a:pt x="75" y="230"/>
                      <a:pt x="73" y="238"/>
                    </a:cubicBezTo>
                    <a:cubicBezTo>
                      <a:pt x="72" y="243"/>
                      <a:pt x="68" y="249"/>
                      <a:pt x="62" y="250"/>
                    </a:cubicBezTo>
                    <a:cubicBezTo>
                      <a:pt x="61" y="250"/>
                      <a:pt x="60" y="250"/>
                      <a:pt x="59" y="250"/>
                    </a:cubicBezTo>
                    <a:cubicBezTo>
                      <a:pt x="57" y="250"/>
                      <a:pt x="56" y="250"/>
                      <a:pt x="54" y="2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75680" y="1690920"/>
                <a:ext cx="5652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36" extrusionOk="0">
                    <a:moveTo>
                      <a:pt x="38" y="134"/>
                    </a:moveTo>
                    <a:cubicBezTo>
                      <a:pt x="28" y="133"/>
                      <a:pt x="18" y="128"/>
                      <a:pt x="15" y="118"/>
                    </a:cubicBezTo>
                    <a:cubicBezTo>
                      <a:pt x="15" y="116"/>
                      <a:pt x="15" y="114"/>
                      <a:pt x="15" y="112"/>
                    </a:cubicBezTo>
                    <a:cubicBezTo>
                      <a:pt x="16" y="109"/>
                      <a:pt x="17" y="107"/>
                      <a:pt x="18" y="104"/>
                    </a:cubicBezTo>
                    <a:cubicBezTo>
                      <a:pt x="21" y="101"/>
                      <a:pt x="24" y="99"/>
                      <a:pt x="26" y="97"/>
                    </a:cubicBezTo>
                    <a:cubicBezTo>
                      <a:pt x="30" y="94"/>
                      <a:pt x="33" y="91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41" y="84"/>
                      <a:pt x="46" y="79"/>
                      <a:pt x="50" y="74"/>
                    </a:cubicBezTo>
                    <a:lnTo>
                      <a:pt x="50" y="75"/>
                    </a:ln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4" y="70"/>
                      <a:pt x="56" y="66"/>
                      <a:pt x="58" y="63"/>
                    </a:cubicBezTo>
                    <a:cubicBezTo>
                      <a:pt x="60" y="60"/>
                      <a:pt x="62" y="57"/>
                      <a:pt x="63" y="54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6" y="47"/>
                      <a:pt x="66" y="44"/>
                      <a:pt x="67" y="43"/>
                    </a:cubicBezTo>
                    <a:cubicBezTo>
                      <a:pt x="67" y="41"/>
                      <a:pt x="67" y="39"/>
                      <a:pt x="67" y="37"/>
                    </a:cubicBezTo>
                    <a:cubicBezTo>
                      <a:pt x="67" y="36"/>
                      <a:pt x="67" y="35"/>
                      <a:pt x="67" y="34"/>
                    </a:cubicBezTo>
                    <a:cubicBezTo>
                      <a:pt x="67" y="33"/>
                      <a:pt x="67" y="31"/>
                      <a:pt x="66" y="30"/>
                    </a:cubicBezTo>
                    <a:lnTo>
                      <a:pt x="66" y="29"/>
                    </a:lnTo>
                    <a:lnTo>
                      <a:pt x="66" y="30"/>
                    </a:lnTo>
                    <a:cubicBezTo>
                      <a:pt x="66" y="29"/>
                      <a:pt x="65" y="28"/>
                      <a:pt x="65" y="27"/>
                    </a:cubicBezTo>
                    <a:cubicBezTo>
                      <a:pt x="65" y="27"/>
                      <a:pt x="65" y="26"/>
                      <a:pt x="64" y="26"/>
                    </a:cubicBezTo>
                    <a:cubicBezTo>
                      <a:pt x="64" y="26"/>
                      <a:pt x="64" y="25"/>
                      <a:pt x="63" y="25"/>
                    </a:cubicBezTo>
                    <a:lnTo>
                      <a:pt x="63" y="24"/>
                    </a:lnTo>
                    <a:lnTo>
                      <a:pt x="62" y="24"/>
                    </a:ln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3"/>
                      <a:pt x="60" y="23"/>
                    </a:cubicBezTo>
                    <a:cubicBezTo>
                      <a:pt x="60" y="23"/>
                      <a:pt x="59" y="23"/>
                      <a:pt x="58" y="23"/>
                    </a:cubicBezTo>
                    <a:lnTo>
                      <a:pt x="57" y="23"/>
                    </a:lnTo>
                    <a:cubicBezTo>
                      <a:pt x="55" y="24"/>
                      <a:pt x="53" y="24"/>
                      <a:pt x="51" y="24"/>
                    </a:cubicBezTo>
                    <a:cubicBezTo>
                      <a:pt x="49" y="25"/>
                      <a:pt x="46" y="26"/>
                      <a:pt x="44" y="27"/>
                    </a:cubicBezTo>
                    <a:cubicBezTo>
                      <a:pt x="43" y="27"/>
                      <a:pt x="41" y="29"/>
                      <a:pt x="39" y="29"/>
                    </a:cubicBezTo>
                    <a:cubicBezTo>
                      <a:pt x="37" y="30"/>
                      <a:pt x="36" y="31"/>
                      <a:pt x="34" y="33"/>
                    </a:cubicBezTo>
                    <a:cubicBezTo>
                      <a:pt x="32" y="34"/>
                      <a:pt x="31" y="35"/>
                      <a:pt x="29" y="36"/>
                    </a:cubicBezTo>
                    <a:cubicBezTo>
                      <a:pt x="28" y="37"/>
                      <a:pt x="27" y="38"/>
                      <a:pt x="26" y="40"/>
                    </a:cubicBezTo>
                    <a:cubicBezTo>
                      <a:pt x="25" y="41"/>
                      <a:pt x="25" y="42"/>
                      <a:pt x="24" y="43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1" y="50"/>
                      <a:pt x="13" y="53"/>
                      <a:pt x="7" y="50"/>
                    </a:cubicBezTo>
                    <a:cubicBezTo>
                      <a:pt x="1" y="47"/>
                      <a:pt x="0" y="41"/>
                      <a:pt x="1" y="36"/>
                    </a:cubicBezTo>
                    <a:cubicBezTo>
                      <a:pt x="2" y="34"/>
                      <a:pt x="2" y="34"/>
                      <a:pt x="3" y="33"/>
                    </a:cubicBezTo>
                    <a:cubicBezTo>
                      <a:pt x="7" y="24"/>
                      <a:pt x="15" y="18"/>
                      <a:pt x="22" y="13"/>
                    </a:cubicBezTo>
                    <a:cubicBezTo>
                      <a:pt x="26" y="9"/>
                      <a:pt x="32" y="7"/>
                      <a:pt x="37" y="5"/>
                    </a:cubicBezTo>
                    <a:cubicBezTo>
                      <a:pt x="42" y="3"/>
                      <a:pt x="49" y="1"/>
                      <a:pt x="55" y="1"/>
                    </a:cubicBezTo>
                    <a:cubicBezTo>
                      <a:pt x="60" y="0"/>
                      <a:pt x="65" y="1"/>
                      <a:pt x="71" y="3"/>
                    </a:cubicBezTo>
                    <a:cubicBezTo>
                      <a:pt x="75" y="5"/>
                      <a:pt x="80" y="8"/>
                      <a:pt x="83" y="13"/>
                    </a:cubicBezTo>
                    <a:cubicBezTo>
                      <a:pt x="90" y="22"/>
                      <a:pt x="91" y="35"/>
                      <a:pt x="89" y="47"/>
                    </a:cubicBezTo>
                    <a:cubicBezTo>
                      <a:pt x="87" y="58"/>
                      <a:pt x="82" y="69"/>
                      <a:pt x="75" y="79"/>
                    </a:cubicBezTo>
                    <a:cubicBezTo>
                      <a:pt x="70" y="86"/>
                      <a:pt x="64" y="93"/>
                      <a:pt x="58" y="99"/>
                    </a:cubicBezTo>
                    <a:cubicBezTo>
                      <a:pt x="54" y="104"/>
                      <a:pt x="50" y="108"/>
                      <a:pt x="46" y="111"/>
                    </a:cubicBezTo>
                    <a:cubicBezTo>
                      <a:pt x="47" y="112"/>
                      <a:pt x="50" y="112"/>
                      <a:pt x="51" y="112"/>
                    </a:cubicBezTo>
                    <a:lnTo>
                      <a:pt x="50" y="112"/>
                    </a:lnTo>
                    <a:cubicBezTo>
                      <a:pt x="58" y="112"/>
                      <a:pt x="67" y="111"/>
                      <a:pt x="75" y="111"/>
                    </a:cubicBezTo>
                    <a:cubicBezTo>
                      <a:pt x="85" y="109"/>
                      <a:pt x="95" y="108"/>
                      <a:pt x="106" y="106"/>
                    </a:cubicBezTo>
                    <a:cubicBezTo>
                      <a:pt x="118" y="104"/>
                      <a:pt x="131" y="102"/>
                      <a:pt x="145" y="101"/>
                    </a:cubicBezTo>
                    <a:cubicBezTo>
                      <a:pt x="151" y="100"/>
                      <a:pt x="156" y="105"/>
                      <a:pt x="156" y="111"/>
                    </a:cubicBezTo>
                    <a:cubicBezTo>
                      <a:pt x="156" y="118"/>
                      <a:pt x="152" y="122"/>
                      <a:pt x="145" y="123"/>
                    </a:cubicBezTo>
                    <a:cubicBezTo>
                      <a:pt x="144" y="123"/>
                      <a:pt x="141" y="123"/>
                      <a:pt x="139" y="123"/>
                    </a:cubicBezTo>
                    <a:cubicBezTo>
                      <a:pt x="137" y="124"/>
                      <a:pt x="135" y="124"/>
                      <a:pt x="133" y="125"/>
                    </a:cubicBezTo>
                    <a:cubicBezTo>
                      <a:pt x="114" y="127"/>
                      <a:pt x="95" y="131"/>
                      <a:pt x="75" y="133"/>
                    </a:cubicBezTo>
                    <a:cubicBezTo>
                      <a:pt x="67" y="134"/>
                      <a:pt x="59" y="135"/>
                      <a:pt x="51" y="135"/>
                    </a:cubicBezTo>
                    <a:cubicBezTo>
                      <a:pt x="47" y="135"/>
                      <a:pt x="42" y="135"/>
                      <a:pt x="38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25360" y="1765800"/>
                <a:ext cx="75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7" extrusionOk="0">
                    <a:moveTo>
                      <a:pt x="61" y="275"/>
                    </a:moveTo>
                    <a:cubicBezTo>
                      <a:pt x="63" y="275"/>
                      <a:pt x="64" y="274"/>
                      <a:pt x="66" y="274"/>
                    </a:cubicBezTo>
                    <a:cubicBezTo>
                      <a:pt x="67" y="274"/>
                      <a:pt x="67" y="274"/>
                      <a:pt x="67" y="273"/>
                    </a:cubicBezTo>
                    <a:cubicBezTo>
                      <a:pt x="68" y="273"/>
                      <a:pt x="70" y="272"/>
                      <a:pt x="71" y="272"/>
                    </a:cubicBezTo>
                    <a:cubicBezTo>
                      <a:pt x="73" y="270"/>
                      <a:pt x="75" y="267"/>
                      <a:pt x="78" y="266"/>
                    </a:cubicBezTo>
                    <a:cubicBezTo>
                      <a:pt x="81" y="262"/>
                      <a:pt x="85" y="258"/>
                      <a:pt x="88" y="254"/>
                    </a:cubicBezTo>
                    <a:lnTo>
                      <a:pt x="88" y="255"/>
                    </a:lnTo>
                    <a:cubicBezTo>
                      <a:pt x="93" y="248"/>
                      <a:pt x="98" y="241"/>
                      <a:pt x="102" y="234"/>
                    </a:cubicBezTo>
                    <a:cubicBezTo>
                      <a:pt x="102" y="235"/>
                      <a:pt x="101" y="235"/>
                      <a:pt x="101" y="236"/>
                    </a:cubicBezTo>
                    <a:cubicBezTo>
                      <a:pt x="109" y="223"/>
                      <a:pt x="116" y="210"/>
                      <a:pt x="122" y="196"/>
                    </a:cubicBezTo>
                    <a:cubicBezTo>
                      <a:pt x="122" y="196"/>
                      <a:pt x="123" y="196"/>
                      <a:pt x="123" y="195"/>
                    </a:cubicBezTo>
                    <a:cubicBezTo>
                      <a:pt x="121" y="196"/>
                      <a:pt x="120" y="197"/>
                      <a:pt x="119" y="198"/>
                    </a:cubicBezTo>
                    <a:cubicBezTo>
                      <a:pt x="113" y="200"/>
                      <a:pt x="106" y="198"/>
                      <a:pt x="103" y="192"/>
                    </a:cubicBezTo>
                    <a:cubicBezTo>
                      <a:pt x="102" y="188"/>
                      <a:pt x="102" y="184"/>
                      <a:pt x="101" y="179"/>
                    </a:cubicBezTo>
                    <a:cubicBezTo>
                      <a:pt x="100" y="175"/>
                      <a:pt x="100" y="172"/>
                      <a:pt x="100" y="168"/>
                    </a:cubicBezTo>
                    <a:cubicBezTo>
                      <a:pt x="99" y="164"/>
                      <a:pt x="103" y="159"/>
                      <a:pt x="107" y="157"/>
                    </a:cubicBezTo>
                    <a:lnTo>
                      <a:pt x="107" y="156"/>
                    </a:lnTo>
                    <a:cubicBezTo>
                      <a:pt x="106" y="156"/>
                      <a:pt x="106" y="154"/>
                      <a:pt x="106" y="154"/>
                    </a:cubicBezTo>
                    <a:cubicBezTo>
                      <a:pt x="105" y="153"/>
                      <a:pt x="103" y="151"/>
                      <a:pt x="102" y="150"/>
                    </a:cubicBezTo>
                    <a:cubicBezTo>
                      <a:pt x="101" y="149"/>
                      <a:pt x="100" y="148"/>
                      <a:pt x="99" y="147"/>
                    </a:cubicBezTo>
                    <a:cubicBezTo>
                      <a:pt x="97" y="146"/>
                      <a:pt x="96" y="144"/>
                      <a:pt x="94" y="143"/>
                    </a:cubicBezTo>
                    <a:cubicBezTo>
                      <a:pt x="94" y="143"/>
                      <a:pt x="92" y="143"/>
                      <a:pt x="92" y="142"/>
                    </a:cubicBezTo>
                    <a:cubicBezTo>
                      <a:pt x="91" y="142"/>
                      <a:pt x="89" y="141"/>
                      <a:pt x="88" y="141"/>
                    </a:cubicBezTo>
                    <a:cubicBezTo>
                      <a:pt x="87" y="140"/>
                      <a:pt x="85" y="140"/>
                      <a:pt x="84" y="140"/>
                    </a:cubicBezTo>
                    <a:cubicBezTo>
                      <a:pt x="83" y="140"/>
                      <a:pt x="82" y="140"/>
                      <a:pt x="81" y="140"/>
                    </a:cubicBezTo>
                    <a:cubicBezTo>
                      <a:pt x="80" y="140"/>
                      <a:pt x="79" y="140"/>
                      <a:pt x="78" y="140"/>
                    </a:cubicBezTo>
                    <a:cubicBezTo>
                      <a:pt x="76" y="140"/>
                      <a:pt x="75" y="140"/>
                      <a:pt x="74" y="140"/>
                    </a:cubicBezTo>
                    <a:cubicBezTo>
                      <a:pt x="73" y="141"/>
                      <a:pt x="71" y="141"/>
                      <a:pt x="70" y="142"/>
                    </a:cubicBezTo>
                    <a:cubicBezTo>
                      <a:pt x="68" y="142"/>
                      <a:pt x="67" y="143"/>
                      <a:pt x="66" y="143"/>
                    </a:cubicBezTo>
                    <a:cubicBezTo>
                      <a:pt x="64" y="144"/>
                      <a:pt x="62" y="146"/>
                      <a:pt x="60" y="147"/>
                    </a:cubicBezTo>
                    <a:cubicBezTo>
                      <a:pt x="59" y="148"/>
                      <a:pt x="57" y="149"/>
                      <a:pt x="56" y="151"/>
                    </a:cubicBezTo>
                    <a:cubicBezTo>
                      <a:pt x="52" y="154"/>
                      <a:pt x="49" y="158"/>
                      <a:pt x="45" y="162"/>
                    </a:cubicBezTo>
                    <a:cubicBezTo>
                      <a:pt x="41" y="167"/>
                      <a:pt x="37" y="173"/>
                      <a:pt x="33" y="179"/>
                    </a:cubicBezTo>
                    <a:cubicBezTo>
                      <a:pt x="32" y="181"/>
                      <a:pt x="31" y="184"/>
                      <a:pt x="29" y="186"/>
                    </a:cubicBezTo>
                    <a:cubicBezTo>
                      <a:pt x="28" y="191"/>
                      <a:pt x="26" y="195"/>
                      <a:pt x="25" y="199"/>
                    </a:cubicBezTo>
                    <a:cubicBezTo>
                      <a:pt x="24" y="203"/>
                      <a:pt x="23" y="208"/>
                      <a:pt x="22" y="213"/>
                    </a:cubicBezTo>
                    <a:cubicBezTo>
                      <a:pt x="22" y="216"/>
                      <a:pt x="21" y="218"/>
                      <a:pt x="21" y="221"/>
                    </a:cubicBezTo>
                    <a:cubicBezTo>
                      <a:pt x="21" y="224"/>
                      <a:pt x="22" y="226"/>
                      <a:pt x="22" y="228"/>
                    </a:cubicBezTo>
                    <a:cubicBezTo>
                      <a:pt x="22" y="232"/>
                      <a:pt x="23" y="235"/>
                      <a:pt x="24" y="238"/>
                    </a:cubicBezTo>
                    <a:cubicBezTo>
                      <a:pt x="24" y="241"/>
                      <a:pt x="25" y="244"/>
                      <a:pt x="26" y="247"/>
                    </a:cubicBezTo>
                    <a:cubicBezTo>
                      <a:pt x="27" y="249"/>
                      <a:pt x="28" y="252"/>
                      <a:pt x="30" y="255"/>
                    </a:cubicBezTo>
                    <a:cubicBezTo>
                      <a:pt x="31" y="257"/>
                      <a:pt x="33" y="260"/>
                      <a:pt x="35" y="262"/>
                    </a:cubicBezTo>
                    <a:cubicBezTo>
                      <a:pt x="36" y="264"/>
                      <a:pt x="37" y="266"/>
                      <a:pt x="39" y="267"/>
                    </a:cubicBezTo>
                    <a:cubicBezTo>
                      <a:pt x="40" y="269"/>
                      <a:pt x="41" y="270"/>
                      <a:pt x="43" y="271"/>
                    </a:cubicBezTo>
                    <a:cubicBezTo>
                      <a:pt x="43" y="272"/>
                      <a:pt x="44" y="272"/>
                      <a:pt x="45" y="272"/>
                    </a:cubicBezTo>
                    <a:cubicBezTo>
                      <a:pt x="45" y="273"/>
                      <a:pt x="46" y="273"/>
                      <a:pt x="46" y="273"/>
                    </a:cubicBezTo>
                    <a:cubicBezTo>
                      <a:pt x="47" y="274"/>
                      <a:pt x="49" y="274"/>
                      <a:pt x="50" y="274"/>
                    </a:cubicBezTo>
                    <a:cubicBezTo>
                      <a:pt x="51" y="275"/>
                      <a:pt x="52" y="275"/>
                      <a:pt x="54" y="275"/>
                    </a:cubicBezTo>
                    <a:cubicBezTo>
                      <a:pt x="54" y="275"/>
                      <a:pt x="54" y="276"/>
                      <a:pt x="55" y="276"/>
                    </a:cubicBezTo>
                    <a:cubicBezTo>
                      <a:pt x="57" y="276"/>
                      <a:pt x="59" y="275"/>
                      <a:pt x="61" y="275"/>
                    </a:cubicBezTo>
                    <a:moveTo>
                      <a:pt x="144" y="306"/>
                    </a:moveTo>
                    <a:cubicBezTo>
                      <a:pt x="142" y="303"/>
                      <a:pt x="142" y="299"/>
                      <a:pt x="143" y="296"/>
                    </a:cubicBezTo>
                    <a:cubicBezTo>
                      <a:pt x="143" y="294"/>
                      <a:pt x="143" y="292"/>
                      <a:pt x="143" y="291"/>
                    </a:cubicBezTo>
                    <a:cubicBezTo>
                      <a:pt x="143" y="288"/>
                      <a:pt x="143" y="286"/>
                      <a:pt x="144" y="283"/>
                    </a:cubicBezTo>
                    <a:cubicBezTo>
                      <a:pt x="144" y="277"/>
                      <a:pt x="144" y="270"/>
                      <a:pt x="144" y="265"/>
                    </a:cubicBezTo>
                    <a:cubicBezTo>
                      <a:pt x="144" y="252"/>
                      <a:pt x="145" y="241"/>
                      <a:pt x="145" y="228"/>
                    </a:cubicBezTo>
                    <a:cubicBezTo>
                      <a:pt x="145" y="218"/>
                      <a:pt x="145" y="207"/>
                      <a:pt x="145" y="196"/>
                    </a:cubicBezTo>
                    <a:cubicBezTo>
                      <a:pt x="142" y="204"/>
                      <a:pt x="138" y="211"/>
                      <a:pt x="134" y="219"/>
                    </a:cubicBezTo>
                    <a:cubicBezTo>
                      <a:pt x="133" y="224"/>
                      <a:pt x="130" y="228"/>
                      <a:pt x="128" y="232"/>
                    </a:cubicBezTo>
                    <a:cubicBezTo>
                      <a:pt x="123" y="240"/>
                      <a:pt x="119" y="248"/>
                      <a:pt x="114" y="255"/>
                    </a:cubicBezTo>
                    <a:cubicBezTo>
                      <a:pt x="110" y="262"/>
                      <a:pt x="106" y="267"/>
                      <a:pt x="100" y="273"/>
                    </a:cubicBezTo>
                    <a:cubicBezTo>
                      <a:pt x="95" y="279"/>
                      <a:pt x="90" y="285"/>
                      <a:pt x="84" y="290"/>
                    </a:cubicBezTo>
                    <a:cubicBezTo>
                      <a:pt x="81" y="292"/>
                      <a:pt x="78" y="293"/>
                      <a:pt x="74" y="295"/>
                    </a:cubicBezTo>
                    <a:cubicBezTo>
                      <a:pt x="71" y="296"/>
                      <a:pt x="68" y="297"/>
                      <a:pt x="64" y="297"/>
                    </a:cubicBezTo>
                    <a:cubicBezTo>
                      <a:pt x="57" y="298"/>
                      <a:pt x="50" y="298"/>
                      <a:pt x="43" y="295"/>
                    </a:cubicBezTo>
                    <a:cubicBezTo>
                      <a:pt x="36" y="293"/>
                      <a:pt x="31" y="290"/>
                      <a:pt x="26" y="285"/>
                    </a:cubicBezTo>
                    <a:cubicBezTo>
                      <a:pt x="21" y="280"/>
                      <a:pt x="17" y="274"/>
                      <a:pt x="13" y="269"/>
                    </a:cubicBezTo>
                    <a:cubicBezTo>
                      <a:pt x="6" y="256"/>
                      <a:pt x="1" y="241"/>
                      <a:pt x="0" y="227"/>
                    </a:cubicBezTo>
                    <a:cubicBezTo>
                      <a:pt x="0" y="220"/>
                      <a:pt x="0" y="212"/>
                      <a:pt x="2" y="204"/>
                    </a:cubicBezTo>
                    <a:cubicBezTo>
                      <a:pt x="3" y="197"/>
                      <a:pt x="5" y="189"/>
                      <a:pt x="8" y="182"/>
                    </a:cubicBezTo>
                    <a:cubicBezTo>
                      <a:pt x="11" y="175"/>
                      <a:pt x="14" y="168"/>
                      <a:pt x="18" y="162"/>
                    </a:cubicBezTo>
                    <a:cubicBezTo>
                      <a:pt x="23" y="155"/>
                      <a:pt x="28" y="148"/>
                      <a:pt x="33" y="142"/>
                    </a:cubicBezTo>
                    <a:cubicBezTo>
                      <a:pt x="43" y="131"/>
                      <a:pt x="55" y="122"/>
                      <a:pt x="69" y="118"/>
                    </a:cubicBezTo>
                    <a:cubicBezTo>
                      <a:pt x="76" y="117"/>
                      <a:pt x="83" y="117"/>
                      <a:pt x="90" y="118"/>
                    </a:cubicBezTo>
                    <a:cubicBezTo>
                      <a:pt x="98" y="119"/>
                      <a:pt x="105" y="123"/>
                      <a:pt x="111" y="128"/>
                    </a:cubicBezTo>
                    <a:cubicBezTo>
                      <a:pt x="117" y="132"/>
                      <a:pt x="121" y="137"/>
                      <a:pt x="125" y="142"/>
                    </a:cubicBezTo>
                    <a:cubicBezTo>
                      <a:pt x="129" y="148"/>
                      <a:pt x="131" y="154"/>
                      <a:pt x="131" y="161"/>
                    </a:cubicBezTo>
                    <a:cubicBezTo>
                      <a:pt x="131" y="168"/>
                      <a:pt x="131" y="174"/>
                      <a:pt x="130" y="181"/>
                    </a:cubicBezTo>
                    <a:cubicBezTo>
                      <a:pt x="133" y="174"/>
                      <a:pt x="136" y="167"/>
                      <a:pt x="140" y="160"/>
                    </a:cubicBezTo>
                    <a:cubicBezTo>
                      <a:pt x="142" y="153"/>
                      <a:pt x="145" y="146"/>
                      <a:pt x="149" y="138"/>
                    </a:cubicBezTo>
                    <a:cubicBezTo>
                      <a:pt x="149" y="135"/>
                      <a:pt x="149" y="132"/>
                      <a:pt x="149" y="128"/>
                    </a:cubicBezTo>
                    <a:cubicBezTo>
                      <a:pt x="151" y="117"/>
                      <a:pt x="153" y="105"/>
                      <a:pt x="155" y="94"/>
                    </a:cubicBezTo>
                    <a:cubicBezTo>
                      <a:pt x="155" y="90"/>
                      <a:pt x="156" y="84"/>
                      <a:pt x="158" y="79"/>
                    </a:cubicBezTo>
                    <a:cubicBezTo>
                      <a:pt x="159" y="75"/>
                      <a:pt x="160" y="70"/>
                      <a:pt x="161" y="66"/>
                    </a:cubicBezTo>
                    <a:cubicBezTo>
                      <a:pt x="163" y="59"/>
                      <a:pt x="165" y="52"/>
                      <a:pt x="167" y="45"/>
                    </a:cubicBezTo>
                    <a:cubicBezTo>
                      <a:pt x="169" y="38"/>
                      <a:pt x="172" y="31"/>
                      <a:pt x="175" y="24"/>
                    </a:cubicBezTo>
                    <a:cubicBezTo>
                      <a:pt x="176" y="21"/>
                      <a:pt x="177" y="18"/>
                      <a:pt x="179" y="15"/>
                    </a:cubicBezTo>
                    <a:cubicBezTo>
                      <a:pt x="180" y="12"/>
                      <a:pt x="183" y="9"/>
                      <a:pt x="184" y="7"/>
                    </a:cubicBezTo>
                    <a:cubicBezTo>
                      <a:pt x="185" y="7"/>
                      <a:pt x="185" y="6"/>
                      <a:pt x="185" y="6"/>
                    </a:cubicBezTo>
                    <a:cubicBezTo>
                      <a:pt x="188" y="2"/>
                      <a:pt x="194" y="0"/>
                      <a:pt x="200" y="3"/>
                    </a:cubicBezTo>
                    <a:cubicBezTo>
                      <a:pt x="202" y="4"/>
                      <a:pt x="205" y="6"/>
                      <a:pt x="206" y="8"/>
                    </a:cubicBezTo>
                    <a:cubicBezTo>
                      <a:pt x="208" y="10"/>
                      <a:pt x="208" y="14"/>
                      <a:pt x="208" y="16"/>
                    </a:cubicBezTo>
                    <a:cubicBezTo>
                      <a:pt x="208" y="22"/>
                      <a:pt x="207" y="26"/>
                      <a:pt x="206" y="31"/>
                    </a:cubicBezTo>
                    <a:cubicBezTo>
                      <a:pt x="205" y="37"/>
                      <a:pt x="204" y="43"/>
                      <a:pt x="202" y="49"/>
                    </a:cubicBezTo>
                    <a:cubicBezTo>
                      <a:pt x="199" y="61"/>
                      <a:pt x="195" y="73"/>
                      <a:pt x="191" y="84"/>
                    </a:cubicBezTo>
                    <a:cubicBezTo>
                      <a:pt x="190" y="90"/>
                      <a:pt x="188" y="94"/>
                      <a:pt x="186" y="99"/>
                    </a:cubicBezTo>
                    <a:cubicBezTo>
                      <a:pt x="184" y="104"/>
                      <a:pt x="183" y="110"/>
                      <a:pt x="180" y="114"/>
                    </a:cubicBezTo>
                    <a:cubicBezTo>
                      <a:pt x="177" y="124"/>
                      <a:pt x="173" y="133"/>
                      <a:pt x="169" y="143"/>
                    </a:cubicBezTo>
                    <a:cubicBezTo>
                      <a:pt x="169" y="149"/>
                      <a:pt x="168" y="156"/>
                      <a:pt x="168" y="161"/>
                    </a:cubicBezTo>
                    <a:cubicBezTo>
                      <a:pt x="167" y="178"/>
                      <a:pt x="166" y="193"/>
                      <a:pt x="166" y="210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6" y="224"/>
                      <a:pt x="166" y="238"/>
                      <a:pt x="166" y="253"/>
                    </a:cubicBezTo>
                    <a:cubicBezTo>
                      <a:pt x="166" y="260"/>
                      <a:pt x="166" y="267"/>
                      <a:pt x="166" y="275"/>
                    </a:cubicBezTo>
                    <a:cubicBezTo>
                      <a:pt x="166" y="283"/>
                      <a:pt x="166" y="291"/>
                      <a:pt x="166" y="300"/>
                    </a:cubicBezTo>
                    <a:cubicBezTo>
                      <a:pt x="166" y="301"/>
                      <a:pt x="166" y="301"/>
                      <a:pt x="166" y="302"/>
                    </a:cubicBezTo>
                    <a:cubicBezTo>
                      <a:pt x="168" y="308"/>
                      <a:pt x="163" y="315"/>
                      <a:pt x="157" y="316"/>
                    </a:cubicBezTo>
                    <a:cubicBezTo>
                      <a:pt x="156" y="316"/>
                      <a:pt x="156" y="316"/>
                      <a:pt x="155" y="316"/>
                    </a:cubicBezTo>
                    <a:cubicBezTo>
                      <a:pt x="149" y="316"/>
                      <a:pt x="144" y="312"/>
                      <a:pt x="144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88000" y="1813680"/>
                <a:ext cx="81000" cy="1576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438" extrusionOk="0">
                    <a:moveTo>
                      <a:pt x="71" y="415"/>
                    </a:moveTo>
                    <a:cubicBezTo>
                      <a:pt x="72" y="415"/>
                      <a:pt x="72" y="415"/>
                      <a:pt x="73" y="415"/>
                    </a:cubicBezTo>
                    <a:cubicBezTo>
                      <a:pt x="74" y="415"/>
                      <a:pt x="74" y="414"/>
                      <a:pt x="74" y="414"/>
                    </a:cubicBezTo>
                    <a:cubicBezTo>
                      <a:pt x="75" y="414"/>
                      <a:pt x="76" y="413"/>
                      <a:pt x="76" y="413"/>
                    </a:cubicBezTo>
                    <a:cubicBezTo>
                      <a:pt x="77" y="412"/>
                      <a:pt x="78" y="412"/>
                      <a:pt x="79" y="410"/>
                    </a:cubicBezTo>
                    <a:cubicBezTo>
                      <a:pt x="79" y="409"/>
                      <a:pt x="80" y="409"/>
                      <a:pt x="81" y="408"/>
                    </a:cubicBezTo>
                    <a:cubicBezTo>
                      <a:pt x="81" y="407"/>
                      <a:pt x="81" y="406"/>
                      <a:pt x="81" y="406"/>
                    </a:cubicBezTo>
                    <a:cubicBezTo>
                      <a:pt x="82" y="404"/>
                      <a:pt x="83" y="403"/>
                      <a:pt x="83" y="402"/>
                    </a:cubicBezTo>
                    <a:cubicBezTo>
                      <a:pt x="86" y="391"/>
                      <a:pt x="87" y="381"/>
                      <a:pt x="88" y="371"/>
                    </a:cubicBezTo>
                    <a:lnTo>
                      <a:pt x="88" y="372"/>
                    </a:lnTo>
                    <a:cubicBezTo>
                      <a:pt x="89" y="366"/>
                      <a:pt x="90" y="359"/>
                      <a:pt x="91" y="353"/>
                    </a:cubicBezTo>
                    <a:cubicBezTo>
                      <a:pt x="91" y="348"/>
                      <a:pt x="91" y="343"/>
                      <a:pt x="92" y="338"/>
                    </a:cubicBezTo>
                    <a:cubicBezTo>
                      <a:pt x="93" y="325"/>
                      <a:pt x="93" y="313"/>
                      <a:pt x="94" y="301"/>
                    </a:cubicBezTo>
                    <a:cubicBezTo>
                      <a:pt x="94" y="278"/>
                      <a:pt x="95" y="255"/>
                      <a:pt x="97" y="233"/>
                    </a:cubicBezTo>
                    <a:cubicBezTo>
                      <a:pt x="97" y="213"/>
                      <a:pt x="99" y="194"/>
                      <a:pt x="100" y="175"/>
                    </a:cubicBezTo>
                    <a:cubicBezTo>
                      <a:pt x="94" y="181"/>
                      <a:pt x="89" y="187"/>
                      <a:pt x="84" y="193"/>
                    </a:cubicBezTo>
                    <a:lnTo>
                      <a:pt x="83" y="194"/>
                    </a:lnTo>
                    <a:lnTo>
                      <a:pt x="84" y="193"/>
                    </a:lnTo>
                    <a:cubicBezTo>
                      <a:pt x="74" y="205"/>
                      <a:pt x="66" y="217"/>
                      <a:pt x="58" y="230"/>
                    </a:cubicBezTo>
                    <a:lnTo>
                      <a:pt x="58" y="229"/>
                    </a:lnTo>
                    <a:cubicBezTo>
                      <a:pt x="51" y="241"/>
                      <a:pt x="44" y="253"/>
                      <a:pt x="38" y="265"/>
                    </a:cubicBezTo>
                    <a:lnTo>
                      <a:pt x="38" y="266"/>
                    </a:lnTo>
                    <a:lnTo>
                      <a:pt x="38" y="267"/>
                    </a:lnTo>
                    <a:lnTo>
                      <a:pt x="38" y="266"/>
                    </a:lnTo>
                    <a:cubicBezTo>
                      <a:pt x="35" y="274"/>
                      <a:pt x="32" y="281"/>
                      <a:pt x="30" y="289"/>
                    </a:cubicBezTo>
                    <a:cubicBezTo>
                      <a:pt x="27" y="297"/>
                      <a:pt x="26" y="306"/>
                      <a:pt x="24" y="315"/>
                    </a:cubicBezTo>
                    <a:cubicBezTo>
                      <a:pt x="23" y="324"/>
                      <a:pt x="22" y="332"/>
                      <a:pt x="22" y="340"/>
                    </a:cubicBezTo>
                    <a:cubicBezTo>
                      <a:pt x="22" y="343"/>
                      <a:pt x="22" y="346"/>
                      <a:pt x="22" y="349"/>
                    </a:cubicBezTo>
                    <a:cubicBezTo>
                      <a:pt x="23" y="352"/>
                      <a:pt x="23" y="355"/>
                      <a:pt x="24" y="357"/>
                    </a:cubicBezTo>
                    <a:cubicBezTo>
                      <a:pt x="26" y="364"/>
                      <a:pt x="27" y="370"/>
                      <a:pt x="30" y="376"/>
                    </a:cubicBezTo>
                    <a:cubicBezTo>
                      <a:pt x="30" y="375"/>
                      <a:pt x="29" y="375"/>
                      <a:pt x="29" y="374"/>
                    </a:cubicBezTo>
                    <a:cubicBezTo>
                      <a:pt x="31" y="378"/>
                      <a:pt x="33" y="382"/>
                      <a:pt x="34" y="385"/>
                    </a:cubicBezTo>
                    <a:cubicBezTo>
                      <a:pt x="36" y="389"/>
                      <a:pt x="38" y="392"/>
                      <a:pt x="40" y="395"/>
                    </a:cubicBezTo>
                    <a:cubicBezTo>
                      <a:pt x="41" y="397"/>
                      <a:pt x="43" y="399"/>
                      <a:pt x="45" y="401"/>
                    </a:cubicBezTo>
                    <a:cubicBezTo>
                      <a:pt x="47" y="403"/>
                      <a:pt x="49" y="405"/>
                      <a:pt x="51" y="406"/>
                    </a:cubicBezTo>
                    <a:cubicBezTo>
                      <a:pt x="52" y="408"/>
                      <a:pt x="55" y="409"/>
                      <a:pt x="56" y="410"/>
                    </a:cubicBezTo>
                    <a:cubicBezTo>
                      <a:pt x="58" y="411"/>
                      <a:pt x="60" y="412"/>
                      <a:pt x="61" y="413"/>
                    </a:cubicBezTo>
                    <a:cubicBezTo>
                      <a:pt x="62" y="413"/>
                      <a:pt x="64" y="414"/>
                      <a:pt x="65" y="414"/>
                    </a:cubicBezTo>
                    <a:cubicBezTo>
                      <a:pt x="66" y="415"/>
                      <a:pt x="66" y="415"/>
                      <a:pt x="68" y="415"/>
                    </a:cubicBezTo>
                    <a:cubicBezTo>
                      <a:pt x="68" y="415"/>
                      <a:pt x="69" y="415"/>
                      <a:pt x="70" y="415"/>
                    </a:cubicBezTo>
                    <a:cubicBezTo>
                      <a:pt x="71" y="415"/>
                      <a:pt x="72" y="415"/>
                      <a:pt x="72" y="415"/>
                    </a:cubicBezTo>
                    <a:lnTo>
                      <a:pt x="71" y="415"/>
                    </a:lnTo>
                    <a:moveTo>
                      <a:pt x="63" y="437"/>
                    </a:moveTo>
                    <a:cubicBezTo>
                      <a:pt x="49" y="434"/>
                      <a:pt x="37" y="426"/>
                      <a:pt x="28" y="415"/>
                    </a:cubicBezTo>
                    <a:cubicBezTo>
                      <a:pt x="23" y="410"/>
                      <a:pt x="19" y="403"/>
                      <a:pt x="16" y="397"/>
                    </a:cubicBezTo>
                    <a:cubicBezTo>
                      <a:pt x="12" y="390"/>
                      <a:pt x="9" y="383"/>
                      <a:pt x="6" y="375"/>
                    </a:cubicBezTo>
                    <a:cubicBezTo>
                      <a:pt x="3" y="368"/>
                      <a:pt x="2" y="361"/>
                      <a:pt x="1" y="353"/>
                    </a:cubicBezTo>
                    <a:cubicBezTo>
                      <a:pt x="0" y="346"/>
                      <a:pt x="0" y="338"/>
                      <a:pt x="1" y="330"/>
                    </a:cubicBezTo>
                    <a:cubicBezTo>
                      <a:pt x="2" y="314"/>
                      <a:pt x="6" y="298"/>
                      <a:pt x="10" y="282"/>
                    </a:cubicBezTo>
                    <a:cubicBezTo>
                      <a:pt x="15" y="267"/>
                      <a:pt x="21" y="252"/>
                      <a:pt x="30" y="238"/>
                    </a:cubicBezTo>
                    <a:cubicBezTo>
                      <a:pt x="45" y="209"/>
                      <a:pt x="65" y="183"/>
                      <a:pt x="87" y="160"/>
                    </a:cubicBezTo>
                    <a:lnTo>
                      <a:pt x="86" y="161"/>
                    </a:lnTo>
                    <a:cubicBezTo>
                      <a:pt x="80" y="163"/>
                      <a:pt x="72" y="163"/>
                      <a:pt x="66" y="160"/>
                    </a:cubicBezTo>
                    <a:cubicBezTo>
                      <a:pt x="63" y="159"/>
                      <a:pt x="60" y="158"/>
                      <a:pt x="57" y="156"/>
                    </a:cubicBezTo>
                    <a:cubicBezTo>
                      <a:pt x="54" y="154"/>
                      <a:pt x="52" y="151"/>
                      <a:pt x="50" y="148"/>
                    </a:cubicBezTo>
                    <a:cubicBezTo>
                      <a:pt x="47" y="143"/>
                      <a:pt x="45" y="137"/>
                      <a:pt x="44" y="130"/>
                    </a:cubicBezTo>
                    <a:cubicBezTo>
                      <a:pt x="42" y="123"/>
                      <a:pt x="42" y="114"/>
                      <a:pt x="42" y="106"/>
                    </a:cubicBezTo>
                    <a:cubicBezTo>
                      <a:pt x="42" y="88"/>
                      <a:pt x="43" y="70"/>
                      <a:pt x="48" y="52"/>
                    </a:cubicBezTo>
                    <a:cubicBezTo>
                      <a:pt x="50" y="43"/>
                      <a:pt x="54" y="35"/>
                      <a:pt x="59" y="28"/>
                    </a:cubicBezTo>
                    <a:cubicBezTo>
                      <a:pt x="62" y="22"/>
                      <a:pt x="69" y="17"/>
                      <a:pt x="76" y="18"/>
                    </a:cubicBezTo>
                    <a:cubicBezTo>
                      <a:pt x="83" y="18"/>
                      <a:pt x="88" y="25"/>
                      <a:pt x="86" y="32"/>
                    </a:cubicBezTo>
                    <a:cubicBezTo>
                      <a:pt x="86" y="35"/>
                      <a:pt x="84" y="38"/>
                      <a:pt x="81" y="39"/>
                    </a:cubicBezTo>
                    <a:cubicBezTo>
                      <a:pt x="80" y="40"/>
                      <a:pt x="79" y="40"/>
                      <a:pt x="78" y="40"/>
                    </a:cubicBezTo>
                    <a:lnTo>
                      <a:pt x="78" y="41"/>
                    </a:lnTo>
                    <a:cubicBezTo>
                      <a:pt x="77" y="42"/>
                      <a:pt x="77" y="43"/>
                      <a:pt x="76" y="43"/>
                    </a:cubicBezTo>
                    <a:cubicBezTo>
                      <a:pt x="75" y="45"/>
                      <a:pt x="74" y="47"/>
                      <a:pt x="73" y="49"/>
                    </a:cubicBezTo>
                    <a:cubicBezTo>
                      <a:pt x="72" y="52"/>
                      <a:pt x="71" y="56"/>
                      <a:pt x="70" y="59"/>
                    </a:cubicBezTo>
                    <a:cubicBezTo>
                      <a:pt x="68" y="64"/>
                      <a:pt x="68" y="68"/>
                      <a:pt x="66" y="74"/>
                    </a:cubicBezTo>
                    <a:cubicBezTo>
                      <a:pt x="65" y="82"/>
                      <a:pt x="65" y="92"/>
                      <a:pt x="65" y="101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7"/>
                      <a:pt x="65" y="114"/>
                      <a:pt x="65" y="121"/>
                    </a:cubicBezTo>
                    <a:cubicBezTo>
                      <a:pt x="66" y="124"/>
                      <a:pt x="66" y="127"/>
                      <a:pt x="67" y="130"/>
                    </a:cubicBezTo>
                    <a:cubicBezTo>
                      <a:pt x="68" y="131"/>
                      <a:pt x="68" y="133"/>
                      <a:pt x="68" y="134"/>
                    </a:cubicBezTo>
                    <a:cubicBezTo>
                      <a:pt x="69" y="134"/>
                      <a:pt x="69" y="135"/>
                      <a:pt x="69" y="135"/>
                    </a:cubicBezTo>
                    <a:cubicBezTo>
                      <a:pt x="69" y="135"/>
                      <a:pt x="69" y="136"/>
                      <a:pt x="70" y="137"/>
                    </a:cubicBezTo>
                    <a:lnTo>
                      <a:pt x="70" y="138"/>
                    </a:lnTo>
                    <a:cubicBezTo>
                      <a:pt x="71" y="138"/>
                      <a:pt x="72" y="138"/>
                      <a:pt x="72" y="138"/>
                    </a:cubicBezTo>
                    <a:cubicBezTo>
                      <a:pt x="73" y="138"/>
                      <a:pt x="73" y="139"/>
                      <a:pt x="74" y="139"/>
                    </a:cubicBezTo>
                    <a:cubicBezTo>
                      <a:pt x="74" y="139"/>
                      <a:pt x="75" y="140"/>
                      <a:pt x="76" y="140"/>
                    </a:cubicBezTo>
                    <a:lnTo>
                      <a:pt x="77" y="140"/>
                    </a:lnTo>
                    <a:lnTo>
                      <a:pt x="78" y="140"/>
                    </a:lnTo>
                    <a:cubicBezTo>
                      <a:pt x="79" y="140"/>
                      <a:pt x="79" y="140"/>
                      <a:pt x="79" y="139"/>
                    </a:cubicBezTo>
                    <a:cubicBezTo>
                      <a:pt x="80" y="139"/>
                      <a:pt x="81" y="139"/>
                      <a:pt x="81" y="138"/>
                    </a:cubicBezTo>
                    <a:cubicBezTo>
                      <a:pt x="82" y="138"/>
                      <a:pt x="83" y="138"/>
                      <a:pt x="84" y="138"/>
                    </a:cubicBezTo>
                    <a:cubicBezTo>
                      <a:pt x="84" y="137"/>
                      <a:pt x="85" y="137"/>
                      <a:pt x="86" y="136"/>
                    </a:cubicBezTo>
                    <a:cubicBezTo>
                      <a:pt x="87" y="135"/>
                      <a:pt x="89" y="134"/>
                      <a:pt x="91" y="132"/>
                    </a:cubicBezTo>
                    <a:cubicBezTo>
                      <a:pt x="93" y="130"/>
                      <a:pt x="95" y="127"/>
                      <a:pt x="97" y="125"/>
                    </a:cubicBezTo>
                    <a:cubicBezTo>
                      <a:pt x="101" y="121"/>
                      <a:pt x="104" y="116"/>
                      <a:pt x="107" y="111"/>
                    </a:cubicBezTo>
                    <a:cubicBezTo>
                      <a:pt x="108" y="105"/>
                      <a:pt x="109" y="99"/>
                      <a:pt x="110" y="93"/>
                    </a:cubicBezTo>
                    <a:cubicBezTo>
                      <a:pt x="113" y="77"/>
                      <a:pt x="116" y="62"/>
                      <a:pt x="122" y="47"/>
                    </a:cubicBezTo>
                    <a:cubicBezTo>
                      <a:pt x="125" y="39"/>
                      <a:pt x="128" y="31"/>
                      <a:pt x="132" y="24"/>
                    </a:cubicBezTo>
                    <a:cubicBezTo>
                      <a:pt x="134" y="19"/>
                      <a:pt x="136" y="16"/>
                      <a:pt x="138" y="12"/>
                    </a:cubicBezTo>
                    <a:cubicBezTo>
                      <a:pt x="141" y="8"/>
                      <a:pt x="144" y="5"/>
                      <a:pt x="147" y="3"/>
                    </a:cubicBezTo>
                    <a:cubicBezTo>
                      <a:pt x="150" y="0"/>
                      <a:pt x="154" y="0"/>
                      <a:pt x="157" y="0"/>
                    </a:cubicBezTo>
                    <a:cubicBezTo>
                      <a:pt x="161" y="1"/>
                      <a:pt x="163" y="3"/>
                      <a:pt x="165" y="7"/>
                    </a:cubicBezTo>
                    <a:cubicBezTo>
                      <a:pt x="166" y="9"/>
                      <a:pt x="168" y="12"/>
                      <a:pt x="168" y="14"/>
                    </a:cubicBezTo>
                    <a:cubicBezTo>
                      <a:pt x="168" y="16"/>
                      <a:pt x="168" y="18"/>
                      <a:pt x="167" y="19"/>
                    </a:cubicBezTo>
                    <a:cubicBezTo>
                      <a:pt x="167" y="21"/>
                      <a:pt x="167" y="23"/>
                      <a:pt x="166" y="25"/>
                    </a:cubicBezTo>
                    <a:cubicBezTo>
                      <a:pt x="165" y="29"/>
                      <a:pt x="163" y="34"/>
                      <a:pt x="162" y="39"/>
                    </a:cubicBezTo>
                    <a:cubicBezTo>
                      <a:pt x="160" y="45"/>
                      <a:pt x="158" y="50"/>
                      <a:pt x="157" y="56"/>
                    </a:cubicBezTo>
                    <a:cubicBezTo>
                      <a:pt x="152" y="68"/>
                      <a:pt x="147" y="81"/>
                      <a:pt x="142" y="93"/>
                    </a:cubicBezTo>
                    <a:cubicBezTo>
                      <a:pt x="137" y="103"/>
                      <a:pt x="132" y="113"/>
                      <a:pt x="126" y="123"/>
                    </a:cubicBezTo>
                    <a:cubicBezTo>
                      <a:pt x="125" y="124"/>
                      <a:pt x="125" y="125"/>
                      <a:pt x="125" y="126"/>
                    </a:cubicBezTo>
                    <a:cubicBezTo>
                      <a:pt x="126" y="125"/>
                      <a:pt x="128" y="124"/>
                      <a:pt x="128" y="123"/>
                    </a:cubicBezTo>
                    <a:cubicBezTo>
                      <a:pt x="135" y="117"/>
                      <a:pt x="142" y="112"/>
                      <a:pt x="149" y="106"/>
                    </a:cubicBezTo>
                    <a:cubicBezTo>
                      <a:pt x="169" y="89"/>
                      <a:pt x="189" y="72"/>
                      <a:pt x="209" y="54"/>
                    </a:cubicBezTo>
                    <a:cubicBezTo>
                      <a:pt x="212" y="52"/>
                      <a:pt x="218" y="52"/>
                      <a:pt x="221" y="56"/>
                    </a:cubicBezTo>
                    <a:cubicBezTo>
                      <a:pt x="224" y="60"/>
                      <a:pt x="224" y="66"/>
                      <a:pt x="220" y="69"/>
                    </a:cubicBezTo>
                    <a:cubicBezTo>
                      <a:pt x="202" y="85"/>
                      <a:pt x="183" y="101"/>
                      <a:pt x="164" y="117"/>
                    </a:cubicBezTo>
                    <a:cubicBezTo>
                      <a:pt x="150" y="130"/>
                      <a:pt x="136" y="142"/>
                      <a:pt x="122" y="155"/>
                    </a:cubicBezTo>
                    <a:cubicBezTo>
                      <a:pt x="121" y="158"/>
                      <a:pt x="121" y="161"/>
                      <a:pt x="121" y="165"/>
                    </a:cubicBezTo>
                    <a:cubicBezTo>
                      <a:pt x="121" y="167"/>
                      <a:pt x="120" y="171"/>
                      <a:pt x="120" y="174"/>
                    </a:cubicBezTo>
                    <a:cubicBezTo>
                      <a:pt x="119" y="183"/>
                      <a:pt x="119" y="191"/>
                      <a:pt x="118" y="199"/>
                    </a:cubicBezTo>
                    <a:cubicBezTo>
                      <a:pt x="116" y="220"/>
                      <a:pt x="115" y="241"/>
                      <a:pt x="114" y="263"/>
                    </a:cubicBezTo>
                    <a:cubicBezTo>
                      <a:pt x="114" y="286"/>
                      <a:pt x="112" y="310"/>
                      <a:pt x="111" y="333"/>
                    </a:cubicBezTo>
                    <a:cubicBezTo>
                      <a:pt x="111" y="339"/>
                      <a:pt x="111" y="346"/>
                      <a:pt x="110" y="352"/>
                    </a:cubicBezTo>
                    <a:cubicBezTo>
                      <a:pt x="110" y="359"/>
                      <a:pt x="109" y="365"/>
                      <a:pt x="108" y="371"/>
                    </a:cubicBezTo>
                    <a:cubicBezTo>
                      <a:pt x="108" y="377"/>
                      <a:pt x="107" y="382"/>
                      <a:pt x="107" y="387"/>
                    </a:cubicBezTo>
                    <a:cubicBezTo>
                      <a:pt x="106" y="392"/>
                      <a:pt x="105" y="396"/>
                      <a:pt x="105" y="401"/>
                    </a:cubicBezTo>
                    <a:cubicBezTo>
                      <a:pt x="104" y="405"/>
                      <a:pt x="103" y="408"/>
                      <a:pt x="102" y="412"/>
                    </a:cubicBezTo>
                    <a:cubicBezTo>
                      <a:pt x="101" y="416"/>
                      <a:pt x="98" y="419"/>
                      <a:pt x="97" y="423"/>
                    </a:cubicBezTo>
                    <a:cubicBezTo>
                      <a:pt x="93" y="428"/>
                      <a:pt x="88" y="431"/>
                      <a:pt x="83" y="434"/>
                    </a:cubicBezTo>
                    <a:cubicBezTo>
                      <a:pt x="79" y="437"/>
                      <a:pt x="75" y="437"/>
                      <a:pt x="70" y="437"/>
                    </a:cubicBezTo>
                    <a:cubicBezTo>
                      <a:pt x="68" y="437"/>
                      <a:pt x="66" y="437"/>
                      <a:pt x="63" y="4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28760" y="1759320"/>
                <a:ext cx="64800" cy="15408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428" extrusionOk="0">
                    <a:moveTo>
                      <a:pt x="35" y="423"/>
                    </a:moveTo>
                    <a:cubicBezTo>
                      <a:pt x="24" y="419"/>
                      <a:pt x="14" y="413"/>
                      <a:pt x="7" y="405"/>
                    </a:cubicBezTo>
                    <a:cubicBezTo>
                      <a:pt x="4" y="400"/>
                      <a:pt x="2" y="395"/>
                      <a:pt x="1" y="390"/>
                    </a:cubicBezTo>
                    <a:cubicBezTo>
                      <a:pt x="0" y="387"/>
                      <a:pt x="0" y="384"/>
                      <a:pt x="1" y="381"/>
                    </a:cubicBezTo>
                    <a:cubicBezTo>
                      <a:pt x="2" y="378"/>
                      <a:pt x="2" y="376"/>
                      <a:pt x="3" y="373"/>
                    </a:cubicBezTo>
                    <a:cubicBezTo>
                      <a:pt x="5" y="367"/>
                      <a:pt x="12" y="364"/>
                      <a:pt x="18" y="366"/>
                    </a:cubicBezTo>
                    <a:cubicBezTo>
                      <a:pt x="24" y="369"/>
                      <a:pt x="27" y="375"/>
                      <a:pt x="25" y="381"/>
                    </a:cubicBezTo>
                    <a:cubicBezTo>
                      <a:pt x="24" y="382"/>
                      <a:pt x="24" y="383"/>
                      <a:pt x="24" y="384"/>
                    </a:cubicBezTo>
                    <a:lnTo>
                      <a:pt x="24" y="385"/>
                    </a:lnTo>
                    <a:cubicBezTo>
                      <a:pt x="24" y="386"/>
                      <a:pt x="24" y="386"/>
                      <a:pt x="24" y="387"/>
                    </a:cubicBezTo>
                    <a:lnTo>
                      <a:pt x="24" y="388"/>
                    </a:lnTo>
                    <a:cubicBezTo>
                      <a:pt x="24" y="388"/>
                      <a:pt x="24" y="389"/>
                      <a:pt x="24" y="390"/>
                    </a:cubicBezTo>
                    <a:cubicBezTo>
                      <a:pt x="25" y="390"/>
                      <a:pt x="25" y="390"/>
                      <a:pt x="26" y="391"/>
                    </a:cubicBezTo>
                    <a:lnTo>
                      <a:pt x="26" y="392"/>
                    </a:lnTo>
                    <a:cubicBezTo>
                      <a:pt x="27" y="393"/>
                      <a:pt x="28" y="394"/>
                      <a:pt x="29" y="394"/>
                    </a:cubicBezTo>
                    <a:cubicBezTo>
                      <a:pt x="30" y="395"/>
                      <a:pt x="31" y="396"/>
                      <a:pt x="32" y="397"/>
                    </a:cubicBezTo>
                    <a:cubicBezTo>
                      <a:pt x="34" y="398"/>
                      <a:pt x="36" y="399"/>
                      <a:pt x="38" y="399"/>
                    </a:cubicBezTo>
                    <a:cubicBezTo>
                      <a:pt x="40" y="401"/>
                      <a:pt x="42" y="401"/>
                      <a:pt x="44" y="402"/>
                    </a:cubicBezTo>
                    <a:cubicBezTo>
                      <a:pt x="47" y="402"/>
                      <a:pt x="49" y="403"/>
                      <a:pt x="51" y="404"/>
                    </a:cubicBezTo>
                    <a:cubicBezTo>
                      <a:pt x="53" y="404"/>
                      <a:pt x="55" y="404"/>
                      <a:pt x="57" y="404"/>
                    </a:cubicBezTo>
                    <a:cubicBezTo>
                      <a:pt x="59" y="404"/>
                      <a:pt x="60" y="404"/>
                      <a:pt x="62" y="404"/>
                    </a:cubicBezTo>
                    <a:cubicBezTo>
                      <a:pt x="63" y="404"/>
                      <a:pt x="65" y="404"/>
                      <a:pt x="66" y="403"/>
                    </a:cubicBezTo>
                    <a:cubicBezTo>
                      <a:pt x="67" y="402"/>
                      <a:pt x="69" y="402"/>
                      <a:pt x="70" y="402"/>
                    </a:cubicBezTo>
                    <a:cubicBezTo>
                      <a:pt x="70" y="402"/>
                      <a:pt x="71" y="401"/>
                      <a:pt x="72" y="401"/>
                    </a:cubicBezTo>
                    <a:cubicBezTo>
                      <a:pt x="72" y="401"/>
                      <a:pt x="73" y="400"/>
                      <a:pt x="73" y="399"/>
                    </a:cubicBezTo>
                    <a:cubicBezTo>
                      <a:pt x="74" y="399"/>
                      <a:pt x="75" y="398"/>
                      <a:pt x="76" y="398"/>
                    </a:cubicBezTo>
                    <a:cubicBezTo>
                      <a:pt x="76" y="397"/>
                      <a:pt x="77" y="397"/>
                      <a:pt x="77" y="397"/>
                    </a:cubicBezTo>
                    <a:cubicBezTo>
                      <a:pt x="78" y="395"/>
                      <a:pt x="79" y="394"/>
                      <a:pt x="80" y="394"/>
                    </a:cubicBezTo>
                    <a:cubicBezTo>
                      <a:pt x="80" y="392"/>
                      <a:pt x="80" y="392"/>
                      <a:pt x="81" y="391"/>
                    </a:cubicBezTo>
                    <a:cubicBezTo>
                      <a:pt x="81" y="389"/>
                      <a:pt x="82" y="387"/>
                      <a:pt x="83" y="385"/>
                    </a:cubicBezTo>
                    <a:cubicBezTo>
                      <a:pt x="83" y="383"/>
                      <a:pt x="84" y="381"/>
                      <a:pt x="84" y="379"/>
                    </a:cubicBezTo>
                    <a:cubicBezTo>
                      <a:pt x="85" y="371"/>
                      <a:pt x="85" y="363"/>
                      <a:pt x="86" y="356"/>
                    </a:cubicBezTo>
                    <a:cubicBezTo>
                      <a:pt x="85" y="344"/>
                      <a:pt x="85" y="333"/>
                      <a:pt x="84" y="321"/>
                    </a:cubicBezTo>
                    <a:cubicBezTo>
                      <a:pt x="83" y="309"/>
                      <a:pt x="81" y="296"/>
                      <a:pt x="80" y="284"/>
                    </a:cubicBezTo>
                    <a:cubicBezTo>
                      <a:pt x="79" y="271"/>
                      <a:pt x="78" y="258"/>
                      <a:pt x="77" y="246"/>
                    </a:cubicBezTo>
                    <a:cubicBezTo>
                      <a:pt x="76" y="241"/>
                      <a:pt x="76" y="236"/>
                      <a:pt x="76" y="231"/>
                    </a:cubicBezTo>
                    <a:cubicBezTo>
                      <a:pt x="75" y="226"/>
                      <a:pt x="74" y="221"/>
                      <a:pt x="74" y="215"/>
                    </a:cubicBezTo>
                    <a:cubicBezTo>
                      <a:pt x="74" y="197"/>
                      <a:pt x="73" y="177"/>
                      <a:pt x="74" y="159"/>
                    </a:cubicBezTo>
                    <a:cubicBezTo>
                      <a:pt x="76" y="126"/>
                      <a:pt x="87" y="93"/>
                      <a:pt x="102" y="64"/>
                    </a:cubicBezTo>
                    <a:cubicBezTo>
                      <a:pt x="109" y="51"/>
                      <a:pt x="115" y="38"/>
                      <a:pt x="125" y="28"/>
                    </a:cubicBezTo>
                    <a:cubicBezTo>
                      <a:pt x="130" y="22"/>
                      <a:pt x="137" y="19"/>
                      <a:pt x="144" y="17"/>
                    </a:cubicBezTo>
                    <a:cubicBezTo>
                      <a:pt x="144" y="15"/>
                      <a:pt x="144" y="13"/>
                      <a:pt x="144" y="11"/>
                    </a:cubicBezTo>
                    <a:cubicBezTo>
                      <a:pt x="144" y="5"/>
                      <a:pt x="150" y="0"/>
                      <a:pt x="157" y="0"/>
                    </a:cubicBezTo>
                    <a:cubicBezTo>
                      <a:pt x="163" y="1"/>
                      <a:pt x="168" y="7"/>
                      <a:pt x="167" y="13"/>
                    </a:cubicBezTo>
                    <a:cubicBezTo>
                      <a:pt x="167" y="16"/>
                      <a:pt x="167" y="18"/>
                      <a:pt x="166" y="21"/>
                    </a:cubicBezTo>
                    <a:cubicBezTo>
                      <a:pt x="170" y="24"/>
                      <a:pt x="173" y="27"/>
                      <a:pt x="175" y="31"/>
                    </a:cubicBezTo>
                    <a:cubicBezTo>
                      <a:pt x="178" y="38"/>
                      <a:pt x="179" y="45"/>
                      <a:pt x="178" y="53"/>
                    </a:cubicBezTo>
                    <a:cubicBezTo>
                      <a:pt x="176" y="60"/>
                      <a:pt x="173" y="66"/>
                      <a:pt x="170" y="71"/>
                    </a:cubicBezTo>
                    <a:cubicBezTo>
                      <a:pt x="166" y="77"/>
                      <a:pt x="160" y="82"/>
                      <a:pt x="153" y="80"/>
                    </a:cubicBezTo>
                    <a:cubicBezTo>
                      <a:pt x="148" y="79"/>
                      <a:pt x="145" y="76"/>
                      <a:pt x="143" y="71"/>
                    </a:cubicBezTo>
                    <a:cubicBezTo>
                      <a:pt x="141" y="67"/>
                      <a:pt x="141" y="63"/>
                      <a:pt x="141" y="60"/>
                    </a:cubicBezTo>
                    <a:cubicBezTo>
                      <a:pt x="141" y="55"/>
                      <a:pt x="141" y="50"/>
                      <a:pt x="141" y="45"/>
                    </a:cubicBezTo>
                    <a:cubicBezTo>
                      <a:pt x="142" y="45"/>
                      <a:pt x="142" y="43"/>
                      <a:pt x="142" y="43"/>
                    </a:cubicBezTo>
                    <a:lnTo>
                      <a:pt x="141" y="43"/>
                    </a:lnTo>
                    <a:cubicBezTo>
                      <a:pt x="140" y="45"/>
                      <a:pt x="139" y="46"/>
                      <a:pt x="138" y="47"/>
                    </a:cubicBezTo>
                    <a:cubicBezTo>
                      <a:pt x="136" y="49"/>
                      <a:pt x="134" y="52"/>
                      <a:pt x="133" y="55"/>
                    </a:cubicBezTo>
                    <a:cubicBezTo>
                      <a:pt x="130" y="60"/>
                      <a:pt x="127" y="66"/>
                      <a:pt x="124" y="71"/>
                    </a:cubicBezTo>
                    <a:cubicBezTo>
                      <a:pt x="121" y="78"/>
                      <a:pt x="117" y="85"/>
                      <a:pt x="114" y="92"/>
                    </a:cubicBezTo>
                    <a:cubicBezTo>
                      <a:pt x="114" y="91"/>
                      <a:pt x="114" y="91"/>
                      <a:pt x="114" y="91"/>
                    </a:cubicBezTo>
                    <a:cubicBezTo>
                      <a:pt x="109" y="101"/>
                      <a:pt x="105" y="112"/>
                      <a:pt x="102" y="123"/>
                    </a:cubicBezTo>
                    <a:cubicBezTo>
                      <a:pt x="100" y="131"/>
                      <a:pt x="98" y="140"/>
                      <a:pt x="97" y="149"/>
                    </a:cubicBezTo>
                    <a:cubicBezTo>
                      <a:pt x="95" y="161"/>
                      <a:pt x="94" y="173"/>
                      <a:pt x="94" y="186"/>
                    </a:cubicBezTo>
                    <a:lnTo>
                      <a:pt x="94" y="185"/>
                    </a:lnTo>
                    <a:cubicBezTo>
                      <a:pt x="94" y="196"/>
                      <a:pt x="94" y="207"/>
                      <a:pt x="95" y="218"/>
                    </a:cubicBezTo>
                    <a:cubicBezTo>
                      <a:pt x="96" y="232"/>
                      <a:pt x="97" y="244"/>
                      <a:pt x="98" y="257"/>
                    </a:cubicBezTo>
                    <a:cubicBezTo>
                      <a:pt x="100" y="281"/>
                      <a:pt x="103" y="304"/>
                      <a:pt x="105" y="328"/>
                    </a:cubicBezTo>
                    <a:cubicBezTo>
                      <a:pt x="105" y="332"/>
                      <a:pt x="106" y="337"/>
                      <a:pt x="106" y="341"/>
                    </a:cubicBezTo>
                    <a:cubicBezTo>
                      <a:pt x="106" y="345"/>
                      <a:pt x="107" y="351"/>
                      <a:pt x="107" y="355"/>
                    </a:cubicBezTo>
                    <a:cubicBezTo>
                      <a:pt x="107" y="360"/>
                      <a:pt x="107" y="366"/>
                      <a:pt x="107" y="371"/>
                    </a:cubicBezTo>
                    <a:cubicBezTo>
                      <a:pt x="106" y="383"/>
                      <a:pt x="104" y="397"/>
                      <a:pt x="97" y="407"/>
                    </a:cubicBezTo>
                    <a:cubicBezTo>
                      <a:pt x="91" y="416"/>
                      <a:pt x="82" y="423"/>
                      <a:pt x="71" y="425"/>
                    </a:cubicBezTo>
                    <a:cubicBezTo>
                      <a:pt x="67" y="426"/>
                      <a:pt x="62" y="427"/>
                      <a:pt x="58" y="427"/>
                    </a:cubicBezTo>
                    <a:cubicBezTo>
                      <a:pt x="51" y="427"/>
                      <a:pt x="42" y="425"/>
                      <a:pt x="35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33800" y="1939680"/>
                <a:ext cx="388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5" extrusionOk="0">
                    <a:moveTo>
                      <a:pt x="41" y="131"/>
                    </a:move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1"/>
                      <a:pt x="44" y="131"/>
                      <a:pt x="44" y="131"/>
                    </a:cubicBezTo>
                    <a:cubicBezTo>
                      <a:pt x="45" y="131"/>
                      <a:pt x="45" y="131"/>
                      <a:pt x="46" y="130"/>
                    </a:cubicBezTo>
                    <a:cubicBezTo>
                      <a:pt x="47" y="130"/>
                      <a:pt x="48" y="129"/>
                      <a:pt x="49" y="129"/>
                    </a:cubicBezTo>
                    <a:cubicBezTo>
                      <a:pt x="50" y="128"/>
                      <a:pt x="52" y="127"/>
                      <a:pt x="53" y="126"/>
                    </a:cubicBezTo>
                    <a:cubicBezTo>
                      <a:pt x="54" y="125"/>
                      <a:pt x="55" y="124"/>
                      <a:pt x="57" y="123"/>
                    </a:cubicBezTo>
                    <a:cubicBezTo>
                      <a:pt x="58" y="121"/>
                      <a:pt x="60" y="119"/>
                      <a:pt x="62" y="118"/>
                    </a:cubicBezTo>
                    <a:cubicBezTo>
                      <a:pt x="65" y="114"/>
                      <a:pt x="67" y="111"/>
                      <a:pt x="69" y="107"/>
                    </a:cubicBezTo>
                    <a:cubicBezTo>
                      <a:pt x="73" y="101"/>
                      <a:pt x="76" y="96"/>
                      <a:pt x="78" y="90"/>
                    </a:cubicBezTo>
                    <a:cubicBezTo>
                      <a:pt x="80" y="87"/>
                      <a:pt x="81" y="83"/>
                      <a:pt x="83" y="79"/>
                    </a:cubicBezTo>
                    <a:cubicBezTo>
                      <a:pt x="83" y="77"/>
                      <a:pt x="83" y="76"/>
                      <a:pt x="83" y="75"/>
                    </a:cubicBezTo>
                    <a:cubicBezTo>
                      <a:pt x="84" y="72"/>
                      <a:pt x="84" y="71"/>
                      <a:pt x="84" y="69"/>
                    </a:cubicBezTo>
                    <a:cubicBezTo>
                      <a:pt x="84" y="66"/>
                      <a:pt x="84" y="64"/>
                      <a:pt x="84" y="62"/>
                    </a:cubicBezTo>
                    <a:lnTo>
                      <a:pt x="84" y="63"/>
                    </a:lnTo>
                    <a:cubicBezTo>
                      <a:pt x="84" y="62"/>
                      <a:pt x="84" y="62"/>
                      <a:pt x="84" y="62"/>
                    </a:cubicBezTo>
                    <a:cubicBezTo>
                      <a:pt x="83" y="59"/>
                      <a:pt x="83" y="57"/>
                      <a:pt x="82" y="54"/>
                    </a:cubicBezTo>
                    <a:cubicBezTo>
                      <a:pt x="83" y="54"/>
                      <a:pt x="83" y="55"/>
                      <a:pt x="83" y="55"/>
                    </a:cubicBezTo>
                    <a:cubicBezTo>
                      <a:pt x="83" y="54"/>
                      <a:pt x="82" y="53"/>
                      <a:pt x="81" y="52"/>
                    </a:cubicBezTo>
                    <a:cubicBezTo>
                      <a:pt x="81" y="51"/>
                      <a:pt x="81" y="50"/>
                      <a:pt x="80" y="49"/>
                    </a:cubicBezTo>
                    <a:cubicBezTo>
                      <a:pt x="80" y="48"/>
                      <a:pt x="80" y="47"/>
                      <a:pt x="79" y="47"/>
                    </a:cubicBezTo>
                    <a:cubicBezTo>
                      <a:pt x="78" y="46"/>
                      <a:pt x="77" y="45"/>
                      <a:pt x="76" y="44"/>
                    </a:cubicBezTo>
                    <a:cubicBezTo>
                      <a:pt x="76" y="43"/>
                      <a:pt x="75" y="43"/>
                      <a:pt x="74" y="42"/>
                    </a:cubicBezTo>
                    <a:cubicBezTo>
                      <a:pt x="73" y="41"/>
                      <a:pt x="72" y="40"/>
                      <a:pt x="71" y="40"/>
                    </a:cubicBezTo>
                    <a:cubicBezTo>
                      <a:pt x="70" y="39"/>
                      <a:pt x="69" y="38"/>
                      <a:pt x="68" y="38"/>
                    </a:cubicBezTo>
                    <a:cubicBezTo>
                      <a:pt x="67" y="38"/>
                      <a:pt x="67" y="38"/>
                      <a:pt x="66" y="37"/>
                    </a:cubicBezTo>
                    <a:cubicBezTo>
                      <a:pt x="65" y="37"/>
                      <a:pt x="64" y="37"/>
                      <a:pt x="63" y="37"/>
                    </a:cubicBezTo>
                    <a:cubicBezTo>
                      <a:pt x="61" y="37"/>
                      <a:pt x="59" y="36"/>
                      <a:pt x="58" y="36"/>
                    </a:cubicBezTo>
                    <a:lnTo>
                      <a:pt x="59" y="36"/>
                    </a:lnTo>
                    <a:cubicBezTo>
                      <a:pt x="56" y="36"/>
                      <a:pt x="55" y="36"/>
                      <a:pt x="52" y="37"/>
                    </a:cubicBezTo>
                    <a:cubicBezTo>
                      <a:pt x="49" y="37"/>
                      <a:pt x="46" y="37"/>
                      <a:pt x="43" y="38"/>
                    </a:cubicBezTo>
                    <a:lnTo>
                      <a:pt x="44" y="38"/>
                    </a:lnTo>
                    <a:cubicBezTo>
                      <a:pt x="41" y="39"/>
                      <a:pt x="37" y="40"/>
                      <a:pt x="34" y="41"/>
                    </a:cubicBezTo>
                    <a:cubicBezTo>
                      <a:pt x="31" y="43"/>
                      <a:pt x="28" y="41"/>
                      <a:pt x="25" y="40"/>
                    </a:cubicBezTo>
                    <a:cubicBezTo>
                      <a:pt x="25" y="43"/>
                      <a:pt x="24" y="45"/>
                      <a:pt x="24" y="47"/>
                    </a:cubicBezTo>
                    <a:cubicBezTo>
                      <a:pt x="24" y="47"/>
                      <a:pt x="24" y="46"/>
                      <a:pt x="24" y="45"/>
                    </a:cubicBezTo>
                    <a:cubicBezTo>
                      <a:pt x="23" y="53"/>
                      <a:pt x="23" y="60"/>
                      <a:pt x="23" y="68"/>
                    </a:cubicBezTo>
                    <a:cubicBezTo>
                      <a:pt x="23" y="67"/>
                      <a:pt x="23" y="67"/>
                      <a:pt x="23" y="66"/>
                    </a:cubicBezTo>
                    <a:cubicBezTo>
                      <a:pt x="23" y="76"/>
                      <a:pt x="23" y="84"/>
                      <a:pt x="24" y="93"/>
                    </a:cubicBezTo>
                    <a:lnTo>
                      <a:pt x="24" y="92"/>
                    </a:lnTo>
                    <a:cubicBezTo>
                      <a:pt x="24" y="97"/>
                      <a:pt x="25" y="101"/>
                      <a:pt x="26" y="105"/>
                    </a:cubicBezTo>
                    <a:cubicBezTo>
                      <a:pt x="27" y="109"/>
                      <a:pt x="28" y="112"/>
                      <a:pt x="29" y="115"/>
                    </a:cubicBezTo>
                    <a:cubicBezTo>
                      <a:pt x="30" y="117"/>
                      <a:pt x="31" y="119"/>
                      <a:pt x="32" y="121"/>
                    </a:cubicBezTo>
                    <a:cubicBezTo>
                      <a:pt x="33" y="122"/>
                      <a:pt x="34" y="124"/>
                      <a:pt x="35" y="125"/>
                    </a:cubicBezTo>
                    <a:cubicBezTo>
                      <a:pt x="36" y="126"/>
                      <a:pt x="37" y="128"/>
                      <a:pt x="38" y="130"/>
                    </a:cubicBezTo>
                    <a:cubicBezTo>
                      <a:pt x="39" y="130"/>
                      <a:pt x="39" y="130"/>
                      <a:pt x="39" y="131"/>
                    </a:cubicBezTo>
                    <a:lnTo>
                      <a:pt x="40" y="131"/>
                    </a:lnTo>
                    <a:lnTo>
                      <a:pt x="41" y="131"/>
                    </a:lnTo>
                    <a:moveTo>
                      <a:pt x="41" y="154"/>
                    </a:moveTo>
                    <a:cubicBezTo>
                      <a:pt x="34" y="154"/>
                      <a:pt x="28" y="151"/>
                      <a:pt x="23" y="147"/>
                    </a:cubicBezTo>
                    <a:cubicBezTo>
                      <a:pt x="21" y="145"/>
                      <a:pt x="19" y="142"/>
                      <a:pt x="17" y="139"/>
                    </a:cubicBezTo>
                    <a:cubicBezTo>
                      <a:pt x="14" y="135"/>
                      <a:pt x="12" y="131"/>
                      <a:pt x="10" y="127"/>
                    </a:cubicBezTo>
                    <a:cubicBezTo>
                      <a:pt x="7" y="120"/>
                      <a:pt x="5" y="112"/>
                      <a:pt x="3" y="104"/>
                    </a:cubicBezTo>
                    <a:cubicBezTo>
                      <a:pt x="2" y="96"/>
                      <a:pt x="1" y="86"/>
                      <a:pt x="0" y="77"/>
                    </a:cubicBezTo>
                    <a:cubicBezTo>
                      <a:pt x="0" y="69"/>
                      <a:pt x="0" y="61"/>
                      <a:pt x="1" y="52"/>
                    </a:cubicBezTo>
                    <a:cubicBezTo>
                      <a:pt x="2" y="44"/>
                      <a:pt x="3" y="34"/>
                      <a:pt x="5" y="26"/>
                    </a:cubicBezTo>
                    <a:cubicBezTo>
                      <a:pt x="8" y="17"/>
                      <a:pt x="14" y="8"/>
                      <a:pt x="23" y="3"/>
                    </a:cubicBezTo>
                    <a:cubicBezTo>
                      <a:pt x="27" y="0"/>
                      <a:pt x="31" y="0"/>
                      <a:pt x="36" y="2"/>
                    </a:cubicBezTo>
                    <a:cubicBezTo>
                      <a:pt x="38" y="2"/>
                      <a:pt x="41" y="4"/>
                      <a:pt x="42" y="5"/>
                    </a:cubicBezTo>
                    <a:cubicBezTo>
                      <a:pt x="46" y="7"/>
                      <a:pt x="48" y="10"/>
                      <a:pt x="49" y="15"/>
                    </a:cubicBezTo>
                    <a:cubicBezTo>
                      <a:pt x="56" y="13"/>
                      <a:pt x="65" y="13"/>
                      <a:pt x="72" y="16"/>
                    </a:cubicBezTo>
                    <a:cubicBezTo>
                      <a:pt x="79" y="17"/>
                      <a:pt x="86" y="22"/>
                      <a:pt x="91" y="26"/>
                    </a:cubicBezTo>
                    <a:cubicBezTo>
                      <a:pt x="97" y="31"/>
                      <a:pt x="100" y="38"/>
                      <a:pt x="103" y="45"/>
                    </a:cubicBezTo>
                    <a:cubicBezTo>
                      <a:pt x="104" y="48"/>
                      <a:pt x="105" y="52"/>
                      <a:pt x="105" y="55"/>
                    </a:cubicBezTo>
                    <a:cubicBezTo>
                      <a:pt x="105" y="59"/>
                      <a:pt x="106" y="62"/>
                      <a:pt x="106" y="66"/>
                    </a:cubicBezTo>
                    <a:cubicBezTo>
                      <a:pt x="107" y="74"/>
                      <a:pt x="105" y="82"/>
                      <a:pt x="102" y="90"/>
                    </a:cubicBezTo>
                    <a:cubicBezTo>
                      <a:pt x="100" y="97"/>
                      <a:pt x="97" y="104"/>
                      <a:pt x="93" y="111"/>
                    </a:cubicBezTo>
                    <a:cubicBezTo>
                      <a:pt x="89" y="118"/>
                      <a:pt x="84" y="126"/>
                      <a:pt x="79" y="132"/>
                    </a:cubicBezTo>
                    <a:cubicBezTo>
                      <a:pt x="70" y="143"/>
                      <a:pt x="56" y="154"/>
                      <a:pt x="41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365760" y="1679040"/>
                <a:ext cx="5364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88" extrusionOk="0">
                    <a:moveTo>
                      <a:pt x="43" y="156"/>
                    </a:moveTo>
                    <a:cubicBezTo>
                      <a:pt x="44" y="156"/>
                      <a:pt x="44" y="156"/>
                      <a:pt x="45" y="156"/>
                    </a:cubicBezTo>
                    <a:cubicBezTo>
                      <a:pt x="46" y="156"/>
                      <a:pt x="47" y="156"/>
                      <a:pt x="48" y="156"/>
                    </a:cubicBezTo>
                    <a:lnTo>
                      <a:pt x="50" y="155"/>
                    </a:lnTo>
                    <a:cubicBezTo>
                      <a:pt x="53" y="154"/>
                      <a:pt x="54" y="153"/>
                      <a:pt x="57" y="152"/>
                    </a:cubicBezTo>
                    <a:cubicBezTo>
                      <a:pt x="58" y="151"/>
                      <a:pt x="60" y="150"/>
                      <a:pt x="62" y="149"/>
                    </a:cubicBezTo>
                    <a:cubicBezTo>
                      <a:pt x="65" y="146"/>
                      <a:pt x="68" y="144"/>
                      <a:pt x="71" y="141"/>
                    </a:cubicBezTo>
                    <a:cubicBezTo>
                      <a:pt x="76" y="137"/>
                      <a:pt x="80" y="132"/>
                      <a:pt x="84" y="127"/>
                    </a:cubicBezTo>
                    <a:cubicBezTo>
                      <a:pt x="89" y="120"/>
                      <a:pt x="94" y="113"/>
                      <a:pt x="99" y="105"/>
                    </a:cubicBezTo>
                    <a:cubicBezTo>
                      <a:pt x="106" y="94"/>
                      <a:pt x="113" y="82"/>
                      <a:pt x="118" y="70"/>
                    </a:cubicBezTo>
                    <a:cubicBezTo>
                      <a:pt x="118" y="69"/>
                      <a:pt x="118" y="68"/>
                      <a:pt x="119" y="68"/>
                    </a:cubicBezTo>
                    <a:cubicBezTo>
                      <a:pt x="119" y="67"/>
                      <a:pt x="119" y="67"/>
                      <a:pt x="120" y="65"/>
                    </a:cubicBezTo>
                    <a:cubicBezTo>
                      <a:pt x="118" y="64"/>
                      <a:pt x="117" y="64"/>
                      <a:pt x="115" y="63"/>
                    </a:cubicBezTo>
                    <a:cubicBezTo>
                      <a:pt x="110" y="60"/>
                      <a:pt x="109" y="53"/>
                      <a:pt x="108" y="46"/>
                    </a:cubicBezTo>
                    <a:cubicBezTo>
                      <a:pt x="107" y="45"/>
                      <a:pt x="107" y="42"/>
                      <a:pt x="106" y="40"/>
                    </a:cubicBezTo>
                    <a:cubicBezTo>
                      <a:pt x="106" y="39"/>
                      <a:pt x="105" y="38"/>
                      <a:pt x="104" y="38"/>
                    </a:cubicBezTo>
                    <a:cubicBezTo>
                      <a:pt x="104" y="37"/>
                      <a:pt x="104" y="36"/>
                      <a:pt x="103" y="36"/>
                    </a:cubicBezTo>
                    <a:cubicBezTo>
                      <a:pt x="103" y="35"/>
                      <a:pt x="101" y="33"/>
                      <a:pt x="101" y="32"/>
                    </a:cubicBezTo>
                    <a:cubicBezTo>
                      <a:pt x="99" y="31"/>
                      <a:pt x="98" y="30"/>
                      <a:pt x="97" y="29"/>
                    </a:cubicBezTo>
                    <a:cubicBezTo>
                      <a:pt x="96" y="28"/>
                      <a:pt x="95" y="27"/>
                      <a:pt x="94" y="26"/>
                    </a:cubicBezTo>
                    <a:cubicBezTo>
                      <a:pt x="93" y="26"/>
                      <a:pt x="92" y="26"/>
                      <a:pt x="92" y="25"/>
                    </a:cubicBezTo>
                    <a:cubicBezTo>
                      <a:pt x="90" y="25"/>
                      <a:pt x="89" y="25"/>
                      <a:pt x="87" y="24"/>
                    </a:cubicBezTo>
                    <a:cubicBezTo>
                      <a:pt x="87" y="24"/>
                      <a:pt x="86" y="24"/>
                      <a:pt x="85" y="24"/>
                    </a:cubicBezTo>
                    <a:lnTo>
                      <a:pt x="83" y="24"/>
                    </a:lnTo>
                    <a:cubicBezTo>
                      <a:pt x="81" y="24"/>
                      <a:pt x="80" y="24"/>
                      <a:pt x="78" y="24"/>
                    </a:cubicBezTo>
                    <a:lnTo>
                      <a:pt x="76" y="24"/>
                    </a:lnTo>
                    <a:cubicBezTo>
                      <a:pt x="75" y="24"/>
                      <a:pt x="73" y="25"/>
                      <a:pt x="72" y="25"/>
                    </a:cubicBezTo>
                    <a:cubicBezTo>
                      <a:pt x="71" y="26"/>
                      <a:pt x="69" y="26"/>
                      <a:pt x="68" y="27"/>
                    </a:cubicBezTo>
                    <a:cubicBezTo>
                      <a:pt x="66" y="28"/>
                      <a:pt x="64" y="29"/>
                      <a:pt x="62" y="31"/>
                    </a:cubicBezTo>
                    <a:cubicBezTo>
                      <a:pt x="60" y="32"/>
                      <a:pt x="58" y="34"/>
                      <a:pt x="56" y="36"/>
                    </a:cubicBezTo>
                    <a:cubicBezTo>
                      <a:pt x="54" y="38"/>
                      <a:pt x="51" y="41"/>
                      <a:pt x="49" y="43"/>
                    </a:cubicBezTo>
                    <a:cubicBezTo>
                      <a:pt x="46" y="48"/>
                      <a:pt x="42" y="52"/>
                      <a:pt x="39" y="57"/>
                    </a:cubicBezTo>
                    <a:cubicBezTo>
                      <a:pt x="40" y="57"/>
                      <a:pt x="40" y="56"/>
                      <a:pt x="40" y="56"/>
                    </a:cubicBezTo>
                    <a:cubicBezTo>
                      <a:pt x="37" y="61"/>
                      <a:pt x="33" y="67"/>
                      <a:pt x="30" y="74"/>
                    </a:cubicBezTo>
                    <a:cubicBezTo>
                      <a:pt x="29" y="78"/>
                      <a:pt x="27" y="82"/>
                      <a:pt x="26" y="87"/>
                    </a:cubicBezTo>
                    <a:cubicBezTo>
                      <a:pt x="25" y="90"/>
                      <a:pt x="23" y="95"/>
                      <a:pt x="23" y="99"/>
                    </a:cubicBezTo>
                    <a:cubicBezTo>
                      <a:pt x="23" y="102"/>
                      <a:pt x="22" y="106"/>
                      <a:pt x="22" y="109"/>
                    </a:cubicBezTo>
                    <a:cubicBezTo>
                      <a:pt x="22" y="113"/>
                      <a:pt x="22" y="117"/>
                      <a:pt x="23" y="120"/>
                    </a:cubicBezTo>
                    <a:cubicBezTo>
                      <a:pt x="23" y="124"/>
                      <a:pt x="23" y="127"/>
                      <a:pt x="24" y="130"/>
                    </a:cubicBezTo>
                    <a:cubicBezTo>
                      <a:pt x="25" y="132"/>
                      <a:pt x="26" y="134"/>
                      <a:pt x="26" y="137"/>
                    </a:cubicBezTo>
                    <a:cubicBezTo>
                      <a:pt x="27" y="139"/>
                      <a:pt x="28" y="141"/>
                      <a:pt x="29" y="142"/>
                    </a:cubicBezTo>
                    <a:cubicBezTo>
                      <a:pt x="30" y="144"/>
                      <a:pt x="32" y="146"/>
                      <a:pt x="33" y="148"/>
                    </a:cubicBezTo>
                    <a:cubicBezTo>
                      <a:pt x="34" y="151"/>
                      <a:pt x="36" y="152"/>
                      <a:pt x="38" y="154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40" y="156"/>
                      <a:pt x="40" y="156"/>
                      <a:pt x="40" y="156"/>
                    </a:cubicBezTo>
                    <a:lnTo>
                      <a:pt x="41" y="156"/>
                    </a:lnTo>
                    <a:lnTo>
                      <a:pt x="42" y="156"/>
                    </a:lnTo>
                    <a:lnTo>
                      <a:pt x="43" y="156"/>
                    </a:lnTo>
                    <a:moveTo>
                      <a:pt x="114" y="176"/>
                    </a:moveTo>
                    <a:cubicBezTo>
                      <a:pt x="113" y="169"/>
                      <a:pt x="113" y="161"/>
                      <a:pt x="114" y="154"/>
                    </a:cubicBezTo>
                    <a:cubicBezTo>
                      <a:pt x="114" y="147"/>
                      <a:pt x="114" y="140"/>
                      <a:pt x="114" y="133"/>
                    </a:cubicBezTo>
                    <a:lnTo>
                      <a:pt x="114" y="134"/>
                    </a:lnTo>
                    <a:cubicBezTo>
                      <a:pt x="114" y="130"/>
                      <a:pt x="114" y="127"/>
                      <a:pt x="114" y="124"/>
                    </a:cubicBezTo>
                    <a:cubicBezTo>
                      <a:pt x="106" y="136"/>
                      <a:pt x="97" y="147"/>
                      <a:pt x="86" y="157"/>
                    </a:cubicBezTo>
                    <a:cubicBezTo>
                      <a:pt x="80" y="163"/>
                      <a:pt x="75" y="167"/>
                      <a:pt x="68" y="171"/>
                    </a:cubicBezTo>
                    <a:cubicBezTo>
                      <a:pt x="61" y="176"/>
                      <a:pt x="54" y="178"/>
                      <a:pt x="46" y="179"/>
                    </a:cubicBezTo>
                    <a:cubicBezTo>
                      <a:pt x="39" y="180"/>
                      <a:pt x="32" y="178"/>
                      <a:pt x="26" y="174"/>
                    </a:cubicBezTo>
                    <a:cubicBezTo>
                      <a:pt x="20" y="169"/>
                      <a:pt x="15" y="163"/>
                      <a:pt x="11" y="156"/>
                    </a:cubicBezTo>
                    <a:cubicBezTo>
                      <a:pt x="3" y="142"/>
                      <a:pt x="0" y="125"/>
                      <a:pt x="0" y="110"/>
                    </a:cubicBezTo>
                    <a:cubicBezTo>
                      <a:pt x="0" y="93"/>
                      <a:pt x="4" y="78"/>
                      <a:pt x="11" y="63"/>
                    </a:cubicBezTo>
                    <a:cubicBezTo>
                      <a:pt x="18" y="49"/>
                      <a:pt x="26" y="36"/>
                      <a:pt x="36" y="24"/>
                    </a:cubicBezTo>
                    <a:cubicBezTo>
                      <a:pt x="46" y="12"/>
                      <a:pt x="60" y="4"/>
                      <a:pt x="75" y="1"/>
                    </a:cubicBezTo>
                    <a:cubicBezTo>
                      <a:pt x="82" y="0"/>
                      <a:pt x="90" y="0"/>
                      <a:pt x="97" y="3"/>
                    </a:cubicBezTo>
                    <a:cubicBezTo>
                      <a:pt x="104" y="5"/>
                      <a:pt x="110" y="9"/>
                      <a:pt x="115" y="14"/>
                    </a:cubicBezTo>
                    <a:cubicBezTo>
                      <a:pt x="121" y="19"/>
                      <a:pt x="125" y="25"/>
                      <a:pt x="128" y="32"/>
                    </a:cubicBezTo>
                    <a:cubicBezTo>
                      <a:pt x="128" y="34"/>
                      <a:pt x="129" y="36"/>
                      <a:pt x="129" y="38"/>
                    </a:cubicBezTo>
                    <a:cubicBezTo>
                      <a:pt x="132" y="39"/>
                      <a:pt x="135" y="42"/>
                      <a:pt x="136" y="45"/>
                    </a:cubicBezTo>
                    <a:cubicBezTo>
                      <a:pt x="138" y="45"/>
                      <a:pt x="139" y="45"/>
                      <a:pt x="141" y="46"/>
                    </a:cubicBezTo>
                    <a:cubicBezTo>
                      <a:pt x="145" y="48"/>
                      <a:pt x="148" y="53"/>
                      <a:pt x="147" y="58"/>
                    </a:cubicBezTo>
                    <a:cubicBezTo>
                      <a:pt x="146" y="64"/>
                      <a:pt x="143" y="68"/>
                      <a:pt x="142" y="72"/>
                    </a:cubicBezTo>
                    <a:cubicBezTo>
                      <a:pt x="141" y="73"/>
                      <a:pt x="141" y="74"/>
                      <a:pt x="141" y="74"/>
                    </a:cubicBezTo>
                    <a:cubicBezTo>
                      <a:pt x="140" y="77"/>
                      <a:pt x="139" y="81"/>
                      <a:pt x="139" y="84"/>
                    </a:cubicBezTo>
                    <a:cubicBezTo>
                      <a:pt x="137" y="96"/>
                      <a:pt x="136" y="109"/>
                      <a:pt x="136" y="122"/>
                    </a:cubicBezTo>
                    <a:cubicBezTo>
                      <a:pt x="136" y="121"/>
                      <a:pt x="136" y="121"/>
                      <a:pt x="136" y="121"/>
                    </a:cubicBezTo>
                    <a:cubicBezTo>
                      <a:pt x="136" y="129"/>
                      <a:pt x="136" y="137"/>
                      <a:pt x="136" y="145"/>
                    </a:cubicBezTo>
                    <a:cubicBezTo>
                      <a:pt x="136" y="155"/>
                      <a:pt x="136" y="165"/>
                      <a:pt x="137" y="174"/>
                    </a:cubicBezTo>
                    <a:cubicBezTo>
                      <a:pt x="138" y="181"/>
                      <a:pt x="132" y="187"/>
                      <a:pt x="126" y="187"/>
                    </a:cubicBezTo>
                    <a:lnTo>
                      <a:pt x="125" y="187"/>
                    </a:lnTo>
                    <a:cubicBezTo>
                      <a:pt x="119" y="187"/>
                      <a:pt x="114" y="182"/>
                      <a:pt x="114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25520" y="1688400"/>
                <a:ext cx="396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67" extrusionOk="0">
                    <a:moveTo>
                      <a:pt x="45" y="40"/>
                    </a:moveTo>
                    <a:cubicBezTo>
                      <a:pt x="47" y="38"/>
                      <a:pt x="48" y="36"/>
                      <a:pt x="50" y="34"/>
                    </a:cubicBezTo>
                    <a:lnTo>
                      <a:pt x="50" y="33"/>
                    </a:lnTo>
                    <a:cubicBezTo>
                      <a:pt x="50" y="33"/>
                      <a:pt x="50" y="32"/>
                      <a:pt x="51" y="32"/>
                    </a:cubicBezTo>
                    <a:cubicBezTo>
                      <a:pt x="51" y="31"/>
                      <a:pt x="52" y="31"/>
                      <a:pt x="53" y="30"/>
                    </a:cubicBezTo>
                    <a:cubicBezTo>
                      <a:pt x="51" y="30"/>
                      <a:pt x="50" y="30"/>
                      <a:pt x="49" y="29"/>
                    </a:cubicBezTo>
                    <a:cubicBezTo>
                      <a:pt x="49" y="30"/>
                      <a:pt x="49" y="30"/>
                      <a:pt x="49" y="31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47" y="32"/>
                      <a:pt x="46" y="36"/>
                      <a:pt x="45" y="40"/>
                    </a:cubicBezTo>
                    <a:moveTo>
                      <a:pt x="10" y="166"/>
                    </a:moveTo>
                    <a:cubicBezTo>
                      <a:pt x="4" y="165"/>
                      <a:pt x="0" y="161"/>
                      <a:pt x="0" y="155"/>
                    </a:cubicBezTo>
                    <a:cubicBezTo>
                      <a:pt x="0" y="151"/>
                      <a:pt x="1" y="147"/>
                      <a:pt x="1" y="143"/>
                    </a:cubicBezTo>
                    <a:cubicBezTo>
                      <a:pt x="2" y="141"/>
                      <a:pt x="2" y="138"/>
                      <a:pt x="3" y="136"/>
                    </a:cubicBezTo>
                    <a:cubicBezTo>
                      <a:pt x="4" y="130"/>
                      <a:pt x="5" y="124"/>
                      <a:pt x="6" y="118"/>
                    </a:cubicBezTo>
                    <a:cubicBezTo>
                      <a:pt x="8" y="107"/>
                      <a:pt x="9" y="96"/>
                      <a:pt x="12" y="85"/>
                    </a:cubicBezTo>
                    <a:cubicBezTo>
                      <a:pt x="15" y="70"/>
                      <a:pt x="17" y="54"/>
                      <a:pt x="21" y="39"/>
                    </a:cubicBezTo>
                    <a:cubicBezTo>
                      <a:pt x="23" y="32"/>
                      <a:pt x="25" y="26"/>
                      <a:pt x="28" y="20"/>
                    </a:cubicBezTo>
                    <a:cubicBezTo>
                      <a:pt x="30" y="16"/>
                      <a:pt x="31" y="13"/>
                      <a:pt x="33" y="10"/>
                    </a:cubicBezTo>
                    <a:cubicBezTo>
                      <a:pt x="35" y="8"/>
                      <a:pt x="37" y="5"/>
                      <a:pt x="39" y="4"/>
                    </a:cubicBezTo>
                    <a:cubicBezTo>
                      <a:pt x="44" y="1"/>
                      <a:pt x="51" y="0"/>
                      <a:pt x="56" y="3"/>
                    </a:cubicBezTo>
                    <a:cubicBezTo>
                      <a:pt x="58" y="5"/>
                      <a:pt x="60" y="7"/>
                      <a:pt x="62" y="10"/>
                    </a:cubicBezTo>
                    <a:cubicBezTo>
                      <a:pt x="64" y="12"/>
                      <a:pt x="65" y="13"/>
                      <a:pt x="66" y="16"/>
                    </a:cubicBezTo>
                    <a:cubicBezTo>
                      <a:pt x="69" y="13"/>
                      <a:pt x="72" y="11"/>
                      <a:pt x="76" y="9"/>
                    </a:cubicBezTo>
                    <a:cubicBezTo>
                      <a:pt x="79" y="7"/>
                      <a:pt x="84" y="5"/>
                      <a:pt x="89" y="5"/>
                    </a:cubicBezTo>
                    <a:cubicBezTo>
                      <a:pt x="91" y="5"/>
                      <a:pt x="93" y="5"/>
                      <a:pt x="95" y="5"/>
                    </a:cubicBezTo>
                    <a:cubicBezTo>
                      <a:pt x="97" y="5"/>
                      <a:pt x="99" y="7"/>
                      <a:pt x="101" y="7"/>
                    </a:cubicBezTo>
                    <a:cubicBezTo>
                      <a:pt x="107" y="11"/>
                      <a:pt x="109" y="18"/>
                      <a:pt x="106" y="24"/>
                    </a:cubicBezTo>
                    <a:cubicBezTo>
                      <a:pt x="103" y="29"/>
                      <a:pt x="96" y="31"/>
                      <a:pt x="90" y="28"/>
                    </a:cubicBezTo>
                    <a:cubicBezTo>
                      <a:pt x="89" y="28"/>
                      <a:pt x="89" y="28"/>
                      <a:pt x="88" y="28"/>
                    </a:cubicBezTo>
                    <a:cubicBezTo>
                      <a:pt x="87" y="29"/>
                      <a:pt x="86" y="30"/>
                      <a:pt x="85" y="30"/>
                    </a:cubicBezTo>
                    <a:cubicBezTo>
                      <a:pt x="83" y="31"/>
                      <a:pt x="83" y="31"/>
                      <a:pt x="82" y="32"/>
                    </a:cubicBezTo>
                    <a:cubicBezTo>
                      <a:pt x="80" y="34"/>
                      <a:pt x="78" y="35"/>
                      <a:pt x="76" y="37"/>
                    </a:cubicBezTo>
                    <a:cubicBezTo>
                      <a:pt x="75" y="38"/>
                      <a:pt x="73" y="39"/>
                      <a:pt x="72" y="41"/>
                    </a:cubicBezTo>
                    <a:cubicBezTo>
                      <a:pt x="72" y="42"/>
                      <a:pt x="71" y="42"/>
                      <a:pt x="71" y="42"/>
                    </a:cubicBezTo>
                    <a:cubicBezTo>
                      <a:pt x="71" y="42"/>
                      <a:pt x="72" y="42"/>
                      <a:pt x="72" y="41"/>
                    </a:cubicBezTo>
                    <a:cubicBezTo>
                      <a:pt x="71" y="43"/>
                      <a:pt x="69" y="44"/>
                      <a:pt x="68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6"/>
                      <a:pt x="67" y="46"/>
                    </a:cubicBezTo>
                    <a:cubicBezTo>
                      <a:pt x="67" y="47"/>
                      <a:pt x="67" y="48"/>
                      <a:pt x="66" y="48"/>
                    </a:cubicBezTo>
                    <a:cubicBezTo>
                      <a:pt x="61" y="55"/>
                      <a:pt x="57" y="62"/>
                      <a:pt x="52" y="69"/>
                    </a:cubicBezTo>
                    <a:cubicBezTo>
                      <a:pt x="50" y="74"/>
                      <a:pt x="47" y="79"/>
                      <a:pt x="44" y="85"/>
                    </a:cubicBezTo>
                    <a:cubicBezTo>
                      <a:pt x="39" y="97"/>
                      <a:pt x="36" y="109"/>
                      <a:pt x="32" y="121"/>
                    </a:cubicBezTo>
                    <a:cubicBezTo>
                      <a:pt x="28" y="133"/>
                      <a:pt x="25" y="145"/>
                      <a:pt x="23" y="157"/>
                    </a:cubicBezTo>
                    <a:cubicBezTo>
                      <a:pt x="22" y="162"/>
                      <a:pt x="16" y="166"/>
                      <a:pt x="11" y="166"/>
                    </a:cubicBezTo>
                    <a:lnTo>
                      <a:pt x="10" y="1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68360" y="1690920"/>
                <a:ext cx="3816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4" extrusionOk="0">
                    <a:moveTo>
                      <a:pt x="41" y="143"/>
                    </a:moveTo>
                    <a:cubicBezTo>
                      <a:pt x="36" y="142"/>
                      <a:pt x="31" y="140"/>
                      <a:pt x="26" y="138"/>
                    </a:cubicBezTo>
                    <a:cubicBezTo>
                      <a:pt x="17" y="133"/>
                      <a:pt x="11" y="125"/>
                      <a:pt x="6" y="116"/>
                    </a:cubicBezTo>
                    <a:cubicBezTo>
                      <a:pt x="0" y="105"/>
                      <a:pt x="1" y="94"/>
                      <a:pt x="2" y="82"/>
                    </a:cubicBezTo>
                    <a:cubicBezTo>
                      <a:pt x="5" y="70"/>
                      <a:pt x="9" y="60"/>
                      <a:pt x="15" y="50"/>
                    </a:cubicBezTo>
                    <a:cubicBezTo>
                      <a:pt x="20" y="40"/>
                      <a:pt x="26" y="31"/>
                      <a:pt x="34" y="22"/>
                    </a:cubicBezTo>
                    <a:cubicBezTo>
                      <a:pt x="37" y="18"/>
                      <a:pt x="41" y="14"/>
                      <a:pt x="46" y="11"/>
                    </a:cubicBezTo>
                    <a:cubicBezTo>
                      <a:pt x="51" y="8"/>
                      <a:pt x="55" y="6"/>
                      <a:pt x="61" y="4"/>
                    </a:cubicBezTo>
                    <a:cubicBezTo>
                      <a:pt x="70" y="0"/>
                      <a:pt x="81" y="2"/>
                      <a:pt x="90" y="8"/>
                    </a:cubicBezTo>
                    <a:cubicBezTo>
                      <a:pt x="93" y="10"/>
                      <a:pt x="96" y="14"/>
                      <a:pt x="97" y="17"/>
                    </a:cubicBezTo>
                    <a:cubicBezTo>
                      <a:pt x="101" y="19"/>
                      <a:pt x="104" y="22"/>
                      <a:pt x="105" y="26"/>
                    </a:cubicBezTo>
                    <a:cubicBezTo>
                      <a:pt x="105" y="30"/>
                      <a:pt x="104" y="32"/>
                      <a:pt x="103" y="35"/>
                    </a:cubicBezTo>
                    <a:cubicBezTo>
                      <a:pt x="102" y="37"/>
                      <a:pt x="100" y="38"/>
                      <a:pt x="99" y="38"/>
                    </a:cubicBezTo>
                    <a:lnTo>
                      <a:pt x="98" y="39"/>
                    </a:lnTo>
                    <a:lnTo>
                      <a:pt x="99" y="38"/>
                    </a:lnTo>
                    <a:cubicBezTo>
                      <a:pt x="97" y="39"/>
                      <a:pt x="96" y="40"/>
                      <a:pt x="94" y="41"/>
                    </a:cubicBezTo>
                    <a:cubicBezTo>
                      <a:pt x="91" y="42"/>
                      <a:pt x="88" y="41"/>
                      <a:pt x="85" y="40"/>
                    </a:cubicBezTo>
                    <a:cubicBezTo>
                      <a:pt x="81" y="38"/>
                      <a:pt x="79" y="34"/>
                      <a:pt x="77" y="30"/>
                    </a:cubicBezTo>
                    <a:cubicBezTo>
                      <a:pt x="77" y="29"/>
                      <a:pt x="76" y="28"/>
                      <a:pt x="76" y="28"/>
                    </a:cubicBez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6"/>
                      <a:pt x="75" y="26"/>
                      <a:pt x="74" y="26"/>
                    </a:cubicBezTo>
                    <a:cubicBezTo>
                      <a:pt x="74" y="26"/>
                      <a:pt x="73" y="26"/>
                      <a:pt x="73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5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5"/>
                      <a:pt x="69" y="25"/>
                      <a:pt x="68" y="26"/>
                    </a:cubicBezTo>
                    <a:cubicBezTo>
                      <a:pt x="66" y="27"/>
                      <a:pt x="65" y="27"/>
                      <a:pt x="63" y="28"/>
                    </a:cubicBezTo>
                    <a:cubicBezTo>
                      <a:pt x="62" y="28"/>
                      <a:pt x="61" y="28"/>
                      <a:pt x="61" y="29"/>
                    </a:cubicBezTo>
                    <a:cubicBezTo>
                      <a:pt x="60" y="29"/>
                      <a:pt x="59" y="30"/>
                      <a:pt x="59" y="30"/>
                    </a:cubicBezTo>
                    <a:cubicBezTo>
                      <a:pt x="57" y="31"/>
                      <a:pt x="55" y="32"/>
                      <a:pt x="54" y="34"/>
                    </a:cubicBezTo>
                    <a:cubicBezTo>
                      <a:pt x="51" y="37"/>
                      <a:pt x="49" y="39"/>
                      <a:pt x="47" y="41"/>
                    </a:cubicBezTo>
                    <a:cubicBezTo>
                      <a:pt x="44" y="46"/>
                      <a:pt x="40" y="51"/>
                      <a:pt x="37" y="56"/>
                    </a:cubicBezTo>
                    <a:cubicBezTo>
                      <a:pt x="34" y="60"/>
                      <a:pt x="31" y="66"/>
                      <a:pt x="29" y="70"/>
                    </a:cubicBezTo>
                    <a:cubicBezTo>
                      <a:pt x="28" y="73"/>
                      <a:pt x="27" y="76"/>
                      <a:pt x="26" y="78"/>
                    </a:cubicBezTo>
                    <a:cubicBezTo>
                      <a:pt x="26" y="81"/>
                      <a:pt x="25" y="85"/>
                      <a:pt x="24" y="88"/>
                    </a:cubicBezTo>
                    <a:cubicBezTo>
                      <a:pt x="24" y="91"/>
                      <a:pt x="24" y="92"/>
                      <a:pt x="24" y="95"/>
                    </a:cubicBezTo>
                    <a:cubicBezTo>
                      <a:pt x="24" y="97"/>
                      <a:pt x="24" y="98"/>
                      <a:pt x="24" y="99"/>
                    </a:cubicBezTo>
                    <a:cubicBezTo>
                      <a:pt x="24" y="100"/>
                      <a:pt x="24" y="101"/>
                      <a:pt x="24" y="101"/>
                    </a:cubicBezTo>
                    <a:cubicBezTo>
                      <a:pt x="24" y="102"/>
                      <a:pt x="24" y="102"/>
                      <a:pt x="25" y="104"/>
                    </a:cubicBezTo>
                    <a:cubicBezTo>
                      <a:pt x="25" y="105"/>
                      <a:pt x="26" y="106"/>
                      <a:pt x="27" y="107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9" y="111"/>
                      <a:pt x="30" y="112"/>
                      <a:pt x="31" y="113"/>
                    </a:cubicBezTo>
                    <a:cubicBezTo>
                      <a:pt x="32" y="114"/>
                      <a:pt x="33" y="115"/>
                      <a:pt x="34" y="115"/>
                    </a:cubicBezTo>
                    <a:cubicBezTo>
                      <a:pt x="34" y="116"/>
                      <a:pt x="35" y="116"/>
                      <a:pt x="36" y="117"/>
                    </a:cubicBezTo>
                    <a:cubicBezTo>
                      <a:pt x="37" y="118"/>
                      <a:pt x="37" y="118"/>
                      <a:pt x="38" y="118"/>
                    </a:cubicBezTo>
                    <a:cubicBezTo>
                      <a:pt x="39" y="119"/>
                      <a:pt x="40" y="119"/>
                      <a:pt x="41" y="119"/>
                    </a:cubicBezTo>
                    <a:cubicBezTo>
                      <a:pt x="42" y="120"/>
                      <a:pt x="42" y="120"/>
                      <a:pt x="44" y="120"/>
                    </a:cubicBezTo>
                    <a:cubicBezTo>
                      <a:pt x="44" y="120"/>
                      <a:pt x="45" y="120"/>
                      <a:pt x="47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20"/>
                      <a:pt x="51" y="120"/>
                      <a:pt x="52" y="119"/>
                    </a:cubicBezTo>
                    <a:cubicBezTo>
                      <a:pt x="58" y="119"/>
                      <a:pt x="64" y="122"/>
                      <a:pt x="65" y="129"/>
                    </a:cubicBezTo>
                    <a:cubicBezTo>
                      <a:pt x="66" y="135"/>
                      <a:pt x="62" y="141"/>
                      <a:pt x="56" y="142"/>
                    </a:cubicBezTo>
                    <a:cubicBezTo>
                      <a:pt x="52" y="143"/>
                      <a:pt x="49" y="143"/>
                      <a:pt x="45" y="143"/>
                    </a:cubicBezTo>
                    <a:cubicBezTo>
                      <a:pt x="44" y="143"/>
                      <a:pt x="42" y="143"/>
                      <a:pt x="41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516240" y="1681560"/>
                <a:ext cx="4356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5" extrusionOk="0">
                    <a:moveTo>
                      <a:pt x="47" y="193"/>
                    </a:moveTo>
                    <a:cubicBezTo>
                      <a:pt x="45" y="192"/>
                      <a:pt x="42" y="191"/>
                      <a:pt x="40" y="189"/>
                    </a:cubicBezTo>
                    <a:cubicBezTo>
                      <a:pt x="38" y="187"/>
                      <a:pt x="37" y="184"/>
                      <a:pt x="35" y="181"/>
                    </a:cubicBezTo>
                    <a:cubicBezTo>
                      <a:pt x="32" y="176"/>
                      <a:pt x="35" y="168"/>
                      <a:pt x="41" y="166"/>
                    </a:cubicBezTo>
                    <a:cubicBezTo>
                      <a:pt x="46" y="163"/>
                      <a:pt x="53" y="166"/>
                      <a:pt x="56" y="171"/>
                    </a:cubicBezTo>
                    <a:cubicBezTo>
                      <a:pt x="57" y="171"/>
                      <a:pt x="57" y="171"/>
                      <a:pt x="57" y="171"/>
                    </a:cubicBezTo>
                    <a:cubicBezTo>
                      <a:pt x="61" y="171"/>
                      <a:pt x="64" y="171"/>
                      <a:pt x="67" y="170"/>
                    </a:cubicBezTo>
                    <a:cubicBezTo>
                      <a:pt x="69" y="170"/>
                      <a:pt x="71" y="170"/>
                      <a:pt x="73" y="169"/>
                    </a:cubicBezTo>
                    <a:cubicBezTo>
                      <a:pt x="75" y="169"/>
                      <a:pt x="77" y="169"/>
                      <a:pt x="78" y="168"/>
                    </a:cubicBezTo>
                    <a:cubicBezTo>
                      <a:pt x="80" y="167"/>
                      <a:pt x="81" y="166"/>
                      <a:pt x="83" y="166"/>
                    </a:cubicBezTo>
                    <a:cubicBezTo>
                      <a:pt x="84" y="164"/>
                      <a:pt x="86" y="164"/>
                      <a:pt x="88" y="163"/>
                    </a:cubicBezTo>
                    <a:cubicBezTo>
                      <a:pt x="88" y="162"/>
                      <a:pt x="90" y="161"/>
                      <a:pt x="91" y="160"/>
                    </a:cubicBezTo>
                    <a:lnTo>
                      <a:pt x="92" y="159"/>
                    </a:lnTo>
                    <a:cubicBezTo>
                      <a:pt x="93" y="157"/>
                      <a:pt x="94" y="156"/>
                      <a:pt x="94" y="155"/>
                    </a:cubicBezTo>
                    <a:cubicBezTo>
                      <a:pt x="95" y="155"/>
                      <a:pt x="95" y="155"/>
                      <a:pt x="95" y="154"/>
                    </a:cubicBezTo>
                    <a:cubicBezTo>
                      <a:pt x="95" y="155"/>
                      <a:pt x="95" y="155"/>
                      <a:pt x="95" y="155"/>
                    </a:cubicBezTo>
                    <a:cubicBezTo>
                      <a:pt x="95" y="154"/>
                      <a:pt x="95" y="153"/>
                      <a:pt x="95" y="153"/>
                    </a:cubicBezTo>
                    <a:cubicBezTo>
                      <a:pt x="96" y="151"/>
                      <a:pt x="96" y="150"/>
                      <a:pt x="97" y="148"/>
                    </a:cubicBezTo>
                    <a:cubicBezTo>
                      <a:pt x="97" y="149"/>
                      <a:pt x="97" y="149"/>
                      <a:pt x="97" y="150"/>
                    </a:cubicBezTo>
                    <a:cubicBezTo>
                      <a:pt x="97" y="149"/>
                      <a:pt x="97" y="147"/>
                      <a:pt x="97" y="146"/>
                    </a:cubicBezTo>
                    <a:lnTo>
                      <a:pt x="97" y="145"/>
                    </a:lnTo>
                    <a:lnTo>
                      <a:pt x="97" y="144"/>
                    </a:lnTo>
                    <a:lnTo>
                      <a:pt x="97" y="145"/>
                    </a:lnTo>
                    <a:lnTo>
                      <a:pt x="97" y="144"/>
                    </a:lnTo>
                    <a:cubicBezTo>
                      <a:pt x="97" y="144"/>
                      <a:pt x="96" y="143"/>
                      <a:pt x="96" y="142"/>
                    </a:cubicBezTo>
                    <a:cubicBezTo>
                      <a:pt x="96" y="142"/>
                      <a:pt x="95" y="142"/>
                      <a:pt x="95" y="141"/>
                    </a:cubicBezTo>
                    <a:cubicBezTo>
                      <a:pt x="95" y="140"/>
                      <a:pt x="94" y="139"/>
                      <a:pt x="94" y="138"/>
                    </a:cubicBezTo>
                    <a:lnTo>
                      <a:pt x="94" y="139"/>
                    </a:lnTo>
                    <a:cubicBezTo>
                      <a:pt x="94" y="139"/>
                      <a:pt x="93" y="138"/>
                      <a:pt x="92" y="137"/>
                    </a:cubicBezTo>
                    <a:cubicBezTo>
                      <a:pt x="91" y="135"/>
                      <a:pt x="90" y="134"/>
                      <a:pt x="88" y="132"/>
                    </a:cubicBezTo>
                    <a:cubicBezTo>
                      <a:pt x="85" y="131"/>
                      <a:pt x="82" y="128"/>
                      <a:pt x="79" y="127"/>
                    </a:cubicBezTo>
                    <a:cubicBezTo>
                      <a:pt x="70" y="121"/>
                      <a:pt x="62" y="117"/>
                      <a:pt x="53" y="111"/>
                    </a:cubicBezTo>
                    <a:cubicBezTo>
                      <a:pt x="45" y="107"/>
                      <a:pt x="36" y="102"/>
                      <a:pt x="28" y="96"/>
                    </a:cubicBezTo>
                    <a:cubicBezTo>
                      <a:pt x="18" y="87"/>
                      <a:pt x="9" y="77"/>
                      <a:pt x="4" y="63"/>
                    </a:cubicBezTo>
                    <a:cubicBezTo>
                      <a:pt x="0" y="50"/>
                      <a:pt x="2" y="36"/>
                      <a:pt x="9" y="25"/>
                    </a:cubicBezTo>
                    <a:cubicBezTo>
                      <a:pt x="13" y="19"/>
                      <a:pt x="19" y="15"/>
                      <a:pt x="24" y="12"/>
                    </a:cubicBezTo>
                    <a:cubicBezTo>
                      <a:pt x="30" y="8"/>
                      <a:pt x="35" y="5"/>
                      <a:pt x="42" y="3"/>
                    </a:cubicBezTo>
                    <a:cubicBezTo>
                      <a:pt x="55" y="0"/>
                      <a:pt x="69" y="1"/>
                      <a:pt x="80" y="8"/>
                    </a:cubicBezTo>
                    <a:cubicBezTo>
                      <a:pt x="85" y="12"/>
                      <a:pt x="90" y="16"/>
                      <a:pt x="93" y="21"/>
                    </a:cubicBezTo>
                    <a:cubicBezTo>
                      <a:pt x="95" y="24"/>
                      <a:pt x="96" y="28"/>
                      <a:pt x="97" y="31"/>
                    </a:cubicBezTo>
                    <a:cubicBezTo>
                      <a:pt x="98" y="33"/>
                      <a:pt x="98" y="37"/>
                      <a:pt x="97" y="40"/>
                    </a:cubicBezTo>
                    <a:cubicBezTo>
                      <a:pt x="95" y="44"/>
                      <a:pt x="92" y="47"/>
                      <a:pt x="88" y="48"/>
                    </a:cubicBezTo>
                    <a:cubicBezTo>
                      <a:pt x="82" y="49"/>
                      <a:pt x="76" y="46"/>
                      <a:pt x="74" y="40"/>
                    </a:cubicBezTo>
                    <a:cubicBezTo>
                      <a:pt x="74" y="38"/>
                      <a:pt x="74" y="36"/>
                      <a:pt x="73" y="34"/>
                    </a:cubicBezTo>
                    <a:lnTo>
                      <a:pt x="73" y="33"/>
                    </a:lnTo>
                    <a:cubicBezTo>
                      <a:pt x="73" y="33"/>
                      <a:pt x="73" y="32"/>
                      <a:pt x="72" y="32"/>
                    </a:cubicBezTo>
                    <a:lnTo>
                      <a:pt x="71" y="31"/>
                    </a:lnTo>
                    <a:cubicBezTo>
                      <a:pt x="71" y="30"/>
                      <a:pt x="70" y="30"/>
                      <a:pt x="70" y="30"/>
                    </a:cubicBezTo>
                    <a:cubicBezTo>
                      <a:pt x="70" y="30"/>
                      <a:pt x="71" y="30"/>
                      <a:pt x="71" y="31"/>
                    </a:cubicBezTo>
                    <a:cubicBezTo>
                      <a:pt x="70" y="30"/>
                      <a:pt x="70" y="29"/>
                      <a:pt x="70" y="29"/>
                    </a:cubicBezTo>
                    <a:cubicBezTo>
                      <a:pt x="69" y="29"/>
                      <a:pt x="68" y="28"/>
                      <a:pt x="67" y="28"/>
                    </a:cubicBezTo>
                    <a:cubicBezTo>
                      <a:pt x="67" y="28"/>
                      <a:pt x="66" y="27"/>
                      <a:pt x="66" y="26"/>
                    </a:cubicBezTo>
                    <a:cubicBezTo>
                      <a:pt x="64" y="26"/>
                      <a:pt x="64" y="26"/>
                      <a:pt x="63" y="26"/>
                    </a:cubicBezTo>
                    <a:cubicBezTo>
                      <a:pt x="62" y="25"/>
                      <a:pt x="60" y="25"/>
                      <a:pt x="59" y="25"/>
                    </a:cubicBezTo>
                    <a:cubicBezTo>
                      <a:pt x="58" y="25"/>
                      <a:pt x="57" y="25"/>
                      <a:pt x="56" y="25"/>
                    </a:cubicBezTo>
                    <a:cubicBezTo>
                      <a:pt x="55" y="25"/>
                      <a:pt x="53" y="25"/>
                      <a:pt x="52" y="25"/>
                    </a:cubicBezTo>
                    <a:cubicBezTo>
                      <a:pt x="51" y="25"/>
                      <a:pt x="49" y="25"/>
                      <a:pt x="48" y="26"/>
                    </a:cubicBezTo>
                    <a:cubicBezTo>
                      <a:pt x="47" y="26"/>
                      <a:pt x="46" y="26"/>
                      <a:pt x="44" y="27"/>
                    </a:cubicBezTo>
                    <a:cubicBezTo>
                      <a:pt x="43" y="28"/>
                      <a:pt x="42" y="28"/>
                      <a:pt x="41" y="29"/>
                    </a:cubicBezTo>
                    <a:cubicBezTo>
                      <a:pt x="39" y="29"/>
                      <a:pt x="38" y="31"/>
                      <a:pt x="36" y="32"/>
                    </a:cubicBezTo>
                    <a:cubicBezTo>
                      <a:pt x="34" y="33"/>
                      <a:pt x="32" y="35"/>
                      <a:pt x="31" y="36"/>
                    </a:cubicBezTo>
                    <a:cubicBezTo>
                      <a:pt x="30" y="37"/>
                      <a:pt x="29" y="38"/>
                      <a:pt x="28" y="39"/>
                    </a:cubicBezTo>
                    <a:lnTo>
                      <a:pt x="27" y="40"/>
                    </a:lnTo>
                    <a:cubicBezTo>
                      <a:pt x="27" y="40"/>
                      <a:pt x="27" y="41"/>
                      <a:pt x="27" y="42"/>
                    </a:cubicBezTo>
                    <a:cubicBezTo>
                      <a:pt x="26" y="42"/>
                      <a:pt x="26" y="43"/>
                      <a:pt x="25" y="44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6"/>
                      <a:pt x="25" y="48"/>
                      <a:pt x="25" y="49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3"/>
                      <a:pt x="25" y="54"/>
                      <a:pt x="25" y="55"/>
                    </a:cubicBezTo>
                    <a:cubicBezTo>
                      <a:pt x="26" y="56"/>
                      <a:pt x="26" y="57"/>
                      <a:pt x="27" y="58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30" y="63"/>
                      <a:pt x="30" y="65"/>
                      <a:pt x="31" y="67"/>
                    </a:cubicBezTo>
                    <a:cubicBezTo>
                      <a:pt x="32" y="68"/>
                      <a:pt x="34" y="70"/>
                      <a:pt x="35" y="71"/>
                    </a:cubicBezTo>
                    <a:cubicBezTo>
                      <a:pt x="38" y="74"/>
                      <a:pt x="40" y="75"/>
                      <a:pt x="42" y="78"/>
                    </a:cubicBezTo>
                    <a:cubicBezTo>
                      <a:pt x="46" y="81"/>
                      <a:pt x="51" y="83"/>
                      <a:pt x="55" y="86"/>
                    </a:cubicBezTo>
                    <a:cubicBezTo>
                      <a:pt x="63" y="91"/>
                      <a:pt x="72" y="96"/>
                      <a:pt x="81" y="101"/>
                    </a:cubicBezTo>
                    <a:cubicBezTo>
                      <a:pt x="85" y="104"/>
                      <a:pt x="90" y="106"/>
                      <a:pt x="94" y="109"/>
                    </a:cubicBezTo>
                    <a:cubicBezTo>
                      <a:pt x="97" y="111"/>
                      <a:pt x="101" y="114"/>
                      <a:pt x="104" y="117"/>
                    </a:cubicBezTo>
                    <a:cubicBezTo>
                      <a:pt x="109" y="121"/>
                      <a:pt x="114" y="126"/>
                      <a:pt x="116" y="132"/>
                    </a:cubicBezTo>
                    <a:cubicBezTo>
                      <a:pt x="119" y="137"/>
                      <a:pt x="120" y="142"/>
                      <a:pt x="120" y="148"/>
                    </a:cubicBezTo>
                    <a:cubicBezTo>
                      <a:pt x="119" y="153"/>
                      <a:pt x="118" y="160"/>
                      <a:pt x="115" y="165"/>
                    </a:cubicBezTo>
                    <a:cubicBezTo>
                      <a:pt x="109" y="176"/>
                      <a:pt x="99" y="184"/>
                      <a:pt x="88" y="188"/>
                    </a:cubicBezTo>
                    <a:cubicBezTo>
                      <a:pt x="80" y="192"/>
                      <a:pt x="71" y="194"/>
                      <a:pt x="63" y="194"/>
                    </a:cubicBezTo>
                    <a:cubicBezTo>
                      <a:pt x="61" y="194"/>
                      <a:pt x="59" y="194"/>
                      <a:pt x="56" y="194"/>
                    </a:cubicBezTo>
                    <a:cubicBezTo>
                      <a:pt x="53" y="194"/>
                      <a:pt x="50" y="194"/>
                      <a:pt x="47" y="1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573840" y="1685160"/>
                <a:ext cx="1728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50" extrusionOk="0">
                    <a:moveTo>
                      <a:pt x="3" y="138"/>
                    </a:moveTo>
                    <a:cubicBezTo>
                      <a:pt x="2" y="119"/>
                      <a:pt x="2" y="99"/>
                      <a:pt x="1" y="79"/>
                    </a:cubicBezTo>
                    <a:cubicBezTo>
                      <a:pt x="1" y="64"/>
                      <a:pt x="0" y="49"/>
                      <a:pt x="3" y="34"/>
                    </a:cubicBezTo>
                    <a:cubicBezTo>
                      <a:pt x="4" y="28"/>
                      <a:pt x="5" y="22"/>
                      <a:pt x="7" y="17"/>
                    </a:cubicBezTo>
                    <a:cubicBezTo>
                      <a:pt x="9" y="13"/>
                      <a:pt x="12" y="7"/>
                      <a:pt x="17" y="4"/>
                    </a:cubicBezTo>
                    <a:cubicBezTo>
                      <a:pt x="20" y="2"/>
                      <a:pt x="25" y="0"/>
                      <a:pt x="29" y="1"/>
                    </a:cubicBezTo>
                    <a:cubicBezTo>
                      <a:pt x="34" y="3"/>
                      <a:pt x="37" y="5"/>
                      <a:pt x="41" y="7"/>
                    </a:cubicBezTo>
                    <a:cubicBezTo>
                      <a:pt x="46" y="11"/>
                      <a:pt x="47" y="18"/>
                      <a:pt x="44" y="24"/>
                    </a:cubicBezTo>
                    <a:cubicBezTo>
                      <a:pt x="40" y="28"/>
                      <a:pt x="33" y="29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4"/>
                      <a:pt x="25" y="37"/>
                      <a:pt x="25" y="40"/>
                    </a:cubicBezTo>
                    <a:cubicBezTo>
                      <a:pt x="24" y="47"/>
                      <a:pt x="23" y="55"/>
                      <a:pt x="23" y="63"/>
                    </a:cubicBezTo>
                    <a:cubicBezTo>
                      <a:pt x="23" y="88"/>
                      <a:pt x="25" y="113"/>
                      <a:pt x="26" y="137"/>
                    </a:cubicBezTo>
                    <a:cubicBezTo>
                      <a:pt x="26" y="144"/>
                      <a:pt x="21" y="149"/>
                      <a:pt x="15" y="149"/>
                    </a:cubicBezTo>
                    <a:cubicBezTo>
                      <a:pt x="8" y="149"/>
                      <a:pt x="3" y="145"/>
                      <a:pt x="3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578880" y="1658520"/>
                <a:ext cx="9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26" extrusionOk="0">
                    <a:moveTo>
                      <a:pt x="1" y="13"/>
                    </a:moveTo>
                    <a:cubicBezTo>
                      <a:pt x="0" y="6"/>
                      <a:pt x="6" y="0"/>
                      <a:pt x="12" y="0"/>
                    </a:cubicBezTo>
                    <a:cubicBezTo>
                      <a:pt x="19" y="0"/>
                      <a:pt x="26" y="4"/>
                      <a:pt x="26" y="12"/>
                    </a:cubicBezTo>
                    <a:cubicBezTo>
                      <a:pt x="26" y="18"/>
                      <a:pt x="21" y="25"/>
                      <a:pt x="14" y="25"/>
                    </a:cubicBezTo>
                    <a:cubicBezTo>
                      <a:pt x="7" y="25"/>
                      <a:pt x="1" y="20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608040" y="1688040"/>
                <a:ext cx="3384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81" extrusionOk="0">
                    <a:moveTo>
                      <a:pt x="10" y="180"/>
                    </a:moveTo>
                    <a:cubicBezTo>
                      <a:pt x="4" y="178"/>
                      <a:pt x="0" y="172"/>
                      <a:pt x="1" y="166"/>
                    </a:cubicBezTo>
                    <a:cubicBezTo>
                      <a:pt x="2" y="162"/>
                      <a:pt x="2" y="158"/>
                      <a:pt x="4" y="153"/>
                    </a:cubicBezTo>
                    <a:cubicBezTo>
                      <a:pt x="4" y="150"/>
                      <a:pt x="5" y="146"/>
                      <a:pt x="5" y="142"/>
                    </a:cubicBezTo>
                    <a:cubicBezTo>
                      <a:pt x="8" y="121"/>
                      <a:pt x="9" y="99"/>
                      <a:pt x="11" y="78"/>
                    </a:cubicBezTo>
                    <a:cubicBezTo>
                      <a:pt x="11" y="68"/>
                      <a:pt x="11" y="58"/>
                      <a:pt x="12" y="48"/>
                    </a:cubicBezTo>
                    <a:cubicBezTo>
                      <a:pt x="12" y="39"/>
                      <a:pt x="13" y="30"/>
                      <a:pt x="14" y="21"/>
                    </a:cubicBezTo>
                    <a:cubicBezTo>
                      <a:pt x="15" y="15"/>
                      <a:pt x="18" y="8"/>
                      <a:pt x="22" y="4"/>
                    </a:cubicBezTo>
                    <a:cubicBezTo>
                      <a:pt x="25" y="1"/>
                      <a:pt x="30" y="0"/>
                      <a:pt x="35" y="2"/>
                    </a:cubicBezTo>
                    <a:cubicBezTo>
                      <a:pt x="41" y="4"/>
                      <a:pt x="44" y="11"/>
                      <a:pt x="42" y="17"/>
                    </a:cubicBezTo>
                    <a:cubicBezTo>
                      <a:pt x="41" y="20"/>
                      <a:pt x="40" y="21"/>
                      <a:pt x="38" y="22"/>
                    </a:cubicBezTo>
                    <a:cubicBezTo>
                      <a:pt x="38" y="22"/>
                      <a:pt x="38" y="23"/>
                      <a:pt x="37" y="24"/>
                    </a:cubicBezTo>
                    <a:cubicBezTo>
                      <a:pt x="37" y="26"/>
                      <a:pt x="36" y="29"/>
                      <a:pt x="36" y="32"/>
                    </a:cubicBezTo>
                    <a:lnTo>
                      <a:pt x="36" y="31"/>
                    </a:lnTo>
                    <a:cubicBezTo>
                      <a:pt x="34" y="45"/>
                      <a:pt x="34" y="57"/>
                      <a:pt x="33" y="70"/>
                    </a:cubicBezTo>
                    <a:cubicBezTo>
                      <a:pt x="33" y="72"/>
                      <a:pt x="33" y="74"/>
                      <a:pt x="33" y="75"/>
                    </a:cubicBezTo>
                    <a:cubicBezTo>
                      <a:pt x="36" y="70"/>
                      <a:pt x="38" y="65"/>
                      <a:pt x="41" y="61"/>
                    </a:cubicBezTo>
                    <a:cubicBezTo>
                      <a:pt x="43" y="57"/>
                      <a:pt x="45" y="53"/>
                      <a:pt x="48" y="50"/>
                    </a:cubicBezTo>
                    <a:cubicBezTo>
                      <a:pt x="50" y="47"/>
                      <a:pt x="52" y="45"/>
                      <a:pt x="55" y="43"/>
                    </a:cubicBezTo>
                    <a:cubicBezTo>
                      <a:pt x="58" y="42"/>
                      <a:pt x="61" y="39"/>
                      <a:pt x="65" y="39"/>
                    </a:cubicBezTo>
                    <a:cubicBezTo>
                      <a:pt x="68" y="39"/>
                      <a:pt x="72" y="39"/>
                      <a:pt x="75" y="41"/>
                    </a:cubicBezTo>
                    <a:cubicBezTo>
                      <a:pt x="78" y="43"/>
                      <a:pt x="79" y="45"/>
                      <a:pt x="82" y="47"/>
                    </a:cubicBezTo>
                    <a:cubicBezTo>
                      <a:pt x="86" y="53"/>
                      <a:pt x="89" y="61"/>
                      <a:pt x="90" y="68"/>
                    </a:cubicBezTo>
                    <a:cubicBezTo>
                      <a:pt x="93" y="79"/>
                      <a:pt x="93" y="91"/>
                      <a:pt x="93" y="102"/>
                    </a:cubicBezTo>
                    <a:cubicBezTo>
                      <a:pt x="93" y="107"/>
                      <a:pt x="93" y="113"/>
                      <a:pt x="93" y="119"/>
                    </a:cubicBezTo>
                    <a:cubicBezTo>
                      <a:pt x="93" y="130"/>
                      <a:pt x="92" y="142"/>
                      <a:pt x="92" y="153"/>
                    </a:cubicBezTo>
                    <a:cubicBezTo>
                      <a:pt x="92" y="160"/>
                      <a:pt x="85" y="165"/>
                      <a:pt x="79" y="164"/>
                    </a:cubicBezTo>
                    <a:cubicBezTo>
                      <a:pt x="72" y="163"/>
                      <a:pt x="68" y="158"/>
                      <a:pt x="68" y="152"/>
                    </a:cubicBezTo>
                    <a:cubicBezTo>
                      <a:pt x="69" y="145"/>
                      <a:pt x="69" y="139"/>
                      <a:pt x="70" y="133"/>
                    </a:cubicBezTo>
                    <a:cubicBezTo>
                      <a:pt x="70" y="128"/>
                      <a:pt x="71" y="123"/>
                      <a:pt x="71" y="118"/>
                    </a:cubicBezTo>
                    <a:cubicBezTo>
                      <a:pt x="71" y="106"/>
                      <a:pt x="71" y="93"/>
                      <a:pt x="69" y="81"/>
                    </a:cubicBezTo>
                    <a:cubicBezTo>
                      <a:pt x="69" y="78"/>
                      <a:pt x="68" y="74"/>
                      <a:pt x="67" y="70"/>
                    </a:cubicBezTo>
                    <a:cubicBezTo>
                      <a:pt x="66" y="68"/>
                      <a:pt x="66" y="67"/>
                      <a:pt x="65" y="65"/>
                    </a:cubicBezTo>
                    <a:lnTo>
                      <a:pt x="65" y="64"/>
                    </a:lnTo>
                    <a:cubicBezTo>
                      <a:pt x="65" y="65"/>
                      <a:pt x="64" y="65"/>
                      <a:pt x="64" y="66"/>
                    </a:cubicBezTo>
                    <a:cubicBezTo>
                      <a:pt x="62" y="68"/>
                      <a:pt x="60" y="71"/>
                      <a:pt x="58" y="74"/>
                    </a:cubicBezTo>
                    <a:cubicBezTo>
                      <a:pt x="56" y="78"/>
                      <a:pt x="53" y="83"/>
                      <a:pt x="50" y="88"/>
                    </a:cubicBezTo>
                    <a:cubicBezTo>
                      <a:pt x="48" y="92"/>
                      <a:pt x="46" y="97"/>
                      <a:pt x="44" y="102"/>
                    </a:cubicBezTo>
                    <a:cubicBezTo>
                      <a:pt x="43" y="105"/>
                      <a:pt x="41" y="107"/>
                      <a:pt x="40" y="111"/>
                    </a:cubicBezTo>
                    <a:cubicBezTo>
                      <a:pt x="39" y="114"/>
                      <a:pt x="38" y="117"/>
                      <a:pt x="37" y="120"/>
                    </a:cubicBezTo>
                    <a:cubicBezTo>
                      <a:pt x="35" y="126"/>
                      <a:pt x="33" y="131"/>
                      <a:pt x="31" y="137"/>
                    </a:cubicBezTo>
                    <a:cubicBezTo>
                      <a:pt x="30" y="142"/>
                      <a:pt x="29" y="146"/>
                      <a:pt x="28" y="152"/>
                    </a:cubicBezTo>
                    <a:cubicBezTo>
                      <a:pt x="27" y="154"/>
                      <a:pt x="27" y="156"/>
                      <a:pt x="26" y="159"/>
                    </a:cubicBezTo>
                    <a:cubicBezTo>
                      <a:pt x="26" y="163"/>
                      <a:pt x="25" y="167"/>
                      <a:pt x="24" y="170"/>
                    </a:cubicBezTo>
                    <a:cubicBezTo>
                      <a:pt x="23" y="176"/>
                      <a:pt x="18" y="180"/>
                      <a:pt x="13" y="180"/>
                    </a:cubicBezTo>
                    <a:cubicBezTo>
                      <a:pt x="12" y="180"/>
                      <a:pt x="11" y="180"/>
                      <a:pt x="10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650520" y="1689120"/>
                <a:ext cx="58680" cy="13536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6" extrusionOk="0">
                    <a:moveTo>
                      <a:pt x="39" y="352"/>
                    </a:moveTo>
                    <a:lnTo>
                      <a:pt x="40" y="352"/>
                    </a:lnTo>
                    <a:cubicBezTo>
                      <a:pt x="40" y="351"/>
                      <a:pt x="40" y="351"/>
                      <a:pt x="41" y="351"/>
                    </a:cubicBezTo>
                    <a:cubicBezTo>
                      <a:pt x="42" y="350"/>
                      <a:pt x="43" y="349"/>
                      <a:pt x="43" y="347"/>
                    </a:cubicBezTo>
                    <a:cubicBezTo>
                      <a:pt x="45" y="345"/>
                      <a:pt x="46" y="342"/>
                      <a:pt x="48" y="339"/>
                    </a:cubicBezTo>
                    <a:cubicBezTo>
                      <a:pt x="52" y="330"/>
                      <a:pt x="55" y="320"/>
                      <a:pt x="59" y="310"/>
                    </a:cubicBezTo>
                    <a:cubicBezTo>
                      <a:pt x="60" y="304"/>
                      <a:pt x="61" y="299"/>
                      <a:pt x="63" y="293"/>
                    </a:cubicBezTo>
                    <a:cubicBezTo>
                      <a:pt x="65" y="288"/>
                      <a:pt x="66" y="283"/>
                      <a:pt x="67" y="277"/>
                    </a:cubicBezTo>
                    <a:cubicBezTo>
                      <a:pt x="68" y="273"/>
                      <a:pt x="69" y="268"/>
                      <a:pt x="70" y="264"/>
                    </a:cubicBezTo>
                    <a:cubicBezTo>
                      <a:pt x="71" y="258"/>
                      <a:pt x="73" y="252"/>
                      <a:pt x="73" y="245"/>
                    </a:cubicBezTo>
                    <a:cubicBezTo>
                      <a:pt x="76" y="228"/>
                      <a:pt x="78" y="210"/>
                      <a:pt x="81" y="192"/>
                    </a:cubicBezTo>
                    <a:cubicBezTo>
                      <a:pt x="78" y="195"/>
                      <a:pt x="76" y="198"/>
                      <a:pt x="74" y="201"/>
                    </a:cubicBezTo>
                    <a:cubicBezTo>
                      <a:pt x="63" y="214"/>
                      <a:pt x="53" y="227"/>
                      <a:pt x="44" y="241"/>
                    </a:cubicBezTo>
                    <a:cubicBezTo>
                      <a:pt x="42" y="244"/>
                      <a:pt x="40" y="247"/>
                      <a:pt x="39" y="251"/>
                    </a:cubicBezTo>
                    <a:cubicBezTo>
                      <a:pt x="35" y="258"/>
                      <a:pt x="33" y="265"/>
                      <a:pt x="31" y="273"/>
                    </a:cubicBezTo>
                    <a:cubicBezTo>
                      <a:pt x="31" y="272"/>
                      <a:pt x="31" y="272"/>
                      <a:pt x="31" y="272"/>
                    </a:cubicBezTo>
                    <a:cubicBezTo>
                      <a:pt x="29" y="280"/>
                      <a:pt x="27" y="289"/>
                      <a:pt x="25" y="297"/>
                    </a:cubicBezTo>
                    <a:cubicBezTo>
                      <a:pt x="25" y="303"/>
                      <a:pt x="24" y="308"/>
                      <a:pt x="24" y="313"/>
                    </a:cubicBezTo>
                    <a:cubicBezTo>
                      <a:pt x="24" y="317"/>
                      <a:pt x="24" y="320"/>
                      <a:pt x="24" y="324"/>
                    </a:cubicBezTo>
                    <a:cubicBezTo>
                      <a:pt x="25" y="326"/>
                      <a:pt x="25" y="329"/>
                      <a:pt x="26" y="332"/>
                    </a:cubicBezTo>
                    <a:cubicBezTo>
                      <a:pt x="27" y="335"/>
                      <a:pt x="27" y="336"/>
                      <a:pt x="28" y="338"/>
                    </a:cubicBezTo>
                    <a:cubicBezTo>
                      <a:pt x="28" y="340"/>
                      <a:pt x="29" y="341"/>
                      <a:pt x="30" y="343"/>
                    </a:cubicBezTo>
                    <a:cubicBezTo>
                      <a:pt x="31" y="344"/>
                      <a:pt x="32" y="346"/>
                      <a:pt x="32" y="347"/>
                    </a:cubicBezTo>
                    <a:cubicBezTo>
                      <a:pt x="33" y="347"/>
                      <a:pt x="34" y="348"/>
                      <a:pt x="34" y="349"/>
                    </a:cubicBezTo>
                    <a:cubicBezTo>
                      <a:pt x="35" y="349"/>
                      <a:pt x="35" y="350"/>
                      <a:pt x="35" y="350"/>
                    </a:cubicBezTo>
                    <a:cubicBezTo>
                      <a:pt x="36" y="350"/>
                      <a:pt x="36" y="350"/>
                      <a:pt x="36" y="351"/>
                    </a:cubicBezTo>
                    <a:lnTo>
                      <a:pt x="37" y="351"/>
                    </a:lnTo>
                    <a:cubicBezTo>
                      <a:pt x="38" y="351"/>
                      <a:pt x="38" y="351"/>
                      <a:pt x="39" y="351"/>
                    </a:cubicBezTo>
                    <a:lnTo>
                      <a:pt x="39" y="352"/>
                    </a:lnTo>
                    <a:moveTo>
                      <a:pt x="31" y="373"/>
                    </a:moveTo>
                    <a:cubicBezTo>
                      <a:pt x="26" y="371"/>
                      <a:pt x="21" y="368"/>
                      <a:pt x="18" y="364"/>
                    </a:cubicBezTo>
                    <a:cubicBezTo>
                      <a:pt x="9" y="356"/>
                      <a:pt x="5" y="344"/>
                      <a:pt x="3" y="332"/>
                    </a:cubicBezTo>
                    <a:cubicBezTo>
                      <a:pt x="0" y="319"/>
                      <a:pt x="1" y="306"/>
                      <a:pt x="4" y="293"/>
                    </a:cubicBezTo>
                    <a:cubicBezTo>
                      <a:pt x="6" y="279"/>
                      <a:pt x="10" y="265"/>
                      <a:pt x="15" y="252"/>
                    </a:cubicBezTo>
                    <a:cubicBezTo>
                      <a:pt x="19" y="240"/>
                      <a:pt x="25" y="230"/>
                      <a:pt x="33" y="219"/>
                    </a:cubicBezTo>
                    <a:cubicBezTo>
                      <a:pt x="41" y="208"/>
                      <a:pt x="50" y="197"/>
                      <a:pt x="59" y="187"/>
                    </a:cubicBezTo>
                    <a:cubicBezTo>
                      <a:pt x="67" y="176"/>
                      <a:pt x="77" y="166"/>
                      <a:pt x="86" y="155"/>
                    </a:cubicBezTo>
                    <a:cubicBezTo>
                      <a:pt x="87" y="150"/>
                      <a:pt x="88" y="145"/>
                      <a:pt x="89" y="139"/>
                    </a:cubicBezTo>
                    <a:cubicBezTo>
                      <a:pt x="86" y="141"/>
                      <a:pt x="83" y="143"/>
                      <a:pt x="80" y="145"/>
                    </a:cubicBezTo>
                    <a:cubicBezTo>
                      <a:pt x="76" y="146"/>
                      <a:pt x="73" y="147"/>
                      <a:pt x="70" y="148"/>
                    </a:cubicBezTo>
                    <a:cubicBezTo>
                      <a:pt x="66" y="148"/>
                      <a:pt x="63" y="148"/>
                      <a:pt x="60" y="148"/>
                    </a:cubicBezTo>
                    <a:cubicBezTo>
                      <a:pt x="52" y="146"/>
                      <a:pt x="46" y="140"/>
                      <a:pt x="42" y="134"/>
                    </a:cubicBezTo>
                    <a:cubicBezTo>
                      <a:pt x="35" y="124"/>
                      <a:pt x="32" y="113"/>
                      <a:pt x="30" y="101"/>
                    </a:cubicBezTo>
                    <a:cubicBezTo>
                      <a:pt x="29" y="96"/>
                      <a:pt x="28" y="90"/>
                      <a:pt x="28" y="85"/>
                    </a:cubicBezTo>
                    <a:cubicBezTo>
                      <a:pt x="26" y="71"/>
                      <a:pt x="24" y="57"/>
                      <a:pt x="25" y="43"/>
                    </a:cubicBezTo>
                    <a:cubicBezTo>
                      <a:pt x="25" y="31"/>
                      <a:pt x="28" y="18"/>
                      <a:pt x="35" y="8"/>
                    </a:cubicBezTo>
                    <a:cubicBezTo>
                      <a:pt x="38" y="4"/>
                      <a:pt x="43" y="1"/>
                      <a:pt x="48" y="0"/>
                    </a:cubicBezTo>
                    <a:cubicBezTo>
                      <a:pt x="52" y="0"/>
                      <a:pt x="56" y="1"/>
                      <a:pt x="59" y="3"/>
                    </a:cubicBezTo>
                    <a:cubicBezTo>
                      <a:pt x="65" y="5"/>
                      <a:pt x="68" y="11"/>
                      <a:pt x="66" y="18"/>
                    </a:cubicBezTo>
                    <a:cubicBezTo>
                      <a:pt x="65" y="21"/>
                      <a:pt x="63" y="23"/>
                      <a:pt x="60" y="24"/>
                    </a:cubicBezTo>
                    <a:cubicBezTo>
                      <a:pt x="57" y="26"/>
                      <a:pt x="54" y="26"/>
                      <a:pt x="52" y="25"/>
                    </a:cubicBezTo>
                    <a:lnTo>
                      <a:pt x="51" y="26"/>
                    </a:lnTo>
                    <a:cubicBezTo>
                      <a:pt x="50" y="28"/>
                      <a:pt x="50" y="29"/>
                      <a:pt x="49" y="32"/>
                    </a:cubicBezTo>
                    <a:cubicBezTo>
                      <a:pt x="49" y="34"/>
                      <a:pt x="48" y="37"/>
                      <a:pt x="48" y="40"/>
                    </a:cubicBezTo>
                    <a:cubicBezTo>
                      <a:pt x="47" y="43"/>
                      <a:pt x="47" y="46"/>
                      <a:pt x="47" y="49"/>
                    </a:cubicBezTo>
                    <a:cubicBezTo>
                      <a:pt x="47" y="57"/>
                      <a:pt x="48" y="64"/>
                      <a:pt x="48" y="72"/>
                    </a:cubicBezTo>
                    <a:cubicBezTo>
                      <a:pt x="50" y="83"/>
                      <a:pt x="52" y="95"/>
                      <a:pt x="54" y="106"/>
                    </a:cubicBezTo>
                    <a:cubicBezTo>
                      <a:pt x="54" y="108"/>
                      <a:pt x="56" y="110"/>
                      <a:pt x="56" y="113"/>
                    </a:cubicBezTo>
                    <a:cubicBezTo>
                      <a:pt x="57" y="114"/>
                      <a:pt x="57" y="116"/>
                      <a:pt x="58" y="117"/>
                    </a:cubicBezTo>
                    <a:cubicBezTo>
                      <a:pt x="59" y="118"/>
                      <a:pt x="60" y="119"/>
                      <a:pt x="60" y="120"/>
                    </a:cubicBezTo>
                    <a:cubicBezTo>
                      <a:pt x="61" y="121"/>
                      <a:pt x="61" y="121"/>
                      <a:pt x="62" y="122"/>
                    </a:cubicBezTo>
                    <a:cubicBezTo>
                      <a:pt x="63" y="123"/>
                      <a:pt x="64" y="124"/>
                      <a:pt x="64" y="124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6" y="125"/>
                      <a:pt x="66" y="125"/>
                      <a:pt x="66" y="125"/>
                    </a:cubicBezTo>
                    <a:lnTo>
                      <a:pt x="67" y="125"/>
                    </a:lnTo>
                    <a:cubicBezTo>
                      <a:pt x="67" y="125"/>
                      <a:pt x="68" y="125"/>
                      <a:pt x="69" y="124"/>
                    </a:cubicBezTo>
                    <a:cubicBezTo>
                      <a:pt x="68" y="124"/>
                      <a:pt x="68" y="125"/>
                      <a:pt x="67" y="125"/>
                    </a:cubicBezTo>
                    <a:cubicBezTo>
                      <a:pt x="68" y="124"/>
                      <a:pt x="70" y="124"/>
                      <a:pt x="71" y="124"/>
                    </a:cubicBezTo>
                    <a:lnTo>
                      <a:pt x="70" y="124"/>
                    </a:lnTo>
                    <a:cubicBezTo>
                      <a:pt x="71" y="124"/>
                      <a:pt x="73" y="123"/>
                      <a:pt x="74" y="122"/>
                    </a:cubicBezTo>
                    <a:cubicBezTo>
                      <a:pt x="75" y="121"/>
                      <a:pt x="76" y="121"/>
                      <a:pt x="77" y="120"/>
                    </a:cubicBezTo>
                    <a:cubicBezTo>
                      <a:pt x="80" y="118"/>
                      <a:pt x="82" y="116"/>
                      <a:pt x="84" y="114"/>
                    </a:cubicBezTo>
                    <a:cubicBezTo>
                      <a:pt x="88" y="111"/>
                      <a:pt x="91" y="107"/>
                      <a:pt x="94" y="104"/>
                    </a:cubicBezTo>
                    <a:cubicBezTo>
                      <a:pt x="96" y="101"/>
                      <a:pt x="98" y="97"/>
                      <a:pt x="101" y="95"/>
                    </a:cubicBezTo>
                    <a:cubicBezTo>
                      <a:pt x="102" y="90"/>
                      <a:pt x="103" y="86"/>
                      <a:pt x="105" y="81"/>
                    </a:cubicBezTo>
                    <a:cubicBezTo>
                      <a:pt x="106" y="76"/>
                      <a:pt x="109" y="71"/>
                      <a:pt x="110" y="65"/>
                    </a:cubicBezTo>
                    <a:cubicBezTo>
                      <a:pt x="115" y="55"/>
                      <a:pt x="119" y="44"/>
                      <a:pt x="124" y="35"/>
                    </a:cubicBezTo>
                    <a:cubicBezTo>
                      <a:pt x="126" y="30"/>
                      <a:pt x="128" y="26"/>
                      <a:pt x="130" y="23"/>
                    </a:cubicBezTo>
                    <a:cubicBezTo>
                      <a:pt x="132" y="20"/>
                      <a:pt x="134" y="17"/>
                      <a:pt x="137" y="14"/>
                    </a:cubicBezTo>
                    <a:cubicBezTo>
                      <a:pt x="138" y="11"/>
                      <a:pt x="141" y="10"/>
                      <a:pt x="144" y="8"/>
                    </a:cubicBezTo>
                    <a:cubicBezTo>
                      <a:pt x="148" y="7"/>
                      <a:pt x="152" y="8"/>
                      <a:pt x="155" y="10"/>
                    </a:cubicBezTo>
                    <a:cubicBezTo>
                      <a:pt x="159" y="12"/>
                      <a:pt x="162" y="18"/>
                      <a:pt x="161" y="22"/>
                    </a:cubicBezTo>
                    <a:cubicBezTo>
                      <a:pt x="160" y="26"/>
                      <a:pt x="159" y="29"/>
                      <a:pt x="158" y="32"/>
                    </a:cubicBezTo>
                    <a:cubicBezTo>
                      <a:pt x="157" y="33"/>
                      <a:pt x="156" y="35"/>
                      <a:pt x="156" y="37"/>
                    </a:cubicBezTo>
                    <a:cubicBezTo>
                      <a:pt x="155" y="40"/>
                      <a:pt x="153" y="42"/>
                      <a:pt x="152" y="45"/>
                    </a:cubicBezTo>
                    <a:cubicBezTo>
                      <a:pt x="149" y="51"/>
                      <a:pt x="147" y="57"/>
                      <a:pt x="144" y="63"/>
                    </a:cubicBezTo>
                    <a:cubicBezTo>
                      <a:pt x="137" y="78"/>
                      <a:pt x="129" y="92"/>
                      <a:pt x="120" y="105"/>
                    </a:cubicBezTo>
                    <a:cubicBezTo>
                      <a:pt x="119" y="107"/>
                      <a:pt x="119" y="109"/>
                      <a:pt x="118" y="111"/>
                    </a:cubicBezTo>
                    <a:cubicBezTo>
                      <a:pt x="117" y="115"/>
                      <a:pt x="116" y="119"/>
                      <a:pt x="115" y="123"/>
                    </a:cubicBezTo>
                    <a:cubicBezTo>
                      <a:pt x="116" y="122"/>
                      <a:pt x="116" y="122"/>
                      <a:pt x="116" y="121"/>
                    </a:cubicBezTo>
                    <a:cubicBezTo>
                      <a:pt x="120" y="117"/>
                      <a:pt x="126" y="117"/>
                      <a:pt x="130" y="121"/>
                    </a:cubicBezTo>
                    <a:cubicBezTo>
                      <a:pt x="134" y="124"/>
                      <a:pt x="134" y="131"/>
                      <a:pt x="131" y="135"/>
                    </a:cubicBezTo>
                    <a:cubicBezTo>
                      <a:pt x="123" y="144"/>
                      <a:pt x="115" y="153"/>
                      <a:pt x="106" y="163"/>
                    </a:cubicBezTo>
                    <a:cubicBezTo>
                      <a:pt x="105" y="172"/>
                      <a:pt x="103" y="181"/>
                      <a:pt x="102" y="191"/>
                    </a:cubicBezTo>
                    <a:cubicBezTo>
                      <a:pt x="101" y="201"/>
                      <a:pt x="99" y="210"/>
                      <a:pt x="98" y="220"/>
                    </a:cubicBezTo>
                    <a:cubicBezTo>
                      <a:pt x="96" y="231"/>
                      <a:pt x="95" y="243"/>
                      <a:pt x="93" y="254"/>
                    </a:cubicBezTo>
                    <a:cubicBezTo>
                      <a:pt x="92" y="261"/>
                      <a:pt x="90" y="268"/>
                      <a:pt x="89" y="275"/>
                    </a:cubicBezTo>
                    <a:cubicBezTo>
                      <a:pt x="88" y="281"/>
                      <a:pt x="86" y="287"/>
                      <a:pt x="85" y="293"/>
                    </a:cubicBezTo>
                    <a:cubicBezTo>
                      <a:pt x="82" y="304"/>
                      <a:pt x="79" y="315"/>
                      <a:pt x="75" y="326"/>
                    </a:cubicBezTo>
                    <a:cubicBezTo>
                      <a:pt x="74" y="332"/>
                      <a:pt x="71" y="338"/>
                      <a:pt x="70" y="343"/>
                    </a:cubicBezTo>
                    <a:cubicBezTo>
                      <a:pt x="67" y="349"/>
                      <a:pt x="65" y="354"/>
                      <a:pt x="62" y="360"/>
                    </a:cubicBezTo>
                    <a:cubicBezTo>
                      <a:pt x="60" y="363"/>
                      <a:pt x="59" y="365"/>
                      <a:pt x="56" y="368"/>
                    </a:cubicBezTo>
                    <a:cubicBezTo>
                      <a:pt x="53" y="371"/>
                      <a:pt x="50" y="372"/>
                      <a:pt x="47" y="374"/>
                    </a:cubicBezTo>
                    <a:cubicBezTo>
                      <a:pt x="45" y="374"/>
                      <a:pt x="42" y="375"/>
                      <a:pt x="39" y="375"/>
                    </a:cubicBezTo>
                    <a:cubicBezTo>
                      <a:pt x="36" y="375"/>
                      <a:pt x="34" y="374"/>
                      <a:pt x="31" y="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20000" y="1750320"/>
                <a:ext cx="42840" cy="1612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48" extrusionOk="0">
                    <a:moveTo>
                      <a:pt x="4" y="443"/>
                    </a:moveTo>
                    <a:cubicBezTo>
                      <a:pt x="4" y="442"/>
                      <a:pt x="3" y="441"/>
                      <a:pt x="3" y="440"/>
                    </a:cubicBezTo>
                    <a:cubicBezTo>
                      <a:pt x="0" y="436"/>
                      <a:pt x="1" y="430"/>
                      <a:pt x="5" y="427"/>
                    </a:cubicBezTo>
                    <a:cubicBezTo>
                      <a:pt x="6" y="423"/>
                      <a:pt x="7" y="419"/>
                      <a:pt x="8" y="415"/>
                    </a:cubicBezTo>
                    <a:cubicBezTo>
                      <a:pt x="12" y="401"/>
                      <a:pt x="16" y="387"/>
                      <a:pt x="19" y="372"/>
                    </a:cubicBezTo>
                    <a:cubicBezTo>
                      <a:pt x="21" y="364"/>
                      <a:pt x="22" y="357"/>
                      <a:pt x="23" y="349"/>
                    </a:cubicBezTo>
                    <a:cubicBezTo>
                      <a:pt x="25" y="341"/>
                      <a:pt x="26" y="332"/>
                      <a:pt x="28" y="324"/>
                    </a:cubicBezTo>
                    <a:cubicBezTo>
                      <a:pt x="29" y="312"/>
                      <a:pt x="30" y="300"/>
                      <a:pt x="32" y="289"/>
                    </a:cubicBezTo>
                    <a:cubicBezTo>
                      <a:pt x="33" y="284"/>
                      <a:pt x="33" y="279"/>
                      <a:pt x="33" y="274"/>
                    </a:cubicBezTo>
                    <a:cubicBezTo>
                      <a:pt x="35" y="266"/>
                      <a:pt x="35" y="258"/>
                      <a:pt x="36" y="251"/>
                    </a:cubicBezTo>
                    <a:cubicBezTo>
                      <a:pt x="37" y="239"/>
                      <a:pt x="38" y="228"/>
                      <a:pt x="39" y="216"/>
                    </a:cubicBezTo>
                    <a:cubicBezTo>
                      <a:pt x="40" y="205"/>
                      <a:pt x="41" y="194"/>
                      <a:pt x="42" y="183"/>
                    </a:cubicBezTo>
                    <a:cubicBezTo>
                      <a:pt x="44" y="160"/>
                      <a:pt x="47" y="138"/>
                      <a:pt x="50" y="115"/>
                    </a:cubicBezTo>
                    <a:cubicBezTo>
                      <a:pt x="51" y="107"/>
                      <a:pt x="52" y="100"/>
                      <a:pt x="53" y="92"/>
                    </a:cubicBezTo>
                    <a:cubicBezTo>
                      <a:pt x="55" y="83"/>
                      <a:pt x="57" y="75"/>
                      <a:pt x="59" y="66"/>
                    </a:cubicBezTo>
                    <a:cubicBezTo>
                      <a:pt x="63" y="51"/>
                      <a:pt x="67" y="36"/>
                      <a:pt x="74" y="21"/>
                    </a:cubicBezTo>
                    <a:cubicBezTo>
                      <a:pt x="76" y="18"/>
                      <a:pt x="78" y="15"/>
                      <a:pt x="79" y="13"/>
                    </a:cubicBezTo>
                    <a:cubicBezTo>
                      <a:pt x="81" y="10"/>
                      <a:pt x="83" y="7"/>
                      <a:pt x="86" y="5"/>
                    </a:cubicBezTo>
                    <a:cubicBezTo>
                      <a:pt x="88" y="3"/>
                      <a:pt x="90" y="1"/>
                      <a:pt x="93" y="1"/>
                    </a:cubicBezTo>
                    <a:cubicBezTo>
                      <a:pt x="96" y="0"/>
                      <a:pt x="100" y="0"/>
                      <a:pt x="103" y="1"/>
                    </a:cubicBezTo>
                    <a:cubicBezTo>
                      <a:pt x="115" y="6"/>
                      <a:pt x="117" y="19"/>
                      <a:pt x="118" y="30"/>
                    </a:cubicBezTo>
                    <a:cubicBezTo>
                      <a:pt x="118" y="40"/>
                      <a:pt x="118" y="50"/>
                      <a:pt x="117" y="60"/>
                    </a:cubicBezTo>
                    <a:cubicBezTo>
                      <a:pt x="116" y="68"/>
                      <a:pt x="113" y="76"/>
                      <a:pt x="109" y="84"/>
                    </a:cubicBezTo>
                    <a:cubicBezTo>
                      <a:pt x="108" y="87"/>
                      <a:pt x="106" y="90"/>
                      <a:pt x="104" y="93"/>
                    </a:cubicBezTo>
                    <a:cubicBezTo>
                      <a:pt x="103" y="96"/>
                      <a:pt x="100" y="98"/>
                      <a:pt x="97" y="99"/>
                    </a:cubicBezTo>
                    <a:cubicBezTo>
                      <a:pt x="94" y="101"/>
                      <a:pt x="91" y="101"/>
                      <a:pt x="88" y="100"/>
                    </a:cubicBezTo>
                    <a:cubicBezTo>
                      <a:pt x="85" y="98"/>
                      <a:pt x="82" y="96"/>
                      <a:pt x="81" y="92"/>
                    </a:cubicBezTo>
                    <a:cubicBezTo>
                      <a:pt x="79" y="85"/>
                      <a:pt x="80" y="78"/>
                      <a:pt x="81" y="71"/>
                    </a:cubicBezTo>
                    <a:cubicBezTo>
                      <a:pt x="81" y="70"/>
                      <a:pt x="81" y="68"/>
                      <a:pt x="81" y="67"/>
                    </a:cubicBezTo>
                    <a:cubicBezTo>
                      <a:pt x="77" y="84"/>
                      <a:pt x="74" y="101"/>
                      <a:pt x="71" y="118"/>
                    </a:cubicBezTo>
                    <a:cubicBezTo>
                      <a:pt x="68" y="140"/>
                      <a:pt x="64" y="162"/>
                      <a:pt x="62" y="184"/>
                    </a:cubicBezTo>
                    <a:cubicBezTo>
                      <a:pt x="60" y="207"/>
                      <a:pt x="57" y="230"/>
                      <a:pt x="55" y="253"/>
                    </a:cubicBezTo>
                    <a:cubicBezTo>
                      <a:pt x="53" y="270"/>
                      <a:pt x="51" y="288"/>
                      <a:pt x="49" y="304"/>
                    </a:cubicBezTo>
                    <a:cubicBezTo>
                      <a:pt x="48" y="313"/>
                      <a:pt x="47" y="321"/>
                      <a:pt x="46" y="329"/>
                    </a:cubicBezTo>
                    <a:cubicBezTo>
                      <a:pt x="44" y="338"/>
                      <a:pt x="43" y="348"/>
                      <a:pt x="42" y="357"/>
                    </a:cubicBezTo>
                    <a:lnTo>
                      <a:pt x="42" y="356"/>
                    </a:lnTo>
                    <a:cubicBezTo>
                      <a:pt x="41" y="364"/>
                      <a:pt x="39" y="371"/>
                      <a:pt x="38" y="378"/>
                    </a:cubicBezTo>
                    <a:cubicBezTo>
                      <a:pt x="37" y="385"/>
                      <a:pt x="35" y="391"/>
                      <a:pt x="34" y="398"/>
                    </a:cubicBezTo>
                    <a:cubicBezTo>
                      <a:pt x="33" y="405"/>
                      <a:pt x="31" y="411"/>
                      <a:pt x="30" y="417"/>
                    </a:cubicBezTo>
                    <a:cubicBezTo>
                      <a:pt x="29" y="421"/>
                      <a:pt x="28" y="424"/>
                      <a:pt x="28" y="427"/>
                    </a:cubicBezTo>
                    <a:cubicBezTo>
                      <a:pt x="27" y="429"/>
                      <a:pt x="26" y="431"/>
                      <a:pt x="26" y="433"/>
                    </a:cubicBezTo>
                    <a:cubicBezTo>
                      <a:pt x="25" y="436"/>
                      <a:pt x="25" y="439"/>
                      <a:pt x="22" y="442"/>
                    </a:cubicBezTo>
                    <a:cubicBezTo>
                      <a:pt x="21" y="445"/>
                      <a:pt x="16" y="447"/>
                      <a:pt x="13" y="447"/>
                    </a:cubicBezTo>
                    <a:cubicBezTo>
                      <a:pt x="9" y="447"/>
                      <a:pt x="7" y="445"/>
                      <a:pt x="4" y="4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02360" y="1820160"/>
                <a:ext cx="813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9" extrusionOk="0">
                    <a:moveTo>
                      <a:pt x="12" y="116"/>
                    </a:moveTo>
                    <a:cubicBezTo>
                      <a:pt x="10" y="115"/>
                      <a:pt x="7" y="113"/>
                      <a:pt x="6" y="110"/>
                    </a:cubicBezTo>
                    <a:cubicBezTo>
                      <a:pt x="4" y="108"/>
                      <a:pt x="2" y="105"/>
                      <a:pt x="2" y="102"/>
                    </a:cubicBezTo>
                    <a:cubicBezTo>
                      <a:pt x="0" y="95"/>
                      <a:pt x="5" y="88"/>
                      <a:pt x="10" y="84"/>
                    </a:cubicBezTo>
                    <a:cubicBezTo>
                      <a:pt x="15" y="79"/>
                      <a:pt x="21" y="75"/>
                      <a:pt x="27" y="72"/>
                    </a:cubicBezTo>
                    <a:cubicBezTo>
                      <a:pt x="32" y="69"/>
                      <a:pt x="37" y="67"/>
                      <a:pt x="41" y="65"/>
                    </a:cubicBezTo>
                    <a:cubicBezTo>
                      <a:pt x="47" y="62"/>
                      <a:pt x="53" y="59"/>
                      <a:pt x="59" y="57"/>
                    </a:cubicBezTo>
                    <a:cubicBezTo>
                      <a:pt x="65" y="54"/>
                      <a:pt x="71" y="52"/>
                      <a:pt x="77" y="49"/>
                    </a:cubicBezTo>
                    <a:cubicBezTo>
                      <a:pt x="87" y="45"/>
                      <a:pt x="97" y="42"/>
                      <a:pt x="106" y="38"/>
                    </a:cubicBezTo>
                    <a:cubicBezTo>
                      <a:pt x="118" y="34"/>
                      <a:pt x="129" y="30"/>
                      <a:pt x="140" y="27"/>
                    </a:cubicBezTo>
                    <a:cubicBezTo>
                      <a:pt x="164" y="18"/>
                      <a:pt x="187" y="10"/>
                      <a:pt x="211" y="1"/>
                    </a:cubicBezTo>
                    <a:cubicBezTo>
                      <a:pt x="216" y="0"/>
                      <a:pt x="222" y="3"/>
                      <a:pt x="223" y="8"/>
                    </a:cubicBezTo>
                    <a:cubicBezTo>
                      <a:pt x="225" y="13"/>
                      <a:pt x="222" y="18"/>
                      <a:pt x="217" y="20"/>
                    </a:cubicBezTo>
                    <a:cubicBezTo>
                      <a:pt x="196" y="28"/>
                      <a:pt x="175" y="35"/>
                      <a:pt x="155" y="42"/>
                    </a:cubicBezTo>
                    <a:cubicBezTo>
                      <a:pt x="138" y="49"/>
                      <a:pt x="122" y="55"/>
                      <a:pt x="105" y="61"/>
                    </a:cubicBezTo>
                    <a:cubicBezTo>
                      <a:pt x="84" y="70"/>
                      <a:pt x="63" y="79"/>
                      <a:pt x="42" y="89"/>
                    </a:cubicBezTo>
                    <a:cubicBezTo>
                      <a:pt x="38" y="92"/>
                      <a:pt x="34" y="95"/>
                      <a:pt x="30" y="98"/>
                    </a:cubicBezTo>
                    <a:cubicBezTo>
                      <a:pt x="29" y="98"/>
                      <a:pt x="28" y="98"/>
                      <a:pt x="28" y="99"/>
                    </a:cubicBezTo>
                    <a:cubicBezTo>
                      <a:pt x="31" y="103"/>
                      <a:pt x="31" y="109"/>
                      <a:pt x="28" y="113"/>
                    </a:cubicBezTo>
                    <a:cubicBezTo>
                      <a:pt x="26" y="116"/>
                      <a:pt x="22" y="118"/>
                      <a:pt x="18" y="118"/>
                    </a:cubicBezTo>
                    <a:cubicBezTo>
                      <a:pt x="16" y="118"/>
                      <a:pt x="14" y="117"/>
                      <a:pt x="12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777240" y="1758600"/>
                <a:ext cx="63720" cy="112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312" extrusionOk="0">
                    <a:moveTo>
                      <a:pt x="147" y="83"/>
                    </a:moveTo>
                    <a:cubicBezTo>
                      <a:pt x="149" y="74"/>
                      <a:pt x="151" y="66"/>
                      <a:pt x="152" y="57"/>
                    </a:cubicBezTo>
                    <a:cubicBezTo>
                      <a:pt x="152" y="55"/>
                      <a:pt x="153" y="53"/>
                      <a:pt x="153" y="51"/>
                    </a:cubicBezTo>
                    <a:cubicBezTo>
                      <a:pt x="151" y="58"/>
                      <a:pt x="149" y="66"/>
                      <a:pt x="148" y="73"/>
                    </a:cubicBezTo>
                    <a:cubicBezTo>
                      <a:pt x="148" y="73"/>
                      <a:pt x="148" y="72"/>
                      <a:pt x="149" y="72"/>
                    </a:cubicBezTo>
                    <a:cubicBezTo>
                      <a:pt x="148" y="75"/>
                      <a:pt x="148" y="79"/>
                      <a:pt x="147" y="83"/>
                    </a:cubicBezTo>
                    <a:moveTo>
                      <a:pt x="37" y="283"/>
                    </a:moveTo>
                    <a:lnTo>
                      <a:pt x="38" y="283"/>
                    </a:lnTo>
                    <a:cubicBezTo>
                      <a:pt x="39" y="283"/>
                      <a:pt x="39" y="283"/>
                      <a:pt x="40" y="283"/>
                    </a:cubicBezTo>
                    <a:cubicBezTo>
                      <a:pt x="41" y="283"/>
                      <a:pt x="42" y="282"/>
                      <a:pt x="43" y="282"/>
                    </a:cubicBezTo>
                    <a:cubicBezTo>
                      <a:pt x="44" y="281"/>
                      <a:pt x="45" y="281"/>
                      <a:pt x="46" y="280"/>
                    </a:cubicBezTo>
                    <a:cubicBezTo>
                      <a:pt x="48" y="280"/>
                      <a:pt x="49" y="279"/>
                      <a:pt x="50" y="278"/>
                    </a:cubicBezTo>
                    <a:cubicBezTo>
                      <a:pt x="52" y="276"/>
                      <a:pt x="54" y="275"/>
                      <a:pt x="55" y="274"/>
                    </a:cubicBezTo>
                    <a:cubicBezTo>
                      <a:pt x="59" y="270"/>
                      <a:pt x="63" y="266"/>
                      <a:pt x="66" y="262"/>
                    </a:cubicBezTo>
                    <a:cubicBezTo>
                      <a:pt x="72" y="255"/>
                      <a:pt x="77" y="247"/>
                      <a:pt x="82" y="239"/>
                    </a:cubicBezTo>
                    <a:cubicBezTo>
                      <a:pt x="88" y="230"/>
                      <a:pt x="92" y="221"/>
                      <a:pt x="97" y="212"/>
                    </a:cubicBezTo>
                    <a:cubicBezTo>
                      <a:pt x="99" y="208"/>
                      <a:pt x="101" y="204"/>
                      <a:pt x="103" y="200"/>
                    </a:cubicBezTo>
                    <a:cubicBezTo>
                      <a:pt x="103" y="199"/>
                      <a:pt x="102" y="198"/>
                      <a:pt x="102" y="197"/>
                    </a:cubicBezTo>
                    <a:cubicBezTo>
                      <a:pt x="102" y="196"/>
                      <a:pt x="102" y="195"/>
                      <a:pt x="101" y="193"/>
                    </a:cubicBezTo>
                    <a:cubicBezTo>
                      <a:pt x="100" y="191"/>
                      <a:pt x="99" y="190"/>
                      <a:pt x="99" y="188"/>
                    </a:cubicBezTo>
                    <a:cubicBezTo>
                      <a:pt x="97" y="186"/>
                      <a:pt x="96" y="184"/>
                      <a:pt x="95" y="182"/>
                    </a:cubicBezTo>
                    <a:cubicBezTo>
                      <a:pt x="93" y="180"/>
                      <a:pt x="92" y="178"/>
                      <a:pt x="90" y="176"/>
                    </a:cubicBezTo>
                    <a:cubicBezTo>
                      <a:pt x="89" y="175"/>
                      <a:pt x="87" y="174"/>
                      <a:pt x="86" y="172"/>
                    </a:cubicBezTo>
                    <a:cubicBezTo>
                      <a:pt x="85" y="172"/>
                      <a:pt x="85" y="171"/>
                      <a:pt x="84" y="171"/>
                    </a:cubicBezTo>
                    <a:cubicBezTo>
                      <a:pt x="83" y="170"/>
                      <a:pt x="82" y="170"/>
                      <a:pt x="81" y="169"/>
                    </a:cubicBezTo>
                    <a:cubicBezTo>
                      <a:pt x="80" y="169"/>
                      <a:pt x="79" y="169"/>
                      <a:pt x="79" y="168"/>
                    </a:cubicBezTo>
                    <a:lnTo>
                      <a:pt x="79" y="169"/>
                    </a:lnTo>
                    <a:cubicBezTo>
                      <a:pt x="79" y="168"/>
                      <a:pt x="78" y="168"/>
                      <a:pt x="78" y="168"/>
                    </a:cubicBezTo>
                    <a:cubicBezTo>
                      <a:pt x="77" y="168"/>
                      <a:pt x="75" y="168"/>
                      <a:pt x="74" y="168"/>
                    </a:cubicBezTo>
                    <a:lnTo>
                      <a:pt x="73" y="168"/>
                    </a:lnTo>
                    <a:cubicBezTo>
                      <a:pt x="72" y="168"/>
                      <a:pt x="71" y="168"/>
                      <a:pt x="71" y="169"/>
                    </a:cubicBezTo>
                    <a:cubicBezTo>
                      <a:pt x="70" y="169"/>
                      <a:pt x="69" y="169"/>
                      <a:pt x="68" y="170"/>
                    </a:cubicBezTo>
                    <a:cubicBezTo>
                      <a:pt x="67" y="170"/>
                      <a:pt x="65" y="171"/>
                      <a:pt x="64" y="171"/>
                    </a:cubicBezTo>
                    <a:cubicBezTo>
                      <a:pt x="63" y="172"/>
                      <a:pt x="62" y="173"/>
                      <a:pt x="61" y="174"/>
                    </a:cubicBezTo>
                    <a:cubicBezTo>
                      <a:pt x="60" y="175"/>
                      <a:pt x="58" y="176"/>
                      <a:pt x="57" y="177"/>
                    </a:cubicBezTo>
                    <a:cubicBezTo>
                      <a:pt x="54" y="180"/>
                      <a:pt x="51" y="183"/>
                      <a:pt x="49" y="186"/>
                    </a:cubicBezTo>
                    <a:cubicBezTo>
                      <a:pt x="46" y="190"/>
                      <a:pt x="43" y="194"/>
                      <a:pt x="40" y="199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7" y="204"/>
                      <a:pt x="33" y="210"/>
                      <a:pt x="30" y="217"/>
                    </a:cubicBezTo>
                    <a:cubicBezTo>
                      <a:pt x="30" y="217"/>
                      <a:pt x="30" y="216"/>
                      <a:pt x="31" y="216"/>
                    </a:cubicBezTo>
                    <a:cubicBezTo>
                      <a:pt x="29" y="221"/>
                      <a:pt x="27" y="226"/>
                      <a:pt x="25" y="231"/>
                    </a:cubicBezTo>
                    <a:cubicBezTo>
                      <a:pt x="24" y="235"/>
                      <a:pt x="23" y="240"/>
                      <a:pt x="22" y="245"/>
                    </a:cubicBezTo>
                    <a:cubicBezTo>
                      <a:pt x="22" y="248"/>
                      <a:pt x="22" y="251"/>
                      <a:pt x="22" y="253"/>
                    </a:cubicBezTo>
                    <a:cubicBezTo>
                      <a:pt x="22" y="256"/>
                      <a:pt x="22" y="258"/>
                      <a:pt x="22" y="260"/>
                    </a:cubicBezTo>
                    <a:cubicBezTo>
                      <a:pt x="22" y="263"/>
                      <a:pt x="22" y="265"/>
                      <a:pt x="23" y="267"/>
                    </a:cubicBezTo>
                    <a:cubicBezTo>
                      <a:pt x="23" y="269"/>
                      <a:pt x="24" y="270"/>
                      <a:pt x="25" y="272"/>
                    </a:cubicBezTo>
                    <a:cubicBezTo>
                      <a:pt x="25" y="274"/>
                      <a:pt x="26" y="275"/>
                      <a:pt x="26" y="277"/>
                    </a:cubicBezTo>
                    <a:cubicBezTo>
                      <a:pt x="27" y="277"/>
                      <a:pt x="27" y="278"/>
                      <a:pt x="28" y="279"/>
                    </a:cubicBezTo>
                    <a:lnTo>
                      <a:pt x="29" y="280"/>
                    </a:lnTo>
                    <a:lnTo>
                      <a:pt x="30" y="281"/>
                    </a:lnTo>
                    <a:cubicBezTo>
                      <a:pt x="30" y="281"/>
                      <a:pt x="31" y="281"/>
                      <a:pt x="31" y="282"/>
                    </a:cubicBezTo>
                    <a:cubicBezTo>
                      <a:pt x="32" y="282"/>
                      <a:pt x="32" y="282"/>
                      <a:pt x="32" y="282"/>
                    </a:cubicBezTo>
                    <a:cubicBezTo>
                      <a:pt x="32" y="283"/>
                      <a:pt x="33" y="283"/>
                      <a:pt x="33" y="283"/>
                    </a:cubicBezTo>
                    <a:lnTo>
                      <a:pt x="32" y="283"/>
                    </a:lnTo>
                    <a:cubicBezTo>
                      <a:pt x="33" y="283"/>
                      <a:pt x="34" y="283"/>
                      <a:pt x="35" y="283"/>
                    </a:cubicBezTo>
                    <a:cubicBezTo>
                      <a:pt x="35" y="283"/>
                      <a:pt x="36" y="283"/>
                      <a:pt x="37" y="283"/>
                    </a:cubicBezTo>
                    <a:moveTo>
                      <a:pt x="122" y="306"/>
                    </a:moveTo>
                    <a:cubicBezTo>
                      <a:pt x="120" y="304"/>
                      <a:pt x="118" y="302"/>
                      <a:pt x="118" y="299"/>
                    </a:cubicBezTo>
                    <a:cubicBezTo>
                      <a:pt x="117" y="296"/>
                      <a:pt x="117" y="294"/>
                      <a:pt x="117" y="291"/>
                    </a:cubicBezTo>
                    <a:cubicBezTo>
                      <a:pt x="117" y="288"/>
                      <a:pt x="117" y="284"/>
                      <a:pt x="118" y="281"/>
                    </a:cubicBezTo>
                    <a:cubicBezTo>
                      <a:pt x="118" y="275"/>
                      <a:pt x="118" y="270"/>
                      <a:pt x="118" y="264"/>
                    </a:cubicBezTo>
                    <a:cubicBezTo>
                      <a:pt x="118" y="256"/>
                      <a:pt x="118" y="248"/>
                      <a:pt x="119" y="240"/>
                    </a:cubicBezTo>
                    <a:cubicBezTo>
                      <a:pt x="116" y="242"/>
                      <a:pt x="113" y="243"/>
                      <a:pt x="109" y="242"/>
                    </a:cubicBezTo>
                    <a:cubicBezTo>
                      <a:pt x="108" y="242"/>
                      <a:pt x="107" y="242"/>
                      <a:pt x="106" y="241"/>
                    </a:cubicBezTo>
                    <a:cubicBezTo>
                      <a:pt x="104" y="245"/>
                      <a:pt x="102" y="248"/>
                      <a:pt x="100" y="252"/>
                    </a:cubicBezTo>
                    <a:cubicBezTo>
                      <a:pt x="95" y="259"/>
                      <a:pt x="91" y="266"/>
                      <a:pt x="86" y="273"/>
                    </a:cubicBezTo>
                    <a:cubicBezTo>
                      <a:pt x="77" y="285"/>
                      <a:pt x="65" y="297"/>
                      <a:pt x="51" y="302"/>
                    </a:cubicBezTo>
                    <a:cubicBezTo>
                      <a:pt x="45" y="305"/>
                      <a:pt x="39" y="306"/>
                      <a:pt x="32" y="305"/>
                    </a:cubicBezTo>
                    <a:cubicBezTo>
                      <a:pt x="25" y="304"/>
                      <a:pt x="18" y="301"/>
                      <a:pt x="13" y="295"/>
                    </a:cubicBezTo>
                    <a:cubicBezTo>
                      <a:pt x="8" y="291"/>
                      <a:pt x="6" y="285"/>
                      <a:pt x="4" y="279"/>
                    </a:cubicBezTo>
                    <a:cubicBezTo>
                      <a:pt x="1" y="271"/>
                      <a:pt x="0" y="263"/>
                      <a:pt x="0" y="255"/>
                    </a:cubicBezTo>
                    <a:cubicBezTo>
                      <a:pt x="0" y="238"/>
                      <a:pt x="5" y="221"/>
                      <a:pt x="11" y="206"/>
                    </a:cubicBezTo>
                    <a:cubicBezTo>
                      <a:pt x="18" y="192"/>
                      <a:pt x="26" y="178"/>
                      <a:pt x="37" y="165"/>
                    </a:cubicBezTo>
                    <a:cubicBezTo>
                      <a:pt x="46" y="155"/>
                      <a:pt x="59" y="146"/>
                      <a:pt x="74" y="146"/>
                    </a:cubicBezTo>
                    <a:cubicBezTo>
                      <a:pt x="85" y="145"/>
                      <a:pt x="95" y="150"/>
                      <a:pt x="103" y="157"/>
                    </a:cubicBezTo>
                    <a:cubicBezTo>
                      <a:pt x="108" y="162"/>
                      <a:pt x="112" y="167"/>
                      <a:pt x="116" y="172"/>
                    </a:cubicBezTo>
                    <a:cubicBezTo>
                      <a:pt x="117" y="168"/>
                      <a:pt x="119" y="164"/>
                      <a:pt x="121" y="160"/>
                    </a:cubicBezTo>
                    <a:cubicBezTo>
                      <a:pt x="121" y="159"/>
                      <a:pt x="121" y="159"/>
                      <a:pt x="121" y="158"/>
                    </a:cubicBezTo>
                    <a:cubicBezTo>
                      <a:pt x="122" y="138"/>
                      <a:pt x="123" y="119"/>
                      <a:pt x="124" y="99"/>
                    </a:cubicBezTo>
                    <a:cubicBezTo>
                      <a:pt x="125" y="80"/>
                      <a:pt x="128" y="60"/>
                      <a:pt x="133" y="41"/>
                    </a:cubicBezTo>
                    <a:cubicBezTo>
                      <a:pt x="135" y="33"/>
                      <a:pt x="138" y="24"/>
                      <a:pt x="142" y="16"/>
                    </a:cubicBezTo>
                    <a:cubicBezTo>
                      <a:pt x="144" y="13"/>
                      <a:pt x="146" y="10"/>
                      <a:pt x="149" y="8"/>
                    </a:cubicBezTo>
                    <a:cubicBezTo>
                      <a:pt x="152" y="5"/>
                      <a:pt x="155" y="4"/>
                      <a:pt x="159" y="2"/>
                    </a:cubicBezTo>
                    <a:cubicBezTo>
                      <a:pt x="165" y="0"/>
                      <a:pt x="170" y="3"/>
                      <a:pt x="172" y="8"/>
                    </a:cubicBezTo>
                    <a:cubicBezTo>
                      <a:pt x="174" y="10"/>
                      <a:pt x="176" y="13"/>
                      <a:pt x="176" y="17"/>
                    </a:cubicBezTo>
                    <a:cubicBezTo>
                      <a:pt x="176" y="20"/>
                      <a:pt x="176" y="23"/>
                      <a:pt x="176" y="26"/>
                    </a:cubicBezTo>
                    <a:cubicBezTo>
                      <a:pt x="176" y="31"/>
                      <a:pt x="175" y="36"/>
                      <a:pt x="174" y="41"/>
                    </a:cubicBezTo>
                    <a:cubicBezTo>
                      <a:pt x="173" y="52"/>
                      <a:pt x="172" y="63"/>
                      <a:pt x="170" y="73"/>
                    </a:cubicBezTo>
                    <a:cubicBezTo>
                      <a:pt x="165" y="98"/>
                      <a:pt x="157" y="123"/>
                      <a:pt x="148" y="146"/>
                    </a:cubicBezTo>
                    <a:cubicBezTo>
                      <a:pt x="146" y="152"/>
                      <a:pt x="144" y="158"/>
                      <a:pt x="142" y="163"/>
                    </a:cubicBezTo>
                    <a:cubicBezTo>
                      <a:pt x="141" y="182"/>
                      <a:pt x="140" y="200"/>
                      <a:pt x="139" y="219"/>
                    </a:cubicBezTo>
                    <a:lnTo>
                      <a:pt x="139" y="218"/>
                    </a:lnTo>
                    <a:cubicBezTo>
                      <a:pt x="139" y="219"/>
                      <a:pt x="139" y="219"/>
                      <a:pt x="139" y="219"/>
                    </a:cubicBezTo>
                    <a:lnTo>
                      <a:pt x="139" y="220"/>
                    </a:lnTo>
                    <a:cubicBezTo>
                      <a:pt x="139" y="219"/>
                      <a:pt x="139" y="219"/>
                      <a:pt x="139" y="219"/>
                    </a:cubicBezTo>
                    <a:cubicBezTo>
                      <a:pt x="139" y="244"/>
                      <a:pt x="139" y="267"/>
                      <a:pt x="140" y="292"/>
                    </a:cubicBezTo>
                    <a:cubicBezTo>
                      <a:pt x="144" y="297"/>
                      <a:pt x="143" y="304"/>
                      <a:pt x="138" y="308"/>
                    </a:cubicBezTo>
                    <a:cubicBezTo>
                      <a:pt x="136" y="310"/>
                      <a:pt x="134" y="311"/>
                      <a:pt x="131" y="311"/>
                    </a:cubicBezTo>
                    <a:cubicBezTo>
                      <a:pt x="128" y="311"/>
                      <a:pt x="124" y="309"/>
                      <a:pt x="122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849960" y="1798560"/>
                <a:ext cx="2412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57" extrusionOk="0">
                    <a:moveTo>
                      <a:pt x="43" y="151"/>
                    </a:moveTo>
                    <a:cubicBezTo>
                      <a:pt x="38" y="143"/>
                      <a:pt x="33" y="135"/>
                      <a:pt x="29" y="127"/>
                    </a:cubicBezTo>
                    <a:cubicBezTo>
                      <a:pt x="25" y="120"/>
                      <a:pt x="22" y="113"/>
                      <a:pt x="19" y="105"/>
                    </a:cubicBezTo>
                    <a:cubicBezTo>
                      <a:pt x="13" y="91"/>
                      <a:pt x="7" y="77"/>
                      <a:pt x="4" y="62"/>
                    </a:cubicBezTo>
                    <a:cubicBezTo>
                      <a:pt x="2" y="52"/>
                      <a:pt x="0" y="41"/>
                      <a:pt x="1" y="31"/>
                    </a:cubicBezTo>
                    <a:cubicBezTo>
                      <a:pt x="1" y="26"/>
                      <a:pt x="3" y="21"/>
                      <a:pt x="5" y="17"/>
                    </a:cubicBezTo>
                    <a:cubicBezTo>
                      <a:pt x="7" y="12"/>
                      <a:pt x="10" y="9"/>
                      <a:pt x="14" y="6"/>
                    </a:cubicBezTo>
                    <a:cubicBezTo>
                      <a:pt x="18" y="1"/>
                      <a:pt x="26" y="0"/>
                      <a:pt x="31" y="5"/>
                    </a:cubicBezTo>
                    <a:cubicBezTo>
                      <a:pt x="33" y="7"/>
                      <a:pt x="34" y="10"/>
                      <a:pt x="35" y="13"/>
                    </a:cubicBezTo>
                    <a:cubicBezTo>
                      <a:pt x="35" y="17"/>
                      <a:pt x="33" y="20"/>
                      <a:pt x="30" y="23"/>
                    </a:cubicBezTo>
                    <a:cubicBezTo>
                      <a:pt x="30" y="24"/>
                      <a:pt x="28" y="24"/>
                      <a:pt x="27" y="26"/>
                    </a:cubicBezTo>
                    <a:cubicBezTo>
                      <a:pt x="28" y="25"/>
                      <a:pt x="28" y="25"/>
                      <a:pt x="28" y="24"/>
                    </a:cubicBezTo>
                    <a:cubicBezTo>
                      <a:pt x="28" y="25"/>
                      <a:pt x="27" y="26"/>
                      <a:pt x="27" y="26"/>
                    </a:cubicBezTo>
                    <a:cubicBezTo>
                      <a:pt x="26" y="27"/>
                      <a:pt x="26" y="27"/>
                      <a:pt x="25" y="28"/>
                    </a:cubicBezTo>
                    <a:lnTo>
                      <a:pt x="25" y="29"/>
                    </a:lnTo>
                    <a:cubicBezTo>
                      <a:pt x="25" y="30"/>
                      <a:pt x="24" y="31"/>
                      <a:pt x="24" y="32"/>
                    </a:cubicBezTo>
                    <a:cubicBezTo>
                      <a:pt x="24" y="31"/>
                      <a:pt x="24" y="31"/>
                      <a:pt x="24" y="30"/>
                    </a:cubicBezTo>
                    <a:cubicBezTo>
                      <a:pt x="24" y="31"/>
                      <a:pt x="24" y="32"/>
                      <a:pt x="24" y="33"/>
                    </a:cubicBezTo>
                    <a:cubicBezTo>
                      <a:pt x="24" y="34"/>
                      <a:pt x="24" y="36"/>
                      <a:pt x="24" y="38"/>
                    </a:cubicBezTo>
                    <a:cubicBezTo>
                      <a:pt x="24" y="40"/>
                      <a:pt x="24" y="42"/>
                      <a:pt x="24" y="44"/>
                    </a:cubicBezTo>
                    <a:cubicBezTo>
                      <a:pt x="25" y="49"/>
                      <a:pt x="25" y="55"/>
                      <a:pt x="27" y="60"/>
                    </a:cubicBezTo>
                    <a:cubicBezTo>
                      <a:pt x="29" y="68"/>
                      <a:pt x="31" y="76"/>
                      <a:pt x="34" y="84"/>
                    </a:cubicBezTo>
                    <a:cubicBezTo>
                      <a:pt x="37" y="90"/>
                      <a:pt x="39" y="95"/>
                      <a:pt x="41" y="101"/>
                    </a:cubicBezTo>
                    <a:cubicBezTo>
                      <a:pt x="44" y="107"/>
                      <a:pt x="47" y="113"/>
                      <a:pt x="50" y="119"/>
                    </a:cubicBezTo>
                    <a:cubicBezTo>
                      <a:pt x="54" y="126"/>
                      <a:pt x="58" y="132"/>
                      <a:pt x="62" y="139"/>
                    </a:cubicBezTo>
                    <a:cubicBezTo>
                      <a:pt x="66" y="144"/>
                      <a:pt x="64" y="151"/>
                      <a:pt x="59" y="154"/>
                    </a:cubicBezTo>
                    <a:cubicBezTo>
                      <a:pt x="57" y="155"/>
                      <a:pt x="55" y="156"/>
                      <a:pt x="53" y="156"/>
                    </a:cubicBezTo>
                    <a:cubicBezTo>
                      <a:pt x="49" y="156"/>
                      <a:pt x="45" y="154"/>
                      <a:pt x="43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834480" y="1800000"/>
                <a:ext cx="6048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16" extrusionOk="0">
                    <a:moveTo>
                      <a:pt x="7" y="214"/>
                    </a:moveTo>
                    <a:cubicBezTo>
                      <a:pt x="3" y="211"/>
                      <a:pt x="0" y="204"/>
                      <a:pt x="3" y="198"/>
                    </a:cubicBezTo>
                    <a:cubicBezTo>
                      <a:pt x="8" y="189"/>
                      <a:pt x="14" y="180"/>
                      <a:pt x="19" y="171"/>
                    </a:cubicBezTo>
                    <a:cubicBezTo>
                      <a:pt x="19" y="170"/>
                      <a:pt x="20" y="170"/>
                      <a:pt x="20" y="170"/>
                    </a:cubicBezTo>
                    <a:cubicBezTo>
                      <a:pt x="20" y="169"/>
                      <a:pt x="20" y="169"/>
                      <a:pt x="20" y="169"/>
                    </a:cubicBezTo>
                    <a:lnTo>
                      <a:pt x="21" y="169"/>
                    </a:lnTo>
                    <a:lnTo>
                      <a:pt x="21" y="168"/>
                    </a:lnTo>
                    <a:lnTo>
                      <a:pt x="21" y="167"/>
                    </a:lnTo>
                    <a:cubicBezTo>
                      <a:pt x="22" y="167"/>
                      <a:pt x="22" y="166"/>
                      <a:pt x="22" y="166"/>
                    </a:cubicBezTo>
                    <a:cubicBezTo>
                      <a:pt x="24" y="164"/>
                      <a:pt x="25" y="162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lnTo>
                      <a:pt x="26" y="159"/>
                    </a:lnTo>
                    <a:cubicBezTo>
                      <a:pt x="27" y="158"/>
                      <a:pt x="28" y="157"/>
                      <a:pt x="28" y="157"/>
                    </a:cubicBezTo>
                    <a:cubicBezTo>
                      <a:pt x="28" y="157"/>
                      <a:pt x="28" y="156"/>
                      <a:pt x="29" y="155"/>
                    </a:cubicBezTo>
                    <a:lnTo>
                      <a:pt x="29" y="154"/>
                    </a:lnTo>
                    <a:cubicBezTo>
                      <a:pt x="29" y="155"/>
                      <a:pt x="29" y="155"/>
                      <a:pt x="29" y="155"/>
                    </a:cubicBezTo>
                    <a:lnTo>
                      <a:pt x="29" y="154"/>
                    </a:lnTo>
                    <a:lnTo>
                      <a:pt x="30" y="154"/>
                    </a:lnTo>
                    <a:cubicBezTo>
                      <a:pt x="29" y="154"/>
                      <a:pt x="29" y="154"/>
                      <a:pt x="29" y="154"/>
                    </a:cubicBezTo>
                    <a:cubicBezTo>
                      <a:pt x="43" y="133"/>
                      <a:pt x="56" y="112"/>
                      <a:pt x="69" y="91"/>
                    </a:cubicBezTo>
                    <a:cubicBezTo>
                      <a:pt x="75" y="80"/>
                      <a:pt x="82" y="69"/>
                      <a:pt x="89" y="59"/>
                    </a:cubicBezTo>
                    <a:cubicBezTo>
                      <a:pt x="96" y="48"/>
                      <a:pt x="104" y="38"/>
                      <a:pt x="112" y="28"/>
                    </a:cubicBezTo>
                    <a:cubicBezTo>
                      <a:pt x="117" y="22"/>
                      <a:pt x="123" y="16"/>
                      <a:pt x="128" y="11"/>
                    </a:cubicBezTo>
                    <a:cubicBezTo>
                      <a:pt x="134" y="6"/>
                      <a:pt x="141" y="2"/>
                      <a:pt x="148" y="0"/>
                    </a:cubicBezTo>
                    <a:cubicBezTo>
                      <a:pt x="150" y="0"/>
                      <a:pt x="152" y="0"/>
                      <a:pt x="155" y="0"/>
                    </a:cubicBezTo>
                    <a:cubicBezTo>
                      <a:pt x="161" y="0"/>
                      <a:pt x="166" y="4"/>
                      <a:pt x="167" y="11"/>
                    </a:cubicBezTo>
                    <a:cubicBezTo>
                      <a:pt x="167" y="18"/>
                      <a:pt x="162" y="23"/>
                      <a:pt x="155" y="24"/>
                    </a:cubicBezTo>
                    <a:cubicBezTo>
                      <a:pt x="155" y="23"/>
                      <a:pt x="154" y="23"/>
                      <a:pt x="154" y="23"/>
                    </a:cubicBezTo>
                    <a:cubicBezTo>
                      <a:pt x="154" y="24"/>
                      <a:pt x="155" y="24"/>
                      <a:pt x="155" y="24"/>
                    </a:cubicBezTo>
                    <a:lnTo>
                      <a:pt x="154" y="24"/>
                    </a:lnTo>
                    <a:lnTo>
                      <a:pt x="154" y="23"/>
                    </a:lnTo>
                    <a:cubicBezTo>
                      <a:pt x="154" y="24"/>
                      <a:pt x="154" y="24"/>
                      <a:pt x="153" y="24"/>
                    </a:cubicBezTo>
                    <a:lnTo>
                      <a:pt x="152" y="24"/>
                    </a:lnTo>
                    <a:lnTo>
                      <a:pt x="151" y="24"/>
                    </a:lnTo>
                    <a:cubicBezTo>
                      <a:pt x="151" y="24"/>
                      <a:pt x="150" y="24"/>
                      <a:pt x="149" y="25"/>
                    </a:cubicBezTo>
                    <a:cubicBezTo>
                      <a:pt x="148" y="25"/>
                      <a:pt x="147" y="26"/>
                      <a:pt x="146" y="27"/>
                    </a:cubicBezTo>
                    <a:cubicBezTo>
                      <a:pt x="144" y="29"/>
                      <a:pt x="141" y="31"/>
                      <a:pt x="140" y="32"/>
                    </a:cubicBezTo>
                    <a:cubicBezTo>
                      <a:pt x="135" y="36"/>
                      <a:pt x="131" y="41"/>
                      <a:pt x="127" y="45"/>
                    </a:cubicBezTo>
                    <a:lnTo>
                      <a:pt x="127" y="46"/>
                    </a:lnTo>
                    <a:cubicBezTo>
                      <a:pt x="116" y="60"/>
                      <a:pt x="106" y="74"/>
                      <a:pt x="97" y="88"/>
                    </a:cubicBezTo>
                    <a:cubicBezTo>
                      <a:pt x="91" y="97"/>
                      <a:pt x="86" y="106"/>
                      <a:pt x="80" y="115"/>
                    </a:cubicBezTo>
                    <a:cubicBezTo>
                      <a:pt x="69" y="131"/>
                      <a:pt x="59" y="148"/>
                      <a:pt x="48" y="165"/>
                    </a:cubicBezTo>
                    <a:cubicBezTo>
                      <a:pt x="39" y="180"/>
                      <a:pt x="31" y="194"/>
                      <a:pt x="22" y="209"/>
                    </a:cubicBezTo>
                    <a:cubicBezTo>
                      <a:pt x="21" y="212"/>
                      <a:pt x="17" y="215"/>
                      <a:pt x="12" y="215"/>
                    </a:cubicBezTo>
                    <a:cubicBezTo>
                      <a:pt x="11" y="215"/>
                      <a:pt x="9" y="214"/>
                      <a:pt x="7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929880" y="1815120"/>
                <a:ext cx="5796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2" extrusionOk="0">
                    <a:moveTo>
                      <a:pt x="2" y="43"/>
                    </a:moveTo>
                    <a:cubicBezTo>
                      <a:pt x="0" y="36"/>
                      <a:pt x="4" y="30"/>
                      <a:pt x="10" y="28"/>
                    </a:cubicBezTo>
                    <a:cubicBezTo>
                      <a:pt x="21" y="24"/>
                      <a:pt x="32" y="21"/>
                      <a:pt x="43" y="19"/>
                    </a:cubicBezTo>
                    <a:cubicBezTo>
                      <a:pt x="53" y="16"/>
                      <a:pt x="64" y="14"/>
                      <a:pt x="76" y="12"/>
                    </a:cubicBezTo>
                    <a:cubicBezTo>
                      <a:pt x="99" y="8"/>
                      <a:pt x="123" y="5"/>
                      <a:pt x="146" y="0"/>
                    </a:cubicBezTo>
                    <a:cubicBezTo>
                      <a:pt x="152" y="0"/>
                      <a:pt x="158" y="3"/>
                      <a:pt x="159" y="10"/>
                    </a:cubicBezTo>
                    <a:cubicBezTo>
                      <a:pt x="160" y="15"/>
                      <a:pt x="156" y="21"/>
                      <a:pt x="150" y="22"/>
                    </a:cubicBezTo>
                    <a:cubicBezTo>
                      <a:pt x="135" y="25"/>
                      <a:pt x="119" y="27"/>
                      <a:pt x="104" y="30"/>
                    </a:cubicBezTo>
                    <a:cubicBezTo>
                      <a:pt x="90" y="32"/>
                      <a:pt x="75" y="34"/>
                      <a:pt x="61" y="38"/>
                    </a:cubicBezTo>
                    <a:lnTo>
                      <a:pt x="60" y="38"/>
                    </a:lnTo>
                    <a:cubicBezTo>
                      <a:pt x="55" y="39"/>
                      <a:pt x="50" y="41"/>
                      <a:pt x="45" y="42"/>
                    </a:cubicBezTo>
                    <a:lnTo>
                      <a:pt x="46" y="42"/>
                    </a:lnTo>
                    <a:cubicBezTo>
                      <a:pt x="37" y="44"/>
                      <a:pt x="27" y="47"/>
                      <a:pt x="17" y="50"/>
                    </a:cubicBezTo>
                    <a:cubicBezTo>
                      <a:pt x="16" y="51"/>
                      <a:pt x="14" y="51"/>
                      <a:pt x="13" y="51"/>
                    </a:cubicBezTo>
                    <a:cubicBezTo>
                      <a:pt x="9" y="51"/>
                      <a:pt x="4" y="48"/>
                      <a:pt x="2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953280" y="1805040"/>
                <a:ext cx="1620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152" extrusionOk="0">
                    <a:moveTo>
                      <a:pt x="8" y="142"/>
                    </a:moveTo>
                    <a:cubicBezTo>
                      <a:pt x="6" y="135"/>
                      <a:pt x="5" y="128"/>
                      <a:pt x="4" y="120"/>
                    </a:cubicBezTo>
                    <a:cubicBezTo>
                      <a:pt x="1" y="108"/>
                      <a:pt x="0" y="95"/>
                      <a:pt x="0" y="82"/>
                    </a:cubicBezTo>
                    <a:cubicBezTo>
                      <a:pt x="1" y="69"/>
                      <a:pt x="1" y="54"/>
                      <a:pt x="5" y="41"/>
                    </a:cubicBezTo>
                    <a:cubicBezTo>
                      <a:pt x="8" y="28"/>
                      <a:pt x="14" y="17"/>
                      <a:pt x="21" y="6"/>
                    </a:cubicBezTo>
                    <a:cubicBezTo>
                      <a:pt x="25" y="1"/>
                      <a:pt x="33" y="0"/>
                      <a:pt x="38" y="3"/>
                    </a:cubicBezTo>
                    <a:cubicBezTo>
                      <a:pt x="43" y="7"/>
                      <a:pt x="44" y="15"/>
                      <a:pt x="40" y="20"/>
                    </a:cubicBezTo>
                    <a:cubicBezTo>
                      <a:pt x="39" y="22"/>
                      <a:pt x="37" y="25"/>
                      <a:pt x="36" y="28"/>
                    </a:cubicBezTo>
                    <a:cubicBezTo>
                      <a:pt x="34" y="31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4"/>
                      <a:pt x="25" y="58"/>
                    </a:cubicBezTo>
                    <a:cubicBezTo>
                      <a:pt x="25" y="57"/>
                      <a:pt x="25" y="57"/>
                      <a:pt x="25" y="56"/>
                    </a:cubicBezTo>
                    <a:cubicBezTo>
                      <a:pt x="24" y="64"/>
                      <a:pt x="23" y="73"/>
                      <a:pt x="23" y="82"/>
                    </a:cubicBezTo>
                    <a:cubicBezTo>
                      <a:pt x="23" y="90"/>
                      <a:pt x="23" y="98"/>
                      <a:pt x="24" y="106"/>
                    </a:cubicBezTo>
                    <a:lnTo>
                      <a:pt x="24" y="107"/>
                    </a:lnTo>
                    <a:lnTo>
                      <a:pt x="24" y="108"/>
                    </a:ln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17"/>
                      <a:pt x="27" y="128"/>
                      <a:pt x="29" y="138"/>
                    </a:cubicBezTo>
                    <a:cubicBezTo>
                      <a:pt x="30" y="144"/>
                      <a:pt x="26" y="150"/>
                      <a:pt x="20" y="151"/>
                    </a:cubicBezTo>
                    <a:cubicBezTo>
                      <a:pt x="19" y="151"/>
                      <a:pt x="19" y="151"/>
                      <a:pt x="18" y="151"/>
                    </a:cubicBezTo>
                    <a:cubicBezTo>
                      <a:pt x="13" y="151"/>
                      <a:pt x="8" y="147"/>
                      <a:pt x="8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027080" y="1747440"/>
                <a:ext cx="85680" cy="16020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445" extrusionOk="0">
                    <a:moveTo>
                      <a:pt x="33" y="435"/>
                    </a:moveTo>
                    <a:cubicBezTo>
                      <a:pt x="27" y="432"/>
                      <a:pt x="21" y="428"/>
                      <a:pt x="15" y="423"/>
                    </a:cubicBezTo>
                    <a:cubicBezTo>
                      <a:pt x="9" y="418"/>
                      <a:pt x="4" y="413"/>
                      <a:pt x="2" y="406"/>
                    </a:cubicBezTo>
                    <a:cubicBezTo>
                      <a:pt x="1" y="403"/>
                      <a:pt x="0" y="399"/>
                      <a:pt x="0" y="396"/>
                    </a:cubicBezTo>
                    <a:cubicBezTo>
                      <a:pt x="0" y="392"/>
                      <a:pt x="1" y="389"/>
                      <a:pt x="2" y="386"/>
                    </a:cubicBezTo>
                    <a:cubicBezTo>
                      <a:pt x="2" y="385"/>
                      <a:pt x="2" y="385"/>
                      <a:pt x="2" y="384"/>
                    </a:cubicBezTo>
                    <a:cubicBezTo>
                      <a:pt x="4" y="378"/>
                      <a:pt x="9" y="374"/>
                      <a:pt x="16" y="375"/>
                    </a:cubicBezTo>
                    <a:cubicBezTo>
                      <a:pt x="22" y="377"/>
                      <a:pt x="26" y="383"/>
                      <a:pt x="25" y="389"/>
                    </a:cubicBezTo>
                    <a:cubicBezTo>
                      <a:pt x="25" y="391"/>
                      <a:pt x="24" y="392"/>
                      <a:pt x="23" y="394"/>
                    </a:cubicBez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cubicBezTo>
                      <a:pt x="23" y="396"/>
                      <a:pt x="23" y="397"/>
                      <a:pt x="24" y="397"/>
                    </a:cubicBezTo>
                    <a:cubicBezTo>
                      <a:pt x="24" y="398"/>
                      <a:pt x="24" y="399"/>
                      <a:pt x="24" y="399"/>
                    </a:cubicBezTo>
                    <a:cubicBezTo>
                      <a:pt x="25" y="399"/>
                      <a:pt x="25" y="400"/>
                      <a:pt x="25" y="400"/>
                    </a:cubicBezTo>
                    <a:cubicBezTo>
                      <a:pt x="25" y="400"/>
                      <a:pt x="25" y="401"/>
                      <a:pt x="26" y="402"/>
                    </a:cubicBezTo>
                    <a:cubicBezTo>
                      <a:pt x="28" y="404"/>
                      <a:pt x="29" y="405"/>
                      <a:pt x="30" y="406"/>
                    </a:cubicBezTo>
                    <a:cubicBezTo>
                      <a:pt x="33" y="409"/>
                      <a:pt x="37" y="411"/>
                      <a:pt x="40" y="413"/>
                    </a:cubicBezTo>
                    <a:cubicBezTo>
                      <a:pt x="42" y="414"/>
                      <a:pt x="43" y="415"/>
                      <a:pt x="46" y="416"/>
                    </a:cubicBezTo>
                    <a:cubicBezTo>
                      <a:pt x="48" y="417"/>
                      <a:pt x="50" y="418"/>
                      <a:pt x="52" y="418"/>
                    </a:cubicBezTo>
                    <a:cubicBezTo>
                      <a:pt x="55" y="419"/>
                      <a:pt x="58" y="420"/>
                      <a:pt x="61" y="420"/>
                    </a:cubicBezTo>
                    <a:cubicBezTo>
                      <a:pt x="64" y="421"/>
                      <a:pt x="67" y="421"/>
                      <a:pt x="69" y="421"/>
                    </a:cubicBezTo>
                    <a:cubicBezTo>
                      <a:pt x="73" y="421"/>
                      <a:pt x="76" y="421"/>
                      <a:pt x="79" y="420"/>
                    </a:cubicBezTo>
                    <a:cubicBezTo>
                      <a:pt x="82" y="420"/>
                      <a:pt x="85" y="420"/>
                      <a:pt x="88" y="419"/>
                    </a:cubicBezTo>
                    <a:cubicBezTo>
                      <a:pt x="89" y="418"/>
                      <a:pt x="90" y="418"/>
                      <a:pt x="92" y="418"/>
                    </a:cubicBezTo>
                    <a:cubicBezTo>
                      <a:pt x="93" y="417"/>
                      <a:pt x="94" y="417"/>
                      <a:pt x="95" y="416"/>
                    </a:cubicBezTo>
                    <a:cubicBezTo>
                      <a:pt x="96" y="416"/>
                      <a:pt x="97" y="415"/>
                      <a:pt x="97" y="414"/>
                    </a:cubicBezTo>
                    <a:cubicBezTo>
                      <a:pt x="99" y="414"/>
                      <a:pt x="99" y="413"/>
                      <a:pt x="100" y="413"/>
                    </a:cubicBezTo>
                    <a:cubicBezTo>
                      <a:pt x="101" y="411"/>
                      <a:pt x="102" y="410"/>
                      <a:pt x="103" y="410"/>
                    </a:cubicBezTo>
                    <a:cubicBezTo>
                      <a:pt x="104" y="408"/>
                      <a:pt x="105" y="407"/>
                      <a:pt x="106" y="405"/>
                    </a:cubicBezTo>
                    <a:cubicBezTo>
                      <a:pt x="107" y="403"/>
                      <a:pt x="109" y="400"/>
                      <a:pt x="110" y="398"/>
                    </a:cubicBezTo>
                    <a:cubicBezTo>
                      <a:pt x="112" y="393"/>
                      <a:pt x="114" y="387"/>
                      <a:pt x="116" y="381"/>
                    </a:cubicBezTo>
                    <a:cubicBezTo>
                      <a:pt x="116" y="382"/>
                      <a:pt x="115" y="382"/>
                      <a:pt x="115" y="383"/>
                    </a:cubicBezTo>
                    <a:cubicBezTo>
                      <a:pt x="118" y="373"/>
                      <a:pt x="120" y="363"/>
                      <a:pt x="122" y="353"/>
                    </a:cubicBezTo>
                    <a:cubicBezTo>
                      <a:pt x="123" y="349"/>
                      <a:pt x="123" y="346"/>
                      <a:pt x="123" y="342"/>
                    </a:cubicBezTo>
                    <a:cubicBezTo>
                      <a:pt x="124" y="339"/>
                      <a:pt x="124" y="336"/>
                      <a:pt x="124" y="332"/>
                    </a:cubicBezTo>
                    <a:cubicBezTo>
                      <a:pt x="125" y="325"/>
                      <a:pt x="125" y="317"/>
                      <a:pt x="126" y="310"/>
                    </a:cubicBezTo>
                    <a:cubicBezTo>
                      <a:pt x="126" y="300"/>
                      <a:pt x="126" y="290"/>
                      <a:pt x="126" y="280"/>
                    </a:cubicBezTo>
                    <a:cubicBezTo>
                      <a:pt x="126" y="255"/>
                      <a:pt x="126" y="230"/>
                      <a:pt x="126" y="205"/>
                    </a:cubicBezTo>
                    <a:cubicBezTo>
                      <a:pt x="126" y="194"/>
                      <a:pt x="127" y="182"/>
                      <a:pt x="127" y="171"/>
                    </a:cubicBezTo>
                    <a:cubicBezTo>
                      <a:pt x="128" y="148"/>
                      <a:pt x="129" y="126"/>
                      <a:pt x="132" y="104"/>
                    </a:cubicBezTo>
                    <a:cubicBezTo>
                      <a:pt x="135" y="88"/>
                      <a:pt x="139" y="72"/>
                      <a:pt x="145" y="57"/>
                    </a:cubicBezTo>
                    <a:cubicBezTo>
                      <a:pt x="152" y="43"/>
                      <a:pt x="159" y="29"/>
                      <a:pt x="170" y="17"/>
                    </a:cubicBezTo>
                    <a:cubicBezTo>
                      <a:pt x="174" y="12"/>
                      <a:pt x="180" y="8"/>
                      <a:pt x="185" y="4"/>
                    </a:cubicBezTo>
                    <a:cubicBezTo>
                      <a:pt x="192" y="1"/>
                      <a:pt x="199" y="0"/>
                      <a:pt x="206" y="2"/>
                    </a:cubicBezTo>
                    <a:cubicBezTo>
                      <a:pt x="212" y="3"/>
                      <a:pt x="219" y="7"/>
                      <a:pt x="223" y="11"/>
                    </a:cubicBezTo>
                    <a:cubicBezTo>
                      <a:pt x="228" y="16"/>
                      <a:pt x="231" y="23"/>
                      <a:pt x="233" y="30"/>
                    </a:cubicBezTo>
                    <a:cubicBezTo>
                      <a:pt x="237" y="43"/>
                      <a:pt x="235" y="59"/>
                      <a:pt x="229" y="72"/>
                    </a:cubicBezTo>
                    <a:cubicBezTo>
                      <a:pt x="227" y="77"/>
                      <a:pt x="223" y="82"/>
                      <a:pt x="218" y="86"/>
                    </a:cubicBezTo>
                    <a:cubicBezTo>
                      <a:pt x="216" y="88"/>
                      <a:pt x="213" y="89"/>
                      <a:pt x="210" y="89"/>
                    </a:cubicBezTo>
                    <a:cubicBezTo>
                      <a:pt x="206" y="89"/>
                      <a:pt x="203" y="88"/>
                      <a:pt x="201" y="86"/>
                    </a:cubicBezTo>
                    <a:cubicBezTo>
                      <a:pt x="196" y="82"/>
                      <a:pt x="195" y="76"/>
                      <a:pt x="194" y="70"/>
                    </a:cubicBezTo>
                    <a:cubicBezTo>
                      <a:pt x="194" y="67"/>
                      <a:pt x="194" y="64"/>
                      <a:pt x="194" y="61"/>
                    </a:cubicBezTo>
                    <a:cubicBezTo>
                      <a:pt x="194" y="55"/>
                      <a:pt x="194" y="50"/>
                      <a:pt x="194" y="44"/>
                    </a:cubicBezTo>
                    <a:cubicBezTo>
                      <a:pt x="195" y="39"/>
                      <a:pt x="195" y="33"/>
                      <a:pt x="196" y="28"/>
                    </a:cubicBezTo>
                    <a:cubicBezTo>
                      <a:pt x="196" y="26"/>
                      <a:pt x="197" y="25"/>
                      <a:pt x="198" y="23"/>
                    </a:cubicBezTo>
                    <a:cubicBezTo>
                      <a:pt x="198" y="24"/>
                      <a:pt x="197" y="24"/>
                      <a:pt x="196" y="24"/>
                    </a:cubicBezTo>
                    <a:cubicBezTo>
                      <a:pt x="196" y="25"/>
                      <a:pt x="195" y="25"/>
                      <a:pt x="195" y="25"/>
                    </a:cubicBezTo>
                    <a:cubicBezTo>
                      <a:pt x="194" y="25"/>
                      <a:pt x="194" y="26"/>
                      <a:pt x="192" y="26"/>
                    </a:cubicBezTo>
                    <a:cubicBezTo>
                      <a:pt x="192" y="27"/>
                      <a:pt x="191" y="28"/>
                      <a:pt x="189" y="29"/>
                    </a:cubicBezTo>
                    <a:cubicBezTo>
                      <a:pt x="187" y="31"/>
                      <a:pt x="185" y="34"/>
                      <a:pt x="183" y="36"/>
                    </a:cubicBezTo>
                    <a:cubicBezTo>
                      <a:pt x="180" y="39"/>
                      <a:pt x="178" y="43"/>
                      <a:pt x="175" y="46"/>
                    </a:cubicBezTo>
                    <a:cubicBezTo>
                      <a:pt x="172" y="52"/>
                      <a:pt x="169" y="58"/>
                      <a:pt x="166" y="65"/>
                    </a:cubicBezTo>
                    <a:cubicBezTo>
                      <a:pt x="163" y="71"/>
                      <a:pt x="161" y="78"/>
                      <a:pt x="159" y="84"/>
                    </a:cubicBezTo>
                    <a:cubicBezTo>
                      <a:pt x="156" y="95"/>
                      <a:pt x="154" y="107"/>
                      <a:pt x="152" y="118"/>
                    </a:cubicBezTo>
                    <a:cubicBezTo>
                      <a:pt x="148" y="146"/>
                      <a:pt x="148" y="174"/>
                      <a:pt x="146" y="202"/>
                    </a:cubicBezTo>
                    <a:cubicBezTo>
                      <a:pt x="146" y="228"/>
                      <a:pt x="146" y="255"/>
                      <a:pt x="146" y="281"/>
                    </a:cubicBezTo>
                    <a:lnTo>
                      <a:pt x="146" y="280"/>
                    </a:lnTo>
                    <a:lnTo>
                      <a:pt x="146" y="281"/>
                    </a:lnTo>
                    <a:lnTo>
                      <a:pt x="146" y="280"/>
                    </a:lnTo>
                    <a:cubicBezTo>
                      <a:pt x="146" y="290"/>
                      <a:pt x="146" y="300"/>
                      <a:pt x="146" y="309"/>
                    </a:cubicBezTo>
                    <a:cubicBezTo>
                      <a:pt x="146" y="308"/>
                      <a:pt x="146" y="308"/>
                      <a:pt x="146" y="308"/>
                    </a:cubicBezTo>
                    <a:cubicBezTo>
                      <a:pt x="145" y="314"/>
                      <a:pt x="145" y="319"/>
                      <a:pt x="145" y="325"/>
                    </a:cubicBezTo>
                    <a:cubicBezTo>
                      <a:pt x="145" y="330"/>
                      <a:pt x="144" y="336"/>
                      <a:pt x="143" y="341"/>
                    </a:cubicBezTo>
                    <a:cubicBezTo>
                      <a:pt x="143" y="347"/>
                      <a:pt x="142" y="353"/>
                      <a:pt x="141" y="358"/>
                    </a:cubicBezTo>
                    <a:cubicBezTo>
                      <a:pt x="140" y="367"/>
                      <a:pt x="139" y="375"/>
                      <a:pt x="137" y="383"/>
                    </a:cubicBezTo>
                    <a:cubicBezTo>
                      <a:pt x="133" y="398"/>
                      <a:pt x="128" y="414"/>
                      <a:pt x="118" y="425"/>
                    </a:cubicBezTo>
                    <a:cubicBezTo>
                      <a:pt x="114" y="431"/>
                      <a:pt x="108" y="434"/>
                      <a:pt x="102" y="437"/>
                    </a:cubicBezTo>
                    <a:cubicBezTo>
                      <a:pt x="95" y="441"/>
                      <a:pt x="87" y="442"/>
                      <a:pt x="79" y="443"/>
                    </a:cubicBezTo>
                    <a:cubicBezTo>
                      <a:pt x="76" y="443"/>
                      <a:pt x="74" y="444"/>
                      <a:pt x="71" y="444"/>
                    </a:cubicBezTo>
                    <a:cubicBezTo>
                      <a:pt x="58" y="444"/>
                      <a:pt x="45" y="441"/>
                      <a:pt x="33" y="4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139040" y="1748160"/>
                <a:ext cx="71280" cy="1137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316" extrusionOk="0">
                    <a:moveTo>
                      <a:pt x="31" y="279"/>
                    </a:moveTo>
                    <a:cubicBezTo>
                      <a:pt x="32" y="279"/>
                      <a:pt x="32" y="279"/>
                      <a:pt x="32" y="279"/>
                    </a:cubicBezTo>
                    <a:cubicBezTo>
                      <a:pt x="33" y="278"/>
                      <a:pt x="33" y="278"/>
                      <a:pt x="34" y="278"/>
                    </a:cubicBezTo>
                    <a:cubicBezTo>
                      <a:pt x="36" y="278"/>
                      <a:pt x="37" y="277"/>
                      <a:pt x="38" y="277"/>
                    </a:cubicBezTo>
                    <a:cubicBezTo>
                      <a:pt x="39" y="275"/>
                      <a:pt x="40" y="275"/>
                      <a:pt x="41" y="274"/>
                    </a:cubicBezTo>
                    <a:cubicBezTo>
                      <a:pt x="43" y="273"/>
                      <a:pt x="45" y="271"/>
                      <a:pt x="47" y="269"/>
                    </a:cubicBezTo>
                    <a:lnTo>
                      <a:pt x="47" y="270"/>
                    </a:lnTo>
                    <a:cubicBezTo>
                      <a:pt x="47" y="269"/>
                      <a:pt x="47" y="269"/>
                      <a:pt x="47" y="269"/>
                    </a:cubicBezTo>
                    <a:lnTo>
                      <a:pt x="48" y="268"/>
                    </a:lnTo>
                    <a:lnTo>
                      <a:pt x="47" y="269"/>
                    </a:lnTo>
                    <a:cubicBezTo>
                      <a:pt x="52" y="265"/>
                      <a:pt x="55" y="261"/>
                      <a:pt x="59" y="257"/>
                    </a:cubicBezTo>
                    <a:cubicBezTo>
                      <a:pt x="66" y="248"/>
                      <a:pt x="73" y="239"/>
                      <a:pt x="79" y="229"/>
                    </a:cubicBezTo>
                    <a:cubicBezTo>
                      <a:pt x="82" y="224"/>
                      <a:pt x="84" y="220"/>
                      <a:pt x="87" y="215"/>
                    </a:cubicBezTo>
                    <a:cubicBezTo>
                      <a:pt x="89" y="211"/>
                      <a:pt x="92" y="207"/>
                      <a:pt x="95" y="203"/>
                    </a:cubicBezTo>
                    <a:cubicBezTo>
                      <a:pt x="98" y="197"/>
                      <a:pt x="100" y="192"/>
                      <a:pt x="103" y="186"/>
                    </a:cubicBezTo>
                    <a:cubicBezTo>
                      <a:pt x="106" y="181"/>
                      <a:pt x="109" y="177"/>
                      <a:pt x="111" y="172"/>
                    </a:cubicBezTo>
                    <a:lnTo>
                      <a:pt x="112" y="171"/>
                    </a:lnTo>
                    <a:cubicBezTo>
                      <a:pt x="110" y="169"/>
                      <a:pt x="109" y="168"/>
                      <a:pt x="107" y="168"/>
                    </a:cubicBezTo>
                    <a:cubicBezTo>
                      <a:pt x="102" y="165"/>
                      <a:pt x="97" y="162"/>
                      <a:pt x="92" y="159"/>
                    </a:cubicBezTo>
                    <a:cubicBezTo>
                      <a:pt x="90" y="158"/>
                      <a:pt x="88" y="158"/>
                      <a:pt x="86" y="157"/>
                    </a:cubicBezTo>
                    <a:cubicBezTo>
                      <a:pt x="84" y="157"/>
                      <a:pt x="82" y="156"/>
                      <a:pt x="81" y="156"/>
                    </a:cubicBezTo>
                    <a:cubicBezTo>
                      <a:pt x="80" y="155"/>
                      <a:pt x="79" y="155"/>
                      <a:pt x="79" y="155"/>
                    </a:cubicBezTo>
                    <a:cubicBezTo>
                      <a:pt x="77" y="155"/>
                      <a:pt x="76" y="155"/>
                      <a:pt x="75" y="156"/>
                    </a:cubicBezTo>
                    <a:cubicBezTo>
                      <a:pt x="74" y="156"/>
                      <a:pt x="73" y="156"/>
                      <a:pt x="72" y="157"/>
                    </a:cubicBezTo>
                    <a:cubicBezTo>
                      <a:pt x="71" y="157"/>
                      <a:pt x="69" y="157"/>
                      <a:pt x="68" y="158"/>
                    </a:cubicBezTo>
                    <a:cubicBezTo>
                      <a:pt x="66" y="158"/>
                      <a:pt x="65" y="159"/>
                      <a:pt x="63" y="160"/>
                    </a:cubicBezTo>
                    <a:cubicBezTo>
                      <a:pt x="61" y="161"/>
                      <a:pt x="60" y="162"/>
                      <a:pt x="59" y="163"/>
                    </a:cubicBezTo>
                    <a:cubicBezTo>
                      <a:pt x="57" y="164"/>
                      <a:pt x="56" y="165"/>
                      <a:pt x="54" y="167"/>
                    </a:cubicBezTo>
                    <a:cubicBezTo>
                      <a:pt x="51" y="169"/>
                      <a:pt x="49" y="172"/>
                      <a:pt x="46" y="175"/>
                    </a:cubicBezTo>
                    <a:cubicBezTo>
                      <a:pt x="43" y="178"/>
                      <a:pt x="41" y="181"/>
                      <a:pt x="39" y="185"/>
                    </a:cubicBezTo>
                    <a:cubicBezTo>
                      <a:pt x="36" y="189"/>
                      <a:pt x="34" y="194"/>
                      <a:pt x="32" y="199"/>
                    </a:cubicBezTo>
                    <a:cubicBezTo>
                      <a:pt x="29" y="204"/>
                      <a:pt x="28" y="208"/>
                      <a:pt x="26" y="213"/>
                    </a:cubicBezTo>
                    <a:cubicBezTo>
                      <a:pt x="25" y="219"/>
                      <a:pt x="24" y="224"/>
                      <a:pt x="23" y="229"/>
                    </a:cubicBezTo>
                    <a:lnTo>
                      <a:pt x="23" y="228"/>
                    </a:lnTo>
                    <a:cubicBezTo>
                      <a:pt x="22" y="234"/>
                      <a:pt x="22" y="240"/>
                      <a:pt x="22" y="246"/>
                    </a:cubicBezTo>
                    <a:cubicBezTo>
                      <a:pt x="22" y="250"/>
                      <a:pt x="22" y="254"/>
                      <a:pt x="22" y="259"/>
                    </a:cubicBezTo>
                    <a:cubicBezTo>
                      <a:pt x="23" y="261"/>
                      <a:pt x="23" y="265"/>
                      <a:pt x="24" y="268"/>
                    </a:cubicBezTo>
                    <a:cubicBezTo>
                      <a:pt x="24" y="270"/>
                      <a:pt x="25" y="271"/>
                      <a:pt x="25" y="273"/>
                    </a:cubicBezTo>
                    <a:cubicBezTo>
                      <a:pt x="26" y="274"/>
                      <a:pt x="26" y="275"/>
                      <a:pt x="27" y="277"/>
                    </a:cubicBezTo>
                    <a:lnTo>
                      <a:pt x="28" y="277"/>
                    </a:lnTo>
                    <a:lnTo>
                      <a:pt x="28" y="278"/>
                    </a:lnTo>
                    <a:lnTo>
                      <a:pt x="28" y="277"/>
                    </a:lnTo>
                    <a:cubicBezTo>
                      <a:pt x="28" y="278"/>
                      <a:pt x="28" y="278"/>
                      <a:pt x="29" y="278"/>
                    </a:cubicBezTo>
                    <a:cubicBezTo>
                      <a:pt x="29" y="279"/>
                      <a:pt x="30" y="279"/>
                      <a:pt x="30" y="279"/>
                    </a:cubicBezTo>
                    <a:cubicBezTo>
                      <a:pt x="31" y="279"/>
                      <a:pt x="31" y="279"/>
                      <a:pt x="31" y="279"/>
                    </a:cubicBezTo>
                    <a:lnTo>
                      <a:pt x="32" y="279"/>
                    </a:lnTo>
                    <a:cubicBezTo>
                      <a:pt x="31" y="279"/>
                      <a:pt x="31" y="279"/>
                      <a:pt x="31" y="279"/>
                    </a:cubicBezTo>
                    <a:moveTo>
                      <a:pt x="163" y="315"/>
                    </a:moveTo>
                    <a:cubicBezTo>
                      <a:pt x="159" y="314"/>
                      <a:pt x="156" y="314"/>
                      <a:pt x="153" y="313"/>
                    </a:cubicBezTo>
                    <a:cubicBezTo>
                      <a:pt x="151" y="311"/>
                      <a:pt x="148" y="309"/>
                      <a:pt x="147" y="306"/>
                    </a:cubicBezTo>
                    <a:cubicBezTo>
                      <a:pt x="143" y="301"/>
                      <a:pt x="142" y="294"/>
                      <a:pt x="142" y="287"/>
                    </a:cubicBezTo>
                    <a:cubicBezTo>
                      <a:pt x="142" y="281"/>
                      <a:pt x="142" y="275"/>
                      <a:pt x="142" y="268"/>
                    </a:cubicBezTo>
                    <a:cubicBezTo>
                      <a:pt x="141" y="257"/>
                      <a:pt x="141" y="245"/>
                      <a:pt x="141" y="234"/>
                    </a:cubicBezTo>
                    <a:cubicBezTo>
                      <a:pt x="140" y="217"/>
                      <a:pt x="140" y="201"/>
                      <a:pt x="140" y="184"/>
                    </a:cubicBezTo>
                    <a:cubicBezTo>
                      <a:pt x="137" y="186"/>
                      <a:pt x="133" y="186"/>
                      <a:pt x="128" y="184"/>
                    </a:cubicBezTo>
                    <a:cubicBezTo>
                      <a:pt x="125" y="191"/>
                      <a:pt x="121" y="197"/>
                      <a:pt x="118" y="204"/>
                    </a:cubicBezTo>
                    <a:cubicBezTo>
                      <a:pt x="116" y="208"/>
                      <a:pt x="114" y="211"/>
                      <a:pt x="112" y="215"/>
                    </a:cubicBezTo>
                    <a:cubicBezTo>
                      <a:pt x="103" y="231"/>
                      <a:pt x="93" y="248"/>
                      <a:pt x="82" y="263"/>
                    </a:cubicBezTo>
                    <a:cubicBezTo>
                      <a:pt x="78" y="269"/>
                      <a:pt x="73" y="275"/>
                      <a:pt x="68" y="281"/>
                    </a:cubicBezTo>
                    <a:cubicBezTo>
                      <a:pt x="62" y="287"/>
                      <a:pt x="56" y="292"/>
                      <a:pt x="49" y="296"/>
                    </a:cubicBezTo>
                    <a:cubicBezTo>
                      <a:pt x="43" y="299"/>
                      <a:pt x="36" y="302"/>
                      <a:pt x="29" y="302"/>
                    </a:cubicBezTo>
                    <a:cubicBezTo>
                      <a:pt x="26" y="301"/>
                      <a:pt x="23" y="301"/>
                      <a:pt x="20" y="299"/>
                    </a:cubicBezTo>
                    <a:cubicBezTo>
                      <a:pt x="16" y="298"/>
                      <a:pt x="14" y="295"/>
                      <a:pt x="11" y="292"/>
                    </a:cubicBezTo>
                    <a:cubicBezTo>
                      <a:pt x="7" y="287"/>
                      <a:pt x="4" y="280"/>
                      <a:pt x="3" y="274"/>
                    </a:cubicBezTo>
                    <a:cubicBezTo>
                      <a:pt x="1" y="266"/>
                      <a:pt x="0" y="258"/>
                      <a:pt x="0" y="250"/>
                    </a:cubicBezTo>
                    <a:cubicBezTo>
                      <a:pt x="0" y="234"/>
                      <a:pt x="2" y="218"/>
                      <a:pt x="7" y="202"/>
                    </a:cubicBezTo>
                    <a:cubicBezTo>
                      <a:pt x="12" y="187"/>
                      <a:pt x="19" y="172"/>
                      <a:pt x="29" y="160"/>
                    </a:cubicBezTo>
                    <a:cubicBezTo>
                      <a:pt x="38" y="148"/>
                      <a:pt x="50" y="139"/>
                      <a:pt x="64" y="135"/>
                    </a:cubicBezTo>
                    <a:cubicBezTo>
                      <a:pt x="71" y="133"/>
                      <a:pt x="78" y="132"/>
                      <a:pt x="85" y="133"/>
                    </a:cubicBezTo>
                    <a:cubicBezTo>
                      <a:pt x="93" y="134"/>
                      <a:pt x="100" y="138"/>
                      <a:pt x="107" y="141"/>
                    </a:cubicBezTo>
                    <a:cubicBezTo>
                      <a:pt x="112" y="144"/>
                      <a:pt x="117" y="147"/>
                      <a:pt x="122" y="150"/>
                    </a:cubicBezTo>
                    <a:cubicBezTo>
                      <a:pt x="123" y="147"/>
                      <a:pt x="125" y="144"/>
                      <a:pt x="126" y="141"/>
                    </a:cubicBezTo>
                    <a:cubicBezTo>
                      <a:pt x="128" y="136"/>
                      <a:pt x="131" y="131"/>
                      <a:pt x="133" y="126"/>
                    </a:cubicBezTo>
                    <a:cubicBezTo>
                      <a:pt x="135" y="120"/>
                      <a:pt x="138" y="115"/>
                      <a:pt x="140" y="110"/>
                    </a:cubicBezTo>
                    <a:cubicBezTo>
                      <a:pt x="142" y="107"/>
                      <a:pt x="143" y="103"/>
                      <a:pt x="145" y="100"/>
                    </a:cubicBezTo>
                    <a:cubicBezTo>
                      <a:pt x="147" y="83"/>
                      <a:pt x="151" y="67"/>
                      <a:pt x="156" y="51"/>
                    </a:cubicBezTo>
                    <a:cubicBezTo>
                      <a:pt x="159" y="42"/>
                      <a:pt x="162" y="33"/>
                      <a:pt x="166" y="25"/>
                    </a:cubicBezTo>
                    <a:cubicBezTo>
                      <a:pt x="168" y="21"/>
                      <a:pt x="169" y="17"/>
                      <a:pt x="172" y="13"/>
                    </a:cubicBezTo>
                    <a:cubicBezTo>
                      <a:pt x="173" y="10"/>
                      <a:pt x="176" y="8"/>
                      <a:pt x="179" y="6"/>
                    </a:cubicBezTo>
                    <a:cubicBezTo>
                      <a:pt x="185" y="0"/>
                      <a:pt x="197" y="5"/>
                      <a:pt x="197" y="14"/>
                    </a:cubicBezTo>
                    <a:cubicBezTo>
                      <a:pt x="197" y="16"/>
                      <a:pt x="197" y="18"/>
                      <a:pt x="196" y="20"/>
                    </a:cubicBezTo>
                    <a:cubicBezTo>
                      <a:pt x="195" y="23"/>
                      <a:pt x="195" y="26"/>
                      <a:pt x="194" y="29"/>
                    </a:cubicBezTo>
                    <a:cubicBezTo>
                      <a:pt x="193" y="31"/>
                      <a:pt x="192" y="33"/>
                      <a:pt x="191" y="35"/>
                    </a:cubicBezTo>
                    <a:cubicBezTo>
                      <a:pt x="190" y="39"/>
                      <a:pt x="188" y="44"/>
                      <a:pt x="187" y="48"/>
                    </a:cubicBezTo>
                    <a:cubicBezTo>
                      <a:pt x="184" y="55"/>
                      <a:pt x="181" y="62"/>
                      <a:pt x="179" y="69"/>
                    </a:cubicBezTo>
                    <a:cubicBezTo>
                      <a:pt x="176" y="77"/>
                      <a:pt x="173" y="84"/>
                      <a:pt x="170" y="93"/>
                    </a:cubicBezTo>
                    <a:cubicBezTo>
                      <a:pt x="169" y="95"/>
                      <a:pt x="167" y="98"/>
                      <a:pt x="166" y="101"/>
                    </a:cubicBezTo>
                    <a:cubicBezTo>
                      <a:pt x="166" y="103"/>
                      <a:pt x="166" y="104"/>
                      <a:pt x="165" y="106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3" y="123"/>
                      <a:pt x="162" y="142"/>
                      <a:pt x="161" y="161"/>
                    </a:cubicBezTo>
                    <a:lnTo>
                      <a:pt x="161" y="160"/>
                    </a:lnTo>
                    <a:lnTo>
                      <a:pt x="161" y="161"/>
                    </a:lnTo>
                    <a:cubicBezTo>
                      <a:pt x="161" y="171"/>
                      <a:pt x="161" y="180"/>
                      <a:pt x="161" y="189"/>
                    </a:cubicBezTo>
                    <a:cubicBezTo>
                      <a:pt x="161" y="201"/>
                      <a:pt x="161" y="213"/>
                      <a:pt x="162" y="224"/>
                    </a:cubicBezTo>
                    <a:cubicBezTo>
                      <a:pt x="162" y="246"/>
                      <a:pt x="163" y="268"/>
                      <a:pt x="165" y="289"/>
                    </a:cubicBezTo>
                    <a:cubicBezTo>
                      <a:pt x="165" y="290"/>
                      <a:pt x="165" y="291"/>
                      <a:pt x="165" y="292"/>
                    </a:cubicBezTo>
                    <a:cubicBezTo>
                      <a:pt x="171" y="292"/>
                      <a:pt x="176" y="298"/>
                      <a:pt x="175" y="304"/>
                    </a:cubicBezTo>
                    <a:cubicBezTo>
                      <a:pt x="174" y="310"/>
                      <a:pt x="169" y="315"/>
                      <a:pt x="163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209240" y="1798560"/>
                <a:ext cx="51480" cy="15192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422" extrusionOk="0">
                    <a:moveTo>
                      <a:pt x="49" y="399"/>
                    </a:moveTo>
                    <a:lnTo>
                      <a:pt x="49" y="398"/>
                    </a:lnTo>
                    <a:cubicBezTo>
                      <a:pt x="50" y="396"/>
                      <a:pt x="51" y="394"/>
                      <a:pt x="51" y="392"/>
                    </a:cubicBezTo>
                    <a:cubicBezTo>
                      <a:pt x="52" y="387"/>
                      <a:pt x="53" y="382"/>
                      <a:pt x="55" y="377"/>
                    </a:cubicBezTo>
                    <a:cubicBezTo>
                      <a:pt x="55" y="373"/>
                      <a:pt x="56" y="370"/>
                      <a:pt x="57" y="366"/>
                    </a:cubicBezTo>
                    <a:cubicBezTo>
                      <a:pt x="58" y="359"/>
                      <a:pt x="59" y="352"/>
                      <a:pt x="60" y="345"/>
                    </a:cubicBezTo>
                    <a:cubicBezTo>
                      <a:pt x="62" y="335"/>
                      <a:pt x="63" y="324"/>
                      <a:pt x="64" y="314"/>
                    </a:cubicBezTo>
                    <a:cubicBezTo>
                      <a:pt x="65" y="302"/>
                      <a:pt x="66" y="290"/>
                      <a:pt x="67" y="278"/>
                    </a:cubicBezTo>
                    <a:cubicBezTo>
                      <a:pt x="69" y="255"/>
                      <a:pt x="71" y="231"/>
                      <a:pt x="73" y="207"/>
                    </a:cubicBezTo>
                    <a:cubicBezTo>
                      <a:pt x="74" y="180"/>
                      <a:pt x="76" y="152"/>
                      <a:pt x="80" y="125"/>
                    </a:cubicBezTo>
                    <a:cubicBezTo>
                      <a:pt x="78" y="127"/>
                      <a:pt x="76" y="130"/>
                      <a:pt x="73" y="133"/>
                    </a:cubicBezTo>
                    <a:cubicBezTo>
                      <a:pt x="72" y="134"/>
                      <a:pt x="70" y="136"/>
                      <a:pt x="69" y="137"/>
                    </a:cubicBezTo>
                    <a:cubicBezTo>
                      <a:pt x="65" y="150"/>
                      <a:pt x="60" y="162"/>
                      <a:pt x="56" y="175"/>
                    </a:cubicBezTo>
                    <a:cubicBezTo>
                      <a:pt x="48" y="197"/>
                      <a:pt x="40" y="218"/>
                      <a:pt x="34" y="240"/>
                    </a:cubicBezTo>
                    <a:lnTo>
                      <a:pt x="34" y="239"/>
                    </a:lnTo>
                    <a:cubicBezTo>
                      <a:pt x="31" y="251"/>
                      <a:pt x="28" y="262"/>
                      <a:pt x="26" y="274"/>
                    </a:cubicBezTo>
                    <a:cubicBezTo>
                      <a:pt x="24" y="289"/>
                      <a:pt x="22" y="304"/>
                      <a:pt x="22" y="319"/>
                    </a:cubicBezTo>
                    <a:cubicBezTo>
                      <a:pt x="22" y="320"/>
                      <a:pt x="21" y="320"/>
                      <a:pt x="21" y="320"/>
                    </a:cubicBezTo>
                    <a:cubicBezTo>
                      <a:pt x="22" y="320"/>
                      <a:pt x="22" y="320"/>
                      <a:pt x="22" y="320"/>
                    </a:cubicBezTo>
                    <a:cubicBezTo>
                      <a:pt x="21" y="328"/>
                      <a:pt x="22" y="336"/>
                      <a:pt x="23" y="344"/>
                    </a:cubicBezTo>
                    <a:cubicBezTo>
                      <a:pt x="24" y="350"/>
                      <a:pt x="24" y="356"/>
                      <a:pt x="26" y="362"/>
                    </a:cubicBezTo>
                    <a:lnTo>
                      <a:pt x="26" y="363"/>
                    </a:lnTo>
                    <a:cubicBezTo>
                      <a:pt x="27" y="367"/>
                      <a:pt x="28" y="371"/>
                      <a:pt x="30" y="376"/>
                    </a:cubicBezTo>
                    <a:cubicBezTo>
                      <a:pt x="31" y="379"/>
                      <a:pt x="33" y="382"/>
                      <a:pt x="34" y="385"/>
                    </a:cubicBezTo>
                    <a:cubicBezTo>
                      <a:pt x="35" y="387"/>
                      <a:pt x="37" y="388"/>
                      <a:pt x="38" y="390"/>
                    </a:cubicBezTo>
                    <a:cubicBezTo>
                      <a:pt x="38" y="391"/>
                      <a:pt x="39" y="392"/>
                      <a:pt x="40" y="393"/>
                    </a:cubicBezTo>
                    <a:cubicBezTo>
                      <a:pt x="41" y="394"/>
                      <a:pt x="42" y="394"/>
                      <a:pt x="42" y="395"/>
                    </a:cubicBezTo>
                    <a:cubicBezTo>
                      <a:pt x="44" y="396"/>
                      <a:pt x="44" y="397"/>
                      <a:pt x="45" y="397"/>
                    </a:cubicBezTo>
                    <a:cubicBezTo>
                      <a:pt x="46" y="398"/>
                      <a:pt x="46" y="398"/>
                      <a:pt x="46" y="398"/>
                    </a:cubicBezTo>
                    <a:cubicBezTo>
                      <a:pt x="47" y="398"/>
                      <a:pt x="48" y="398"/>
                      <a:pt x="49" y="399"/>
                    </a:cubicBezTo>
                    <a:moveTo>
                      <a:pt x="48" y="421"/>
                    </a:moveTo>
                    <a:cubicBezTo>
                      <a:pt x="34" y="420"/>
                      <a:pt x="23" y="409"/>
                      <a:pt x="16" y="398"/>
                    </a:cubicBezTo>
                    <a:cubicBezTo>
                      <a:pt x="9" y="384"/>
                      <a:pt x="5" y="369"/>
                      <a:pt x="2" y="353"/>
                    </a:cubicBezTo>
                    <a:cubicBezTo>
                      <a:pt x="0" y="339"/>
                      <a:pt x="0" y="325"/>
                      <a:pt x="1" y="310"/>
                    </a:cubicBezTo>
                    <a:cubicBezTo>
                      <a:pt x="2" y="295"/>
                      <a:pt x="4" y="279"/>
                      <a:pt x="7" y="264"/>
                    </a:cubicBezTo>
                    <a:cubicBezTo>
                      <a:pt x="10" y="250"/>
                      <a:pt x="14" y="236"/>
                      <a:pt x="18" y="222"/>
                    </a:cubicBezTo>
                    <a:cubicBezTo>
                      <a:pt x="21" y="212"/>
                      <a:pt x="24" y="202"/>
                      <a:pt x="28" y="193"/>
                    </a:cubicBezTo>
                    <a:cubicBezTo>
                      <a:pt x="32" y="181"/>
                      <a:pt x="37" y="169"/>
                      <a:pt x="41" y="157"/>
                    </a:cubicBezTo>
                    <a:cubicBezTo>
                      <a:pt x="40" y="157"/>
                      <a:pt x="39" y="158"/>
                      <a:pt x="38" y="158"/>
                    </a:cubicBezTo>
                    <a:cubicBezTo>
                      <a:pt x="31" y="159"/>
                      <a:pt x="24" y="157"/>
                      <a:pt x="20" y="152"/>
                    </a:cubicBezTo>
                    <a:cubicBezTo>
                      <a:pt x="15" y="148"/>
                      <a:pt x="12" y="144"/>
                      <a:pt x="12" y="137"/>
                    </a:cubicBezTo>
                    <a:cubicBezTo>
                      <a:pt x="10" y="130"/>
                      <a:pt x="12" y="122"/>
                      <a:pt x="12" y="114"/>
                    </a:cubicBezTo>
                    <a:cubicBezTo>
                      <a:pt x="13" y="110"/>
                      <a:pt x="14" y="105"/>
                      <a:pt x="14" y="100"/>
                    </a:cubicBezTo>
                    <a:cubicBezTo>
                      <a:pt x="15" y="97"/>
                      <a:pt x="16" y="94"/>
                      <a:pt x="16" y="91"/>
                    </a:cubicBezTo>
                    <a:cubicBezTo>
                      <a:pt x="19" y="81"/>
                      <a:pt x="21" y="71"/>
                      <a:pt x="24" y="61"/>
                    </a:cubicBezTo>
                    <a:cubicBezTo>
                      <a:pt x="27" y="52"/>
                      <a:pt x="31" y="43"/>
                      <a:pt x="34" y="35"/>
                    </a:cubicBezTo>
                    <a:cubicBezTo>
                      <a:pt x="38" y="27"/>
                      <a:pt x="42" y="18"/>
                      <a:pt x="47" y="10"/>
                    </a:cubicBezTo>
                    <a:cubicBezTo>
                      <a:pt x="51" y="4"/>
                      <a:pt x="59" y="0"/>
                      <a:pt x="66" y="3"/>
                    </a:cubicBezTo>
                    <a:cubicBezTo>
                      <a:pt x="72" y="4"/>
                      <a:pt x="74" y="9"/>
                      <a:pt x="77" y="14"/>
                    </a:cubicBezTo>
                    <a:cubicBezTo>
                      <a:pt x="80" y="20"/>
                      <a:pt x="79" y="27"/>
                      <a:pt x="73" y="30"/>
                    </a:cubicBezTo>
                    <a:cubicBezTo>
                      <a:pt x="70" y="32"/>
                      <a:pt x="67" y="32"/>
                      <a:pt x="65" y="32"/>
                    </a:cubicBezTo>
                    <a:cubicBezTo>
                      <a:pt x="63" y="32"/>
                      <a:pt x="63" y="31"/>
                      <a:pt x="62" y="31"/>
                    </a:cubicBezTo>
                    <a:cubicBezTo>
                      <a:pt x="59" y="38"/>
                      <a:pt x="55" y="44"/>
                      <a:pt x="52" y="50"/>
                    </a:cubicBezTo>
                    <a:lnTo>
                      <a:pt x="53" y="50"/>
                    </a:lnTo>
                    <a:lnTo>
                      <a:pt x="52" y="50"/>
                    </a:lnTo>
                    <a:cubicBezTo>
                      <a:pt x="52" y="51"/>
                      <a:pt x="52" y="51"/>
                      <a:pt x="52" y="51"/>
                    </a:cubicBezTo>
                    <a:lnTo>
                      <a:pt x="52" y="50"/>
                    </a:lnTo>
                    <a:cubicBezTo>
                      <a:pt x="48" y="60"/>
                      <a:pt x="45" y="70"/>
                      <a:pt x="42" y="80"/>
                    </a:cubicBezTo>
                    <a:cubicBezTo>
                      <a:pt x="39" y="90"/>
                      <a:pt x="37" y="101"/>
                      <a:pt x="35" y="112"/>
                    </a:cubicBezTo>
                    <a:cubicBezTo>
                      <a:pt x="34" y="116"/>
                      <a:pt x="34" y="121"/>
                      <a:pt x="34" y="125"/>
                    </a:cubicBezTo>
                    <a:cubicBezTo>
                      <a:pt x="34" y="128"/>
                      <a:pt x="34" y="130"/>
                      <a:pt x="34" y="133"/>
                    </a:cubicBezTo>
                    <a:lnTo>
                      <a:pt x="34" y="134"/>
                    </a:lnTo>
                    <a:cubicBezTo>
                      <a:pt x="34" y="134"/>
                      <a:pt x="34" y="135"/>
                      <a:pt x="35" y="135"/>
                    </a:cubicBezTo>
                    <a:cubicBezTo>
                      <a:pt x="35" y="134"/>
                      <a:pt x="36" y="134"/>
                      <a:pt x="37" y="134"/>
                    </a:cubicBezTo>
                    <a:lnTo>
                      <a:pt x="38" y="134"/>
                    </a:lnTo>
                    <a:cubicBezTo>
                      <a:pt x="39" y="133"/>
                      <a:pt x="41" y="132"/>
                      <a:pt x="42" y="131"/>
                    </a:cubicBezTo>
                    <a:cubicBezTo>
                      <a:pt x="44" y="129"/>
                      <a:pt x="46" y="127"/>
                      <a:pt x="49" y="126"/>
                    </a:cubicBezTo>
                    <a:cubicBezTo>
                      <a:pt x="51" y="123"/>
                      <a:pt x="53" y="121"/>
                      <a:pt x="55" y="120"/>
                    </a:cubicBezTo>
                    <a:cubicBezTo>
                      <a:pt x="56" y="115"/>
                      <a:pt x="58" y="110"/>
                      <a:pt x="60" y="106"/>
                    </a:cubicBezTo>
                    <a:cubicBezTo>
                      <a:pt x="62" y="101"/>
                      <a:pt x="67" y="98"/>
                      <a:pt x="72" y="100"/>
                    </a:cubicBezTo>
                    <a:cubicBezTo>
                      <a:pt x="76" y="94"/>
                      <a:pt x="80" y="89"/>
                      <a:pt x="84" y="83"/>
                    </a:cubicBezTo>
                    <a:cubicBezTo>
                      <a:pt x="90" y="73"/>
                      <a:pt x="95" y="63"/>
                      <a:pt x="100" y="53"/>
                    </a:cubicBezTo>
                    <a:cubicBezTo>
                      <a:pt x="102" y="49"/>
                      <a:pt x="103" y="45"/>
                      <a:pt x="105" y="40"/>
                    </a:cubicBezTo>
                    <a:cubicBezTo>
                      <a:pt x="106" y="36"/>
                      <a:pt x="108" y="32"/>
                      <a:pt x="110" y="28"/>
                    </a:cubicBezTo>
                    <a:cubicBezTo>
                      <a:pt x="111" y="25"/>
                      <a:pt x="112" y="23"/>
                      <a:pt x="113" y="21"/>
                    </a:cubicBezTo>
                    <a:cubicBezTo>
                      <a:pt x="114" y="19"/>
                      <a:pt x="115" y="17"/>
                      <a:pt x="116" y="14"/>
                    </a:cubicBezTo>
                    <a:cubicBezTo>
                      <a:pt x="117" y="11"/>
                      <a:pt x="119" y="8"/>
                      <a:pt x="121" y="6"/>
                    </a:cubicBezTo>
                    <a:cubicBezTo>
                      <a:pt x="125" y="3"/>
                      <a:pt x="130" y="1"/>
                      <a:pt x="134" y="4"/>
                    </a:cubicBezTo>
                    <a:cubicBezTo>
                      <a:pt x="140" y="6"/>
                      <a:pt x="142" y="13"/>
                      <a:pt x="140" y="18"/>
                    </a:cubicBezTo>
                    <a:cubicBezTo>
                      <a:pt x="138" y="24"/>
                      <a:pt x="135" y="30"/>
                      <a:pt x="132" y="36"/>
                    </a:cubicBezTo>
                    <a:cubicBezTo>
                      <a:pt x="129" y="42"/>
                      <a:pt x="127" y="47"/>
                      <a:pt x="124" y="53"/>
                    </a:cubicBezTo>
                    <a:lnTo>
                      <a:pt x="123" y="54"/>
                    </a:lnTo>
                    <a:cubicBezTo>
                      <a:pt x="122" y="59"/>
                      <a:pt x="120" y="63"/>
                      <a:pt x="118" y="68"/>
                    </a:cubicBezTo>
                    <a:cubicBezTo>
                      <a:pt x="115" y="77"/>
                      <a:pt x="112" y="85"/>
                      <a:pt x="109" y="94"/>
                    </a:cubicBezTo>
                    <a:cubicBezTo>
                      <a:pt x="105" y="109"/>
                      <a:pt x="102" y="124"/>
                      <a:pt x="100" y="138"/>
                    </a:cubicBezTo>
                    <a:cubicBezTo>
                      <a:pt x="97" y="158"/>
                      <a:pt x="96" y="178"/>
                      <a:pt x="94" y="198"/>
                    </a:cubicBezTo>
                    <a:cubicBezTo>
                      <a:pt x="93" y="209"/>
                      <a:pt x="93" y="221"/>
                      <a:pt x="91" y="232"/>
                    </a:cubicBezTo>
                    <a:cubicBezTo>
                      <a:pt x="90" y="255"/>
                      <a:pt x="88" y="279"/>
                      <a:pt x="86" y="302"/>
                    </a:cubicBezTo>
                    <a:cubicBezTo>
                      <a:pt x="84" y="325"/>
                      <a:pt x="81" y="348"/>
                      <a:pt x="77" y="371"/>
                    </a:cubicBezTo>
                    <a:cubicBezTo>
                      <a:pt x="75" y="379"/>
                      <a:pt x="74" y="387"/>
                      <a:pt x="72" y="395"/>
                    </a:cubicBezTo>
                    <a:cubicBezTo>
                      <a:pt x="72" y="398"/>
                      <a:pt x="70" y="402"/>
                      <a:pt x="69" y="405"/>
                    </a:cubicBezTo>
                    <a:cubicBezTo>
                      <a:pt x="69" y="408"/>
                      <a:pt x="67" y="410"/>
                      <a:pt x="65" y="412"/>
                    </a:cubicBezTo>
                    <a:cubicBezTo>
                      <a:pt x="61" y="417"/>
                      <a:pt x="56" y="421"/>
                      <a:pt x="49" y="421"/>
                    </a:cubicBezTo>
                    <a:lnTo>
                      <a:pt x="48" y="42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099440" y="1656360"/>
                <a:ext cx="37080" cy="795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221" extrusionOk="0">
                    <a:moveTo>
                      <a:pt x="41" y="220"/>
                    </a:moveTo>
                    <a:cubicBezTo>
                      <a:pt x="35" y="219"/>
                      <a:pt x="30" y="214"/>
                      <a:pt x="30" y="208"/>
                    </a:cubicBezTo>
                    <a:cubicBezTo>
                      <a:pt x="31" y="194"/>
                      <a:pt x="32" y="180"/>
                      <a:pt x="34" y="166"/>
                    </a:cubicBezTo>
                    <a:cubicBezTo>
                      <a:pt x="35" y="154"/>
                      <a:pt x="37" y="141"/>
                      <a:pt x="39" y="128"/>
                    </a:cubicBezTo>
                    <a:cubicBezTo>
                      <a:pt x="40" y="127"/>
                      <a:pt x="40" y="125"/>
                      <a:pt x="40" y="124"/>
                    </a:cubicBezTo>
                    <a:cubicBezTo>
                      <a:pt x="40" y="125"/>
                      <a:pt x="39" y="126"/>
                      <a:pt x="38" y="127"/>
                    </a:cubicBezTo>
                    <a:cubicBezTo>
                      <a:pt x="35" y="133"/>
                      <a:pt x="31" y="138"/>
                      <a:pt x="27" y="143"/>
                    </a:cubicBezTo>
                    <a:cubicBezTo>
                      <a:pt x="23" y="148"/>
                      <a:pt x="19" y="151"/>
                      <a:pt x="13" y="151"/>
                    </a:cubicBezTo>
                    <a:cubicBezTo>
                      <a:pt x="8" y="150"/>
                      <a:pt x="4" y="147"/>
                      <a:pt x="2" y="142"/>
                    </a:cubicBezTo>
                    <a:cubicBezTo>
                      <a:pt x="0" y="136"/>
                      <a:pt x="4" y="129"/>
                      <a:pt x="10" y="127"/>
                    </a:cubicBezTo>
                    <a:cubicBezTo>
                      <a:pt x="13" y="123"/>
                      <a:pt x="16" y="119"/>
                      <a:pt x="19" y="114"/>
                    </a:cubicBezTo>
                    <a:cubicBezTo>
                      <a:pt x="22" y="109"/>
                      <a:pt x="26" y="105"/>
                      <a:pt x="29" y="100"/>
                    </a:cubicBezTo>
                    <a:cubicBezTo>
                      <a:pt x="36" y="90"/>
                      <a:pt x="42" y="80"/>
                      <a:pt x="48" y="69"/>
                    </a:cubicBezTo>
                    <a:cubicBezTo>
                      <a:pt x="54" y="60"/>
                      <a:pt x="58" y="52"/>
                      <a:pt x="63" y="44"/>
                    </a:cubicBezTo>
                    <a:cubicBezTo>
                      <a:pt x="64" y="42"/>
                      <a:pt x="64" y="41"/>
                      <a:pt x="65" y="41"/>
                    </a:cubicBezTo>
                    <a:cubicBezTo>
                      <a:pt x="65" y="40"/>
                      <a:pt x="65" y="40"/>
                      <a:pt x="65" y="39"/>
                    </a:cubicBezTo>
                    <a:cubicBezTo>
                      <a:pt x="69" y="28"/>
                      <a:pt x="74" y="17"/>
                      <a:pt x="79" y="7"/>
                    </a:cubicBezTo>
                    <a:cubicBezTo>
                      <a:pt x="82" y="2"/>
                      <a:pt x="87" y="0"/>
                      <a:pt x="92" y="1"/>
                    </a:cubicBezTo>
                    <a:cubicBezTo>
                      <a:pt x="98" y="2"/>
                      <a:pt x="102" y="7"/>
                      <a:pt x="102" y="13"/>
                    </a:cubicBezTo>
                    <a:cubicBezTo>
                      <a:pt x="101" y="17"/>
                      <a:pt x="100" y="20"/>
                      <a:pt x="99" y="23"/>
                    </a:cubicBezTo>
                    <a:cubicBezTo>
                      <a:pt x="97" y="25"/>
                      <a:pt x="97" y="27"/>
                      <a:pt x="96" y="28"/>
                    </a:cubicBezTo>
                    <a:cubicBezTo>
                      <a:pt x="95" y="31"/>
                      <a:pt x="93" y="34"/>
                      <a:pt x="92" y="37"/>
                    </a:cubicBezTo>
                    <a:cubicBezTo>
                      <a:pt x="90" y="40"/>
                      <a:pt x="89" y="42"/>
                      <a:pt x="88" y="45"/>
                    </a:cubicBezTo>
                    <a:cubicBezTo>
                      <a:pt x="85" y="51"/>
                      <a:pt x="83" y="56"/>
                      <a:pt x="81" y="60"/>
                    </a:cubicBezTo>
                    <a:cubicBezTo>
                      <a:pt x="79" y="65"/>
                      <a:pt x="78" y="69"/>
                      <a:pt x="77" y="72"/>
                    </a:cubicBezTo>
                    <a:cubicBezTo>
                      <a:pt x="75" y="77"/>
                      <a:pt x="74" y="81"/>
                      <a:pt x="72" y="85"/>
                    </a:cubicBezTo>
                    <a:cubicBezTo>
                      <a:pt x="71" y="91"/>
                      <a:pt x="69" y="96"/>
                      <a:pt x="67" y="102"/>
                    </a:cubicBezTo>
                    <a:cubicBezTo>
                      <a:pt x="66" y="107"/>
                      <a:pt x="65" y="111"/>
                      <a:pt x="64" y="116"/>
                    </a:cubicBezTo>
                    <a:cubicBezTo>
                      <a:pt x="63" y="120"/>
                      <a:pt x="62" y="126"/>
                      <a:pt x="61" y="130"/>
                    </a:cubicBezTo>
                    <a:cubicBezTo>
                      <a:pt x="60" y="136"/>
                      <a:pt x="59" y="142"/>
                      <a:pt x="58" y="148"/>
                    </a:cubicBezTo>
                    <a:cubicBezTo>
                      <a:pt x="57" y="153"/>
                      <a:pt x="57" y="158"/>
                      <a:pt x="56" y="163"/>
                    </a:cubicBezTo>
                    <a:cubicBezTo>
                      <a:pt x="55" y="168"/>
                      <a:pt x="55" y="173"/>
                      <a:pt x="54" y="178"/>
                    </a:cubicBezTo>
                    <a:cubicBezTo>
                      <a:pt x="54" y="189"/>
                      <a:pt x="53" y="199"/>
                      <a:pt x="53" y="210"/>
                    </a:cubicBezTo>
                    <a:cubicBezTo>
                      <a:pt x="53" y="215"/>
                      <a:pt x="47" y="220"/>
                      <a:pt x="41" y="2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009440" y="1931760"/>
                <a:ext cx="3096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229" extrusionOk="0">
                    <a:moveTo>
                      <a:pt x="38" y="219"/>
                    </a:moveTo>
                    <a:cubicBezTo>
                      <a:pt x="36" y="213"/>
                      <a:pt x="38" y="207"/>
                      <a:pt x="38" y="201"/>
                    </a:cubicBezTo>
                    <a:cubicBezTo>
                      <a:pt x="38" y="196"/>
                      <a:pt x="38" y="191"/>
                      <a:pt x="38" y="187"/>
                    </a:cubicBezTo>
                    <a:cubicBezTo>
                      <a:pt x="38" y="186"/>
                      <a:pt x="38" y="186"/>
                      <a:pt x="38" y="185"/>
                    </a:cubicBezTo>
                    <a:cubicBezTo>
                      <a:pt x="38" y="186"/>
                      <a:pt x="38" y="186"/>
                      <a:pt x="38" y="186"/>
                    </a:cubicBezTo>
                    <a:cubicBezTo>
                      <a:pt x="38" y="185"/>
                      <a:pt x="38" y="184"/>
                      <a:pt x="38" y="183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38" y="183"/>
                      <a:pt x="38" y="182"/>
                      <a:pt x="38" y="181"/>
                    </a:cubicBezTo>
                    <a:cubicBezTo>
                      <a:pt x="38" y="181"/>
                      <a:pt x="38" y="182"/>
                      <a:pt x="38" y="183"/>
                    </a:cubicBezTo>
                    <a:cubicBezTo>
                      <a:pt x="38" y="181"/>
                      <a:pt x="38" y="180"/>
                      <a:pt x="38" y="179"/>
                    </a:cubicBezTo>
                    <a:cubicBezTo>
                      <a:pt x="38" y="180"/>
                      <a:pt x="38" y="180"/>
                      <a:pt x="38" y="181"/>
                    </a:cubicBezTo>
                    <a:cubicBezTo>
                      <a:pt x="39" y="168"/>
                      <a:pt x="38" y="155"/>
                      <a:pt x="38" y="142"/>
                    </a:cubicBezTo>
                    <a:cubicBezTo>
                      <a:pt x="38" y="134"/>
                      <a:pt x="38" y="126"/>
                      <a:pt x="38" y="117"/>
                    </a:cubicBezTo>
                    <a:cubicBezTo>
                      <a:pt x="38" y="119"/>
                      <a:pt x="36" y="120"/>
                      <a:pt x="36" y="122"/>
                    </a:cubicBezTo>
                    <a:cubicBezTo>
                      <a:pt x="33" y="127"/>
                      <a:pt x="31" y="132"/>
                      <a:pt x="29" y="137"/>
                    </a:cubicBezTo>
                    <a:cubicBezTo>
                      <a:pt x="28" y="142"/>
                      <a:pt x="26" y="147"/>
                      <a:pt x="24" y="151"/>
                    </a:cubicBezTo>
                    <a:cubicBezTo>
                      <a:pt x="22" y="157"/>
                      <a:pt x="15" y="161"/>
                      <a:pt x="9" y="158"/>
                    </a:cubicBezTo>
                    <a:cubicBezTo>
                      <a:pt x="3" y="156"/>
                      <a:pt x="0" y="149"/>
                      <a:pt x="2" y="143"/>
                    </a:cubicBezTo>
                    <a:cubicBezTo>
                      <a:pt x="8" y="125"/>
                      <a:pt x="17" y="108"/>
                      <a:pt x="25" y="91"/>
                    </a:cubicBezTo>
                    <a:cubicBezTo>
                      <a:pt x="32" y="80"/>
                      <a:pt x="38" y="68"/>
                      <a:pt x="43" y="57"/>
                    </a:cubicBezTo>
                    <a:cubicBezTo>
                      <a:pt x="44" y="48"/>
                      <a:pt x="47" y="40"/>
                      <a:pt x="50" y="32"/>
                    </a:cubicBezTo>
                    <a:cubicBezTo>
                      <a:pt x="51" y="29"/>
                      <a:pt x="52" y="27"/>
                      <a:pt x="53" y="24"/>
                    </a:cubicBezTo>
                    <a:cubicBezTo>
                      <a:pt x="55" y="19"/>
                      <a:pt x="57" y="13"/>
                      <a:pt x="60" y="8"/>
                    </a:cubicBezTo>
                    <a:cubicBezTo>
                      <a:pt x="61" y="7"/>
                      <a:pt x="62" y="6"/>
                      <a:pt x="63" y="5"/>
                    </a:cubicBezTo>
                    <a:cubicBezTo>
                      <a:pt x="65" y="1"/>
                      <a:pt x="69" y="0"/>
                      <a:pt x="74" y="0"/>
                    </a:cubicBezTo>
                    <a:cubicBezTo>
                      <a:pt x="78" y="0"/>
                      <a:pt x="82" y="4"/>
                      <a:pt x="84" y="8"/>
                    </a:cubicBezTo>
                    <a:cubicBezTo>
                      <a:pt x="85" y="11"/>
                      <a:pt x="85" y="13"/>
                      <a:pt x="85" y="16"/>
                    </a:cubicBezTo>
                    <a:cubicBezTo>
                      <a:pt x="84" y="18"/>
                      <a:pt x="84" y="20"/>
                      <a:pt x="83" y="22"/>
                    </a:cubicBezTo>
                    <a:cubicBezTo>
                      <a:pt x="82" y="24"/>
                      <a:pt x="81" y="27"/>
                      <a:pt x="81" y="29"/>
                    </a:cubicBezTo>
                    <a:cubicBezTo>
                      <a:pt x="79" y="33"/>
                      <a:pt x="77" y="38"/>
                      <a:pt x="75" y="42"/>
                    </a:cubicBezTo>
                    <a:cubicBezTo>
                      <a:pt x="71" y="50"/>
                      <a:pt x="68" y="57"/>
                      <a:pt x="64" y="65"/>
                    </a:cubicBezTo>
                    <a:cubicBezTo>
                      <a:pt x="64" y="66"/>
                      <a:pt x="64" y="66"/>
                      <a:pt x="64" y="67"/>
                    </a:cubicBezTo>
                    <a:cubicBezTo>
                      <a:pt x="63" y="76"/>
                      <a:pt x="61" y="85"/>
                      <a:pt x="61" y="94"/>
                    </a:cubicBezTo>
                    <a:cubicBezTo>
                      <a:pt x="60" y="99"/>
                      <a:pt x="60" y="103"/>
                      <a:pt x="60" y="108"/>
                    </a:cubicBezTo>
                    <a:cubicBezTo>
                      <a:pt x="60" y="114"/>
                      <a:pt x="60" y="119"/>
                      <a:pt x="60" y="125"/>
                    </a:cubicBezTo>
                    <a:cubicBezTo>
                      <a:pt x="60" y="124"/>
                      <a:pt x="60" y="124"/>
                      <a:pt x="60" y="123"/>
                    </a:cubicBezTo>
                    <a:cubicBezTo>
                      <a:pt x="60" y="138"/>
                      <a:pt x="60" y="154"/>
                      <a:pt x="60" y="169"/>
                    </a:cubicBezTo>
                    <a:cubicBezTo>
                      <a:pt x="61" y="183"/>
                      <a:pt x="61" y="198"/>
                      <a:pt x="60" y="213"/>
                    </a:cubicBezTo>
                    <a:cubicBezTo>
                      <a:pt x="61" y="213"/>
                      <a:pt x="61" y="214"/>
                      <a:pt x="61" y="215"/>
                    </a:cubicBezTo>
                    <a:cubicBezTo>
                      <a:pt x="62" y="220"/>
                      <a:pt x="57" y="227"/>
                      <a:pt x="51" y="228"/>
                    </a:cubicBezTo>
                    <a:cubicBezTo>
                      <a:pt x="50" y="228"/>
                      <a:pt x="50" y="228"/>
                      <a:pt x="49" y="228"/>
                    </a:cubicBezTo>
                    <a:cubicBezTo>
                      <a:pt x="44" y="228"/>
                      <a:pt x="39" y="224"/>
                      <a:pt x="38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029240" y="1935360"/>
                <a:ext cx="5688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36" extrusionOk="0">
                    <a:moveTo>
                      <a:pt x="9" y="335"/>
                    </a:moveTo>
                    <a:cubicBezTo>
                      <a:pt x="3" y="333"/>
                      <a:pt x="0" y="327"/>
                      <a:pt x="2" y="321"/>
                    </a:cubicBezTo>
                    <a:cubicBezTo>
                      <a:pt x="23" y="274"/>
                      <a:pt x="40" y="226"/>
                      <a:pt x="58" y="177"/>
                    </a:cubicBezTo>
                    <a:cubicBezTo>
                      <a:pt x="74" y="132"/>
                      <a:pt x="90" y="87"/>
                      <a:pt x="108" y="43"/>
                    </a:cubicBezTo>
                    <a:cubicBezTo>
                      <a:pt x="112" y="33"/>
                      <a:pt x="117" y="23"/>
                      <a:pt x="122" y="14"/>
                    </a:cubicBezTo>
                    <a:cubicBezTo>
                      <a:pt x="125" y="9"/>
                      <a:pt x="128" y="5"/>
                      <a:pt x="132" y="3"/>
                    </a:cubicBezTo>
                    <a:cubicBezTo>
                      <a:pt x="137" y="0"/>
                      <a:pt x="143" y="0"/>
                      <a:pt x="148" y="2"/>
                    </a:cubicBezTo>
                    <a:cubicBezTo>
                      <a:pt x="154" y="3"/>
                      <a:pt x="157" y="11"/>
                      <a:pt x="155" y="17"/>
                    </a:cubicBezTo>
                    <a:cubicBezTo>
                      <a:pt x="154" y="20"/>
                      <a:pt x="151" y="22"/>
                      <a:pt x="149" y="23"/>
                    </a:cubicBezTo>
                    <a:cubicBezTo>
                      <a:pt x="147" y="24"/>
                      <a:pt x="145" y="24"/>
                      <a:pt x="143" y="24"/>
                    </a:cubicBezTo>
                    <a:cubicBezTo>
                      <a:pt x="142" y="26"/>
                      <a:pt x="140" y="28"/>
                      <a:pt x="140" y="29"/>
                    </a:cubicBezTo>
                    <a:cubicBezTo>
                      <a:pt x="135" y="36"/>
                      <a:pt x="132" y="43"/>
                      <a:pt x="129" y="51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1" y="71"/>
                      <a:pt x="112" y="92"/>
                      <a:pt x="104" y="114"/>
                    </a:cubicBezTo>
                    <a:cubicBezTo>
                      <a:pt x="95" y="136"/>
                      <a:pt x="87" y="159"/>
                      <a:pt x="78" y="182"/>
                    </a:cubicBezTo>
                    <a:cubicBezTo>
                      <a:pt x="69" y="205"/>
                      <a:pt x="61" y="228"/>
                      <a:pt x="52" y="251"/>
                    </a:cubicBezTo>
                    <a:cubicBezTo>
                      <a:pt x="43" y="275"/>
                      <a:pt x="34" y="298"/>
                      <a:pt x="26" y="321"/>
                    </a:cubicBezTo>
                    <a:cubicBezTo>
                      <a:pt x="24" y="324"/>
                      <a:pt x="24" y="326"/>
                      <a:pt x="23" y="328"/>
                    </a:cubicBezTo>
                    <a:cubicBezTo>
                      <a:pt x="22" y="333"/>
                      <a:pt x="17" y="335"/>
                      <a:pt x="12" y="335"/>
                    </a:cubicBezTo>
                    <a:cubicBezTo>
                      <a:pt x="11" y="335"/>
                      <a:pt x="10" y="335"/>
                      <a:pt x="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069560" y="1955880"/>
                <a:ext cx="101160" cy="9072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52" extrusionOk="0">
                    <a:moveTo>
                      <a:pt x="41" y="251"/>
                    </a:moveTo>
                    <a:cubicBezTo>
                      <a:pt x="36" y="250"/>
                      <a:pt x="32" y="246"/>
                      <a:pt x="31" y="241"/>
                    </a:cubicBezTo>
                    <a:cubicBezTo>
                      <a:pt x="31" y="240"/>
                      <a:pt x="31" y="238"/>
                      <a:pt x="30" y="237"/>
                    </a:cubicBezTo>
                    <a:cubicBezTo>
                      <a:pt x="29" y="225"/>
                      <a:pt x="26" y="214"/>
                      <a:pt x="24" y="203"/>
                    </a:cubicBezTo>
                    <a:cubicBezTo>
                      <a:pt x="21" y="190"/>
                      <a:pt x="18" y="177"/>
                      <a:pt x="16" y="165"/>
                    </a:cubicBezTo>
                    <a:cubicBezTo>
                      <a:pt x="13" y="152"/>
                      <a:pt x="11" y="140"/>
                      <a:pt x="8" y="128"/>
                    </a:cubicBezTo>
                    <a:cubicBezTo>
                      <a:pt x="6" y="114"/>
                      <a:pt x="2" y="101"/>
                      <a:pt x="1" y="87"/>
                    </a:cubicBezTo>
                    <a:cubicBezTo>
                      <a:pt x="1" y="83"/>
                      <a:pt x="0" y="80"/>
                      <a:pt x="1" y="76"/>
                    </a:cubicBezTo>
                    <a:cubicBezTo>
                      <a:pt x="2" y="70"/>
                      <a:pt x="9" y="66"/>
                      <a:pt x="15" y="67"/>
                    </a:cubicBezTo>
                    <a:cubicBezTo>
                      <a:pt x="22" y="68"/>
                      <a:pt x="25" y="75"/>
                      <a:pt x="24" y="81"/>
                    </a:cubicBezTo>
                    <a:lnTo>
                      <a:pt x="24" y="82"/>
                    </a:lnTo>
                    <a:cubicBezTo>
                      <a:pt x="24" y="84"/>
                      <a:pt x="24" y="85"/>
                      <a:pt x="24" y="88"/>
                    </a:cubicBezTo>
                    <a:cubicBezTo>
                      <a:pt x="26" y="101"/>
                      <a:pt x="28" y="113"/>
                      <a:pt x="30" y="126"/>
                    </a:cubicBezTo>
                    <a:cubicBezTo>
                      <a:pt x="33" y="138"/>
                      <a:pt x="35" y="150"/>
                      <a:pt x="37" y="162"/>
                    </a:cubicBezTo>
                    <a:cubicBezTo>
                      <a:pt x="40" y="172"/>
                      <a:pt x="41" y="181"/>
                      <a:pt x="44" y="191"/>
                    </a:cubicBezTo>
                    <a:cubicBezTo>
                      <a:pt x="45" y="185"/>
                      <a:pt x="47" y="179"/>
                      <a:pt x="49" y="173"/>
                    </a:cubicBezTo>
                    <a:cubicBezTo>
                      <a:pt x="55" y="154"/>
                      <a:pt x="61" y="135"/>
                      <a:pt x="67" y="116"/>
                    </a:cubicBezTo>
                    <a:cubicBezTo>
                      <a:pt x="70" y="103"/>
                      <a:pt x="74" y="90"/>
                      <a:pt x="76" y="76"/>
                    </a:cubicBezTo>
                    <a:cubicBezTo>
                      <a:pt x="77" y="73"/>
                      <a:pt x="77" y="70"/>
                      <a:pt x="77" y="67"/>
                    </a:cubicBezTo>
                    <a:cubicBezTo>
                      <a:pt x="77" y="62"/>
                      <a:pt x="77" y="57"/>
                      <a:pt x="76" y="53"/>
                    </a:cubicBezTo>
                    <a:cubicBezTo>
                      <a:pt x="76" y="50"/>
                      <a:pt x="75" y="47"/>
                      <a:pt x="75" y="45"/>
                    </a:cubicBezTo>
                    <a:cubicBezTo>
                      <a:pt x="74" y="41"/>
                      <a:pt x="73" y="38"/>
                      <a:pt x="73" y="34"/>
                    </a:cubicBezTo>
                    <a:cubicBezTo>
                      <a:pt x="72" y="28"/>
                      <a:pt x="73" y="22"/>
                      <a:pt x="79" y="18"/>
                    </a:cubicBezTo>
                    <a:cubicBezTo>
                      <a:pt x="84" y="13"/>
                      <a:pt x="91" y="14"/>
                      <a:pt x="98" y="14"/>
                    </a:cubicBezTo>
                    <a:cubicBezTo>
                      <a:pt x="103" y="14"/>
                      <a:pt x="107" y="15"/>
                      <a:pt x="112" y="15"/>
                    </a:cubicBezTo>
                    <a:cubicBezTo>
                      <a:pt x="115" y="16"/>
                      <a:pt x="119" y="16"/>
                      <a:pt x="122" y="17"/>
                    </a:cubicBezTo>
                    <a:cubicBezTo>
                      <a:pt x="129" y="17"/>
                      <a:pt x="135" y="17"/>
                      <a:pt x="141" y="17"/>
                    </a:cubicBezTo>
                    <a:cubicBezTo>
                      <a:pt x="147" y="17"/>
                      <a:pt x="154" y="17"/>
                      <a:pt x="161" y="17"/>
                    </a:cubicBezTo>
                    <a:cubicBezTo>
                      <a:pt x="167" y="17"/>
                      <a:pt x="174" y="17"/>
                      <a:pt x="181" y="17"/>
                    </a:cubicBezTo>
                    <a:cubicBezTo>
                      <a:pt x="193" y="16"/>
                      <a:pt x="204" y="15"/>
                      <a:pt x="216" y="14"/>
                    </a:cubicBezTo>
                    <a:cubicBezTo>
                      <a:pt x="221" y="13"/>
                      <a:pt x="226" y="12"/>
                      <a:pt x="231" y="11"/>
                    </a:cubicBezTo>
                    <a:cubicBezTo>
                      <a:pt x="235" y="10"/>
                      <a:pt x="238" y="10"/>
                      <a:pt x="242" y="8"/>
                    </a:cubicBezTo>
                    <a:cubicBezTo>
                      <a:pt x="250" y="7"/>
                      <a:pt x="257" y="4"/>
                      <a:pt x="264" y="2"/>
                    </a:cubicBezTo>
                    <a:cubicBezTo>
                      <a:pt x="270" y="0"/>
                      <a:pt x="276" y="4"/>
                      <a:pt x="278" y="10"/>
                    </a:cubicBezTo>
                    <a:cubicBezTo>
                      <a:pt x="280" y="15"/>
                      <a:pt x="277" y="22"/>
                      <a:pt x="270" y="24"/>
                    </a:cubicBezTo>
                    <a:cubicBezTo>
                      <a:pt x="245" y="32"/>
                      <a:pt x="220" y="36"/>
                      <a:pt x="193" y="38"/>
                    </a:cubicBezTo>
                    <a:cubicBezTo>
                      <a:pt x="181" y="39"/>
                      <a:pt x="169" y="39"/>
                      <a:pt x="157" y="40"/>
                    </a:cubicBezTo>
                    <a:cubicBezTo>
                      <a:pt x="144" y="40"/>
                      <a:pt x="132" y="40"/>
                      <a:pt x="119" y="39"/>
                    </a:cubicBezTo>
                    <a:cubicBezTo>
                      <a:pt x="115" y="39"/>
                      <a:pt x="112" y="39"/>
                      <a:pt x="108" y="38"/>
                    </a:cubicBezTo>
                    <a:cubicBezTo>
                      <a:pt x="104" y="38"/>
                      <a:pt x="101" y="38"/>
                      <a:pt x="97" y="37"/>
                    </a:cubicBezTo>
                    <a:cubicBezTo>
                      <a:pt x="99" y="50"/>
                      <a:pt x="101" y="63"/>
                      <a:pt x="98" y="77"/>
                    </a:cubicBezTo>
                    <a:cubicBezTo>
                      <a:pt x="97" y="89"/>
                      <a:pt x="93" y="101"/>
                      <a:pt x="90" y="113"/>
                    </a:cubicBezTo>
                    <a:cubicBezTo>
                      <a:pt x="83" y="137"/>
                      <a:pt x="76" y="160"/>
                      <a:pt x="69" y="183"/>
                    </a:cubicBezTo>
                    <a:cubicBezTo>
                      <a:pt x="67" y="189"/>
                      <a:pt x="65" y="194"/>
                      <a:pt x="64" y="200"/>
                    </a:cubicBezTo>
                    <a:cubicBezTo>
                      <a:pt x="64" y="200"/>
                      <a:pt x="64" y="199"/>
                      <a:pt x="64" y="198"/>
                    </a:cubicBezTo>
                    <a:cubicBezTo>
                      <a:pt x="61" y="212"/>
                      <a:pt x="57" y="225"/>
                      <a:pt x="55" y="238"/>
                    </a:cubicBezTo>
                    <a:cubicBezTo>
                      <a:pt x="54" y="240"/>
                      <a:pt x="54" y="243"/>
                      <a:pt x="53" y="244"/>
                    </a:cubicBezTo>
                    <a:cubicBezTo>
                      <a:pt x="51" y="248"/>
                      <a:pt x="47" y="251"/>
                      <a:pt x="43" y="251"/>
                    </a:cubicBezTo>
                    <a:cubicBezTo>
                      <a:pt x="42" y="251"/>
                      <a:pt x="42" y="251"/>
                      <a:pt x="41" y="2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113120" y="1983600"/>
                <a:ext cx="576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77" extrusionOk="0">
                    <a:moveTo>
                      <a:pt x="7" y="173"/>
                    </a:moveTo>
                    <a:cubicBezTo>
                      <a:pt x="4" y="171"/>
                      <a:pt x="2" y="168"/>
                      <a:pt x="1" y="164"/>
                    </a:cubicBezTo>
                    <a:cubicBezTo>
                      <a:pt x="0" y="161"/>
                      <a:pt x="1" y="157"/>
                      <a:pt x="2" y="155"/>
                    </a:cubicBezTo>
                    <a:cubicBezTo>
                      <a:pt x="2" y="153"/>
                      <a:pt x="4" y="152"/>
                      <a:pt x="5" y="150"/>
                    </a:cubicBezTo>
                    <a:cubicBezTo>
                      <a:pt x="7" y="149"/>
                      <a:pt x="8" y="148"/>
                      <a:pt x="10" y="146"/>
                    </a:cubicBezTo>
                    <a:cubicBezTo>
                      <a:pt x="11" y="145"/>
                      <a:pt x="12" y="144"/>
                      <a:pt x="13" y="143"/>
                    </a:cubicBezTo>
                    <a:lnTo>
                      <a:pt x="12" y="143"/>
                    </a:lnTo>
                    <a:cubicBezTo>
                      <a:pt x="15" y="141"/>
                      <a:pt x="18" y="138"/>
                      <a:pt x="21" y="135"/>
                    </a:cubicBezTo>
                    <a:cubicBezTo>
                      <a:pt x="26" y="128"/>
                      <a:pt x="30" y="123"/>
                      <a:pt x="35" y="116"/>
                    </a:cubicBezTo>
                    <a:cubicBezTo>
                      <a:pt x="37" y="111"/>
                      <a:pt x="40" y="107"/>
                      <a:pt x="42" y="102"/>
                    </a:cubicBezTo>
                    <a:cubicBezTo>
                      <a:pt x="46" y="94"/>
                      <a:pt x="48" y="86"/>
                      <a:pt x="50" y="78"/>
                    </a:cubicBezTo>
                    <a:cubicBezTo>
                      <a:pt x="51" y="74"/>
                      <a:pt x="52" y="69"/>
                      <a:pt x="53" y="65"/>
                    </a:cubicBezTo>
                    <a:cubicBezTo>
                      <a:pt x="54" y="61"/>
                      <a:pt x="54" y="57"/>
                      <a:pt x="55" y="53"/>
                    </a:cubicBezTo>
                    <a:lnTo>
                      <a:pt x="55" y="54"/>
                    </a:lnTo>
                    <a:cubicBezTo>
                      <a:pt x="56" y="49"/>
                      <a:pt x="56" y="44"/>
                      <a:pt x="56" y="40"/>
                    </a:cubicBezTo>
                    <a:cubicBezTo>
                      <a:pt x="56" y="37"/>
                      <a:pt x="56" y="35"/>
                      <a:pt x="56" y="33"/>
                    </a:cubicBezTo>
                    <a:cubicBezTo>
                      <a:pt x="56" y="30"/>
                      <a:pt x="56" y="29"/>
                      <a:pt x="55" y="27"/>
                    </a:cubicBezTo>
                    <a:cubicBezTo>
                      <a:pt x="55" y="26"/>
                      <a:pt x="54" y="26"/>
                      <a:pt x="54" y="26"/>
                    </a:cubicBezTo>
                    <a:lnTo>
                      <a:pt x="53" y="27"/>
                    </a:lnTo>
                    <a:cubicBezTo>
                      <a:pt x="51" y="30"/>
                      <a:pt x="50" y="34"/>
                      <a:pt x="49" y="37"/>
                    </a:cubicBezTo>
                    <a:cubicBezTo>
                      <a:pt x="46" y="45"/>
                      <a:pt x="42" y="53"/>
                      <a:pt x="40" y="61"/>
                    </a:cubicBezTo>
                    <a:lnTo>
                      <a:pt x="40" y="62"/>
                    </a:lnTo>
                    <a:cubicBezTo>
                      <a:pt x="43" y="68"/>
                      <a:pt x="41" y="75"/>
                      <a:pt x="35" y="78"/>
                    </a:cubicBezTo>
                    <a:cubicBezTo>
                      <a:pt x="30" y="79"/>
                      <a:pt x="25" y="80"/>
                      <a:pt x="21" y="77"/>
                    </a:cubicBezTo>
                    <a:cubicBezTo>
                      <a:pt x="19" y="75"/>
                      <a:pt x="17" y="73"/>
                      <a:pt x="16" y="70"/>
                    </a:cubicBezTo>
                    <a:cubicBezTo>
                      <a:pt x="15" y="67"/>
                      <a:pt x="15" y="62"/>
                      <a:pt x="16" y="59"/>
                    </a:cubicBezTo>
                    <a:cubicBezTo>
                      <a:pt x="16" y="55"/>
                      <a:pt x="18" y="51"/>
                      <a:pt x="19" y="47"/>
                    </a:cubicBezTo>
                    <a:cubicBezTo>
                      <a:pt x="21" y="44"/>
                      <a:pt x="22" y="40"/>
                      <a:pt x="23" y="37"/>
                    </a:cubicBezTo>
                    <a:cubicBezTo>
                      <a:pt x="25" y="35"/>
                      <a:pt x="26" y="31"/>
                      <a:pt x="27" y="28"/>
                    </a:cubicBezTo>
                    <a:cubicBezTo>
                      <a:pt x="31" y="19"/>
                      <a:pt x="35" y="8"/>
                      <a:pt x="45" y="3"/>
                    </a:cubicBezTo>
                    <a:cubicBezTo>
                      <a:pt x="47" y="1"/>
                      <a:pt x="50" y="0"/>
                      <a:pt x="53" y="0"/>
                    </a:cubicBezTo>
                    <a:cubicBezTo>
                      <a:pt x="57" y="0"/>
                      <a:pt x="60" y="1"/>
                      <a:pt x="63" y="2"/>
                    </a:cubicBezTo>
                    <a:cubicBezTo>
                      <a:pt x="70" y="4"/>
                      <a:pt x="74" y="11"/>
                      <a:pt x="76" y="18"/>
                    </a:cubicBezTo>
                    <a:cubicBezTo>
                      <a:pt x="79" y="26"/>
                      <a:pt x="79" y="33"/>
                      <a:pt x="79" y="41"/>
                    </a:cubicBezTo>
                    <a:cubicBezTo>
                      <a:pt x="79" y="47"/>
                      <a:pt x="78" y="54"/>
                      <a:pt x="77" y="60"/>
                    </a:cubicBezTo>
                    <a:cubicBezTo>
                      <a:pt x="76" y="63"/>
                      <a:pt x="76" y="67"/>
                      <a:pt x="75" y="70"/>
                    </a:cubicBezTo>
                    <a:cubicBezTo>
                      <a:pt x="75" y="74"/>
                      <a:pt x="74" y="77"/>
                      <a:pt x="73" y="80"/>
                    </a:cubicBezTo>
                    <a:cubicBezTo>
                      <a:pt x="68" y="103"/>
                      <a:pt x="58" y="124"/>
                      <a:pt x="44" y="142"/>
                    </a:cubicBezTo>
                    <a:cubicBezTo>
                      <a:pt x="43" y="143"/>
                      <a:pt x="42" y="145"/>
                      <a:pt x="42" y="146"/>
                    </a:cubicBezTo>
                    <a:cubicBezTo>
                      <a:pt x="46" y="144"/>
                      <a:pt x="51" y="142"/>
                      <a:pt x="56" y="141"/>
                    </a:cubicBezTo>
                    <a:cubicBezTo>
                      <a:pt x="65" y="138"/>
                      <a:pt x="74" y="136"/>
                      <a:pt x="83" y="134"/>
                    </a:cubicBezTo>
                    <a:cubicBezTo>
                      <a:pt x="92" y="131"/>
                      <a:pt x="102" y="129"/>
                      <a:pt x="111" y="128"/>
                    </a:cubicBezTo>
                    <a:cubicBezTo>
                      <a:pt x="117" y="127"/>
                      <a:pt x="123" y="127"/>
                      <a:pt x="128" y="126"/>
                    </a:cubicBezTo>
                    <a:cubicBezTo>
                      <a:pt x="134" y="125"/>
                      <a:pt x="140" y="125"/>
                      <a:pt x="146" y="125"/>
                    </a:cubicBezTo>
                    <a:cubicBezTo>
                      <a:pt x="152" y="125"/>
                      <a:pt x="157" y="129"/>
                      <a:pt x="158" y="136"/>
                    </a:cubicBezTo>
                    <a:cubicBezTo>
                      <a:pt x="159" y="142"/>
                      <a:pt x="153" y="148"/>
                      <a:pt x="148" y="148"/>
                    </a:cubicBezTo>
                    <a:cubicBezTo>
                      <a:pt x="140" y="148"/>
                      <a:pt x="132" y="148"/>
                      <a:pt x="125" y="149"/>
                    </a:cubicBezTo>
                    <a:cubicBezTo>
                      <a:pt x="117" y="150"/>
                      <a:pt x="110" y="151"/>
                      <a:pt x="102" y="152"/>
                    </a:cubicBezTo>
                    <a:cubicBezTo>
                      <a:pt x="96" y="153"/>
                      <a:pt x="89" y="155"/>
                      <a:pt x="83" y="157"/>
                    </a:cubicBezTo>
                    <a:cubicBezTo>
                      <a:pt x="77" y="158"/>
                      <a:pt x="71" y="160"/>
                      <a:pt x="65" y="162"/>
                    </a:cubicBezTo>
                    <a:cubicBezTo>
                      <a:pt x="58" y="164"/>
                      <a:pt x="51" y="167"/>
                      <a:pt x="44" y="169"/>
                    </a:cubicBezTo>
                    <a:cubicBezTo>
                      <a:pt x="39" y="171"/>
                      <a:pt x="33" y="173"/>
                      <a:pt x="28" y="174"/>
                    </a:cubicBezTo>
                    <a:cubicBezTo>
                      <a:pt x="25" y="174"/>
                      <a:pt x="21" y="175"/>
                      <a:pt x="16" y="176"/>
                    </a:cubicBezTo>
                    <a:lnTo>
                      <a:pt x="15" y="176"/>
                    </a:lnTo>
                    <a:cubicBezTo>
                      <a:pt x="12" y="176"/>
                      <a:pt x="9" y="174"/>
                      <a:pt x="7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347480" y="1737720"/>
                <a:ext cx="70200" cy="15336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426" extrusionOk="0">
                    <a:moveTo>
                      <a:pt x="76" y="424"/>
                    </a:moveTo>
                    <a:cubicBezTo>
                      <a:pt x="69" y="424"/>
                      <a:pt x="62" y="423"/>
                      <a:pt x="56" y="422"/>
                    </a:cubicBezTo>
                    <a:cubicBezTo>
                      <a:pt x="50" y="420"/>
                      <a:pt x="45" y="418"/>
                      <a:pt x="39" y="415"/>
                    </a:cubicBezTo>
                    <a:cubicBezTo>
                      <a:pt x="37" y="414"/>
                      <a:pt x="35" y="413"/>
                      <a:pt x="32" y="412"/>
                    </a:cubicBezTo>
                    <a:cubicBezTo>
                      <a:pt x="30" y="411"/>
                      <a:pt x="28" y="409"/>
                      <a:pt x="25" y="408"/>
                    </a:cubicBezTo>
                    <a:cubicBezTo>
                      <a:pt x="23" y="407"/>
                      <a:pt x="21" y="406"/>
                      <a:pt x="19" y="404"/>
                    </a:cubicBezTo>
                    <a:cubicBezTo>
                      <a:pt x="16" y="402"/>
                      <a:pt x="13" y="400"/>
                      <a:pt x="10" y="398"/>
                    </a:cubicBezTo>
                    <a:cubicBezTo>
                      <a:pt x="9" y="397"/>
                      <a:pt x="7" y="395"/>
                      <a:pt x="5" y="392"/>
                    </a:cubicBezTo>
                    <a:cubicBezTo>
                      <a:pt x="3" y="390"/>
                      <a:pt x="3" y="388"/>
                      <a:pt x="2" y="385"/>
                    </a:cubicBezTo>
                    <a:cubicBezTo>
                      <a:pt x="0" y="378"/>
                      <a:pt x="3" y="372"/>
                      <a:pt x="9" y="370"/>
                    </a:cubicBezTo>
                    <a:cubicBezTo>
                      <a:pt x="16" y="368"/>
                      <a:pt x="23" y="371"/>
                      <a:pt x="24" y="377"/>
                    </a:cubicBezTo>
                    <a:cubicBezTo>
                      <a:pt x="24" y="378"/>
                      <a:pt x="24" y="378"/>
                      <a:pt x="24" y="379"/>
                    </a:cubicBezTo>
                    <a:cubicBezTo>
                      <a:pt x="26" y="380"/>
                      <a:pt x="27" y="381"/>
                      <a:pt x="28" y="383"/>
                    </a:cubicBezTo>
                    <a:cubicBezTo>
                      <a:pt x="31" y="385"/>
                      <a:pt x="34" y="387"/>
                      <a:pt x="37" y="389"/>
                    </a:cubicBezTo>
                    <a:cubicBezTo>
                      <a:pt x="39" y="390"/>
                      <a:pt x="41" y="391"/>
                      <a:pt x="43" y="392"/>
                    </a:cubicBezTo>
                    <a:cubicBezTo>
                      <a:pt x="45" y="393"/>
                      <a:pt x="48" y="394"/>
                      <a:pt x="50" y="395"/>
                    </a:cubicBezTo>
                    <a:lnTo>
                      <a:pt x="49" y="395"/>
                    </a:lnTo>
                    <a:cubicBezTo>
                      <a:pt x="54" y="397"/>
                      <a:pt x="59" y="398"/>
                      <a:pt x="63" y="400"/>
                    </a:cubicBezTo>
                    <a:cubicBezTo>
                      <a:pt x="65" y="401"/>
                      <a:pt x="67" y="401"/>
                      <a:pt x="69" y="401"/>
                    </a:cubicBezTo>
                    <a:cubicBezTo>
                      <a:pt x="73" y="402"/>
                      <a:pt x="76" y="402"/>
                      <a:pt x="80" y="402"/>
                    </a:cubicBezTo>
                    <a:cubicBezTo>
                      <a:pt x="83" y="402"/>
                      <a:pt x="84" y="402"/>
                      <a:pt x="87" y="402"/>
                    </a:cubicBezTo>
                    <a:lnTo>
                      <a:pt x="88" y="402"/>
                    </a:lnTo>
                    <a:cubicBezTo>
                      <a:pt x="88" y="401"/>
                      <a:pt x="88" y="401"/>
                      <a:pt x="88" y="401"/>
                    </a:cubicBezTo>
                    <a:lnTo>
                      <a:pt x="89" y="401"/>
                    </a:lnTo>
                    <a:lnTo>
                      <a:pt x="90" y="401"/>
                    </a:lnTo>
                    <a:lnTo>
                      <a:pt x="90" y="400"/>
                    </a:lnTo>
                    <a:cubicBezTo>
                      <a:pt x="91" y="400"/>
                      <a:pt x="91" y="399"/>
                      <a:pt x="91" y="399"/>
                    </a:cubicBezTo>
                    <a:cubicBezTo>
                      <a:pt x="92" y="398"/>
                      <a:pt x="92" y="398"/>
                      <a:pt x="93" y="397"/>
                    </a:cubicBezTo>
                    <a:cubicBezTo>
                      <a:pt x="92" y="397"/>
                      <a:pt x="92" y="397"/>
                      <a:pt x="92" y="398"/>
                    </a:cubicBezTo>
                    <a:cubicBezTo>
                      <a:pt x="92" y="397"/>
                      <a:pt x="92" y="397"/>
                      <a:pt x="93" y="397"/>
                    </a:cubicBezTo>
                    <a:lnTo>
                      <a:pt x="94" y="396"/>
                    </a:lnTo>
                    <a:cubicBezTo>
                      <a:pt x="93" y="397"/>
                      <a:pt x="93" y="397"/>
                      <a:pt x="93" y="397"/>
                    </a:cubicBezTo>
                    <a:cubicBezTo>
                      <a:pt x="94" y="396"/>
                      <a:pt x="94" y="394"/>
                      <a:pt x="95" y="393"/>
                    </a:cubicBezTo>
                    <a:cubicBezTo>
                      <a:pt x="95" y="392"/>
                      <a:pt x="95" y="392"/>
                      <a:pt x="95" y="391"/>
                    </a:cubicBezTo>
                    <a:cubicBezTo>
                      <a:pt x="96" y="390"/>
                      <a:pt x="96" y="389"/>
                      <a:pt x="97" y="388"/>
                    </a:cubicBezTo>
                    <a:cubicBezTo>
                      <a:pt x="97" y="384"/>
                      <a:pt x="97" y="380"/>
                      <a:pt x="97" y="375"/>
                    </a:cubicBezTo>
                    <a:cubicBezTo>
                      <a:pt x="97" y="376"/>
                      <a:pt x="97" y="376"/>
                      <a:pt x="97" y="376"/>
                    </a:cubicBezTo>
                    <a:cubicBezTo>
                      <a:pt x="97" y="373"/>
                      <a:pt x="98" y="369"/>
                      <a:pt x="97" y="365"/>
                    </a:cubicBezTo>
                    <a:cubicBezTo>
                      <a:pt x="97" y="361"/>
                      <a:pt x="97" y="357"/>
                      <a:pt x="97" y="353"/>
                    </a:cubicBezTo>
                    <a:cubicBezTo>
                      <a:pt x="96" y="349"/>
                      <a:pt x="95" y="345"/>
                      <a:pt x="95" y="340"/>
                    </a:cubicBezTo>
                    <a:cubicBezTo>
                      <a:pt x="94" y="336"/>
                      <a:pt x="93" y="331"/>
                      <a:pt x="92" y="327"/>
                    </a:cubicBezTo>
                    <a:cubicBezTo>
                      <a:pt x="91" y="322"/>
                      <a:pt x="90" y="317"/>
                      <a:pt x="88" y="311"/>
                    </a:cubicBezTo>
                    <a:cubicBezTo>
                      <a:pt x="87" y="305"/>
                      <a:pt x="84" y="298"/>
                      <a:pt x="83" y="292"/>
                    </a:cubicBezTo>
                    <a:cubicBezTo>
                      <a:pt x="79" y="281"/>
                      <a:pt x="74" y="270"/>
                      <a:pt x="70" y="259"/>
                    </a:cubicBezTo>
                    <a:cubicBezTo>
                      <a:pt x="61" y="236"/>
                      <a:pt x="51" y="213"/>
                      <a:pt x="43" y="190"/>
                    </a:cubicBezTo>
                    <a:cubicBezTo>
                      <a:pt x="37" y="173"/>
                      <a:pt x="32" y="155"/>
                      <a:pt x="30" y="137"/>
                    </a:cubicBezTo>
                    <a:cubicBezTo>
                      <a:pt x="28" y="121"/>
                      <a:pt x="28" y="103"/>
                      <a:pt x="32" y="87"/>
                    </a:cubicBezTo>
                    <a:cubicBezTo>
                      <a:pt x="34" y="80"/>
                      <a:pt x="37" y="73"/>
                      <a:pt x="41" y="66"/>
                    </a:cubicBezTo>
                    <a:cubicBezTo>
                      <a:pt x="44" y="58"/>
                      <a:pt x="49" y="50"/>
                      <a:pt x="53" y="43"/>
                    </a:cubicBezTo>
                    <a:cubicBezTo>
                      <a:pt x="63" y="28"/>
                      <a:pt x="76" y="13"/>
                      <a:pt x="92" y="5"/>
                    </a:cubicBezTo>
                    <a:cubicBezTo>
                      <a:pt x="100" y="1"/>
                      <a:pt x="109" y="0"/>
                      <a:pt x="118" y="0"/>
                    </a:cubicBezTo>
                    <a:cubicBezTo>
                      <a:pt x="128" y="0"/>
                      <a:pt x="137" y="3"/>
                      <a:pt x="146" y="6"/>
                    </a:cubicBezTo>
                    <a:cubicBezTo>
                      <a:pt x="155" y="10"/>
                      <a:pt x="162" y="15"/>
                      <a:pt x="169" y="21"/>
                    </a:cubicBezTo>
                    <a:cubicBezTo>
                      <a:pt x="175" y="27"/>
                      <a:pt x="180" y="35"/>
                      <a:pt x="183" y="43"/>
                    </a:cubicBezTo>
                    <a:cubicBezTo>
                      <a:pt x="185" y="48"/>
                      <a:pt x="186" y="52"/>
                      <a:pt x="187" y="56"/>
                    </a:cubicBezTo>
                    <a:cubicBezTo>
                      <a:pt x="187" y="60"/>
                      <a:pt x="187" y="64"/>
                      <a:pt x="187" y="67"/>
                    </a:cubicBezTo>
                    <a:cubicBezTo>
                      <a:pt x="191" y="70"/>
                      <a:pt x="194" y="76"/>
                      <a:pt x="191" y="81"/>
                    </a:cubicBezTo>
                    <a:cubicBezTo>
                      <a:pt x="191" y="84"/>
                      <a:pt x="190" y="86"/>
                      <a:pt x="188" y="88"/>
                    </a:cubicBezTo>
                    <a:cubicBezTo>
                      <a:pt x="186" y="91"/>
                      <a:pt x="185" y="95"/>
                      <a:pt x="181" y="97"/>
                    </a:cubicBezTo>
                    <a:cubicBezTo>
                      <a:pt x="175" y="101"/>
                      <a:pt x="168" y="99"/>
                      <a:pt x="165" y="94"/>
                    </a:cubicBezTo>
                    <a:cubicBezTo>
                      <a:pt x="162" y="89"/>
                      <a:pt x="162" y="84"/>
                      <a:pt x="163" y="80"/>
                    </a:cubicBezTo>
                    <a:cubicBezTo>
                      <a:pt x="164" y="75"/>
                      <a:pt x="164" y="70"/>
                      <a:pt x="164" y="65"/>
                    </a:cubicBezTo>
                    <a:cubicBezTo>
                      <a:pt x="164" y="63"/>
                      <a:pt x="164" y="61"/>
                      <a:pt x="164" y="59"/>
                    </a:cubicBezTo>
                    <a:cubicBezTo>
                      <a:pt x="164" y="58"/>
                      <a:pt x="164" y="57"/>
                      <a:pt x="164" y="56"/>
                    </a:cubicBezTo>
                    <a:cubicBezTo>
                      <a:pt x="163" y="55"/>
                      <a:pt x="162" y="53"/>
                      <a:pt x="162" y="51"/>
                    </a:cubicBezTo>
                    <a:cubicBezTo>
                      <a:pt x="161" y="50"/>
                      <a:pt x="161" y="49"/>
                      <a:pt x="160" y="47"/>
                    </a:cubicBezTo>
                    <a:cubicBezTo>
                      <a:pt x="159" y="46"/>
                      <a:pt x="158" y="45"/>
                      <a:pt x="158" y="43"/>
                    </a:cubicBezTo>
                    <a:cubicBezTo>
                      <a:pt x="157" y="42"/>
                      <a:pt x="155" y="41"/>
                      <a:pt x="154" y="39"/>
                    </a:cubicBezTo>
                    <a:cubicBezTo>
                      <a:pt x="152" y="38"/>
                      <a:pt x="151" y="36"/>
                      <a:pt x="149" y="35"/>
                    </a:cubicBezTo>
                    <a:cubicBezTo>
                      <a:pt x="147" y="33"/>
                      <a:pt x="145" y="31"/>
                      <a:pt x="143" y="30"/>
                    </a:cubicBezTo>
                    <a:cubicBezTo>
                      <a:pt x="141" y="29"/>
                      <a:pt x="140" y="28"/>
                      <a:pt x="138" y="27"/>
                    </a:cubicBezTo>
                    <a:cubicBezTo>
                      <a:pt x="135" y="27"/>
                      <a:pt x="133" y="25"/>
                      <a:pt x="130" y="25"/>
                    </a:cubicBezTo>
                    <a:cubicBezTo>
                      <a:pt x="128" y="24"/>
                      <a:pt x="126" y="24"/>
                      <a:pt x="124" y="24"/>
                    </a:cubicBezTo>
                    <a:cubicBezTo>
                      <a:pt x="122" y="23"/>
                      <a:pt x="119" y="23"/>
                      <a:pt x="117" y="23"/>
                    </a:cubicBezTo>
                    <a:cubicBezTo>
                      <a:pt x="115" y="23"/>
                      <a:pt x="113" y="23"/>
                      <a:pt x="111" y="23"/>
                    </a:cubicBezTo>
                    <a:cubicBezTo>
                      <a:pt x="109" y="23"/>
                      <a:pt x="108" y="24"/>
                      <a:pt x="106" y="24"/>
                    </a:cubicBezTo>
                    <a:cubicBezTo>
                      <a:pt x="105" y="24"/>
                      <a:pt x="103" y="25"/>
                      <a:pt x="101" y="25"/>
                    </a:cubicBezTo>
                    <a:cubicBezTo>
                      <a:pt x="101" y="26"/>
                      <a:pt x="100" y="26"/>
                      <a:pt x="99" y="27"/>
                    </a:cubicBezTo>
                    <a:cubicBezTo>
                      <a:pt x="98" y="28"/>
                      <a:pt x="96" y="29"/>
                      <a:pt x="94" y="30"/>
                    </a:cubicBezTo>
                    <a:cubicBezTo>
                      <a:pt x="92" y="31"/>
                      <a:pt x="90" y="33"/>
                      <a:pt x="88" y="35"/>
                    </a:cubicBezTo>
                    <a:cubicBezTo>
                      <a:pt x="86" y="38"/>
                      <a:pt x="83" y="41"/>
                      <a:pt x="80" y="43"/>
                    </a:cubicBezTo>
                    <a:cubicBezTo>
                      <a:pt x="76" y="49"/>
                      <a:pt x="71" y="56"/>
                      <a:pt x="67" y="63"/>
                    </a:cubicBezTo>
                    <a:cubicBezTo>
                      <a:pt x="67" y="63"/>
                      <a:pt x="67" y="62"/>
                      <a:pt x="68" y="62"/>
                    </a:cubicBezTo>
                    <a:cubicBezTo>
                      <a:pt x="64" y="68"/>
                      <a:pt x="60" y="75"/>
                      <a:pt x="57" y="82"/>
                    </a:cubicBezTo>
                    <a:cubicBezTo>
                      <a:pt x="55" y="85"/>
                      <a:pt x="55" y="88"/>
                      <a:pt x="53" y="91"/>
                    </a:cubicBezTo>
                    <a:cubicBezTo>
                      <a:pt x="53" y="94"/>
                      <a:pt x="52" y="98"/>
                      <a:pt x="51" y="101"/>
                    </a:cubicBezTo>
                    <a:cubicBezTo>
                      <a:pt x="51" y="107"/>
                      <a:pt x="50" y="113"/>
                      <a:pt x="50" y="119"/>
                    </a:cubicBezTo>
                    <a:cubicBezTo>
                      <a:pt x="50" y="126"/>
                      <a:pt x="51" y="132"/>
                      <a:pt x="51" y="138"/>
                    </a:cubicBezTo>
                    <a:lnTo>
                      <a:pt x="51" y="137"/>
                    </a:lnTo>
                    <a:cubicBezTo>
                      <a:pt x="52" y="144"/>
                      <a:pt x="53" y="151"/>
                      <a:pt x="55" y="158"/>
                    </a:cubicBezTo>
                    <a:lnTo>
                      <a:pt x="55" y="157"/>
                    </a:lnTo>
                    <a:cubicBezTo>
                      <a:pt x="59" y="175"/>
                      <a:pt x="65" y="191"/>
                      <a:pt x="72" y="208"/>
                    </a:cubicBezTo>
                    <a:cubicBezTo>
                      <a:pt x="81" y="230"/>
                      <a:pt x="90" y="253"/>
                      <a:pt x="98" y="275"/>
                    </a:cubicBezTo>
                    <a:cubicBezTo>
                      <a:pt x="102" y="286"/>
                      <a:pt x="106" y="298"/>
                      <a:pt x="109" y="310"/>
                    </a:cubicBezTo>
                    <a:cubicBezTo>
                      <a:pt x="113" y="321"/>
                      <a:pt x="115" y="334"/>
                      <a:pt x="117" y="345"/>
                    </a:cubicBezTo>
                    <a:cubicBezTo>
                      <a:pt x="117" y="351"/>
                      <a:pt x="118" y="356"/>
                      <a:pt x="118" y="361"/>
                    </a:cubicBezTo>
                    <a:cubicBezTo>
                      <a:pt x="119" y="366"/>
                      <a:pt x="119" y="370"/>
                      <a:pt x="119" y="375"/>
                    </a:cubicBezTo>
                    <a:cubicBezTo>
                      <a:pt x="119" y="378"/>
                      <a:pt x="119" y="381"/>
                      <a:pt x="119" y="384"/>
                    </a:cubicBezTo>
                    <a:cubicBezTo>
                      <a:pt x="119" y="389"/>
                      <a:pt x="118" y="394"/>
                      <a:pt x="117" y="398"/>
                    </a:cubicBezTo>
                    <a:cubicBezTo>
                      <a:pt x="113" y="410"/>
                      <a:pt x="105" y="420"/>
                      <a:pt x="94" y="424"/>
                    </a:cubicBezTo>
                    <a:cubicBezTo>
                      <a:pt x="90" y="424"/>
                      <a:pt x="86" y="425"/>
                      <a:pt x="83" y="425"/>
                    </a:cubicBezTo>
                    <a:cubicBezTo>
                      <a:pt x="80" y="425"/>
                      <a:pt x="78" y="424"/>
                      <a:pt x="76" y="4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369440" y="1927440"/>
                <a:ext cx="4248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5" extrusionOk="0">
                    <a:moveTo>
                      <a:pt x="34" y="140"/>
                    </a:moveTo>
                    <a:cubicBezTo>
                      <a:pt x="28" y="137"/>
                      <a:pt x="24" y="130"/>
                      <a:pt x="19" y="124"/>
                    </a:cubicBezTo>
                    <a:cubicBezTo>
                      <a:pt x="15" y="117"/>
                      <a:pt x="12" y="110"/>
                      <a:pt x="9" y="102"/>
                    </a:cubicBezTo>
                    <a:cubicBezTo>
                      <a:pt x="5" y="95"/>
                      <a:pt x="4" y="86"/>
                      <a:pt x="2" y="78"/>
                    </a:cubicBezTo>
                    <a:cubicBezTo>
                      <a:pt x="1" y="70"/>
                      <a:pt x="0" y="62"/>
                      <a:pt x="1" y="54"/>
                    </a:cubicBezTo>
                    <a:cubicBezTo>
                      <a:pt x="1" y="47"/>
                      <a:pt x="3" y="39"/>
                      <a:pt x="8" y="35"/>
                    </a:cubicBezTo>
                    <a:cubicBezTo>
                      <a:pt x="13" y="31"/>
                      <a:pt x="20" y="31"/>
                      <a:pt x="24" y="35"/>
                    </a:cubicBezTo>
                    <a:cubicBezTo>
                      <a:pt x="26" y="37"/>
                      <a:pt x="28" y="39"/>
                      <a:pt x="29" y="42"/>
                    </a:cubicBezTo>
                    <a:cubicBezTo>
                      <a:pt x="29" y="44"/>
                      <a:pt x="29" y="46"/>
                      <a:pt x="30" y="49"/>
                    </a:cubicBezTo>
                    <a:lnTo>
                      <a:pt x="30" y="50"/>
                    </a:lnTo>
                    <a:cubicBezTo>
                      <a:pt x="31" y="56"/>
                      <a:pt x="28" y="61"/>
                      <a:pt x="24" y="63"/>
                    </a:cubicBezTo>
                    <a:cubicBezTo>
                      <a:pt x="24" y="65"/>
                      <a:pt x="24" y="68"/>
                      <a:pt x="24" y="71"/>
                    </a:cubicBezTo>
                    <a:cubicBezTo>
                      <a:pt x="25" y="75"/>
                      <a:pt x="25" y="80"/>
                      <a:pt x="26" y="85"/>
                    </a:cubicBezTo>
                    <a:cubicBezTo>
                      <a:pt x="28" y="88"/>
                      <a:pt x="28" y="91"/>
                      <a:pt x="29" y="94"/>
                    </a:cubicBezTo>
                    <a:cubicBezTo>
                      <a:pt x="31" y="98"/>
                      <a:pt x="33" y="102"/>
                      <a:pt x="35" y="105"/>
                    </a:cubicBezTo>
                    <a:cubicBezTo>
                      <a:pt x="37" y="109"/>
                      <a:pt x="39" y="112"/>
                      <a:pt x="41" y="116"/>
                    </a:cubicBezTo>
                    <a:cubicBezTo>
                      <a:pt x="42" y="117"/>
                      <a:pt x="43" y="118"/>
                      <a:pt x="44" y="119"/>
                    </a:cubicBezTo>
                    <a:cubicBezTo>
                      <a:pt x="44" y="120"/>
                      <a:pt x="45" y="120"/>
                      <a:pt x="46" y="121"/>
                    </a:cubicBezTo>
                    <a:cubicBezTo>
                      <a:pt x="47" y="121"/>
                      <a:pt x="47" y="121"/>
                      <a:pt x="47" y="121"/>
                    </a:cubicBezTo>
                    <a:cubicBezTo>
                      <a:pt x="48" y="121"/>
                      <a:pt x="49" y="121"/>
                      <a:pt x="49" y="121"/>
                    </a:cubicBezTo>
                    <a:cubicBezTo>
                      <a:pt x="50" y="121"/>
                      <a:pt x="50" y="121"/>
                      <a:pt x="51" y="121"/>
                    </a:cubicBezTo>
                    <a:cubicBezTo>
                      <a:pt x="53" y="120"/>
                      <a:pt x="54" y="120"/>
                      <a:pt x="55" y="120"/>
                    </a:cubicBezTo>
                    <a:cubicBezTo>
                      <a:pt x="55" y="119"/>
                      <a:pt x="56" y="119"/>
                      <a:pt x="57" y="118"/>
                    </a:cubicBezTo>
                    <a:cubicBezTo>
                      <a:pt x="57" y="118"/>
                      <a:pt x="58" y="118"/>
                      <a:pt x="59" y="117"/>
                    </a:cubicBezTo>
                    <a:cubicBezTo>
                      <a:pt x="58" y="117"/>
                      <a:pt x="58" y="118"/>
                      <a:pt x="58" y="118"/>
                    </a:cubicBezTo>
                    <a:cubicBezTo>
                      <a:pt x="58" y="117"/>
                      <a:pt x="59" y="117"/>
                      <a:pt x="60" y="116"/>
                    </a:cubicBezTo>
                    <a:cubicBezTo>
                      <a:pt x="62" y="114"/>
                      <a:pt x="65" y="111"/>
                      <a:pt x="67" y="109"/>
                    </a:cubicBezTo>
                    <a:cubicBezTo>
                      <a:pt x="70" y="105"/>
                      <a:pt x="73" y="100"/>
                      <a:pt x="75" y="96"/>
                    </a:cubicBezTo>
                    <a:cubicBezTo>
                      <a:pt x="79" y="91"/>
                      <a:pt x="82" y="85"/>
                      <a:pt x="85" y="78"/>
                    </a:cubicBezTo>
                    <a:cubicBezTo>
                      <a:pt x="87" y="73"/>
                      <a:pt x="89" y="68"/>
                      <a:pt x="90" y="63"/>
                    </a:cubicBezTo>
                    <a:cubicBezTo>
                      <a:pt x="92" y="56"/>
                      <a:pt x="93" y="50"/>
                      <a:pt x="95" y="44"/>
                    </a:cubicBezTo>
                    <a:cubicBezTo>
                      <a:pt x="95" y="42"/>
                      <a:pt x="95" y="41"/>
                      <a:pt x="95" y="39"/>
                    </a:cubicBezTo>
                    <a:cubicBezTo>
                      <a:pt x="95" y="39"/>
                      <a:pt x="95" y="38"/>
                      <a:pt x="95" y="37"/>
                    </a:cubicBezTo>
                    <a:cubicBezTo>
                      <a:pt x="95" y="36"/>
                      <a:pt x="95" y="35"/>
                      <a:pt x="95" y="34"/>
                    </a:cubicBezTo>
                    <a:cubicBezTo>
                      <a:pt x="94" y="33"/>
                      <a:pt x="94" y="33"/>
                      <a:pt x="94" y="32"/>
                    </a:cubicBezTo>
                    <a:cubicBezTo>
                      <a:pt x="93" y="32"/>
                      <a:pt x="93" y="32"/>
                      <a:pt x="93" y="31"/>
                    </a:cubicBezTo>
                    <a:cubicBezTo>
                      <a:pt x="93" y="32"/>
                      <a:pt x="94" y="32"/>
                      <a:pt x="94" y="32"/>
                    </a:cubicBezTo>
                    <a:cubicBezTo>
                      <a:pt x="94" y="32"/>
                      <a:pt x="93" y="31"/>
                      <a:pt x="93" y="30"/>
                    </a:cubicBezTo>
                    <a:lnTo>
                      <a:pt x="93" y="31"/>
                    </a:lnTo>
                    <a:lnTo>
                      <a:pt x="93" y="30"/>
                    </a:lnTo>
                    <a:lnTo>
                      <a:pt x="92" y="29"/>
                    </a:lnTo>
                    <a:lnTo>
                      <a:pt x="93" y="30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3" y="31"/>
                    </a:lnTo>
                    <a:cubicBezTo>
                      <a:pt x="93" y="30"/>
                      <a:pt x="92" y="30"/>
                      <a:pt x="92" y="29"/>
                    </a:cubicBezTo>
                    <a:cubicBezTo>
                      <a:pt x="92" y="29"/>
                      <a:pt x="91" y="29"/>
                      <a:pt x="91" y="28"/>
                    </a:cubicBezTo>
                    <a:cubicBezTo>
                      <a:pt x="90" y="28"/>
                      <a:pt x="90" y="28"/>
                      <a:pt x="89" y="27"/>
                    </a:cubicBezTo>
                    <a:cubicBezTo>
                      <a:pt x="88" y="26"/>
                      <a:pt x="87" y="26"/>
                      <a:pt x="86" y="25"/>
                    </a:cubicBezTo>
                    <a:cubicBezTo>
                      <a:pt x="85" y="25"/>
                      <a:pt x="85" y="25"/>
                      <a:pt x="84" y="25"/>
                    </a:cubicBezTo>
                    <a:cubicBezTo>
                      <a:pt x="83" y="25"/>
                      <a:pt x="82" y="24"/>
                      <a:pt x="80" y="24"/>
                    </a:cubicBezTo>
                    <a:cubicBezTo>
                      <a:pt x="74" y="22"/>
                      <a:pt x="70" y="17"/>
                      <a:pt x="72" y="11"/>
                    </a:cubicBezTo>
                    <a:cubicBezTo>
                      <a:pt x="73" y="5"/>
                      <a:pt x="79" y="0"/>
                      <a:pt x="85" y="2"/>
                    </a:cubicBezTo>
                    <a:cubicBezTo>
                      <a:pt x="88" y="3"/>
                      <a:pt x="92" y="4"/>
                      <a:pt x="95" y="5"/>
                    </a:cubicBezTo>
                    <a:cubicBezTo>
                      <a:pt x="98" y="6"/>
                      <a:pt x="101" y="8"/>
                      <a:pt x="103" y="10"/>
                    </a:cubicBezTo>
                    <a:cubicBezTo>
                      <a:pt x="109" y="14"/>
                      <a:pt x="113" y="19"/>
                      <a:pt x="116" y="26"/>
                    </a:cubicBezTo>
                    <a:cubicBezTo>
                      <a:pt x="117" y="33"/>
                      <a:pt x="117" y="41"/>
                      <a:pt x="116" y="48"/>
                    </a:cubicBezTo>
                    <a:cubicBezTo>
                      <a:pt x="115" y="57"/>
                      <a:pt x="113" y="65"/>
                      <a:pt x="110" y="74"/>
                    </a:cubicBezTo>
                    <a:cubicBezTo>
                      <a:pt x="108" y="81"/>
                      <a:pt x="104" y="88"/>
                      <a:pt x="101" y="95"/>
                    </a:cubicBezTo>
                    <a:cubicBezTo>
                      <a:pt x="97" y="103"/>
                      <a:pt x="93" y="110"/>
                      <a:pt x="88" y="117"/>
                    </a:cubicBezTo>
                    <a:cubicBezTo>
                      <a:pt x="84" y="123"/>
                      <a:pt x="79" y="129"/>
                      <a:pt x="74" y="134"/>
                    </a:cubicBezTo>
                    <a:cubicBezTo>
                      <a:pt x="68" y="139"/>
                      <a:pt x="61" y="142"/>
                      <a:pt x="54" y="143"/>
                    </a:cubicBezTo>
                    <a:cubicBezTo>
                      <a:pt x="52" y="144"/>
                      <a:pt x="50" y="144"/>
                      <a:pt x="48" y="144"/>
                    </a:cubicBezTo>
                    <a:cubicBezTo>
                      <a:pt x="43" y="144"/>
                      <a:pt x="38" y="142"/>
                      <a:pt x="3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300320" y="1654920"/>
                <a:ext cx="5256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14" extrusionOk="0">
                    <a:moveTo>
                      <a:pt x="41" y="191"/>
                    </a:moveTo>
                    <a:lnTo>
                      <a:pt x="42" y="191"/>
                    </a:lnTo>
                    <a:cubicBezTo>
                      <a:pt x="43" y="191"/>
                      <a:pt x="44" y="190"/>
                      <a:pt x="45" y="190"/>
                    </a:cubicBezTo>
                    <a:cubicBezTo>
                      <a:pt x="46" y="190"/>
                      <a:pt x="48" y="190"/>
                      <a:pt x="49" y="189"/>
                    </a:cubicBezTo>
                    <a:cubicBezTo>
                      <a:pt x="50" y="188"/>
                      <a:pt x="52" y="187"/>
                      <a:pt x="54" y="187"/>
                    </a:cubicBezTo>
                    <a:cubicBezTo>
                      <a:pt x="56" y="185"/>
                      <a:pt x="58" y="184"/>
                      <a:pt x="60" y="183"/>
                    </a:cubicBezTo>
                    <a:cubicBezTo>
                      <a:pt x="63" y="181"/>
                      <a:pt x="65" y="178"/>
                      <a:pt x="67" y="176"/>
                    </a:cubicBezTo>
                    <a:cubicBezTo>
                      <a:pt x="71" y="173"/>
                      <a:pt x="75" y="169"/>
                      <a:pt x="78" y="164"/>
                    </a:cubicBezTo>
                    <a:cubicBezTo>
                      <a:pt x="85" y="156"/>
                      <a:pt x="91" y="148"/>
                      <a:pt x="97" y="139"/>
                    </a:cubicBezTo>
                    <a:cubicBezTo>
                      <a:pt x="96" y="139"/>
                      <a:pt x="96" y="139"/>
                      <a:pt x="96" y="140"/>
                    </a:cubicBezTo>
                    <a:cubicBezTo>
                      <a:pt x="99" y="136"/>
                      <a:pt x="101" y="132"/>
                      <a:pt x="103" y="128"/>
                    </a:cubicBezTo>
                    <a:lnTo>
                      <a:pt x="103" y="129"/>
                    </a:lnTo>
                    <a:cubicBezTo>
                      <a:pt x="107" y="122"/>
                      <a:pt x="110" y="114"/>
                      <a:pt x="114" y="107"/>
                    </a:cubicBezTo>
                    <a:cubicBezTo>
                      <a:pt x="114" y="107"/>
                      <a:pt x="114" y="106"/>
                      <a:pt x="115" y="106"/>
                    </a:cubicBezTo>
                    <a:cubicBezTo>
                      <a:pt x="115" y="105"/>
                      <a:pt x="115" y="103"/>
                      <a:pt x="116" y="102"/>
                    </a:cubicBezTo>
                    <a:cubicBezTo>
                      <a:pt x="113" y="99"/>
                      <a:pt x="112" y="96"/>
                      <a:pt x="113" y="92"/>
                    </a:cubicBezTo>
                    <a:cubicBezTo>
                      <a:pt x="115" y="87"/>
                      <a:pt x="116" y="82"/>
                      <a:pt x="117" y="78"/>
                    </a:cubicBezTo>
                    <a:cubicBezTo>
                      <a:pt x="118" y="76"/>
                      <a:pt x="118" y="74"/>
                      <a:pt x="119" y="72"/>
                    </a:cubicBezTo>
                    <a:cubicBezTo>
                      <a:pt x="119" y="70"/>
                      <a:pt x="119" y="66"/>
                      <a:pt x="119" y="63"/>
                    </a:cubicBezTo>
                    <a:cubicBezTo>
                      <a:pt x="119" y="60"/>
                      <a:pt x="119" y="58"/>
                      <a:pt x="119" y="55"/>
                    </a:cubicBezTo>
                    <a:cubicBezTo>
                      <a:pt x="119" y="53"/>
                      <a:pt x="119" y="52"/>
                      <a:pt x="118" y="50"/>
                    </a:cubicBezTo>
                    <a:cubicBezTo>
                      <a:pt x="117" y="48"/>
                      <a:pt x="117" y="46"/>
                      <a:pt x="116" y="43"/>
                    </a:cubicBezTo>
                    <a:cubicBezTo>
                      <a:pt x="115" y="40"/>
                      <a:pt x="113" y="37"/>
                      <a:pt x="112" y="34"/>
                    </a:cubicBezTo>
                    <a:cubicBezTo>
                      <a:pt x="110" y="33"/>
                      <a:pt x="110" y="31"/>
                      <a:pt x="109" y="29"/>
                    </a:cubicBezTo>
                    <a:cubicBezTo>
                      <a:pt x="108" y="28"/>
                      <a:pt x="107" y="27"/>
                      <a:pt x="106" y="26"/>
                    </a:cubicBezTo>
                    <a:lnTo>
                      <a:pt x="105" y="26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4" y="25"/>
                      <a:pt x="103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5"/>
                      <a:pt x="101" y="25"/>
                      <a:pt x="99" y="25"/>
                    </a:cubicBezTo>
                    <a:cubicBezTo>
                      <a:pt x="100" y="25"/>
                      <a:pt x="101" y="25"/>
                      <a:pt x="101" y="25"/>
                    </a:cubicBezTo>
                    <a:cubicBezTo>
                      <a:pt x="99" y="25"/>
                      <a:pt x="98" y="25"/>
                      <a:pt x="97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7" y="25"/>
                      <a:pt x="96" y="25"/>
                      <a:pt x="95" y="26"/>
                    </a:cubicBezTo>
                    <a:cubicBezTo>
                      <a:pt x="94" y="26"/>
                      <a:pt x="92" y="27"/>
                      <a:pt x="91" y="28"/>
                    </a:cubicBezTo>
                    <a:cubicBezTo>
                      <a:pt x="89" y="29"/>
                      <a:pt x="87" y="31"/>
                      <a:pt x="84" y="32"/>
                    </a:cubicBezTo>
                    <a:cubicBezTo>
                      <a:pt x="80" y="35"/>
                      <a:pt x="76" y="38"/>
                      <a:pt x="73" y="42"/>
                    </a:cubicBezTo>
                    <a:cubicBezTo>
                      <a:pt x="70" y="45"/>
                      <a:pt x="67" y="47"/>
                      <a:pt x="64" y="50"/>
                    </a:cubicBezTo>
                    <a:lnTo>
                      <a:pt x="65" y="50"/>
                    </a:lnTo>
                    <a:cubicBezTo>
                      <a:pt x="61" y="55"/>
                      <a:pt x="57" y="60"/>
                      <a:pt x="54" y="66"/>
                    </a:cubicBezTo>
                    <a:cubicBezTo>
                      <a:pt x="49" y="74"/>
                      <a:pt x="45" y="82"/>
                      <a:pt x="41" y="91"/>
                    </a:cubicBezTo>
                    <a:cubicBezTo>
                      <a:pt x="37" y="97"/>
                      <a:pt x="34" y="104"/>
                      <a:pt x="31" y="110"/>
                    </a:cubicBezTo>
                    <a:cubicBezTo>
                      <a:pt x="29" y="115"/>
                      <a:pt x="27" y="120"/>
                      <a:pt x="25" y="125"/>
                    </a:cubicBezTo>
                    <a:cubicBezTo>
                      <a:pt x="25" y="128"/>
                      <a:pt x="24" y="131"/>
                      <a:pt x="24" y="134"/>
                    </a:cubicBezTo>
                    <a:cubicBezTo>
                      <a:pt x="23" y="138"/>
                      <a:pt x="22" y="142"/>
                      <a:pt x="22" y="146"/>
                    </a:cubicBezTo>
                    <a:cubicBezTo>
                      <a:pt x="22" y="149"/>
                      <a:pt x="23" y="153"/>
                      <a:pt x="23" y="156"/>
                    </a:cubicBezTo>
                    <a:cubicBezTo>
                      <a:pt x="24" y="159"/>
                      <a:pt x="24" y="162"/>
                      <a:pt x="25" y="164"/>
                    </a:cubicBezTo>
                    <a:cubicBezTo>
                      <a:pt x="25" y="168"/>
                      <a:pt x="27" y="171"/>
                      <a:pt x="28" y="175"/>
                    </a:cubicBezTo>
                    <a:cubicBezTo>
                      <a:pt x="29" y="178"/>
                      <a:pt x="31" y="181"/>
                      <a:pt x="32" y="183"/>
                    </a:cubicBezTo>
                    <a:cubicBezTo>
                      <a:pt x="33" y="185"/>
                      <a:pt x="34" y="187"/>
                      <a:pt x="35" y="188"/>
                    </a:cubicBezTo>
                    <a:cubicBezTo>
                      <a:pt x="35" y="189"/>
                      <a:pt x="35" y="189"/>
                      <a:pt x="36" y="190"/>
                    </a:cubicBezTo>
                    <a:lnTo>
                      <a:pt x="37" y="190"/>
                    </a:lnTo>
                    <a:lnTo>
                      <a:pt x="38" y="190"/>
                    </a:lnTo>
                    <a:cubicBezTo>
                      <a:pt x="38" y="191"/>
                      <a:pt x="38" y="191"/>
                      <a:pt x="38" y="191"/>
                    </a:cubicBezTo>
                    <a:cubicBezTo>
                      <a:pt x="39" y="191"/>
                      <a:pt x="40" y="191"/>
                      <a:pt x="41" y="191"/>
                    </a:cubicBezTo>
                    <a:moveTo>
                      <a:pt x="38" y="213"/>
                    </a:moveTo>
                    <a:cubicBezTo>
                      <a:pt x="34" y="213"/>
                      <a:pt x="31" y="212"/>
                      <a:pt x="28" y="211"/>
                    </a:cubicBezTo>
                    <a:cubicBezTo>
                      <a:pt x="25" y="209"/>
                      <a:pt x="21" y="207"/>
                      <a:pt x="19" y="204"/>
                    </a:cubicBezTo>
                    <a:cubicBezTo>
                      <a:pt x="14" y="198"/>
                      <a:pt x="11" y="192"/>
                      <a:pt x="8" y="185"/>
                    </a:cubicBezTo>
                    <a:cubicBezTo>
                      <a:pt x="6" y="177"/>
                      <a:pt x="3" y="169"/>
                      <a:pt x="2" y="160"/>
                    </a:cubicBezTo>
                    <a:cubicBezTo>
                      <a:pt x="0" y="144"/>
                      <a:pt x="2" y="127"/>
                      <a:pt x="7" y="112"/>
                    </a:cubicBezTo>
                    <a:cubicBezTo>
                      <a:pt x="11" y="102"/>
                      <a:pt x="15" y="93"/>
                      <a:pt x="20" y="84"/>
                    </a:cubicBezTo>
                    <a:cubicBezTo>
                      <a:pt x="24" y="74"/>
                      <a:pt x="29" y="64"/>
                      <a:pt x="35" y="55"/>
                    </a:cubicBezTo>
                    <a:cubicBezTo>
                      <a:pt x="39" y="47"/>
                      <a:pt x="45" y="39"/>
                      <a:pt x="51" y="32"/>
                    </a:cubicBezTo>
                    <a:cubicBezTo>
                      <a:pt x="54" y="29"/>
                      <a:pt x="57" y="25"/>
                      <a:pt x="60" y="22"/>
                    </a:cubicBezTo>
                    <a:cubicBezTo>
                      <a:pt x="64" y="19"/>
                      <a:pt x="67" y="16"/>
                      <a:pt x="71" y="13"/>
                    </a:cubicBezTo>
                    <a:cubicBezTo>
                      <a:pt x="78" y="8"/>
                      <a:pt x="86" y="4"/>
                      <a:pt x="95" y="2"/>
                    </a:cubicBezTo>
                    <a:cubicBezTo>
                      <a:pt x="103" y="0"/>
                      <a:pt x="113" y="3"/>
                      <a:pt x="120" y="8"/>
                    </a:cubicBezTo>
                    <a:cubicBezTo>
                      <a:pt x="126" y="12"/>
                      <a:pt x="130" y="20"/>
                      <a:pt x="134" y="28"/>
                    </a:cubicBezTo>
                    <a:cubicBezTo>
                      <a:pt x="138" y="35"/>
                      <a:pt x="141" y="43"/>
                      <a:pt x="142" y="52"/>
                    </a:cubicBezTo>
                    <a:cubicBezTo>
                      <a:pt x="143" y="56"/>
                      <a:pt x="143" y="59"/>
                      <a:pt x="143" y="63"/>
                    </a:cubicBezTo>
                    <a:cubicBezTo>
                      <a:pt x="144" y="66"/>
                      <a:pt x="145" y="70"/>
                      <a:pt x="144" y="74"/>
                    </a:cubicBezTo>
                    <a:cubicBezTo>
                      <a:pt x="143" y="75"/>
                      <a:pt x="143" y="78"/>
                      <a:pt x="142" y="79"/>
                    </a:cubicBezTo>
                    <a:cubicBezTo>
                      <a:pt x="144" y="82"/>
                      <a:pt x="145" y="86"/>
                      <a:pt x="144" y="89"/>
                    </a:cubicBezTo>
                    <a:cubicBezTo>
                      <a:pt x="144" y="94"/>
                      <a:pt x="141" y="99"/>
                      <a:pt x="140" y="104"/>
                    </a:cubicBezTo>
                    <a:cubicBezTo>
                      <a:pt x="138" y="106"/>
                      <a:pt x="137" y="109"/>
                      <a:pt x="136" y="112"/>
                    </a:cubicBezTo>
                    <a:cubicBezTo>
                      <a:pt x="134" y="119"/>
                      <a:pt x="133" y="125"/>
                      <a:pt x="132" y="132"/>
                    </a:cubicBezTo>
                    <a:cubicBezTo>
                      <a:pt x="131" y="142"/>
                      <a:pt x="130" y="152"/>
                      <a:pt x="130" y="161"/>
                    </a:cubicBezTo>
                    <a:cubicBezTo>
                      <a:pt x="130" y="164"/>
                      <a:pt x="130" y="168"/>
                      <a:pt x="130" y="171"/>
                    </a:cubicBezTo>
                    <a:cubicBezTo>
                      <a:pt x="131" y="174"/>
                      <a:pt x="131" y="176"/>
                      <a:pt x="132" y="178"/>
                    </a:cubicBezTo>
                    <a:cubicBezTo>
                      <a:pt x="132" y="179"/>
                      <a:pt x="132" y="179"/>
                      <a:pt x="132" y="180"/>
                    </a:cubicBezTo>
                    <a:cubicBezTo>
                      <a:pt x="137" y="184"/>
                      <a:pt x="137" y="191"/>
                      <a:pt x="133" y="196"/>
                    </a:cubicBezTo>
                    <a:cubicBezTo>
                      <a:pt x="129" y="201"/>
                      <a:pt x="121" y="201"/>
                      <a:pt x="116" y="197"/>
                    </a:cubicBezTo>
                    <a:cubicBezTo>
                      <a:pt x="114" y="194"/>
                      <a:pt x="112" y="192"/>
                      <a:pt x="110" y="188"/>
                    </a:cubicBezTo>
                    <a:cubicBezTo>
                      <a:pt x="109" y="185"/>
                      <a:pt x="109" y="183"/>
                      <a:pt x="108" y="179"/>
                    </a:cubicBezTo>
                    <a:cubicBezTo>
                      <a:pt x="108" y="175"/>
                      <a:pt x="108" y="170"/>
                      <a:pt x="108" y="166"/>
                    </a:cubicBezTo>
                    <a:cubicBezTo>
                      <a:pt x="108" y="165"/>
                      <a:pt x="108" y="164"/>
                      <a:pt x="108" y="162"/>
                    </a:cubicBezTo>
                    <a:cubicBezTo>
                      <a:pt x="103" y="169"/>
                      <a:pt x="99" y="175"/>
                      <a:pt x="94" y="180"/>
                    </a:cubicBezTo>
                    <a:cubicBezTo>
                      <a:pt x="84" y="192"/>
                      <a:pt x="72" y="204"/>
                      <a:pt x="57" y="209"/>
                    </a:cubicBezTo>
                    <a:cubicBezTo>
                      <a:pt x="52" y="212"/>
                      <a:pt x="46" y="213"/>
                      <a:pt x="39" y="213"/>
                    </a:cubicBezTo>
                    <a:lnTo>
                      <a:pt x="38" y="21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369800" y="1656000"/>
                <a:ext cx="37440" cy="630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5" extrusionOk="0">
                    <a:moveTo>
                      <a:pt x="10" y="173"/>
                    </a:moveTo>
                    <a:cubicBezTo>
                      <a:pt x="5" y="173"/>
                      <a:pt x="1" y="169"/>
                      <a:pt x="1" y="164"/>
                    </a:cubicBezTo>
                    <a:cubicBezTo>
                      <a:pt x="0" y="160"/>
                      <a:pt x="0" y="157"/>
                      <a:pt x="0" y="153"/>
                    </a:cubicBezTo>
                    <a:cubicBezTo>
                      <a:pt x="0" y="149"/>
                      <a:pt x="1" y="145"/>
                      <a:pt x="1" y="141"/>
                    </a:cubicBezTo>
                    <a:cubicBezTo>
                      <a:pt x="3" y="133"/>
                      <a:pt x="5" y="124"/>
                      <a:pt x="7" y="115"/>
                    </a:cubicBezTo>
                    <a:cubicBezTo>
                      <a:pt x="8" y="108"/>
                      <a:pt x="9" y="101"/>
                      <a:pt x="10" y="93"/>
                    </a:cubicBezTo>
                    <a:cubicBezTo>
                      <a:pt x="10" y="87"/>
                      <a:pt x="11" y="81"/>
                      <a:pt x="11" y="75"/>
                    </a:cubicBezTo>
                    <a:cubicBezTo>
                      <a:pt x="12" y="70"/>
                      <a:pt x="13" y="64"/>
                      <a:pt x="14" y="59"/>
                    </a:cubicBezTo>
                    <a:cubicBezTo>
                      <a:pt x="15" y="48"/>
                      <a:pt x="17" y="36"/>
                      <a:pt x="21" y="26"/>
                    </a:cubicBezTo>
                    <a:cubicBezTo>
                      <a:pt x="23" y="20"/>
                      <a:pt x="26" y="15"/>
                      <a:pt x="29" y="10"/>
                    </a:cubicBezTo>
                    <a:cubicBezTo>
                      <a:pt x="32" y="6"/>
                      <a:pt x="36" y="3"/>
                      <a:pt x="40" y="1"/>
                    </a:cubicBezTo>
                    <a:cubicBezTo>
                      <a:pt x="44" y="0"/>
                      <a:pt x="47" y="1"/>
                      <a:pt x="50" y="2"/>
                    </a:cubicBezTo>
                    <a:cubicBezTo>
                      <a:pt x="53" y="4"/>
                      <a:pt x="54" y="6"/>
                      <a:pt x="55" y="9"/>
                    </a:cubicBezTo>
                    <a:cubicBezTo>
                      <a:pt x="57" y="15"/>
                      <a:pt x="54" y="22"/>
                      <a:pt x="48" y="24"/>
                    </a:cubicBezTo>
                    <a:cubicBezTo>
                      <a:pt x="48" y="24"/>
                      <a:pt x="47" y="24"/>
                      <a:pt x="47" y="25"/>
                    </a:cubicBezTo>
                    <a:lnTo>
                      <a:pt x="46" y="26"/>
                    </a:lnTo>
                    <a:cubicBezTo>
                      <a:pt x="46" y="28"/>
                      <a:pt x="44" y="29"/>
                      <a:pt x="43" y="31"/>
                    </a:cubicBezTo>
                    <a:cubicBezTo>
                      <a:pt x="43" y="33"/>
                      <a:pt x="42" y="34"/>
                      <a:pt x="42" y="36"/>
                    </a:cubicBezTo>
                    <a:cubicBezTo>
                      <a:pt x="44" y="32"/>
                      <a:pt x="48" y="27"/>
                      <a:pt x="51" y="23"/>
                    </a:cubicBezTo>
                    <a:cubicBezTo>
                      <a:pt x="56" y="17"/>
                      <a:pt x="62" y="12"/>
                      <a:pt x="68" y="8"/>
                    </a:cubicBezTo>
                    <a:cubicBezTo>
                      <a:pt x="71" y="6"/>
                      <a:pt x="74" y="5"/>
                      <a:pt x="78" y="4"/>
                    </a:cubicBezTo>
                    <a:cubicBezTo>
                      <a:pt x="82" y="2"/>
                      <a:pt x="86" y="1"/>
                      <a:pt x="90" y="1"/>
                    </a:cubicBezTo>
                    <a:cubicBezTo>
                      <a:pt x="96" y="0"/>
                      <a:pt x="102" y="6"/>
                      <a:pt x="102" y="12"/>
                    </a:cubicBezTo>
                    <a:cubicBezTo>
                      <a:pt x="103" y="18"/>
                      <a:pt x="97" y="23"/>
                      <a:pt x="92" y="24"/>
                    </a:cubicBezTo>
                    <a:cubicBezTo>
                      <a:pt x="90" y="24"/>
                      <a:pt x="89" y="24"/>
                      <a:pt x="88" y="24"/>
                    </a:cubicBezTo>
                    <a:cubicBezTo>
                      <a:pt x="86" y="24"/>
                      <a:pt x="86" y="24"/>
                      <a:pt x="85" y="25"/>
                    </a:cubicBezTo>
                    <a:lnTo>
                      <a:pt x="86" y="24"/>
                    </a:lnTo>
                    <a:cubicBezTo>
                      <a:pt x="85" y="25"/>
                      <a:pt x="84" y="25"/>
                      <a:pt x="83" y="25"/>
                    </a:cubicBezTo>
                    <a:cubicBezTo>
                      <a:pt x="82" y="25"/>
                      <a:pt x="82" y="26"/>
                      <a:pt x="81" y="26"/>
                    </a:cubicBezTo>
                    <a:cubicBezTo>
                      <a:pt x="80" y="27"/>
                      <a:pt x="79" y="28"/>
                      <a:pt x="78" y="28"/>
                    </a:cubicBezTo>
                    <a:cubicBezTo>
                      <a:pt x="76" y="30"/>
                      <a:pt x="74" y="31"/>
                      <a:pt x="72" y="33"/>
                    </a:cubicBezTo>
                    <a:cubicBezTo>
                      <a:pt x="70" y="35"/>
                      <a:pt x="68" y="37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lnTo>
                      <a:pt x="66" y="39"/>
                    </a:lnTo>
                    <a:lnTo>
                      <a:pt x="66" y="40"/>
                    </a:lnTo>
                    <a:cubicBezTo>
                      <a:pt x="66" y="39"/>
                      <a:pt x="66" y="39"/>
                      <a:pt x="66" y="39"/>
                    </a:cubicBezTo>
                    <a:cubicBezTo>
                      <a:pt x="62" y="45"/>
                      <a:pt x="58" y="49"/>
                      <a:pt x="55" y="55"/>
                    </a:cubicBezTo>
                    <a:cubicBezTo>
                      <a:pt x="51" y="61"/>
                      <a:pt x="48" y="68"/>
                      <a:pt x="45" y="75"/>
                    </a:cubicBezTo>
                    <a:lnTo>
                      <a:pt x="45" y="74"/>
                    </a:lnTo>
                    <a:cubicBezTo>
                      <a:pt x="40" y="87"/>
                      <a:pt x="36" y="99"/>
                      <a:pt x="32" y="112"/>
                    </a:cubicBezTo>
                    <a:cubicBezTo>
                      <a:pt x="32" y="112"/>
                      <a:pt x="32" y="111"/>
                      <a:pt x="32" y="110"/>
                    </a:cubicBezTo>
                    <a:cubicBezTo>
                      <a:pt x="31" y="115"/>
                      <a:pt x="30" y="119"/>
                      <a:pt x="29" y="124"/>
                    </a:cubicBezTo>
                    <a:cubicBezTo>
                      <a:pt x="28" y="128"/>
                      <a:pt x="28" y="133"/>
                      <a:pt x="27" y="138"/>
                    </a:cubicBezTo>
                    <a:cubicBezTo>
                      <a:pt x="27" y="142"/>
                      <a:pt x="26" y="146"/>
                      <a:pt x="26" y="149"/>
                    </a:cubicBezTo>
                    <a:cubicBezTo>
                      <a:pt x="26" y="152"/>
                      <a:pt x="26" y="155"/>
                      <a:pt x="25" y="158"/>
                    </a:cubicBezTo>
                    <a:cubicBezTo>
                      <a:pt x="25" y="159"/>
                      <a:pt x="25" y="162"/>
                      <a:pt x="25" y="163"/>
                    </a:cubicBezTo>
                    <a:cubicBezTo>
                      <a:pt x="24" y="166"/>
                      <a:pt x="23" y="167"/>
                      <a:pt x="22" y="169"/>
                    </a:cubicBezTo>
                    <a:cubicBezTo>
                      <a:pt x="19" y="172"/>
                      <a:pt x="16" y="174"/>
                      <a:pt x="12" y="174"/>
                    </a:cubicBezTo>
                    <a:cubicBezTo>
                      <a:pt x="11" y="174"/>
                      <a:pt x="10" y="174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406880" y="1659240"/>
                <a:ext cx="4716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51" extrusionOk="0">
                    <a:moveTo>
                      <a:pt x="35" y="149"/>
                    </a:moveTo>
                    <a:cubicBezTo>
                      <a:pt x="29" y="149"/>
                      <a:pt x="22" y="146"/>
                      <a:pt x="17" y="142"/>
                    </a:cubicBezTo>
                    <a:cubicBezTo>
                      <a:pt x="13" y="139"/>
                      <a:pt x="9" y="134"/>
                      <a:pt x="7" y="129"/>
                    </a:cubicBezTo>
                    <a:cubicBezTo>
                      <a:pt x="3" y="124"/>
                      <a:pt x="1" y="117"/>
                      <a:pt x="1" y="111"/>
                    </a:cubicBezTo>
                    <a:cubicBezTo>
                      <a:pt x="0" y="96"/>
                      <a:pt x="4" y="82"/>
                      <a:pt x="10" y="68"/>
                    </a:cubicBezTo>
                    <a:cubicBezTo>
                      <a:pt x="15" y="56"/>
                      <a:pt x="22" y="44"/>
                      <a:pt x="30" y="33"/>
                    </a:cubicBezTo>
                    <a:cubicBezTo>
                      <a:pt x="35" y="27"/>
                      <a:pt x="39" y="21"/>
                      <a:pt x="44" y="16"/>
                    </a:cubicBezTo>
                    <a:cubicBezTo>
                      <a:pt x="49" y="12"/>
                      <a:pt x="54" y="7"/>
                      <a:pt x="60" y="4"/>
                    </a:cubicBezTo>
                    <a:cubicBezTo>
                      <a:pt x="66" y="1"/>
                      <a:pt x="72" y="0"/>
                      <a:pt x="79" y="1"/>
                    </a:cubicBezTo>
                    <a:cubicBezTo>
                      <a:pt x="81" y="1"/>
                      <a:pt x="84" y="1"/>
                      <a:pt x="87" y="2"/>
                    </a:cubicBezTo>
                    <a:cubicBezTo>
                      <a:pt x="88" y="4"/>
                      <a:pt x="91" y="5"/>
                      <a:pt x="92" y="6"/>
                    </a:cubicBezTo>
                    <a:cubicBezTo>
                      <a:pt x="94" y="6"/>
                      <a:pt x="95" y="6"/>
                      <a:pt x="96" y="7"/>
                    </a:cubicBezTo>
                    <a:cubicBezTo>
                      <a:pt x="102" y="9"/>
                      <a:pt x="105" y="16"/>
                      <a:pt x="103" y="22"/>
                    </a:cubicBezTo>
                    <a:cubicBezTo>
                      <a:pt x="100" y="27"/>
                      <a:pt x="99" y="33"/>
                      <a:pt x="97" y="38"/>
                    </a:cubicBezTo>
                    <a:cubicBezTo>
                      <a:pt x="95" y="44"/>
                      <a:pt x="88" y="47"/>
                      <a:pt x="82" y="45"/>
                    </a:cubicBezTo>
                    <a:cubicBezTo>
                      <a:pt x="76" y="43"/>
                      <a:pt x="73" y="36"/>
                      <a:pt x="75" y="30"/>
                    </a:cubicBezTo>
                    <a:cubicBezTo>
                      <a:pt x="75" y="29"/>
                      <a:pt x="75" y="28"/>
                      <a:pt x="76" y="27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6"/>
                      <a:pt x="76" y="25"/>
                      <a:pt x="77" y="25"/>
                    </a:cubicBezTo>
                    <a:lnTo>
                      <a:pt x="76" y="25"/>
                    </a:lnTo>
                    <a:cubicBezTo>
                      <a:pt x="76" y="24"/>
                      <a:pt x="76" y="24"/>
                      <a:pt x="76" y="24"/>
                    </a:cubicBezTo>
                    <a:lnTo>
                      <a:pt x="75" y="24"/>
                    </a:lnTo>
                    <a:cubicBezTo>
                      <a:pt x="74" y="24"/>
                      <a:pt x="74" y="24"/>
                      <a:pt x="73" y="24"/>
                    </a:cubicBezTo>
                    <a:cubicBezTo>
                      <a:pt x="73" y="25"/>
                      <a:pt x="71" y="25"/>
                      <a:pt x="71" y="25"/>
                    </a:cubicBezTo>
                    <a:lnTo>
                      <a:pt x="72" y="25"/>
                    </a:lnTo>
                    <a:cubicBezTo>
                      <a:pt x="71" y="25"/>
                      <a:pt x="70" y="25"/>
                      <a:pt x="70" y="26"/>
                    </a:cubicBezTo>
                    <a:cubicBezTo>
                      <a:pt x="68" y="26"/>
                      <a:pt x="67" y="27"/>
                      <a:pt x="66" y="28"/>
                    </a:cubicBezTo>
                    <a:cubicBezTo>
                      <a:pt x="64" y="30"/>
                      <a:pt x="62" y="31"/>
                      <a:pt x="60" y="32"/>
                    </a:cubicBezTo>
                    <a:cubicBezTo>
                      <a:pt x="57" y="35"/>
                      <a:pt x="54" y="39"/>
                      <a:pt x="52" y="41"/>
                    </a:cubicBezTo>
                    <a:cubicBezTo>
                      <a:pt x="52" y="42"/>
                      <a:pt x="52" y="42"/>
                      <a:pt x="52" y="42"/>
                    </a:cubicBezTo>
                    <a:lnTo>
                      <a:pt x="52" y="41"/>
                    </a:lnTo>
                    <a:cubicBezTo>
                      <a:pt x="47" y="47"/>
                      <a:pt x="43" y="52"/>
                      <a:pt x="40" y="59"/>
                    </a:cubicBezTo>
                    <a:cubicBezTo>
                      <a:pt x="36" y="65"/>
                      <a:pt x="33" y="71"/>
                      <a:pt x="30" y="77"/>
                    </a:cubicBezTo>
                    <a:cubicBezTo>
                      <a:pt x="28" y="81"/>
                      <a:pt x="27" y="85"/>
                      <a:pt x="26" y="89"/>
                    </a:cubicBezTo>
                    <a:cubicBezTo>
                      <a:pt x="25" y="92"/>
                      <a:pt x="24" y="95"/>
                      <a:pt x="24" y="98"/>
                    </a:cubicBezTo>
                    <a:cubicBezTo>
                      <a:pt x="24" y="100"/>
                      <a:pt x="23" y="102"/>
                      <a:pt x="23" y="104"/>
                    </a:cubicBezTo>
                    <a:cubicBezTo>
                      <a:pt x="23" y="106"/>
                      <a:pt x="23" y="107"/>
                      <a:pt x="24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4"/>
                      <a:pt x="25" y="115"/>
                      <a:pt x="25" y="116"/>
                    </a:cubicBezTo>
                    <a:cubicBezTo>
                      <a:pt x="25" y="117"/>
                      <a:pt x="26" y="118"/>
                      <a:pt x="26" y="118"/>
                    </a:cubicBezTo>
                    <a:cubicBezTo>
                      <a:pt x="26" y="119"/>
                      <a:pt x="27" y="119"/>
                      <a:pt x="27" y="120"/>
                    </a:cubicBezTo>
                    <a:cubicBezTo>
                      <a:pt x="28" y="121"/>
                      <a:pt x="28" y="122"/>
                      <a:pt x="29" y="122"/>
                    </a:cubicBezTo>
                    <a:cubicBezTo>
                      <a:pt x="29" y="123"/>
                      <a:pt x="30" y="123"/>
                      <a:pt x="30" y="124"/>
                    </a:cubicBezTo>
                    <a:cubicBezTo>
                      <a:pt x="30" y="123"/>
                      <a:pt x="30" y="123"/>
                      <a:pt x="29" y="123"/>
                    </a:cubicBezTo>
                    <a:lnTo>
                      <a:pt x="30" y="123"/>
                    </a:lnTo>
                    <a:cubicBezTo>
                      <a:pt x="31" y="124"/>
                      <a:pt x="31" y="124"/>
                      <a:pt x="32" y="125"/>
                    </a:cubicBezTo>
                    <a:cubicBezTo>
                      <a:pt x="32" y="125"/>
                      <a:pt x="33" y="125"/>
                      <a:pt x="34" y="126"/>
                    </a:cubicBezTo>
                    <a:cubicBezTo>
                      <a:pt x="33" y="125"/>
                      <a:pt x="33" y="125"/>
                      <a:pt x="32" y="125"/>
                    </a:cubicBezTo>
                    <a:cubicBezTo>
                      <a:pt x="34" y="126"/>
                      <a:pt x="35" y="126"/>
                      <a:pt x="36" y="126"/>
                    </a:cubicBezTo>
                    <a:lnTo>
                      <a:pt x="35" y="126"/>
                    </a:lnTo>
                    <a:cubicBezTo>
                      <a:pt x="36" y="126"/>
                      <a:pt x="37" y="126"/>
                      <a:pt x="38" y="127"/>
                    </a:cubicBezTo>
                    <a:cubicBezTo>
                      <a:pt x="39" y="127"/>
                      <a:pt x="40" y="127"/>
                      <a:pt x="42" y="127"/>
                    </a:cubicBezTo>
                    <a:cubicBezTo>
                      <a:pt x="45" y="127"/>
                      <a:pt x="47" y="127"/>
                      <a:pt x="50" y="126"/>
                    </a:cubicBezTo>
                    <a:cubicBezTo>
                      <a:pt x="50" y="127"/>
                      <a:pt x="49" y="127"/>
                      <a:pt x="49" y="127"/>
                    </a:cubicBezTo>
                    <a:cubicBezTo>
                      <a:pt x="52" y="126"/>
                      <a:pt x="53" y="126"/>
                      <a:pt x="56" y="126"/>
                    </a:cubicBezTo>
                    <a:lnTo>
                      <a:pt x="56" y="125"/>
                    </a:lnTo>
                    <a:lnTo>
                      <a:pt x="57" y="125"/>
                    </a:lnTo>
                    <a:lnTo>
                      <a:pt x="56" y="125"/>
                    </a:lnTo>
                    <a:cubicBezTo>
                      <a:pt x="75" y="121"/>
                      <a:pt x="93" y="114"/>
                      <a:pt x="111" y="107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1" y="107"/>
                      <a:pt x="112" y="107"/>
                      <a:pt x="113" y="106"/>
                    </a:cubicBezTo>
                    <a:cubicBezTo>
                      <a:pt x="119" y="104"/>
                      <a:pt x="124" y="106"/>
                      <a:pt x="127" y="111"/>
                    </a:cubicBezTo>
                    <a:cubicBezTo>
                      <a:pt x="130" y="116"/>
                      <a:pt x="127" y="122"/>
                      <a:pt x="122" y="125"/>
                    </a:cubicBezTo>
                    <a:cubicBezTo>
                      <a:pt x="116" y="128"/>
                      <a:pt x="110" y="130"/>
                      <a:pt x="103" y="133"/>
                    </a:cubicBezTo>
                    <a:cubicBezTo>
                      <a:pt x="103" y="132"/>
                      <a:pt x="104" y="132"/>
                      <a:pt x="105" y="132"/>
                    </a:cubicBezTo>
                    <a:cubicBezTo>
                      <a:pt x="100" y="134"/>
                      <a:pt x="95" y="136"/>
                      <a:pt x="91" y="138"/>
                    </a:cubicBezTo>
                    <a:cubicBezTo>
                      <a:pt x="79" y="142"/>
                      <a:pt x="67" y="146"/>
                      <a:pt x="55" y="149"/>
                    </a:cubicBezTo>
                    <a:cubicBezTo>
                      <a:pt x="51" y="149"/>
                      <a:pt x="47" y="150"/>
                      <a:pt x="43" y="150"/>
                    </a:cubicBezTo>
                    <a:cubicBezTo>
                      <a:pt x="40" y="150"/>
                      <a:pt x="38" y="150"/>
                      <a:pt x="35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63040" y="165924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9" y="175"/>
                    </a:moveTo>
                    <a:cubicBezTo>
                      <a:pt x="52" y="174"/>
                      <a:pt x="44" y="171"/>
                      <a:pt x="37" y="167"/>
                    </a:cubicBezTo>
                    <a:cubicBezTo>
                      <a:pt x="24" y="158"/>
                      <a:pt x="13" y="146"/>
                      <a:pt x="6" y="132"/>
                    </a:cubicBezTo>
                    <a:cubicBezTo>
                      <a:pt x="0" y="117"/>
                      <a:pt x="0" y="100"/>
                      <a:pt x="3" y="85"/>
                    </a:cubicBezTo>
                    <a:cubicBezTo>
                      <a:pt x="7" y="69"/>
                      <a:pt x="14" y="54"/>
                      <a:pt x="23" y="40"/>
                    </a:cubicBezTo>
                    <a:cubicBezTo>
                      <a:pt x="27" y="33"/>
                      <a:pt x="32" y="27"/>
                      <a:pt x="38" y="21"/>
                    </a:cubicBezTo>
                    <a:cubicBezTo>
                      <a:pt x="43" y="15"/>
                      <a:pt x="49" y="10"/>
                      <a:pt x="57" y="6"/>
                    </a:cubicBezTo>
                    <a:cubicBezTo>
                      <a:pt x="63" y="2"/>
                      <a:pt x="70" y="1"/>
                      <a:pt x="77" y="1"/>
                    </a:cubicBezTo>
                    <a:cubicBezTo>
                      <a:pt x="85" y="0"/>
                      <a:pt x="92" y="2"/>
                      <a:pt x="99" y="6"/>
                    </a:cubicBezTo>
                    <a:cubicBezTo>
                      <a:pt x="105" y="9"/>
                      <a:pt x="111" y="15"/>
                      <a:pt x="115" y="20"/>
                    </a:cubicBezTo>
                    <a:cubicBezTo>
                      <a:pt x="117" y="22"/>
                      <a:pt x="119" y="25"/>
                      <a:pt x="121" y="27"/>
                    </a:cubicBezTo>
                    <a:cubicBezTo>
                      <a:pt x="123" y="23"/>
                      <a:pt x="130" y="20"/>
                      <a:pt x="135" y="23"/>
                    </a:cubicBezTo>
                    <a:cubicBezTo>
                      <a:pt x="141" y="25"/>
                      <a:pt x="144" y="32"/>
                      <a:pt x="142" y="37"/>
                    </a:cubicBezTo>
                    <a:cubicBezTo>
                      <a:pt x="140" y="42"/>
                      <a:pt x="139" y="47"/>
                      <a:pt x="137" y="51"/>
                    </a:cubicBezTo>
                    <a:cubicBezTo>
                      <a:pt x="134" y="57"/>
                      <a:pt x="133" y="63"/>
                      <a:pt x="130" y="69"/>
                    </a:cubicBezTo>
                    <a:cubicBezTo>
                      <a:pt x="129" y="73"/>
                      <a:pt x="125" y="75"/>
                      <a:pt x="120" y="75"/>
                    </a:cubicBezTo>
                    <a:cubicBezTo>
                      <a:pt x="116" y="75"/>
                      <a:pt x="111" y="73"/>
                      <a:pt x="109" y="68"/>
                    </a:cubicBezTo>
                    <a:cubicBezTo>
                      <a:pt x="108" y="65"/>
                      <a:pt x="108" y="61"/>
                      <a:pt x="107" y="57"/>
                    </a:cubicBezTo>
                    <a:cubicBezTo>
                      <a:pt x="107" y="55"/>
                      <a:pt x="106" y="54"/>
                      <a:pt x="106" y="52"/>
                    </a:cubicBezTo>
                    <a:cubicBezTo>
                      <a:pt x="106" y="51"/>
                      <a:pt x="105" y="49"/>
                      <a:pt x="105" y="47"/>
                    </a:cubicBezTo>
                    <a:cubicBezTo>
                      <a:pt x="104" y="45"/>
                      <a:pt x="104" y="44"/>
                      <a:pt x="102" y="43"/>
                    </a:cubicBezTo>
                    <a:cubicBezTo>
                      <a:pt x="102" y="41"/>
                      <a:pt x="101" y="40"/>
                      <a:pt x="100" y="39"/>
                    </a:cubicBezTo>
                    <a:cubicBezTo>
                      <a:pt x="99" y="37"/>
                      <a:pt x="98" y="35"/>
                      <a:pt x="96" y="34"/>
                    </a:cubicBezTo>
                    <a:cubicBezTo>
                      <a:pt x="95" y="32"/>
                      <a:pt x="93" y="31"/>
                      <a:pt x="92" y="30"/>
                    </a:cubicBezTo>
                    <a:cubicBezTo>
                      <a:pt x="90" y="29"/>
                      <a:pt x="88" y="27"/>
                      <a:pt x="87" y="26"/>
                    </a:cubicBezTo>
                    <a:cubicBezTo>
                      <a:pt x="87" y="26"/>
                      <a:pt x="86" y="26"/>
                      <a:pt x="86" y="25"/>
                    </a:cubicBezTo>
                    <a:cubicBezTo>
                      <a:pt x="84" y="25"/>
                      <a:pt x="83" y="25"/>
                      <a:pt x="82" y="24"/>
                    </a:cubicBezTo>
                    <a:cubicBezTo>
                      <a:pt x="81" y="24"/>
                      <a:pt x="80" y="23"/>
                      <a:pt x="79" y="23"/>
                    </a:cubicBezTo>
                    <a:cubicBezTo>
                      <a:pt x="80" y="23"/>
                      <a:pt x="80" y="24"/>
                      <a:pt x="80" y="24"/>
                    </a:cubicBezTo>
                    <a:lnTo>
                      <a:pt x="79" y="23"/>
                    </a:lnTo>
                    <a:cubicBezTo>
                      <a:pt x="77" y="23"/>
                      <a:pt x="76" y="23"/>
                      <a:pt x="76" y="24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5"/>
                      <a:pt x="71" y="25"/>
                      <a:pt x="70" y="25"/>
                    </a:cubicBezTo>
                    <a:cubicBezTo>
                      <a:pt x="69" y="26"/>
                      <a:pt x="68" y="26"/>
                      <a:pt x="67" y="26"/>
                    </a:cubicBezTo>
                    <a:cubicBezTo>
                      <a:pt x="65" y="27"/>
                      <a:pt x="63" y="29"/>
                      <a:pt x="62" y="30"/>
                    </a:cubicBezTo>
                    <a:cubicBezTo>
                      <a:pt x="60" y="32"/>
                      <a:pt x="58" y="33"/>
                      <a:pt x="57" y="34"/>
                    </a:cubicBezTo>
                    <a:cubicBezTo>
                      <a:pt x="54" y="37"/>
                      <a:pt x="51" y="40"/>
                      <a:pt x="49" y="43"/>
                    </a:cubicBezTo>
                    <a:cubicBezTo>
                      <a:pt x="48" y="43"/>
                      <a:pt x="48" y="44"/>
                      <a:pt x="48" y="44"/>
                    </a:cubicBezTo>
                    <a:lnTo>
                      <a:pt x="48" y="43"/>
                    </a:lnTo>
                    <a:cubicBezTo>
                      <a:pt x="45" y="48"/>
                      <a:pt x="42" y="52"/>
                      <a:pt x="39" y="57"/>
                    </a:cubicBezTo>
                    <a:cubicBezTo>
                      <a:pt x="36" y="62"/>
                      <a:pt x="33" y="67"/>
                      <a:pt x="31" y="72"/>
                    </a:cubicBezTo>
                    <a:cubicBezTo>
                      <a:pt x="29" y="77"/>
                      <a:pt x="27" y="82"/>
                      <a:pt x="25" y="86"/>
                    </a:cubicBezTo>
                    <a:cubicBezTo>
                      <a:pt x="25" y="89"/>
                      <a:pt x="24" y="92"/>
                      <a:pt x="24" y="95"/>
                    </a:cubicBezTo>
                    <a:cubicBezTo>
                      <a:pt x="23" y="98"/>
                      <a:pt x="23" y="101"/>
                      <a:pt x="23" y="104"/>
                    </a:cubicBezTo>
                    <a:cubicBezTo>
                      <a:pt x="23" y="106"/>
                      <a:pt x="23" y="108"/>
                      <a:pt x="23" y="111"/>
                    </a:cubicBezTo>
                    <a:cubicBezTo>
                      <a:pt x="24" y="112"/>
                      <a:pt x="24" y="114"/>
                      <a:pt x="24" y="116"/>
                    </a:cubicBezTo>
                    <a:cubicBezTo>
                      <a:pt x="25" y="118"/>
                      <a:pt x="25" y="119"/>
                      <a:pt x="26" y="121"/>
                    </a:cubicBezTo>
                    <a:cubicBezTo>
                      <a:pt x="27" y="123"/>
                      <a:pt x="27" y="125"/>
                      <a:pt x="28" y="126"/>
                    </a:cubicBezTo>
                    <a:cubicBezTo>
                      <a:pt x="29" y="128"/>
                      <a:pt x="30" y="129"/>
                      <a:pt x="31" y="131"/>
                    </a:cubicBezTo>
                    <a:cubicBezTo>
                      <a:pt x="32" y="133"/>
                      <a:pt x="35" y="135"/>
                      <a:pt x="37" y="138"/>
                    </a:cubicBezTo>
                    <a:cubicBezTo>
                      <a:pt x="39" y="140"/>
                      <a:pt x="41" y="142"/>
                      <a:pt x="43" y="143"/>
                    </a:cubicBezTo>
                    <a:cubicBezTo>
                      <a:pt x="45" y="144"/>
                      <a:pt x="46" y="146"/>
                      <a:pt x="48" y="147"/>
                    </a:cubicBezTo>
                    <a:cubicBezTo>
                      <a:pt x="50" y="148"/>
                      <a:pt x="52" y="149"/>
                      <a:pt x="53" y="150"/>
                    </a:cubicBezTo>
                    <a:cubicBezTo>
                      <a:pt x="55" y="150"/>
                      <a:pt x="56" y="151"/>
                      <a:pt x="58" y="151"/>
                    </a:cubicBezTo>
                    <a:cubicBezTo>
                      <a:pt x="60" y="152"/>
                      <a:pt x="62" y="152"/>
                      <a:pt x="63" y="153"/>
                    </a:cubicBezTo>
                    <a:cubicBezTo>
                      <a:pt x="67" y="153"/>
                      <a:pt x="70" y="153"/>
                      <a:pt x="73" y="153"/>
                    </a:cubicBezTo>
                    <a:cubicBezTo>
                      <a:pt x="78" y="153"/>
                      <a:pt x="83" y="153"/>
                      <a:pt x="87" y="153"/>
                    </a:cubicBezTo>
                    <a:cubicBezTo>
                      <a:pt x="94" y="151"/>
                      <a:pt x="100" y="151"/>
                      <a:pt x="106" y="150"/>
                    </a:cubicBezTo>
                    <a:cubicBezTo>
                      <a:pt x="112" y="149"/>
                      <a:pt x="118" y="153"/>
                      <a:pt x="119" y="159"/>
                    </a:cubicBezTo>
                    <a:cubicBezTo>
                      <a:pt x="120" y="165"/>
                      <a:pt x="116" y="171"/>
                      <a:pt x="111" y="171"/>
                    </a:cubicBezTo>
                    <a:cubicBezTo>
                      <a:pt x="101" y="173"/>
                      <a:pt x="92" y="175"/>
                      <a:pt x="82" y="175"/>
                    </a:cubicBezTo>
                    <a:cubicBezTo>
                      <a:pt x="79" y="176"/>
                      <a:pt x="76" y="176"/>
                      <a:pt x="73" y="176"/>
                    </a:cubicBezTo>
                    <a:cubicBezTo>
                      <a:pt x="69" y="176"/>
                      <a:pt x="64" y="175"/>
                      <a:pt x="59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533960" y="1659240"/>
                <a:ext cx="442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68" extrusionOk="0">
                    <a:moveTo>
                      <a:pt x="34" y="144"/>
                    </a:moveTo>
                    <a:cubicBezTo>
                      <a:pt x="35" y="144"/>
                      <a:pt x="35" y="144"/>
                      <a:pt x="35" y="144"/>
                    </a:cubicBezTo>
                    <a:cubicBezTo>
                      <a:pt x="36" y="144"/>
                      <a:pt x="37" y="143"/>
                      <a:pt x="37" y="143"/>
                    </a:cubicBezTo>
                    <a:cubicBezTo>
                      <a:pt x="38" y="142"/>
                      <a:pt x="40" y="141"/>
                      <a:pt x="41" y="140"/>
                    </a:cubicBezTo>
                    <a:cubicBezTo>
                      <a:pt x="43" y="139"/>
                      <a:pt x="46" y="137"/>
                      <a:pt x="48" y="134"/>
                    </a:cubicBezTo>
                    <a:cubicBezTo>
                      <a:pt x="52" y="131"/>
                      <a:pt x="56" y="127"/>
                      <a:pt x="60" y="122"/>
                    </a:cubicBezTo>
                    <a:cubicBezTo>
                      <a:pt x="66" y="115"/>
                      <a:pt x="71" y="107"/>
                      <a:pt x="76" y="99"/>
                    </a:cubicBezTo>
                    <a:lnTo>
                      <a:pt x="76" y="100"/>
                    </a:lnTo>
                    <a:cubicBezTo>
                      <a:pt x="81" y="91"/>
                      <a:pt x="86" y="81"/>
                      <a:pt x="91" y="72"/>
                    </a:cubicBezTo>
                    <a:cubicBezTo>
                      <a:pt x="92" y="67"/>
                      <a:pt x="94" y="63"/>
                      <a:pt x="96" y="58"/>
                    </a:cubicBezTo>
                    <a:cubicBezTo>
                      <a:pt x="97" y="53"/>
                      <a:pt x="98" y="49"/>
                      <a:pt x="99" y="45"/>
                    </a:cubicBezTo>
                    <a:cubicBezTo>
                      <a:pt x="99" y="43"/>
                      <a:pt x="99" y="41"/>
                      <a:pt x="99" y="39"/>
                    </a:cubicBezTo>
                    <a:cubicBezTo>
                      <a:pt x="99" y="38"/>
                      <a:pt x="99" y="37"/>
                      <a:pt x="99" y="36"/>
                    </a:cubicBezTo>
                    <a:cubicBezTo>
                      <a:pt x="99" y="35"/>
                      <a:pt x="99" y="34"/>
                      <a:pt x="99" y="34"/>
                    </a:cubicBezTo>
                    <a:cubicBezTo>
                      <a:pt x="98" y="33"/>
                      <a:pt x="98" y="32"/>
                      <a:pt x="98" y="31"/>
                    </a:cubicBezTo>
                    <a:cubicBezTo>
                      <a:pt x="98" y="30"/>
                      <a:pt x="97" y="30"/>
                      <a:pt x="97" y="29"/>
                    </a:cubicBezTo>
                    <a:cubicBezTo>
                      <a:pt x="97" y="28"/>
                      <a:pt x="97" y="28"/>
                      <a:pt x="96" y="28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7"/>
                      <a:pt x="95" y="27"/>
                      <a:pt x="95" y="26"/>
                    </a:cubicBezTo>
                    <a:cubicBezTo>
                      <a:pt x="94" y="26"/>
                      <a:pt x="94" y="26"/>
                      <a:pt x="93" y="26"/>
                    </a:cubicBezTo>
                    <a:cubicBezTo>
                      <a:pt x="93" y="25"/>
                      <a:pt x="92" y="25"/>
                      <a:pt x="92" y="25"/>
                    </a:cubicBezTo>
                    <a:cubicBezTo>
                      <a:pt x="91" y="24"/>
                      <a:pt x="90" y="24"/>
                      <a:pt x="88" y="23"/>
                    </a:cubicBezTo>
                    <a:cubicBezTo>
                      <a:pt x="88" y="23"/>
                      <a:pt x="87" y="23"/>
                      <a:pt x="86" y="23"/>
                    </a:cubicBezTo>
                    <a:cubicBezTo>
                      <a:pt x="85" y="23"/>
                      <a:pt x="84" y="23"/>
                      <a:pt x="83" y="23"/>
                    </a:cubicBezTo>
                    <a:cubicBezTo>
                      <a:pt x="81" y="23"/>
                      <a:pt x="81" y="23"/>
                      <a:pt x="80" y="23"/>
                    </a:cubicBezTo>
                    <a:cubicBezTo>
                      <a:pt x="78" y="23"/>
                      <a:pt x="76" y="23"/>
                      <a:pt x="74" y="24"/>
                    </a:cubicBezTo>
                    <a:cubicBezTo>
                      <a:pt x="72" y="24"/>
                      <a:pt x="70" y="25"/>
                      <a:pt x="68" y="26"/>
                    </a:cubicBezTo>
                    <a:cubicBezTo>
                      <a:pt x="66" y="27"/>
                      <a:pt x="64" y="27"/>
                      <a:pt x="62" y="28"/>
                    </a:cubicBezTo>
                    <a:cubicBezTo>
                      <a:pt x="60" y="30"/>
                      <a:pt x="58" y="31"/>
                      <a:pt x="56" y="32"/>
                    </a:cubicBezTo>
                    <a:cubicBezTo>
                      <a:pt x="55" y="34"/>
                      <a:pt x="52" y="35"/>
                      <a:pt x="50" y="37"/>
                    </a:cubicBezTo>
                    <a:cubicBezTo>
                      <a:pt x="49" y="39"/>
                      <a:pt x="47" y="41"/>
                      <a:pt x="45" y="42"/>
                    </a:cubicBezTo>
                    <a:cubicBezTo>
                      <a:pt x="46" y="44"/>
                      <a:pt x="47" y="45"/>
                      <a:pt x="48" y="46"/>
                    </a:cubicBezTo>
                    <a:cubicBezTo>
                      <a:pt x="51" y="52"/>
                      <a:pt x="50" y="59"/>
                      <a:pt x="44" y="63"/>
                    </a:cubicBezTo>
                    <a:cubicBezTo>
                      <a:pt x="41" y="65"/>
                      <a:pt x="37" y="65"/>
                      <a:pt x="33" y="63"/>
                    </a:cubicBezTo>
                    <a:cubicBezTo>
                      <a:pt x="33" y="65"/>
                      <a:pt x="32" y="66"/>
                      <a:pt x="32" y="67"/>
                    </a:cubicBezTo>
                    <a:cubicBezTo>
                      <a:pt x="31" y="71"/>
                      <a:pt x="30" y="75"/>
                      <a:pt x="29" y="79"/>
                    </a:cubicBezTo>
                    <a:cubicBezTo>
                      <a:pt x="28" y="82"/>
                      <a:pt x="27" y="85"/>
                      <a:pt x="24" y="86"/>
                    </a:cubicBezTo>
                    <a:cubicBezTo>
                      <a:pt x="24" y="88"/>
                      <a:pt x="24" y="90"/>
                      <a:pt x="23" y="91"/>
                    </a:cubicBezTo>
                    <a:lnTo>
                      <a:pt x="24" y="90"/>
                    </a:lnTo>
                    <a:cubicBezTo>
                      <a:pt x="23" y="96"/>
                      <a:pt x="22" y="102"/>
                      <a:pt x="22" y="108"/>
                    </a:cubicBezTo>
                    <a:cubicBezTo>
                      <a:pt x="22" y="113"/>
                      <a:pt x="22" y="118"/>
                      <a:pt x="23" y="123"/>
                    </a:cubicBezTo>
                    <a:cubicBezTo>
                      <a:pt x="23" y="127"/>
                      <a:pt x="24" y="131"/>
                      <a:pt x="25" y="134"/>
                    </a:cubicBezTo>
                    <a:cubicBezTo>
                      <a:pt x="25" y="136"/>
                      <a:pt x="25" y="137"/>
                      <a:pt x="26" y="139"/>
                    </a:cubicBezTo>
                    <a:cubicBezTo>
                      <a:pt x="27" y="140"/>
                      <a:pt x="27" y="140"/>
                      <a:pt x="27" y="140"/>
                    </a:cubicBezTo>
                    <a:lnTo>
                      <a:pt x="27" y="141"/>
                    </a:lnTo>
                    <a:lnTo>
                      <a:pt x="28" y="141"/>
                    </a:lnTo>
                    <a:cubicBezTo>
                      <a:pt x="28" y="142"/>
                      <a:pt x="28" y="142"/>
                      <a:pt x="28" y="143"/>
                    </a:cubicBezTo>
                    <a:cubicBezTo>
                      <a:pt x="29" y="143"/>
                      <a:pt x="30" y="143"/>
                      <a:pt x="30" y="143"/>
                    </a:cubicBezTo>
                    <a:lnTo>
                      <a:pt x="31" y="143"/>
                    </a:lnTo>
                    <a:cubicBezTo>
                      <a:pt x="31" y="144"/>
                      <a:pt x="31" y="144"/>
                      <a:pt x="32" y="144"/>
                    </a:cubicBezTo>
                    <a:cubicBezTo>
                      <a:pt x="32" y="144"/>
                      <a:pt x="33" y="144"/>
                      <a:pt x="34" y="144"/>
                    </a:cubicBezTo>
                    <a:moveTo>
                      <a:pt x="33" y="167"/>
                    </a:moveTo>
                    <a:cubicBezTo>
                      <a:pt x="30" y="167"/>
                      <a:pt x="27" y="166"/>
                      <a:pt x="24" y="165"/>
                    </a:cubicBezTo>
                    <a:cubicBezTo>
                      <a:pt x="17" y="163"/>
                      <a:pt x="10" y="158"/>
                      <a:pt x="7" y="151"/>
                    </a:cubicBezTo>
                    <a:cubicBezTo>
                      <a:pt x="4" y="146"/>
                      <a:pt x="3" y="140"/>
                      <a:pt x="2" y="133"/>
                    </a:cubicBezTo>
                    <a:cubicBezTo>
                      <a:pt x="0" y="125"/>
                      <a:pt x="0" y="117"/>
                      <a:pt x="0" y="109"/>
                    </a:cubicBezTo>
                    <a:cubicBezTo>
                      <a:pt x="0" y="93"/>
                      <a:pt x="2" y="76"/>
                      <a:pt x="8" y="62"/>
                    </a:cubicBezTo>
                    <a:cubicBezTo>
                      <a:pt x="11" y="55"/>
                      <a:pt x="14" y="48"/>
                      <a:pt x="18" y="42"/>
                    </a:cubicBezTo>
                    <a:cubicBezTo>
                      <a:pt x="19" y="41"/>
                      <a:pt x="20" y="40"/>
                      <a:pt x="21" y="39"/>
                    </a:cubicBezTo>
                    <a:cubicBezTo>
                      <a:pt x="23" y="36"/>
                      <a:pt x="25" y="33"/>
                      <a:pt x="27" y="30"/>
                    </a:cubicBezTo>
                    <a:cubicBezTo>
                      <a:pt x="37" y="17"/>
                      <a:pt x="49" y="9"/>
                      <a:pt x="64" y="3"/>
                    </a:cubicBezTo>
                    <a:cubicBezTo>
                      <a:pt x="71" y="1"/>
                      <a:pt x="78" y="0"/>
                      <a:pt x="85" y="0"/>
                    </a:cubicBezTo>
                    <a:cubicBezTo>
                      <a:pt x="88" y="0"/>
                      <a:pt x="92" y="1"/>
                      <a:pt x="95" y="2"/>
                    </a:cubicBezTo>
                    <a:cubicBezTo>
                      <a:pt x="99" y="3"/>
                      <a:pt x="103" y="5"/>
                      <a:pt x="106" y="7"/>
                    </a:cubicBezTo>
                    <a:cubicBezTo>
                      <a:pt x="109" y="9"/>
                      <a:pt x="111" y="11"/>
                      <a:pt x="113" y="13"/>
                    </a:cubicBezTo>
                    <a:cubicBezTo>
                      <a:pt x="116" y="16"/>
                      <a:pt x="117" y="19"/>
                      <a:pt x="119" y="23"/>
                    </a:cubicBezTo>
                    <a:cubicBezTo>
                      <a:pt x="122" y="30"/>
                      <a:pt x="122" y="38"/>
                      <a:pt x="121" y="45"/>
                    </a:cubicBezTo>
                    <a:cubicBezTo>
                      <a:pt x="120" y="52"/>
                      <a:pt x="118" y="60"/>
                      <a:pt x="116" y="67"/>
                    </a:cubicBezTo>
                    <a:cubicBezTo>
                      <a:pt x="113" y="75"/>
                      <a:pt x="110" y="83"/>
                      <a:pt x="106" y="91"/>
                    </a:cubicBezTo>
                    <a:cubicBezTo>
                      <a:pt x="98" y="107"/>
                      <a:pt x="88" y="122"/>
                      <a:pt x="77" y="136"/>
                    </a:cubicBezTo>
                    <a:cubicBezTo>
                      <a:pt x="73" y="141"/>
                      <a:pt x="68" y="147"/>
                      <a:pt x="62" y="152"/>
                    </a:cubicBezTo>
                    <a:cubicBezTo>
                      <a:pt x="56" y="158"/>
                      <a:pt x="50" y="163"/>
                      <a:pt x="43" y="165"/>
                    </a:cubicBezTo>
                    <a:cubicBezTo>
                      <a:pt x="40" y="166"/>
                      <a:pt x="37" y="167"/>
                      <a:pt x="34" y="167"/>
                    </a:cubicBezTo>
                    <a:lnTo>
                      <a:pt x="33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565280" y="1650600"/>
                <a:ext cx="51480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5" extrusionOk="0">
                    <a:moveTo>
                      <a:pt x="34" y="201"/>
                    </a:moveTo>
                    <a:cubicBezTo>
                      <a:pt x="38" y="201"/>
                      <a:pt x="42" y="201"/>
                      <a:pt x="46" y="201"/>
                    </a:cubicBezTo>
                    <a:cubicBezTo>
                      <a:pt x="49" y="201"/>
                      <a:pt x="52" y="200"/>
                      <a:pt x="56" y="199"/>
                    </a:cubicBezTo>
                    <a:cubicBezTo>
                      <a:pt x="58" y="198"/>
                      <a:pt x="61" y="198"/>
                      <a:pt x="63" y="196"/>
                    </a:cubicBezTo>
                    <a:cubicBezTo>
                      <a:pt x="65" y="196"/>
                      <a:pt x="67" y="195"/>
                      <a:pt x="69" y="194"/>
                    </a:cubicBezTo>
                    <a:cubicBezTo>
                      <a:pt x="71" y="193"/>
                      <a:pt x="72" y="192"/>
                      <a:pt x="74" y="191"/>
                    </a:cubicBezTo>
                    <a:cubicBezTo>
                      <a:pt x="76" y="189"/>
                      <a:pt x="77" y="189"/>
                      <a:pt x="78" y="188"/>
                    </a:cubicBezTo>
                    <a:cubicBezTo>
                      <a:pt x="79" y="187"/>
                      <a:pt x="79" y="187"/>
                      <a:pt x="80" y="186"/>
                    </a:cubicBezTo>
                    <a:cubicBezTo>
                      <a:pt x="81" y="185"/>
                      <a:pt x="81" y="184"/>
                      <a:pt x="82" y="184"/>
                    </a:cubicBezTo>
                    <a:cubicBezTo>
                      <a:pt x="82" y="183"/>
                      <a:pt x="82" y="182"/>
                      <a:pt x="82" y="182"/>
                    </a:cubicBezTo>
                    <a:lnTo>
                      <a:pt x="82" y="181"/>
                    </a:lnTo>
                    <a:lnTo>
                      <a:pt x="83" y="180"/>
                    </a:lnTo>
                    <a:cubicBezTo>
                      <a:pt x="83" y="179"/>
                      <a:pt x="83" y="178"/>
                      <a:pt x="83" y="178"/>
                    </a:cubicBezTo>
                    <a:cubicBezTo>
                      <a:pt x="83" y="177"/>
                      <a:pt x="83" y="177"/>
                      <a:pt x="83" y="177"/>
                    </a:cubicBezTo>
                    <a:cubicBezTo>
                      <a:pt x="83" y="175"/>
                      <a:pt x="82" y="173"/>
                      <a:pt x="82" y="171"/>
                    </a:cubicBezTo>
                    <a:cubicBezTo>
                      <a:pt x="82" y="171"/>
                      <a:pt x="82" y="170"/>
                      <a:pt x="81" y="169"/>
                    </a:cubicBezTo>
                    <a:cubicBezTo>
                      <a:pt x="81" y="168"/>
                      <a:pt x="81" y="167"/>
                      <a:pt x="80" y="166"/>
                    </a:cubicBezTo>
                    <a:cubicBezTo>
                      <a:pt x="79" y="165"/>
                      <a:pt x="79" y="164"/>
                      <a:pt x="78" y="164"/>
                    </a:cubicBezTo>
                    <a:cubicBezTo>
                      <a:pt x="77" y="162"/>
                      <a:pt x="76" y="160"/>
                      <a:pt x="74" y="159"/>
                    </a:cubicBezTo>
                    <a:cubicBezTo>
                      <a:pt x="72" y="157"/>
                      <a:pt x="71" y="156"/>
                      <a:pt x="69" y="153"/>
                    </a:cubicBezTo>
                    <a:cubicBezTo>
                      <a:pt x="68" y="154"/>
                      <a:pt x="68" y="155"/>
                      <a:pt x="67" y="155"/>
                    </a:cubicBezTo>
                    <a:cubicBezTo>
                      <a:pt x="59" y="160"/>
                      <a:pt x="50" y="164"/>
                      <a:pt x="42" y="170"/>
                    </a:cubicBezTo>
                    <a:cubicBezTo>
                      <a:pt x="39" y="173"/>
                      <a:pt x="35" y="175"/>
                      <a:pt x="32" y="179"/>
                    </a:cubicBezTo>
                    <a:cubicBezTo>
                      <a:pt x="30" y="180"/>
                      <a:pt x="29" y="181"/>
                      <a:pt x="28" y="183"/>
                    </a:cubicBezTo>
                    <a:cubicBezTo>
                      <a:pt x="27" y="184"/>
                      <a:pt x="26" y="185"/>
                      <a:pt x="25" y="187"/>
                    </a:cubicBezTo>
                    <a:cubicBezTo>
                      <a:pt x="25" y="187"/>
                      <a:pt x="25" y="188"/>
                      <a:pt x="24" y="188"/>
                    </a:cubicBezTo>
                    <a:cubicBezTo>
                      <a:pt x="24" y="189"/>
                      <a:pt x="24" y="189"/>
                      <a:pt x="24" y="190"/>
                    </a:cubicBezTo>
                    <a:cubicBezTo>
                      <a:pt x="24" y="191"/>
                      <a:pt x="24" y="191"/>
                      <a:pt x="23" y="192"/>
                    </a:cubicBezTo>
                    <a:lnTo>
                      <a:pt x="23" y="194"/>
                    </a:lnTo>
                    <a:cubicBezTo>
                      <a:pt x="23" y="195"/>
                      <a:pt x="23" y="195"/>
                      <a:pt x="23" y="195"/>
                    </a:cubicBezTo>
                    <a:cubicBezTo>
                      <a:pt x="23" y="196"/>
                      <a:pt x="24" y="196"/>
                      <a:pt x="24" y="198"/>
                    </a:cubicBezTo>
                    <a:lnTo>
                      <a:pt x="24" y="199"/>
                    </a:lnTo>
                    <a:cubicBezTo>
                      <a:pt x="25" y="199"/>
                      <a:pt x="25" y="199"/>
                      <a:pt x="25" y="199"/>
                    </a:cubicBezTo>
                    <a:cubicBezTo>
                      <a:pt x="25" y="199"/>
                      <a:pt x="25" y="200"/>
                      <a:pt x="26" y="200"/>
                    </a:cubicBezTo>
                    <a:lnTo>
                      <a:pt x="26" y="201"/>
                    </a:lnTo>
                    <a:cubicBezTo>
                      <a:pt x="28" y="201"/>
                      <a:pt x="28" y="201"/>
                      <a:pt x="29" y="201"/>
                    </a:cubicBezTo>
                    <a:cubicBezTo>
                      <a:pt x="31" y="201"/>
                      <a:pt x="33" y="201"/>
                      <a:pt x="34" y="201"/>
                    </a:cubicBezTo>
                    <a:moveTo>
                      <a:pt x="33" y="224"/>
                    </a:moveTo>
                    <a:cubicBezTo>
                      <a:pt x="26" y="224"/>
                      <a:pt x="19" y="223"/>
                      <a:pt x="13" y="219"/>
                    </a:cubicBezTo>
                    <a:cubicBezTo>
                      <a:pt x="7" y="216"/>
                      <a:pt x="3" y="210"/>
                      <a:pt x="1" y="203"/>
                    </a:cubicBezTo>
                    <a:cubicBezTo>
                      <a:pt x="0" y="196"/>
                      <a:pt x="0" y="189"/>
                      <a:pt x="2" y="182"/>
                    </a:cubicBezTo>
                    <a:cubicBezTo>
                      <a:pt x="4" y="174"/>
                      <a:pt x="10" y="168"/>
                      <a:pt x="16" y="163"/>
                    </a:cubicBezTo>
                    <a:cubicBezTo>
                      <a:pt x="21" y="157"/>
                      <a:pt x="28" y="153"/>
                      <a:pt x="33" y="149"/>
                    </a:cubicBezTo>
                    <a:cubicBezTo>
                      <a:pt x="39" y="146"/>
                      <a:pt x="44" y="142"/>
                      <a:pt x="50" y="139"/>
                    </a:cubicBezTo>
                    <a:cubicBezTo>
                      <a:pt x="51" y="138"/>
                      <a:pt x="53" y="138"/>
                      <a:pt x="55" y="136"/>
                    </a:cubicBezTo>
                    <a:cubicBezTo>
                      <a:pt x="54" y="135"/>
                      <a:pt x="54" y="134"/>
                      <a:pt x="53" y="133"/>
                    </a:cubicBezTo>
                    <a:cubicBezTo>
                      <a:pt x="48" y="124"/>
                      <a:pt x="47" y="112"/>
                      <a:pt x="46" y="102"/>
                    </a:cubicBezTo>
                    <a:cubicBezTo>
                      <a:pt x="46" y="89"/>
                      <a:pt x="49" y="78"/>
                      <a:pt x="52" y="66"/>
                    </a:cubicBezTo>
                    <a:cubicBezTo>
                      <a:pt x="55" y="54"/>
                      <a:pt x="61" y="43"/>
                      <a:pt x="67" y="33"/>
                    </a:cubicBezTo>
                    <a:cubicBezTo>
                      <a:pt x="74" y="22"/>
                      <a:pt x="81" y="12"/>
                      <a:pt x="92" y="5"/>
                    </a:cubicBezTo>
                    <a:cubicBezTo>
                      <a:pt x="95" y="2"/>
                      <a:pt x="100" y="1"/>
                      <a:pt x="104" y="1"/>
                    </a:cubicBezTo>
                    <a:cubicBezTo>
                      <a:pt x="110" y="0"/>
                      <a:pt x="115" y="2"/>
                      <a:pt x="119" y="5"/>
                    </a:cubicBezTo>
                    <a:cubicBezTo>
                      <a:pt x="123" y="8"/>
                      <a:pt x="125" y="11"/>
                      <a:pt x="129" y="15"/>
                    </a:cubicBezTo>
                    <a:cubicBezTo>
                      <a:pt x="130" y="15"/>
                      <a:pt x="130" y="16"/>
                      <a:pt x="131" y="16"/>
                    </a:cubicBezTo>
                    <a:cubicBezTo>
                      <a:pt x="131" y="17"/>
                      <a:pt x="132" y="18"/>
                      <a:pt x="132" y="18"/>
                    </a:cubicBezTo>
                    <a:cubicBezTo>
                      <a:pt x="133" y="18"/>
                      <a:pt x="134" y="19"/>
                      <a:pt x="135" y="19"/>
                    </a:cubicBezTo>
                    <a:cubicBezTo>
                      <a:pt x="140" y="22"/>
                      <a:pt x="142" y="29"/>
                      <a:pt x="139" y="35"/>
                    </a:cubicBezTo>
                    <a:cubicBezTo>
                      <a:pt x="138" y="38"/>
                      <a:pt x="135" y="40"/>
                      <a:pt x="132" y="41"/>
                    </a:cubicBezTo>
                    <a:cubicBezTo>
                      <a:pt x="129" y="42"/>
                      <a:pt x="125" y="41"/>
                      <a:pt x="123" y="39"/>
                    </a:cubicBezTo>
                    <a:cubicBezTo>
                      <a:pt x="117" y="36"/>
                      <a:pt x="112" y="32"/>
                      <a:pt x="107" y="27"/>
                    </a:cubicBezTo>
                    <a:cubicBezTo>
                      <a:pt x="108" y="27"/>
                      <a:pt x="108" y="27"/>
                      <a:pt x="108" y="28"/>
                    </a:cubicBezTo>
                    <a:cubicBezTo>
                      <a:pt x="108" y="27"/>
                      <a:pt x="107" y="26"/>
                      <a:pt x="107" y="26"/>
                    </a:cubicBezTo>
                    <a:lnTo>
                      <a:pt x="106" y="25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4" y="26"/>
                      <a:pt x="104" y="26"/>
                      <a:pt x="103" y="26"/>
                    </a:cubicBezTo>
                    <a:cubicBezTo>
                      <a:pt x="102" y="28"/>
                      <a:pt x="100" y="29"/>
                      <a:pt x="99" y="30"/>
                    </a:cubicBezTo>
                    <a:cubicBezTo>
                      <a:pt x="97" y="32"/>
                      <a:pt x="95" y="33"/>
                      <a:pt x="94" y="36"/>
                    </a:cubicBezTo>
                    <a:cubicBezTo>
                      <a:pt x="91" y="39"/>
                      <a:pt x="88" y="43"/>
                      <a:pt x="86" y="47"/>
                    </a:cubicBezTo>
                    <a:cubicBezTo>
                      <a:pt x="83" y="52"/>
                      <a:pt x="80" y="57"/>
                      <a:pt x="78" y="62"/>
                    </a:cubicBezTo>
                    <a:cubicBezTo>
                      <a:pt x="76" y="66"/>
                      <a:pt x="75" y="71"/>
                      <a:pt x="73" y="75"/>
                    </a:cubicBezTo>
                    <a:cubicBezTo>
                      <a:pt x="72" y="79"/>
                      <a:pt x="71" y="84"/>
                      <a:pt x="70" y="89"/>
                    </a:cubicBezTo>
                    <a:cubicBezTo>
                      <a:pt x="70" y="92"/>
                      <a:pt x="70" y="94"/>
                      <a:pt x="70" y="97"/>
                    </a:cubicBezTo>
                    <a:cubicBezTo>
                      <a:pt x="70" y="100"/>
                      <a:pt x="70" y="104"/>
                      <a:pt x="70" y="107"/>
                    </a:cubicBezTo>
                    <a:cubicBezTo>
                      <a:pt x="70" y="110"/>
                      <a:pt x="71" y="113"/>
                      <a:pt x="71" y="115"/>
                    </a:cubicBezTo>
                    <a:cubicBezTo>
                      <a:pt x="72" y="116"/>
                      <a:pt x="72" y="117"/>
                      <a:pt x="72" y="118"/>
                    </a:cubicBezTo>
                    <a:cubicBezTo>
                      <a:pt x="73" y="120"/>
                      <a:pt x="74" y="122"/>
                      <a:pt x="75" y="124"/>
                    </a:cubicBezTo>
                    <a:lnTo>
                      <a:pt x="76" y="125"/>
                    </a:lnTo>
                    <a:cubicBezTo>
                      <a:pt x="81" y="124"/>
                      <a:pt x="87" y="126"/>
                      <a:pt x="89" y="131"/>
                    </a:cubicBezTo>
                    <a:cubicBezTo>
                      <a:pt x="91" y="134"/>
                      <a:pt x="91" y="138"/>
                      <a:pt x="89" y="140"/>
                    </a:cubicBezTo>
                    <a:cubicBezTo>
                      <a:pt x="91" y="142"/>
                      <a:pt x="92" y="143"/>
                      <a:pt x="94" y="145"/>
                    </a:cubicBezTo>
                    <a:cubicBezTo>
                      <a:pt x="98" y="150"/>
                      <a:pt x="102" y="155"/>
                      <a:pt x="103" y="161"/>
                    </a:cubicBezTo>
                    <a:cubicBezTo>
                      <a:pt x="106" y="168"/>
                      <a:pt x="107" y="176"/>
                      <a:pt x="106" y="184"/>
                    </a:cubicBezTo>
                    <a:cubicBezTo>
                      <a:pt x="104" y="191"/>
                      <a:pt x="102" y="196"/>
                      <a:pt x="98" y="201"/>
                    </a:cubicBezTo>
                    <a:cubicBezTo>
                      <a:pt x="92" y="207"/>
                      <a:pt x="86" y="211"/>
                      <a:pt x="79" y="215"/>
                    </a:cubicBezTo>
                    <a:cubicBezTo>
                      <a:pt x="72" y="219"/>
                      <a:pt x="65" y="220"/>
                      <a:pt x="57" y="222"/>
                    </a:cubicBezTo>
                    <a:cubicBezTo>
                      <a:pt x="50" y="224"/>
                      <a:pt x="43" y="224"/>
                      <a:pt x="36" y="224"/>
                    </a:cubicBezTo>
                    <a:cubicBezTo>
                      <a:pt x="35" y="224"/>
                      <a:pt x="34" y="224"/>
                      <a:pt x="33" y="2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631160" y="1654920"/>
                <a:ext cx="68040" cy="1436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99" extrusionOk="0">
                    <a:moveTo>
                      <a:pt x="31" y="375"/>
                    </a:moveTo>
                    <a:cubicBezTo>
                      <a:pt x="31" y="375"/>
                      <a:pt x="32" y="375"/>
                      <a:pt x="32" y="374"/>
                    </a:cubicBezTo>
                    <a:cubicBezTo>
                      <a:pt x="33" y="371"/>
                      <a:pt x="35" y="370"/>
                      <a:pt x="36" y="367"/>
                    </a:cubicBezTo>
                    <a:cubicBezTo>
                      <a:pt x="39" y="360"/>
                      <a:pt x="41" y="353"/>
                      <a:pt x="43" y="346"/>
                    </a:cubicBezTo>
                    <a:cubicBezTo>
                      <a:pt x="43" y="347"/>
                      <a:pt x="43" y="347"/>
                      <a:pt x="43" y="347"/>
                    </a:cubicBezTo>
                    <a:cubicBezTo>
                      <a:pt x="44" y="341"/>
                      <a:pt x="46" y="334"/>
                      <a:pt x="48" y="328"/>
                    </a:cubicBezTo>
                    <a:cubicBezTo>
                      <a:pt x="50" y="321"/>
                      <a:pt x="51" y="314"/>
                      <a:pt x="53" y="308"/>
                    </a:cubicBezTo>
                    <a:cubicBezTo>
                      <a:pt x="55" y="296"/>
                      <a:pt x="57" y="283"/>
                      <a:pt x="59" y="271"/>
                    </a:cubicBezTo>
                    <a:cubicBezTo>
                      <a:pt x="61" y="251"/>
                      <a:pt x="64" y="231"/>
                      <a:pt x="67" y="211"/>
                    </a:cubicBezTo>
                    <a:cubicBezTo>
                      <a:pt x="66" y="212"/>
                      <a:pt x="65" y="213"/>
                      <a:pt x="64" y="214"/>
                    </a:cubicBezTo>
                    <a:cubicBezTo>
                      <a:pt x="60" y="220"/>
                      <a:pt x="57" y="227"/>
                      <a:pt x="54" y="234"/>
                    </a:cubicBezTo>
                    <a:lnTo>
                      <a:pt x="54" y="235"/>
                    </a:lnTo>
                    <a:cubicBezTo>
                      <a:pt x="54" y="236"/>
                      <a:pt x="53" y="236"/>
                      <a:pt x="53" y="236"/>
                    </a:cubicBezTo>
                    <a:cubicBezTo>
                      <a:pt x="47" y="251"/>
                      <a:pt x="40" y="266"/>
                      <a:pt x="36" y="283"/>
                    </a:cubicBezTo>
                    <a:lnTo>
                      <a:pt x="36" y="282"/>
                    </a:lnTo>
                    <a:cubicBezTo>
                      <a:pt x="33" y="290"/>
                      <a:pt x="32" y="297"/>
                      <a:pt x="30" y="305"/>
                    </a:cubicBezTo>
                    <a:cubicBezTo>
                      <a:pt x="29" y="312"/>
                      <a:pt x="27" y="319"/>
                      <a:pt x="26" y="325"/>
                    </a:cubicBezTo>
                    <a:cubicBezTo>
                      <a:pt x="25" y="333"/>
                      <a:pt x="24" y="341"/>
                      <a:pt x="24" y="349"/>
                    </a:cubicBezTo>
                    <a:cubicBezTo>
                      <a:pt x="24" y="353"/>
                      <a:pt x="24" y="356"/>
                      <a:pt x="25" y="359"/>
                    </a:cubicBezTo>
                    <a:cubicBezTo>
                      <a:pt x="25" y="361"/>
                      <a:pt x="25" y="363"/>
                      <a:pt x="26" y="365"/>
                    </a:cubicBezTo>
                    <a:cubicBezTo>
                      <a:pt x="26" y="367"/>
                      <a:pt x="27" y="368"/>
                      <a:pt x="28" y="370"/>
                    </a:cubicBezTo>
                    <a:cubicBezTo>
                      <a:pt x="28" y="371"/>
                      <a:pt x="28" y="372"/>
                      <a:pt x="29" y="372"/>
                    </a:cubicBezTo>
                    <a:cubicBezTo>
                      <a:pt x="29" y="373"/>
                      <a:pt x="29" y="373"/>
                      <a:pt x="29" y="374"/>
                    </a:cubicBezTo>
                    <a:cubicBezTo>
                      <a:pt x="29" y="374"/>
                      <a:pt x="30" y="374"/>
                      <a:pt x="30" y="375"/>
                    </a:cubicBezTo>
                    <a:lnTo>
                      <a:pt x="31" y="375"/>
                    </a:lnTo>
                    <a:moveTo>
                      <a:pt x="23" y="396"/>
                    </a:moveTo>
                    <a:cubicBezTo>
                      <a:pt x="16" y="393"/>
                      <a:pt x="12" y="388"/>
                      <a:pt x="9" y="382"/>
                    </a:cubicBezTo>
                    <a:cubicBezTo>
                      <a:pt x="2" y="368"/>
                      <a:pt x="2" y="353"/>
                      <a:pt x="4" y="338"/>
                    </a:cubicBezTo>
                    <a:cubicBezTo>
                      <a:pt x="4" y="326"/>
                      <a:pt x="7" y="316"/>
                      <a:pt x="9" y="305"/>
                    </a:cubicBezTo>
                    <a:cubicBezTo>
                      <a:pt x="11" y="297"/>
                      <a:pt x="13" y="288"/>
                      <a:pt x="15" y="280"/>
                    </a:cubicBezTo>
                    <a:cubicBezTo>
                      <a:pt x="20" y="264"/>
                      <a:pt x="26" y="250"/>
                      <a:pt x="32" y="235"/>
                    </a:cubicBezTo>
                    <a:cubicBezTo>
                      <a:pt x="35" y="228"/>
                      <a:pt x="38" y="221"/>
                      <a:pt x="42" y="215"/>
                    </a:cubicBezTo>
                    <a:cubicBezTo>
                      <a:pt x="46" y="208"/>
                      <a:pt x="50" y="201"/>
                      <a:pt x="54" y="194"/>
                    </a:cubicBezTo>
                    <a:cubicBezTo>
                      <a:pt x="60" y="186"/>
                      <a:pt x="66" y="178"/>
                      <a:pt x="72" y="170"/>
                    </a:cubicBezTo>
                    <a:cubicBezTo>
                      <a:pt x="73" y="168"/>
                      <a:pt x="73" y="166"/>
                      <a:pt x="74" y="164"/>
                    </a:cubicBezTo>
                    <a:cubicBezTo>
                      <a:pt x="75" y="156"/>
                      <a:pt x="76" y="149"/>
                      <a:pt x="78" y="142"/>
                    </a:cubicBezTo>
                    <a:cubicBezTo>
                      <a:pt x="70" y="151"/>
                      <a:pt x="61" y="160"/>
                      <a:pt x="52" y="167"/>
                    </a:cubicBezTo>
                    <a:cubicBezTo>
                      <a:pt x="47" y="171"/>
                      <a:pt x="41" y="175"/>
                      <a:pt x="35" y="176"/>
                    </a:cubicBezTo>
                    <a:cubicBezTo>
                      <a:pt x="28" y="177"/>
                      <a:pt x="21" y="176"/>
                      <a:pt x="15" y="171"/>
                    </a:cubicBezTo>
                    <a:cubicBezTo>
                      <a:pt x="11" y="167"/>
                      <a:pt x="8" y="161"/>
                      <a:pt x="6" y="155"/>
                    </a:cubicBezTo>
                    <a:cubicBezTo>
                      <a:pt x="4" y="151"/>
                      <a:pt x="3" y="145"/>
                      <a:pt x="2" y="140"/>
                    </a:cubicBezTo>
                    <a:cubicBezTo>
                      <a:pt x="2" y="134"/>
                      <a:pt x="1" y="129"/>
                      <a:pt x="0" y="123"/>
                    </a:cubicBezTo>
                    <a:cubicBezTo>
                      <a:pt x="0" y="121"/>
                      <a:pt x="0" y="118"/>
                      <a:pt x="0" y="116"/>
                    </a:cubicBezTo>
                    <a:cubicBezTo>
                      <a:pt x="0" y="112"/>
                      <a:pt x="0" y="109"/>
                      <a:pt x="0" y="106"/>
                    </a:cubicBezTo>
                    <a:cubicBezTo>
                      <a:pt x="0" y="100"/>
                      <a:pt x="0" y="95"/>
                      <a:pt x="0" y="89"/>
                    </a:cubicBezTo>
                    <a:cubicBezTo>
                      <a:pt x="1" y="78"/>
                      <a:pt x="2" y="67"/>
                      <a:pt x="4" y="57"/>
                    </a:cubicBezTo>
                    <a:cubicBezTo>
                      <a:pt x="7" y="42"/>
                      <a:pt x="12" y="27"/>
                      <a:pt x="19" y="14"/>
                    </a:cubicBezTo>
                    <a:cubicBezTo>
                      <a:pt x="22" y="8"/>
                      <a:pt x="26" y="3"/>
                      <a:pt x="32" y="1"/>
                    </a:cubicBezTo>
                    <a:cubicBezTo>
                      <a:pt x="35" y="0"/>
                      <a:pt x="39" y="0"/>
                      <a:pt x="42" y="1"/>
                    </a:cubicBezTo>
                    <a:cubicBezTo>
                      <a:pt x="44" y="2"/>
                      <a:pt x="46" y="3"/>
                      <a:pt x="48" y="5"/>
                    </a:cubicBezTo>
                    <a:cubicBezTo>
                      <a:pt x="49" y="5"/>
                      <a:pt x="50" y="6"/>
                      <a:pt x="51" y="7"/>
                    </a:cubicBezTo>
                    <a:cubicBezTo>
                      <a:pt x="56" y="10"/>
                      <a:pt x="57" y="18"/>
                      <a:pt x="54" y="23"/>
                    </a:cubicBezTo>
                    <a:cubicBezTo>
                      <a:pt x="50" y="28"/>
                      <a:pt x="44" y="29"/>
                      <a:pt x="39" y="26"/>
                    </a:cubicBezTo>
                    <a:cubicBezTo>
                      <a:pt x="36" y="31"/>
                      <a:pt x="35" y="35"/>
                      <a:pt x="32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2" y="41"/>
                      <a:pt x="30" y="45"/>
                      <a:pt x="29" y="49"/>
                    </a:cubicBezTo>
                    <a:cubicBezTo>
                      <a:pt x="27" y="56"/>
                      <a:pt x="25" y="64"/>
                      <a:pt x="24" y="71"/>
                    </a:cubicBezTo>
                    <a:cubicBezTo>
                      <a:pt x="23" y="78"/>
                      <a:pt x="22" y="85"/>
                      <a:pt x="22" y="92"/>
                    </a:cubicBezTo>
                    <a:cubicBezTo>
                      <a:pt x="21" y="96"/>
                      <a:pt x="21" y="101"/>
                      <a:pt x="21" y="106"/>
                    </a:cubicBezTo>
                    <a:cubicBezTo>
                      <a:pt x="21" y="109"/>
                      <a:pt x="21" y="112"/>
                      <a:pt x="21" y="115"/>
                    </a:cubicBezTo>
                    <a:cubicBezTo>
                      <a:pt x="21" y="118"/>
                      <a:pt x="22" y="121"/>
                      <a:pt x="22" y="124"/>
                    </a:cubicBezTo>
                    <a:cubicBezTo>
                      <a:pt x="23" y="130"/>
                      <a:pt x="24" y="135"/>
                      <a:pt x="25" y="141"/>
                    </a:cubicBezTo>
                    <a:cubicBezTo>
                      <a:pt x="26" y="144"/>
                      <a:pt x="26" y="146"/>
                      <a:pt x="28" y="148"/>
                    </a:cubicBezTo>
                    <a:cubicBezTo>
                      <a:pt x="28" y="149"/>
                      <a:pt x="28" y="151"/>
                      <a:pt x="29" y="152"/>
                    </a:cubicBezTo>
                    <a:lnTo>
                      <a:pt x="30" y="153"/>
                    </a:lnTo>
                    <a:lnTo>
                      <a:pt x="31" y="153"/>
                    </a:lnTo>
                    <a:cubicBezTo>
                      <a:pt x="32" y="153"/>
                      <a:pt x="32" y="153"/>
                      <a:pt x="32" y="153"/>
                    </a:cubicBezTo>
                    <a:cubicBezTo>
                      <a:pt x="33" y="153"/>
                      <a:pt x="33" y="153"/>
                      <a:pt x="34" y="153"/>
                    </a:cubicBezTo>
                    <a:cubicBezTo>
                      <a:pt x="35" y="152"/>
                      <a:pt x="36" y="152"/>
                      <a:pt x="36" y="151"/>
                    </a:cubicBezTo>
                    <a:cubicBezTo>
                      <a:pt x="40" y="148"/>
                      <a:pt x="44" y="145"/>
                      <a:pt x="48" y="142"/>
                    </a:cubicBezTo>
                    <a:cubicBezTo>
                      <a:pt x="52" y="138"/>
                      <a:pt x="56" y="133"/>
                      <a:pt x="60" y="128"/>
                    </a:cubicBezTo>
                    <a:cubicBezTo>
                      <a:pt x="71" y="115"/>
                      <a:pt x="81" y="100"/>
                      <a:pt x="90" y="85"/>
                    </a:cubicBezTo>
                    <a:cubicBezTo>
                      <a:pt x="94" y="78"/>
                      <a:pt x="98" y="71"/>
                      <a:pt x="102" y="63"/>
                    </a:cubicBezTo>
                    <a:cubicBezTo>
                      <a:pt x="103" y="61"/>
                      <a:pt x="104" y="58"/>
                      <a:pt x="105" y="56"/>
                    </a:cubicBezTo>
                    <a:cubicBezTo>
                      <a:pt x="107" y="49"/>
                      <a:pt x="110" y="43"/>
                      <a:pt x="113" y="36"/>
                    </a:cubicBezTo>
                    <a:cubicBezTo>
                      <a:pt x="115" y="31"/>
                      <a:pt x="118" y="26"/>
                      <a:pt x="120" y="21"/>
                    </a:cubicBezTo>
                    <a:cubicBezTo>
                      <a:pt x="122" y="16"/>
                      <a:pt x="124" y="10"/>
                      <a:pt x="129" y="8"/>
                    </a:cubicBezTo>
                    <a:cubicBezTo>
                      <a:pt x="133" y="5"/>
                      <a:pt x="138" y="5"/>
                      <a:pt x="142" y="8"/>
                    </a:cubicBezTo>
                    <a:cubicBezTo>
                      <a:pt x="145" y="11"/>
                      <a:pt x="148" y="17"/>
                      <a:pt x="146" y="21"/>
                    </a:cubicBezTo>
                    <a:cubicBezTo>
                      <a:pt x="141" y="32"/>
                      <a:pt x="135" y="44"/>
                      <a:pt x="130" y="55"/>
                    </a:cubicBezTo>
                    <a:cubicBezTo>
                      <a:pt x="128" y="58"/>
                      <a:pt x="127" y="61"/>
                      <a:pt x="125" y="64"/>
                    </a:cubicBezTo>
                    <a:cubicBezTo>
                      <a:pt x="124" y="67"/>
                      <a:pt x="123" y="70"/>
                      <a:pt x="122" y="72"/>
                    </a:cubicBezTo>
                    <a:cubicBezTo>
                      <a:pt x="119" y="79"/>
                      <a:pt x="117" y="86"/>
                      <a:pt x="114" y="92"/>
                    </a:cubicBezTo>
                    <a:cubicBezTo>
                      <a:pt x="110" y="103"/>
                      <a:pt x="107" y="113"/>
                      <a:pt x="104" y="124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3" y="127"/>
                      <a:pt x="101" y="133"/>
                      <a:pt x="100" y="138"/>
                    </a:cubicBezTo>
                    <a:cubicBezTo>
                      <a:pt x="104" y="133"/>
                      <a:pt x="109" y="128"/>
                      <a:pt x="113" y="124"/>
                    </a:cubicBezTo>
                    <a:cubicBezTo>
                      <a:pt x="132" y="102"/>
                      <a:pt x="152" y="80"/>
                      <a:pt x="171" y="58"/>
                    </a:cubicBezTo>
                    <a:cubicBezTo>
                      <a:pt x="175" y="54"/>
                      <a:pt x="181" y="54"/>
                      <a:pt x="184" y="58"/>
                    </a:cubicBezTo>
                    <a:cubicBezTo>
                      <a:pt x="188" y="61"/>
                      <a:pt x="188" y="67"/>
                      <a:pt x="185" y="71"/>
                    </a:cubicBezTo>
                    <a:cubicBezTo>
                      <a:pt x="168" y="90"/>
                      <a:pt x="150" y="109"/>
                      <a:pt x="134" y="128"/>
                    </a:cubicBezTo>
                    <a:cubicBezTo>
                      <a:pt x="126" y="137"/>
                      <a:pt x="119" y="145"/>
                      <a:pt x="111" y="154"/>
                    </a:cubicBezTo>
                    <a:cubicBezTo>
                      <a:pt x="105" y="161"/>
                      <a:pt x="99" y="169"/>
                      <a:pt x="92" y="176"/>
                    </a:cubicBezTo>
                    <a:cubicBezTo>
                      <a:pt x="91" y="185"/>
                      <a:pt x="90" y="194"/>
                      <a:pt x="88" y="202"/>
                    </a:cubicBezTo>
                    <a:cubicBezTo>
                      <a:pt x="85" y="226"/>
                      <a:pt x="82" y="250"/>
                      <a:pt x="79" y="273"/>
                    </a:cubicBezTo>
                    <a:cubicBezTo>
                      <a:pt x="77" y="284"/>
                      <a:pt x="75" y="295"/>
                      <a:pt x="73" y="306"/>
                    </a:cubicBezTo>
                    <a:cubicBezTo>
                      <a:pt x="72" y="312"/>
                      <a:pt x="71" y="318"/>
                      <a:pt x="69" y="324"/>
                    </a:cubicBezTo>
                    <a:cubicBezTo>
                      <a:pt x="68" y="328"/>
                      <a:pt x="67" y="333"/>
                      <a:pt x="66" y="338"/>
                    </a:cubicBezTo>
                    <a:cubicBezTo>
                      <a:pt x="64" y="346"/>
                      <a:pt x="62" y="354"/>
                      <a:pt x="59" y="363"/>
                    </a:cubicBezTo>
                    <a:cubicBezTo>
                      <a:pt x="57" y="370"/>
                      <a:pt x="55" y="376"/>
                      <a:pt x="51" y="382"/>
                    </a:cubicBezTo>
                    <a:cubicBezTo>
                      <a:pt x="49" y="388"/>
                      <a:pt x="44" y="393"/>
                      <a:pt x="39" y="396"/>
                    </a:cubicBezTo>
                    <a:cubicBezTo>
                      <a:pt x="36" y="397"/>
                      <a:pt x="33" y="398"/>
                      <a:pt x="30" y="398"/>
                    </a:cubicBezTo>
                    <a:cubicBezTo>
                      <a:pt x="28" y="398"/>
                      <a:pt x="25" y="397"/>
                      <a:pt x="23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646640" y="1761840"/>
                <a:ext cx="60840" cy="1677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466" extrusionOk="0">
                    <a:moveTo>
                      <a:pt x="1" y="458"/>
                    </a:moveTo>
                    <a:cubicBezTo>
                      <a:pt x="0" y="456"/>
                      <a:pt x="0" y="454"/>
                      <a:pt x="0" y="451"/>
                    </a:cubicBezTo>
                    <a:cubicBezTo>
                      <a:pt x="0" y="447"/>
                      <a:pt x="1" y="444"/>
                      <a:pt x="4" y="441"/>
                    </a:cubicBezTo>
                    <a:cubicBezTo>
                      <a:pt x="6" y="436"/>
                      <a:pt x="8" y="431"/>
                      <a:pt x="9" y="426"/>
                    </a:cubicBezTo>
                    <a:lnTo>
                      <a:pt x="9" y="427"/>
                    </a:lnTo>
                    <a:cubicBezTo>
                      <a:pt x="12" y="416"/>
                      <a:pt x="15" y="406"/>
                      <a:pt x="17" y="395"/>
                    </a:cubicBezTo>
                    <a:cubicBezTo>
                      <a:pt x="19" y="391"/>
                      <a:pt x="20" y="385"/>
                      <a:pt x="21" y="380"/>
                    </a:cubicBezTo>
                    <a:cubicBezTo>
                      <a:pt x="22" y="376"/>
                      <a:pt x="22" y="372"/>
                      <a:pt x="24" y="369"/>
                    </a:cubicBezTo>
                    <a:cubicBezTo>
                      <a:pt x="25" y="358"/>
                      <a:pt x="27" y="348"/>
                      <a:pt x="29" y="338"/>
                    </a:cubicBezTo>
                    <a:cubicBezTo>
                      <a:pt x="31" y="326"/>
                      <a:pt x="33" y="314"/>
                      <a:pt x="35" y="303"/>
                    </a:cubicBezTo>
                    <a:cubicBezTo>
                      <a:pt x="35" y="303"/>
                      <a:pt x="34" y="303"/>
                      <a:pt x="34" y="304"/>
                    </a:cubicBezTo>
                    <a:cubicBezTo>
                      <a:pt x="38" y="280"/>
                      <a:pt x="40" y="256"/>
                      <a:pt x="43" y="232"/>
                    </a:cubicBezTo>
                    <a:cubicBezTo>
                      <a:pt x="46" y="213"/>
                      <a:pt x="47" y="193"/>
                      <a:pt x="50" y="174"/>
                    </a:cubicBezTo>
                    <a:cubicBezTo>
                      <a:pt x="53" y="157"/>
                      <a:pt x="56" y="141"/>
                      <a:pt x="61" y="124"/>
                    </a:cubicBezTo>
                    <a:cubicBezTo>
                      <a:pt x="65" y="108"/>
                      <a:pt x="71" y="92"/>
                      <a:pt x="78" y="77"/>
                    </a:cubicBezTo>
                    <a:cubicBezTo>
                      <a:pt x="81" y="69"/>
                      <a:pt x="85" y="60"/>
                      <a:pt x="90" y="52"/>
                    </a:cubicBezTo>
                    <a:cubicBezTo>
                      <a:pt x="94" y="45"/>
                      <a:pt x="99" y="38"/>
                      <a:pt x="104" y="32"/>
                    </a:cubicBezTo>
                    <a:cubicBezTo>
                      <a:pt x="107" y="29"/>
                      <a:pt x="110" y="27"/>
                      <a:pt x="113" y="24"/>
                    </a:cubicBezTo>
                    <a:cubicBezTo>
                      <a:pt x="116" y="22"/>
                      <a:pt x="120" y="20"/>
                      <a:pt x="123" y="20"/>
                    </a:cubicBezTo>
                    <a:cubicBezTo>
                      <a:pt x="124" y="20"/>
                      <a:pt x="126" y="19"/>
                      <a:pt x="127" y="20"/>
                    </a:cubicBezTo>
                    <a:cubicBezTo>
                      <a:pt x="130" y="20"/>
                      <a:pt x="131" y="20"/>
                      <a:pt x="134" y="21"/>
                    </a:cubicBezTo>
                    <a:cubicBezTo>
                      <a:pt x="135" y="21"/>
                      <a:pt x="138" y="22"/>
                      <a:pt x="139" y="24"/>
                    </a:cubicBezTo>
                    <a:cubicBezTo>
                      <a:pt x="141" y="19"/>
                      <a:pt x="142" y="14"/>
                      <a:pt x="144" y="10"/>
                    </a:cubicBezTo>
                    <a:cubicBezTo>
                      <a:pt x="146" y="3"/>
                      <a:pt x="153" y="0"/>
                      <a:pt x="159" y="2"/>
                    </a:cubicBezTo>
                    <a:cubicBezTo>
                      <a:pt x="165" y="4"/>
                      <a:pt x="168" y="11"/>
                      <a:pt x="166" y="17"/>
                    </a:cubicBezTo>
                    <a:cubicBezTo>
                      <a:pt x="164" y="22"/>
                      <a:pt x="162" y="27"/>
                      <a:pt x="160" y="32"/>
                    </a:cubicBezTo>
                    <a:cubicBezTo>
                      <a:pt x="159" y="38"/>
                      <a:pt x="157" y="43"/>
                      <a:pt x="155" y="49"/>
                    </a:cubicBezTo>
                    <a:lnTo>
                      <a:pt x="155" y="48"/>
                    </a:lnTo>
                    <a:cubicBezTo>
                      <a:pt x="153" y="54"/>
                      <a:pt x="152" y="60"/>
                      <a:pt x="151" y="66"/>
                    </a:cubicBezTo>
                    <a:cubicBezTo>
                      <a:pt x="151" y="70"/>
                      <a:pt x="150" y="73"/>
                      <a:pt x="150" y="76"/>
                    </a:cubicBezTo>
                    <a:cubicBezTo>
                      <a:pt x="149" y="85"/>
                      <a:pt x="148" y="94"/>
                      <a:pt x="145" y="102"/>
                    </a:cubicBezTo>
                    <a:cubicBezTo>
                      <a:pt x="144" y="106"/>
                      <a:pt x="143" y="110"/>
                      <a:pt x="142" y="115"/>
                    </a:cubicBezTo>
                    <a:cubicBezTo>
                      <a:pt x="141" y="119"/>
                      <a:pt x="139" y="123"/>
                      <a:pt x="137" y="127"/>
                    </a:cubicBezTo>
                    <a:cubicBezTo>
                      <a:pt x="134" y="133"/>
                      <a:pt x="126" y="135"/>
                      <a:pt x="120" y="131"/>
                    </a:cubicBezTo>
                    <a:cubicBezTo>
                      <a:pt x="117" y="129"/>
                      <a:pt x="116" y="127"/>
                      <a:pt x="115" y="123"/>
                    </a:cubicBezTo>
                    <a:cubicBezTo>
                      <a:pt x="114" y="120"/>
                      <a:pt x="115" y="117"/>
                      <a:pt x="116" y="115"/>
                    </a:cubicBezTo>
                    <a:cubicBezTo>
                      <a:pt x="119" y="103"/>
                      <a:pt x="121" y="91"/>
                      <a:pt x="124" y="79"/>
                    </a:cubicBezTo>
                    <a:cubicBezTo>
                      <a:pt x="126" y="74"/>
                      <a:pt x="127" y="70"/>
                      <a:pt x="128" y="64"/>
                    </a:cubicBezTo>
                    <a:cubicBezTo>
                      <a:pt x="128" y="61"/>
                      <a:pt x="128" y="57"/>
                      <a:pt x="127" y="53"/>
                    </a:cubicBezTo>
                    <a:cubicBezTo>
                      <a:pt x="127" y="50"/>
                      <a:pt x="127" y="48"/>
                      <a:pt x="126" y="45"/>
                    </a:cubicBezTo>
                    <a:cubicBezTo>
                      <a:pt x="126" y="44"/>
                      <a:pt x="126" y="44"/>
                      <a:pt x="126" y="43"/>
                    </a:cubicBezTo>
                    <a:lnTo>
                      <a:pt x="125" y="44"/>
                    </a:lnTo>
                    <a:cubicBezTo>
                      <a:pt x="124" y="45"/>
                      <a:pt x="123" y="46"/>
                      <a:pt x="121" y="46"/>
                    </a:cubicBezTo>
                    <a:cubicBezTo>
                      <a:pt x="120" y="48"/>
                      <a:pt x="120" y="49"/>
                      <a:pt x="119" y="50"/>
                    </a:cubicBezTo>
                    <a:cubicBezTo>
                      <a:pt x="116" y="54"/>
                      <a:pt x="113" y="58"/>
                      <a:pt x="110" y="63"/>
                    </a:cubicBezTo>
                    <a:cubicBezTo>
                      <a:pt x="105" y="71"/>
                      <a:pt x="100" y="81"/>
                      <a:pt x="96" y="90"/>
                    </a:cubicBezTo>
                    <a:cubicBezTo>
                      <a:pt x="91" y="102"/>
                      <a:pt x="86" y="115"/>
                      <a:pt x="82" y="127"/>
                    </a:cubicBezTo>
                    <a:cubicBezTo>
                      <a:pt x="77" y="146"/>
                      <a:pt x="73" y="166"/>
                      <a:pt x="70" y="185"/>
                    </a:cubicBezTo>
                    <a:cubicBezTo>
                      <a:pt x="66" y="214"/>
                      <a:pt x="63" y="242"/>
                      <a:pt x="59" y="270"/>
                    </a:cubicBezTo>
                    <a:cubicBezTo>
                      <a:pt x="57" y="282"/>
                      <a:pt x="56" y="295"/>
                      <a:pt x="53" y="307"/>
                    </a:cubicBezTo>
                    <a:cubicBezTo>
                      <a:pt x="52" y="320"/>
                      <a:pt x="49" y="332"/>
                      <a:pt x="47" y="345"/>
                    </a:cubicBezTo>
                    <a:cubicBezTo>
                      <a:pt x="45" y="363"/>
                      <a:pt x="40" y="381"/>
                      <a:pt x="36" y="399"/>
                    </a:cubicBezTo>
                    <a:cubicBezTo>
                      <a:pt x="35" y="409"/>
                      <a:pt x="32" y="418"/>
                      <a:pt x="30" y="427"/>
                    </a:cubicBezTo>
                    <a:cubicBezTo>
                      <a:pt x="29" y="432"/>
                      <a:pt x="28" y="437"/>
                      <a:pt x="27" y="441"/>
                    </a:cubicBezTo>
                    <a:cubicBezTo>
                      <a:pt x="25" y="447"/>
                      <a:pt x="24" y="454"/>
                      <a:pt x="21" y="460"/>
                    </a:cubicBezTo>
                    <a:cubicBezTo>
                      <a:pt x="18" y="463"/>
                      <a:pt x="15" y="465"/>
                      <a:pt x="11" y="465"/>
                    </a:cubicBezTo>
                    <a:cubicBezTo>
                      <a:pt x="7" y="465"/>
                      <a:pt x="3" y="462"/>
                      <a:pt x="1" y="4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629000" y="1838160"/>
                <a:ext cx="7812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02" extrusionOk="0">
                    <a:moveTo>
                      <a:pt x="18" y="99"/>
                    </a:moveTo>
                    <a:cubicBezTo>
                      <a:pt x="15" y="97"/>
                      <a:pt x="13" y="95"/>
                      <a:pt x="10" y="93"/>
                    </a:cubicBezTo>
                    <a:cubicBezTo>
                      <a:pt x="8" y="91"/>
                      <a:pt x="6" y="89"/>
                      <a:pt x="4" y="86"/>
                    </a:cubicBezTo>
                    <a:cubicBezTo>
                      <a:pt x="0" y="81"/>
                      <a:pt x="0" y="74"/>
                      <a:pt x="2" y="68"/>
                    </a:cubicBezTo>
                    <a:cubicBezTo>
                      <a:pt x="4" y="62"/>
                      <a:pt x="9" y="58"/>
                      <a:pt x="14" y="55"/>
                    </a:cubicBezTo>
                    <a:cubicBezTo>
                      <a:pt x="20" y="50"/>
                      <a:pt x="27" y="47"/>
                      <a:pt x="34" y="44"/>
                    </a:cubicBezTo>
                    <a:cubicBezTo>
                      <a:pt x="48" y="39"/>
                      <a:pt x="60" y="35"/>
                      <a:pt x="74" y="31"/>
                    </a:cubicBezTo>
                    <a:cubicBezTo>
                      <a:pt x="81" y="30"/>
                      <a:pt x="88" y="27"/>
                      <a:pt x="96" y="25"/>
                    </a:cubicBezTo>
                    <a:cubicBezTo>
                      <a:pt x="119" y="20"/>
                      <a:pt x="141" y="14"/>
                      <a:pt x="165" y="10"/>
                    </a:cubicBezTo>
                    <a:cubicBezTo>
                      <a:pt x="177" y="7"/>
                      <a:pt x="190" y="4"/>
                      <a:pt x="204" y="1"/>
                    </a:cubicBezTo>
                    <a:cubicBezTo>
                      <a:pt x="209" y="0"/>
                      <a:pt x="214" y="3"/>
                      <a:pt x="215" y="9"/>
                    </a:cubicBezTo>
                    <a:cubicBezTo>
                      <a:pt x="216" y="14"/>
                      <a:pt x="212" y="19"/>
                      <a:pt x="207" y="20"/>
                    </a:cubicBezTo>
                    <a:cubicBezTo>
                      <a:pt x="184" y="25"/>
                      <a:pt x="162" y="31"/>
                      <a:pt x="139" y="37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30" y="39"/>
                      <a:pt x="120" y="42"/>
                      <a:pt x="109" y="44"/>
                    </a:cubicBezTo>
                    <a:cubicBezTo>
                      <a:pt x="102" y="46"/>
                      <a:pt x="95" y="48"/>
                      <a:pt x="87" y="51"/>
                    </a:cubicBezTo>
                    <a:cubicBezTo>
                      <a:pt x="75" y="54"/>
                      <a:pt x="62" y="58"/>
                      <a:pt x="50" y="62"/>
                    </a:cubicBezTo>
                    <a:lnTo>
                      <a:pt x="51" y="62"/>
                    </a:lnTo>
                    <a:cubicBezTo>
                      <a:pt x="45" y="64"/>
                      <a:pt x="39" y="66"/>
                      <a:pt x="34" y="69"/>
                    </a:cubicBezTo>
                    <a:lnTo>
                      <a:pt x="35" y="69"/>
                    </a:lnTo>
                    <a:cubicBezTo>
                      <a:pt x="32" y="70"/>
                      <a:pt x="30" y="72"/>
                      <a:pt x="28" y="73"/>
                    </a:cubicBezTo>
                    <a:cubicBezTo>
                      <a:pt x="27" y="73"/>
                      <a:pt x="27" y="74"/>
                      <a:pt x="25" y="75"/>
                    </a:cubicBezTo>
                    <a:cubicBezTo>
                      <a:pt x="28" y="77"/>
                      <a:pt x="30" y="78"/>
                      <a:pt x="32" y="80"/>
                    </a:cubicBezTo>
                    <a:cubicBezTo>
                      <a:pt x="37" y="84"/>
                      <a:pt x="39" y="91"/>
                      <a:pt x="35" y="96"/>
                    </a:cubicBezTo>
                    <a:cubicBezTo>
                      <a:pt x="32" y="99"/>
                      <a:pt x="29" y="101"/>
                      <a:pt x="25" y="101"/>
                    </a:cubicBezTo>
                    <a:cubicBezTo>
                      <a:pt x="22" y="101"/>
                      <a:pt x="20" y="101"/>
                      <a:pt x="1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712520" y="1796400"/>
                <a:ext cx="65880" cy="10008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78" extrusionOk="0">
                    <a:moveTo>
                      <a:pt x="25" y="255"/>
                    </a:moveTo>
                    <a:cubicBezTo>
                      <a:pt x="26" y="255"/>
                      <a:pt x="26" y="254"/>
                      <a:pt x="26" y="254"/>
                    </a:cubicBezTo>
                    <a:cubicBezTo>
                      <a:pt x="27" y="254"/>
                      <a:pt x="28" y="254"/>
                      <a:pt x="29" y="253"/>
                    </a:cubicBezTo>
                    <a:cubicBezTo>
                      <a:pt x="32" y="251"/>
                      <a:pt x="35" y="249"/>
                      <a:pt x="37" y="248"/>
                    </a:cubicBezTo>
                    <a:cubicBezTo>
                      <a:pt x="42" y="244"/>
                      <a:pt x="47" y="240"/>
                      <a:pt x="51" y="237"/>
                    </a:cubicBezTo>
                    <a:cubicBezTo>
                      <a:pt x="53" y="235"/>
                      <a:pt x="56" y="233"/>
                      <a:pt x="57" y="231"/>
                    </a:cubicBezTo>
                    <a:cubicBezTo>
                      <a:pt x="59" y="230"/>
                      <a:pt x="61" y="228"/>
                      <a:pt x="63" y="226"/>
                    </a:cubicBezTo>
                    <a:cubicBezTo>
                      <a:pt x="67" y="222"/>
                      <a:pt x="70" y="218"/>
                      <a:pt x="74" y="214"/>
                    </a:cubicBezTo>
                    <a:cubicBezTo>
                      <a:pt x="76" y="212"/>
                      <a:pt x="78" y="210"/>
                      <a:pt x="79" y="208"/>
                    </a:cubicBezTo>
                    <a:cubicBezTo>
                      <a:pt x="81" y="206"/>
                      <a:pt x="83" y="204"/>
                      <a:pt x="85" y="202"/>
                    </a:cubicBezTo>
                    <a:cubicBezTo>
                      <a:pt x="88" y="198"/>
                      <a:pt x="91" y="193"/>
                      <a:pt x="94" y="189"/>
                    </a:cubicBezTo>
                    <a:cubicBezTo>
                      <a:pt x="96" y="185"/>
                      <a:pt x="99" y="182"/>
                      <a:pt x="101" y="178"/>
                    </a:cubicBezTo>
                    <a:cubicBezTo>
                      <a:pt x="99" y="178"/>
                      <a:pt x="96" y="178"/>
                      <a:pt x="94" y="178"/>
                    </a:cubicBezTo>
                    <a:cubicBezTo>
                      <a:pt x="91" y="178"/>
                      <a:pt x="88" y="178"/>
                      <a:pt x="85" y="178"/>
                    </a:cubicBezTo>
                    <a:lnTo>
                      <a:pt x="86" y="178"/>
                    </a:lnTo>
                    <a:cubicBezTo>
                      <a:pt x="84" y="178"/>
                      <a:pt x="81" y="179"/>
                      <a:pt x="78" y="180"/>
                    </a:cubicBezTo>
                    <a:cubicBezTo>
                      <a:pt x="75" y="180"/>
                      <a:pt x="72" y="181"/>
                      <a:pt x="70" y="182"/>
                    </a:cubicBezTo>
                    <a:cubicBezTo>
                      <a:pt x="67" y="183"/>
                      <a:pt x="65" y="184"/>
                      <a:pt x="63" y="185"/>
                    </a:cubicBezTo>
                    <a:cubicBezTo>
                      <a:pt x="60" y="187"/>
                      <a:pt x="58" y="188"/>
                      <a:pt x="56" y="189"/>
                    </a:cubicBezTo>
                    <a:cubicBezTo>
                      <a:pt x="53" y="192"/>
                      <a:pt x="51" y="193"/>
                      <a:pt x="48" y="196"/>
                    </a:cubicBezTo>
                    <a:cubicBezTo>
                      <a:pt x="49" y="196"/>
                      <a:pt x="49" y="196"/>
                      <a:pt x="49" y="196"/>
                    </a:cubicBezTo>
                    <a:cubicBezTo>
                      <a:pt x="46" y="199"/>
                      <a:pt x="43" y="202"/>
                      <a:pt x="40" y="205"/>
                    </a:cubicBezTo>
                    <a:cubicBezTo>
                      <a:pt x="37" y="208"/>
                      <a:pt x="35" y="211"/>
                      <a:pt x="33" y="214"/>
                    </a:cubicBezTo>
                    <a:cubicBezTo>
                      <a:pt x="31" y="218"/>
                      <a:pt x="29" y="221"/>
                      <a:pt x="28" y="224"/>
                    </a:cubicBezTo>
                    <a:cubicBezTo>
                      <a:pt x="26" y="227"/>
                      <a:pt x="25" y="230"/>
                      <a:pt x="25" y="233"/>
                    </a:cubicBezTo>
                    <a:cubicBezTo>
                      <a:pt x="24" y="236"/>
                      <a:pt x="23" y="238"/>
                      <a:pt x="23" y="241"/>
                    </a:cubicBezTo>
                    <a:cubicBezTo>
                      <a:pt x="23" y="242"/>
                      <a:pt x="23" y="244"/>
                      <a:pt x="22" y="245"/>
                    </a:cubicBezTo>
                    <a:cubicBezTo>
                      <a:pt x="22" y="247"/>
                      <a:pt x="23" y="248"/>
                      <a:pt x="23" y="250"/>
                    </a:cubicBezTo>
                    <a:cubicBezTo>
                      <a:pt x="23" y="251"/>
                      <a:pt x="23" y="251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3" y="253"/>
                      <a:pt x="23" y="254"/>
                      <a:pt x="24" y="254"/>
                    </a:cubicBezTo>
                    <a:lnTo>
                      <a:pt x="24" y="255"/>
                    </a:lnTo>
                    <a:lnTo>
                      <a:pt x="25" y="255"/>
                    </a:lnTo>
                    <a:moveTo>
                      <a:pt x="18" y="277"/>
                    </a:moveTo>
                    <a:cubicBezTo>
                      <a:pt x="11" y="275"/>
                      <a:pt x="6" y="270"/>
                      <a:pt x="3" y="264"/>
                    </a:cubicBezTo>
                    <a:cubicBezTo>
                      <a:pt x="0" y="258"/>
                      <a:pt x="0" y="251"/>
                      <a:pt x="0" y="244"/>
                    </a:cubicBezTo>
                    <a:cubicBezTo>
                      <a:pt x="0" y="236"/>
                      <a:pt x="2" y="228"/>
                      <a:pt x="5" y="221"/>
                    </a:cubicBezTo>
                    <a:cubicBezTo>
                      <a:pt x="10" y="206"/>
                      <a:pt x="20" y="193"/>
                      <a:pt x="31" y="182"/>
                    </a:cubicBezTo>
                    <a:cubicBezTo>
                      <a:pt x="42" y="171"/>
                      <a:pt x="56" y="163"/>
                      <a:pt x="71" y="159"/>
                    </a:cubicBezTo>
                    <a:cubicBezTo>
                      <a:pt x="85" y="155"/>
                      <a:pt x="99" y="155"/>
                      <a:pt x="113" y="159"/>
                    </a:cubicBezTo>
                    <a:cubicBezTo>
                      <a:pt x="113" y="157"/>
                      <a:pt x="114" y="156"/>
                      <a:pt x="114" y="155"/>
                    </a:cubicBezTo>
                    <a:cubicBezTo>
                      <a:pt x="117" y="149"/>
                      <a:pt x="120" y="142"/>
                      <a:pt x="124" y="136"/>
                    </a:cubicBezTo>
                    <a:cubicBezTo>
                      <a:pt x="127" y="128"/>
                      <a:pt x="130" y="119"/>
                      <a:pt x="133" y="112"/>
                    </a:cubicBezTo>
                    <a:cubicBezTo>
                      <a:pt x="135" y="108"/>
                      <a:pt x="136" y="104"/>
                      <a:pt x="137" y="100"/>
                    </a:cubicBezTo>
                    <a:cubicBezTo>
                      <a:pt x="138" y="96"/>
                      <a:pt x="140" y="93"/>
                      <a:pt x="141" y="89"/>
                    </a:cubicBezTo>
                    <a:cubicBezTo>
                      <a:pt x="144" y="77"/>
                      <a:pt x="148" y="65"/>
                      <a:pt x="150" y="52"/>
                    </a:cubicBezTo>
                    <a:cubicBezTo>
                      <a:pt x="151" y="46"/>
                      <a:pt x="151" y="40"/>
                      <a:pt x="151" y="33"/>
                    </a:cubicBezTo>
                    <a:lnTo>
                      <a:pt x="151" y="32"/>
                    </a:lnTo>
                    <a:cubicBezTo>
                      <a:pt x="151" y="32"/>
                      <a:pt x="150" y="33"/>
                      <a:pt x="149" y="34"/>
                    </a:cubicBezTo>
                    <a:cubicBezTo>
                      <a:pt x="146" y="40"/>
                      <a:pt x="143" y="45"/>
                      <a:pt x="140" y="52"/>
                    </a:cubicBezTo>
                    <a:cubicBezTo>
                      <a:pt x="139" y="54"/>
                      <a:pt x="138" y="57"/>
                      <a:pt x="138" y="59"/>
                    </a:cubicBezTo>
                    <a:lnTo>
                      <a:pt x="139" y="59"/>
                    </a:lnTo>
                    <a:cubicBezTo>
                      <a:pt x="142" y="62"/>
                      <a:pt x="144" y="64"/>
                      <a:pt x="144" y="67"/>
                    </a:cubicBezTo>
                    <a:cubicBezTo>
                      <a:pt x="145" y="71"/>
                      <a:pt x="144" y="75"/>
                      <a:pt x="141" y="77"/>
                    </a:cubicBezTo>
                    <a:cubicBezTo>
                      <a:pt x="138" y="80"/>
                      <a:pt x="136" y="83"/>
                      <a:pt x="132" y="85"/>
                    </a:cubicBezTo>
                    <a:cubicBezTo>
                      <a:pt x="130" y="86"/>
                      <a:pt x="127" y="87"/>
                      <a:pt x="125" y="87"/>
                    </a:cubicBezTo>
                    <a:cubicBezTo>
                      <a:pt x="121" y="86"/>
                      <a:pt x="118" y="85"/>
                      <a:pt x="116" y="82"/>
                    </a:cubicBezTo>
                    <a:cubicBezTo>
                      <a:pt x="114" y="79"/>
                      <a:pt x="113" y="76"/>
                      <a:pt x="113" y="73"/>
                    </a:cubicBezTo>
                    <a:cubicBezTo>
                      <a:pt x="112" y="71"/>
                      <a:pt x="113" y="67"/>
                      <a:pt x="113" y="64"/>
                    </a:cubicBezTo>
                    <a:cubicBezTo>
                      <a:pt x="114" y="57"/>
                      <a:pt x="117" y="49"/>
                      <a:pt x="120" y="42"/>
                    </a:cubicBezTo>
                    <a:cubicBezTo>
                      <a:pt x="123" y="36"/>
                      <a:pt x="126" y="29"/>
                      <a:pt x="130" y="23"/>
                    </a:cubicBezTo>
                    <a:cubicBezTo>
                      <a:pt x="134" y="15"/>
                      <a:pt x="139" y="6"/>
                      <a:pt x="148" y="2"/>
                    </a:cubicBezTo>
                    <a:cubicBezTo>
                      <a:pt x="151" y="1"/>
                      <a:pt x="154" y="0"/>
                      <a:pt x="157" y="1"/>
                    </a:cubicBezTo>
                    <a:cubicBezTo>
                      <a:pt x="159" y="1"/>
                      <a:pt x="160" y="1"/>
                      <a:pt x="161" y="1"/>
                    </a:cubicBezTo>
                    <a:cubicBezTo>
                      <a:pt x="163" y="2"/>
                      <a:pt x="164" y="2"/>
                      <a:pt x="165" y="4"/>
                    </a:cubicBezTo>
                    <a:cubicBezTo>
                      <a:pt x="167" y="5"/>
                      <a:pt x="170" y="8"/>
                      <a:pt x="171" y="11"/>
                    </a:cubicBezTo>
                    <a:cubicBezTo>
                      <a:pt x="173" y="14"/>
                      <a:pt x="174" y="18"/>
                      <a:pt x="174" y="21"/>
                    </a:cubicBezTo>
                    <a:cubicBezTo>
                      <a:pt x="175" y="38"/>
                      <a:pt x="173" y="55"/>
                      <a:pt x="169" y="72"/>
                    </a:cubicBezTo>
                    <a:cubicBezTo>
                      <a:pt x="165" y="85"/>
                      <a:pt x="160" y="97"/>
                      <a:pt x="156" y="111"/>
                    </a:cubicBezTo>
                    <a:cubicBezTo>
                      <a:pt x="155" y="115"/>
                      <a:pt x="153" y="120"/>
                      <a:pt x="151" y="125"/>
                    </a:cubicBezTo>
                    <a:cubicBezTo>
                      <a:pt x="148" y="131"/>
                      <a:pt x="146" y="137"/>
                      <a:pt x="143" y="143"/>
                    </a:cubicBezTo>
                    <a:cubicBezTo>
                      <a:pt x="142" y="146"/>
                      <a:pt x="141" y="148"/>
                      <a:pt x="140" y="151"/>
                    </a:cubicBezTo>
                    <a:cubicBezTo>
                      <a:pt x="138" y="154"/>
                      <a:pt x="136" y="159"/>
                      <a:pt x="134" y="163"/>
                    </a:cubicBezTo>
                    <a:cubicBezTo>
                      <a:pt x="134" y="164"/>
                      <a:pt x="133" y="165"/>
                      <a:pt x="132" y="166"/>
                    </a:cubicBezTo>
                    <a:cubicBezTo>
                      <a:pt x="138" y="170"/>
                      <a:pt x="144" y="173"/>
                      <a:pt x="149" y="177"/>
                    </a:cubicBezTo>
                    <a:cubicBezTo>
                      <a:pt x="152" y="180"/>
                      <a:pt x="156" y="183"/>
                      <a:pt x="160" y="187"/>
                    </a:cubicBezTo>
                    <a:cubicBezTo>
                      <a:pt x="161" y="188"/>
                      <a:pt x="162" y="188"/>
                      <a:pt x="164" y="189"/>
                    </a:cubicBezTo>
                    <a:cubicBezTo>
                      <a:pt x="166" y="190"/>
                      <a:pt x="167" y="191"/>
                      <a:pt x="170" y="192"/>
                    </a:cubicBezTo>
                    <a:cubicBezTo>
                      <a:pt x="169" y="192"/>
                      <a:pt x="169" y="192"/>
                      <a:pt x="168" y="192"/>
                    </a:cubicBezTo>
                    <a:cubicBezTo>
                      <a:pt x="170" y="192"/>
                      <a:pt x="171" y="193"/>
                      <a:pt x="173" y="193"/>
                    </a:cubicBezTo>
                    <a:cubicBezTo>
                      <a:pt x="178" y="196"/>
                      <a:pt x="182" y="202"/>
                      <a:pt x="180" y="208"/>
                    </a:cubicBezTo>
                    <a:cubicBezTo>
                      <a:pt x="177" y="214"/>
                      <a:pt x="170" y="217"/>
                      <a:pt x="165" y="215"/>
                    </a:cubicBezTo>
                    <a:cubicBezTo>
                      <a:pt x="160" y="213"/>
                      <a:pt x="156" y="212"/>
                      <a:pt x="152" y="209"/>
                    </a:cubicBezTo>
                    <a:cubicBezTo>
                      <a:pt x="149" y="207"/>
                      <a:pt x="146" y="205"/>
                      <a:pt x="143" y="202"/>
                    </a:cubicBezTo>
                    <a:cubicBezTo>
                      <a:pt x="141" y="200"/>
                      <a:pt x="138" y="197"/>
                      <a:pt x="135" y="195"/>
                    </a:cubicBezTo>
                    <a:cubicBezTo>
                      <a:pt x="131" y="192"/>
                      <a:pt x="127" y="189"/>
                      <a:pt x="123" y="187"/>
                    </a:cubicBezTo>
                    <a:cubicBezTo>
                      <a:pt x="123" y="186"/>
                      <a:pt x="122" y="185"/>
                      <a:pt x="121" y="185"/>
                    </a:cubicBezTo>
                    <a:cubicBezTo>
                      <a:pt x="117" y="193"/>
                      <a:pt x="112" y="200"/>
                      <a:pt x="107" y="207"/>
                    </a:cubicBezTo>
                    <a:cubicBezTo>
                      <a:pt x="105" y="210"/>
                      <a:pt x="103" y="212"/>
                      <a:pt x="102" y="214"/>
                    </a:cubicBezTo>
                    <a:cubicBezTo>
                      <a:pt x="99" y="217"/>
                      <a:pt x="97" y="220"/>
                      <a:pt x="95" y="223"/>
                    </a:cubicBezTo>
                    <a:cubicBezTo>
                      <a:pt x="91" y="227"/>
                      <a:pt x="86" y="231"/>
                      <a:pt x="82" y="236"/>
                    </a:cubicBezTo>
                    <a:cubicBezTo>
                      <a:pt x="81" y="238"/>
                      <a:pt x="79" y="240"/>
                      <a:pt x="77" y="242"/>
                    </a:cubicBezTo>
                    <a:cubicBezTo>
                      <a:pt x="72" y="246"/>
                      <a:pt x="68" y="251"/>
                      <a:pt x="63" y="255"/>
                    </a:cubicBezTo>
                    <a:cubicBezTo>
                      <a:pt x="55" y="262"/>
                      <a:pt x="46" y="269"/>
                      <a:pt x="36" y="274"/>
                    </a:cubicBezTo>
                    <a:cubicBezTo>
                      <a:pt x="32" y="276"/>
                      <a:pt x="28" y="277"/>
                      <a:pt x="24" y="277"/>
                    </a:cubicBezTo>
                    <a:cubicBezTo>
                      <a:pt x="22" y="277"/>
                      <a:pt x="20" y="277"/>
                      <a:pt x="18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807560" y="1801800"/>
                <a:ext cx="3456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81" extrusionOk="0">
                    <a:moveTo>
                      <a:pt x="73" y="173"/>
                    </a:moveTo>
                    <a:cubicBezTo>
                      <a:pt x="66" y="158"/>
                      <a:pt x="60" y="143"/>
                      <a:pt x="54" y="128"/>
                    </a:cubicBezTo>
                    <a:cubicBezTo>
                      <a:pt x="49" y="115"/>
                      <a:pt x="42" y="102"/>
                      <a:pt x="36" y="90"/>
                    </a:cubicBezTo>
                    <a:cubicBezTo>
                      <a:pt x="35" y="89"/>
                      <a:pt x="35" y="89"/>
                      <a:pt x="35" y="88"/>
                    </a:cubicBezTo>
                    <a:lnTo>
                      <a:pt x="34" y="87"/>
                    </a:lnTo>
                    <a:lnTo>
                      <a:pt x="35" y="88"/>
                    </a:lnTo>
                    <a:cubicBezTo>
                      <a:pt x="34" y="87"/>
                      <a:pt x="34" y="87"/>
                      <a:pt x="34" y="86"/>
                    </a:cubicBezTo>
                    <a:lnTo>
                      <a:pt x="34" y="87"/>
                    </a:lnTo>
                    <a:cubicBezTo>
                      <a:pt x="32" y="84"/>
                      <a:pt x="31" y="80"/>
                      <a:pt x="28" y="77"/>
                    </a:cubicBezTo>
                    <a:lnTo>
                      <a:pt x="29" y="77"/>
                    </a:ln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6"/>
                      <a:pt x="28" y="76"/>
                      <a:pt x="28" y="75"/>
                    </a:cubicBezTo>
                    <a:lnTo>
                      <a:pt x="28" y="76"/>
                    </a:lnTo>
                    <a:cubicBezTo>
                      <a:pt x="28" y="75"/>
                      <a:pt x="28" y="75"/>
                      <a:pt x="28" y="75"/>
                    </a:cubicBezTo>
                    <a:cubicBezTo>
                      <a:pt x="24" y="68"/>
                      <a:pt x="20" y="62"/>
                      <a:pt x="17" y="55"/>
                    </a:cubicBezTo>
                    <a:cubicBezTo>
                      <a:pt x="12" y="46"/>
                      <a:pt x="7" y="37"/>
                      <a:pt x="3" y="27"/>
                    </a:cubicBezTo>
                    <a:cubicBezTo>
                      <a:pt x="1" y="19"/>
                      <a:pt x="0" y="10"/>
                      <a:pt x="7" y="4"/>
                    </a:cubicBezTo>
                    <a:cubicBezTo>
                      <a:pt x="11" y="0"/>
                      <a:pt x="20" y="1"/>
                      <a:pt x="24" y="6"/>
                    </a:cubicBezTo>
                    <a:cubicBezTo>
                      <a:pt x="27" y="9"/>
                      <a:pt x="27" y="14"/>
                      <a:pt x="25" y="18"/>
                    </a:cubicBezTo>
                    <a:lnTo>
                      <a:pt x="25" y="19"/>
                    </a:lnTo>
                    <a:cubicBezTo>
                      <a:pt x="26" y="21"/>
                      <a:pt x="27" y="23"/>
                      <a:pt x="28" y="25"/>
                    </a:cubicBezTo>
                    <a:cubicBezTo>
                      <a:pt x="34" y="39"/>
                      <a:pt x="41" y="53"/>
                      <a:pt x="48" y="66"/>
                    </a:cubicBezTo>
                    <a:cubicBezTo>
                      <a:pt x="54" y="77"/>
                      <a:pt x="59" y="87"/>
                      <a:pt x="65" y="98"/>
                    </a:cubicBezTo>
                    <a:cubicBezTo>
                      <a:pt x="75" y="119"/>
                      <a:pt x="83" y="142"/>
                      <a:pt x="93" y="163"/>
                    </a:cubicBezTo>
                    <a:cubicBezTo>
                      <a:pt x="95" y="169"/>
                      <a:pt x="93" y="176"/>
                      <a:pt x="87" y="178"/>
                    </a:cubicBezTo>
                    <a:cubicBezTo>
                      <a:pt x="86" y="179"/>
                      <a:pt x="84" y="180"/>
                      <a:pt x="82" y="180"/>
                    </a:cubicBezTo>
                    <a:cubicBezTo>
                      <a:pt x="78" y="180"/>
                      <a:pt x="74" y="177"/>
                      <a:pt x="73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796040" y="1803960"/>
                <a:ext cx="7092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29" extrusionOk="0">
                    <a:moveTo>
                      <a:pt x="9" y="228"/>
                    </a:moveTo>
                    <a:cubicBezTo>
                      <a:pt x="6" y="227"/>
                      <a:pt x="4" y="225"/>
                      <a:pt x="2" y="223"/>
                    </a:cubicBezTo>
                    <a:cubicBezTo>
                      <a:pt x="0" y="220"/>
                      <a:pt x="0" y="216"/>
                      <a:pt x="1" y="213"/>
                    </a:cubicBezTo>
                    <a:cubicBezTo>
                      <a:pt x="1" y="213"/>
                      <a:pt x="1" y="212"/>
                      <a:pt x="1" y="211"/>
                    </a:cubicBezTo>
                    <a:cubicBezTo>
                      <a:pt x="1" y="212"/>
                      <a:pt x="1" y="212"/>
                      <a:pt x="1" y="213"/>
                    </a:cubicBezTo>
                    <a:cubicBezTo>
                      <a:pt x="4" y="202"/>
                      <a:pt x="8" y="192"/>
                      <a:pt x="13" y="183"/>
                    </a:cubicBezTo>
                    <a:cubicBezTo>
                      <a:pt x="17" y="175"/>
                      <a:pt x="22" y="167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cubicBezTo>
                      <a:pt x="33" y="148"/>
                      <a:pt x="40" y="137"/>
                      <a:pt x="47" y="126"/>
                    </a:cubicBezTo>
                    <a:cubicBezTo>
                      <a:pt x="50" y="122"/>
                      <a:pt x="53" y="117"/>
                      <a:pt x="56" y="113"/>
                    </a:cubicBezTo>
                    <a:cubicBezTo>
                      <a:pt x="59" y="108"/>
                      <a:pt x="62" y="104"/>
                      <a:pt x="65" y="99"/>
                    </a:cubicBezTo>
                    <a:cubicBezTo>
                      <a:pt x="76" y="86"/>
                      <a:pt x="86" y="71"/>
                      <a:pt x="98" y="58"/>
                    </a:cubicBezTo>
                    <a:cubicBezTo>
                      <a:pt x="109" y="45"/>
                      <a:pt x="121" y="32"/>
                      <a:pt x="135" y="23"/>
                    </a:cubicBezTo>
                    <a:cubicBezTo>
                      <a:pt x="142" y="18"/>
                      <a:pt x="148" y="14"/>
                      <a:pt x="156" y="10"/>
                    </a:cubicBezTo>
                    <a:cubicBezTo>
                      <a:pt x="163" y="6"/>
                      <a:pt x="171" y="3"/>
                      <a:pt x="180" y="2"/>
                    </a:cubicBezTo>
                    <a:cubicBezTo>
                      <a:pt x="186" y="0"/>
                      <a:pt x="192" y="3"/>
                      <a:pt x="195" y="9"/>
                    </a:cubicBezTo>
                    <a:cubicBezTo>
                      <a:pt x="196" y="12"/>
                      <a:pt x="195" y="16"/>
                      <a:pt x="194" y="19"/>
                    </a:cubicBezTo>
                    <a:cubicBezTo>
                      <a:pt x="192" y="21"/>
                      <a:pt x="189" y="24"/>
                      <a:pt x="185" y="24"/>
                    </a:cubicBezTo>
                    <a:cubicBezTo>
                      <a:pt x="184" y="25"/>
                      <a:pt x="183" y="25"/>
                      <a:pt x="182" y="25"/>
                    </a:cubicBezTo>
                    <a:cubicBezTo>
                      <a:pt x="182" y="25"/>
                      <a:pt x="183" y="25"/>
                      <a:pt x="184" y="25"/>
                    </a:cubicBezTo>
                    <a:cubicBezTo>
                      <a:pt x="179" y="26"/>
                      <a:pt x="175" y="28"/>
                      <a:pt x="171" y="29"/>
                    </a:cubicBezTo>
                    <a:cubicBezTo>
                      <a:pt x="167" y="31"/>
                      <a:pt x="164" y="32"/>
                      <a:pt x="160" y="34"/>
                    </a:cubicBezTo>
                    <a:cubicBezTo>
                      <a:pt x="156" y="37"/>
                      <a:pt x="151" y="40"/>
                      <a:pt x="146" y="43"/>
                    </a:cubicBezTo>
                    <a:cubicBezTo>
                      <a:pt x="141" y="48"/>
                      <a:pt x="135" y="52"/>
                      <a:pt x="129" y="58"/>
                    </a:cubicBezTo>
                    <a:cubicBezTo>
                      <a:pt x="129" y="57"/>
                      <a:pt x="130" y="57"/>
                      <a:pt x="130" y="56"/>
                    </a:cubicBezTo>
                    <a:cubicBezTo>
                      <a:pt x="120" y="66"/>
                      <a:pt x="111" y="77"/>
                      <a:pt x="102" y="87"/>
                    </a:cubicBezTo>
                    <a:cubicBezTo>
                      <a:pt x="94" y="98"/>
                      <a:pt x="85" y="109"/>
                      <a:pt x="78" y="120"/>
                    </a:cubicBezTo>
                    <a:cubicBezTo>
                      <a:pt x="69" y="132"/>
                      <a:pt x="61" y="144"/>
                      <a:pt x="53" y="157"/>
                    </a:cubicBezTo>
                    <a:cubicBezTo>
                      <a:pt x="50" y="162"/>
                      <a:pt x="47" y="167"/>
                      <a:pt x="44" y="171"/>
                    </a:cubicBezTo>
                    <a:lnTo>
                      <a:pt x="44" y="170"/>
                    </a:lnTo>
                    <a:cubicBezTo>
                      <a:pt x="42" y="175"/>
                      <a:pt x="39" y="179"/>
                      <a:pt x="37" y="183"/>
                    </a:cubicBezTo>
                    <a:cubicBezTo>
                      <a:pt x="34" y="188"/>
                      <a:pt x="32" y="193"/>
                      <a:pt x="30" y="198"/>
                    </a:cubicBezTo>
                    <a:cubicBezTo>
                      <a:pt x="27" y="203"/>
                      <a:pt x="25" y="209"/>
                      <a:pt x="23" y="215"/>
                    </a:cubicBezTo>
                    <a:cubicBezTo>
                      <a:pt x="23" y="216"/>
                      <a:pt x="23" y="218"/>
                      <a:pt x="22" y="219"/>
                    </a:cubicBezTo>
                    <a:cubicBezTo>
                      <a:pt x="21" y="224"/>
                      <a:pt x="16" y="228"/>
                      <a:pt x="11" y="228"/>
                    </a:cubicBezTo>
                    <a:cubicBezTo>
                      <a:pt x="11" y="228"/>
                      <a:pt x="10" y="228"/>
                      <a:pt x="9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897200" y="1818720"/>
                <a:ext cx="388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8" extrusionOk="0">
                    <a:moveTo>
                      <a:pt x="14" y="36"/>
                    </a:moveTo>
                    <a:cubicBezTo>
                      <a:pt x="12" y="36"/>
                      <a:pt x="12" y="36"/>
                      <a:pt x="11" y="36"/>
                    </a:cubicBezTo>
                    <a:cubicBezTo>
                      <a:pt x="8" y="35"/>
                      <a:pt x="5" y="33"/>
                      <a:pt x="3" y="31"/>
                    </a:cubicBezTo>
                    <a:cubicBezTo>
                      <a:pt x="1" y="26"/>
                      <a:pt x="0" y="19"/>
                      <a:pt x="4" y="15"/>
                    </a:cubicBezTo>
                    <a:cubicBezTo>
                      <a:pt x="5" y="13"/>
                      <a:pt x="7" y="11"/>
                      <a:pt x="9" y="10"/>
                    </a:cubicBezTo>
                    <a:cubicBezTo>
                      <a:pt x="12" y="9"/>
                      <a:pt x="15" y="8"/>
                      <a:pt x="17" y="8"/>
                    </a:cubicBezTo>
                    <a:cubicBezTo>
                      <a:pt x="25" y="5"/>
                      <a:pt x="34" y="4"/>
                      <a:pt x="42" y="3"/>
                    </a:cubicBezTo>
                    <a:cubicBezTo>
                      <a:pt x="47" y="2"/>
                      <a:pt x="53" y="1"/>
                      <a:pt x="58" y="1"/>
                    </a:cubicBezTo>
                    <a:cubicBezTo>
                      <a:pt x="63" y="0"/>
                      <a:pt x="68" y="0"/>
                      <a:pt x="73" y="0"/>
                    </a:cubicBezTo>
                    <a:cubicBezTo>
                      <a:pt x="81" y="0"/>
                      <a:pt x="88" y="0"/>
                      <a:pt x="96" y="0"/>
                    </a:cubicBezTo>
                    <a:cubicBezTo>
                      <a:pt x="102" y="0"/>
                      <a:pt x="107" y="6"/>
                      <a:pt x="106" y="12"/>
                    </a:cubicBezTo>
                    <a:cubicBezTo>
                      <a:pt x="106" y="18"/>
                      <a:pt x="100" y="23"/>
                      <a:pt x="94" y="22"/>
                    </a:cubicBezTo>
                    <a:cubicBezTo>
                      <a:pt x="92" y="22"/>
                      <a:pt x="90" y="22"/>
                      <a:pt x="88" y="22"/>
                    </a:cubicBezTo>
                    <a:cubicBezTo>
                      <a:pt x="83" y="22"/>
                      <a:pt x="78" y="22"/>
                      <a:pt x="73" y="22"/>
                    </a:cubicBezTo>
                    <a:cubicBezTo>
                      <a:pt x="69" y="22"/>
                      <a:pt x="64" y="23"/>
                      <a:pt x="60" y="24"/>
                    </a:cubicBezTo>
                    <a:cubicBezTo>
                      <a:pt x="50" y="25"/>
                      <a:pt x="39" y="26"/>
                      <a:pt x="29" y="29"/>
                    </a:cubicBezTo>
                    <a:cubicBezTo>
                      <a:pt x="27" y="35"/>
                      <a:pt x="22" y="37"/>
                      <a:pt x="18" y="37"/>
                    </a:cubicBezTo>
                    <a:cubicBezTo>
                      <a:pt x="16" y="37"/>
                      <a:pt x="15" y="37"/>
                      <a:pt x="1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892520" y="1827720"/>
                <a:ext cx="9684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85" extrusionOk="0">
                    <a:moveTo>
                      <a:pt x="21" y="84"/>
                    </a:moveTo>
                    <a:cubicBezTo>
                      <a:pt x="16" y="84"/>
                      <a:pt x="12" y="82"/>
                      <a:pt x="8" y="79"/>
                    </a:cubicBezTo>
                    <a:cubicBezTo>
                      <a:pt x="5" y="77"/>
                      <a:pt x="2" y="73"/>
                      <a:pt x="1" y="69"/>
                    </a:cubicBezTo>
                    <a:cubicBezTo>
                      <a:pt x="0" y="65"/>
                      <a:pt x="2" y="61"/>
                      <a:pt x="4" y="58"/>
                    </a:cubicBezTo>
                    <a:cubicBezTo>
                      <a:pt x="6" y="55"/>
                      <a:pt x="8" y="52"/>
                      <a:pt x="11" y="52"/>
                    </a:cubicBezTo>
                    <a:cubicBezTo>
                      <a:pt x="14" y="51"/>
                      <a:pt x="18" y="51"/>
                      <a:pt x="21" y="52"/>
                    </a:cubicBezTo>
                    <a:cubicBezTo>
                      <a:pt x="23" y="54"/>
                      <a:pt x="25" y="56"/>
                      <a:pt x="26" y="59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32" y="60"/>
                      <a:pt x="37" y="60"/>
                      <a:pt x="42" y="59"/>
                    </a:cubicBezTo>
                    <a:cubicBezTo>
                      <a:pt x="54" y="58"/>
                      <a:pt x="67" y="55"/>
                      <a:pt x="79" y="53"/>
                    </a:cubicBezTo>
                    <a:cubicBezTo>
                      <a:pt x="88" y="51"/>
                      <a:pt x="95" y="49"/>
                      <a:pt x="103" y="48"/>
                    </a:cubicBezTo>
                    <a:cubicBezTo>
                      <a:pt x="124" y="42"/>
                      <a:pt x="145" y="37"/>
                      <a:pt x="166" y="30"/>
                    </a:cubicBezTo>
                    <a:cubicBezTo>
                      <a:pt x="189" y="23"/>
                      <a:pt x="212" y="16"/>
                      <a:pt x="234" y="9"/>
                    </a:cubicBezTo>
                    <a:cubicBezTo>
                      <a:pt x="241" y="6"/>
                      <a:pt x="249" y="3"/>
                      <a:pt x="256" y="1"/>
                    </a:cubicBezTo>
                    <a:cubicBezTo>
                      <a:pt x="261" y="0"/>
                      <a:pt x="265" y="2"/>
                      <a:pt x="266" y="7"/>
                    </a:cubicBezTo>
                    <a:cubicBezTo>
                      <a:pt x="268" y="12"/>
                      <a:pt x="265" y="16"/>
                      <a:pt x="261" y="17"/>
                    </a:cubicBezTo>
                    <a:cubicBezTo>
                      <a:pt x="240" y="26"/>
                      <a:pt x="218" y="34"/>
                      <a:pt x="196" y="41"/>
                    </a:cubicBezTo>
                    <a:cubicBezTo>
                      <a:pt x="174" y="49"/>
                      <a:pt x="153" y="56"/>
                      <a:pt x="131" y="62"/>
                    </a:cubicBezTo>
                    <a:cubicBezTo>
                      <a:pt x="123" y="65"/>
                      <a:pt x="115" y="67"/>
                      <a:pt x="108" y="69"/>
                    </a:cubicBezTo>
                    <a:cubicBezTo>
                      <a:pt x="98" y="71"/>
                      <a:pt x="89" y="73"/>
                      <a:pt x="79" y="76"/>
                    </a:cubicBezTo>
                    <a:cubicBezTo>
                      <a:pt x="64" y="79"/>
                      <a:pt x="50" y="82"/>
                      <a:pt x="35" y="83"/>
                    </a:cubicBezTo>
                    <a:cubicBezTo>
                      <a:pt x="31" y="84"/>
                      <a:pt x="28" y="84"/>
                      <a:pt x="24" y="84"/>
                    </a:cubicBezTo>
                    <a:cubicBezTo>
                      <a:pt x="23" y="84"/>
                      <a:pt x="22" y="84"/>
                      <a:pt x="21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" name="Google Shape;99;p2"/>
            <p:cNvGrpSpPr/>
            <p:nvPr/>
          </p:nvGrpSpPr>
          <p:grpSpPr>
            <a:xfrm>
              <a:off x="7041227" y="4435121"/>
              <a:ext cx="2304042" cy="1861821"/>
              <a:chOff x="1245600" y="2050920"/>
              <a:chExt cx="1071000" cy="865440"/>
            </a:xfrm>
          </p:grpSpPr>
          <p:sp>
            <p:nvSpPr>
              <p:cNvPr id="100" name="Google Shape;100;p2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" name="Google Shape;148;p2"/>
            <p:cNvGrpSpPr/>
            <p:nvPr/>
          </p:nvGrpSpPr>
          <p:grpSpPr>
            <a:xfrm>
              <a:off x="8430772" y="723929"/>
              <a:ext cx="1669753" cy="1538868"/>
              <a:chOff x="1321200" y="687960"/>
              <a:chExt cx="776160" cy="715320"/>
            </a:xfrm>
          </p:grpSpPr>
          <p:sp>
            <p:nvSpPr>
              <p:cNvPr id="149" name="Google Shape;149;p2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" name="Google Shape;170;p2"/>
            <p:cNvGrpSpPr/>
            <p:nvPr/>
          </p:nvGrpSpPr>
          <p:grpSpPr>
            <a:xfrm>
              <a:off x="8589149" y="2876161"/>
              <a:ext cx="1352996" cy="945625"/>
              <a:chOff x="2379960" y="470880"/>
              <a:chExt cx="628920" cy="439560"/>
            </a:xfrm>
          </p:grpSpPr>
          <p:sp>
            <p:nvSpPr>
              <p:cNvPr id="171" name="Google Shape;171;p2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2" name="Google Shape;222;p2"/>
            <p:cNvGrpSpPr/>
            <p:nvPr/>
          </p:nvGrpSpPr>
          <p:grpSpPr>
            <a:xfrm>
              <a:off x="-1847931" y="723933"/>
              <a:ext cx="2561166" cy="2417115"/>
              <a:chOff x="16200" y="3746880"/>
              <a:chExt cx="1190520" cy="1123560"/>
            </a:xfrm>
          </p:grpSpPr>
          <p:sp>
            <p:nvSpPr>
              <p:cNvPr id="223" name="Google Shape;223;p2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2" name="Google Shape;272;p2"/>
            <p:cNvGrpSpPr/>
            <p:nvPr/>
          </p:nvGrpSpPr>
          <p:grpSpPr>
            <a:xfrm>
              <a:off x="2731389" y="4772259"/>
              <a:ext cx="1094323" cy="1490076"/>
              <a:chOff x="4084200" y="3439800"/>
              <a:chExt cx="508680" cy="692640"/>
            </a:xfrm>
          </p:grpSpPr>
          <p:sp>
            <p:nvSpPr>
              <p:cNvPr id="273" name="Google Shape;273;p2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7" name="Google Shape;287;p2"/>
            <p:cNvGrpSpPr/>
            <p:nvPr/>
          </p:nvGrpSpPr>
          <p:grpSpPr>
            <a:xfrm>
              <a:off x="7846046" y="42103"/>
              <a:ext cx="1169447" cy="374068"/>
              <a:chOff x="1605960" y="528480"/>
              <a:chExt cx="543600" cy="173880"/>
            </a:xfrm>
          </p:grpSpPr>
          <p:sp>
            <p:nvSpPr>
              <p:cNvPr id="288" name="Google Shape;288;p2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98" name="Google Shape;298;p3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9" name="Google Shape;299;p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0" name="Google Shape;300;p3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" name="Google Shape;301;p3"/>
          <p:cNvGrpSpPr/>
          <p:nvPr/>
        </p:nvGrpSpPr>
        <p:grpSpPr>
          <a:xfrm>
            <a:off x="-762626" y="64061"/>
            <a:ext cx="12307119" cy="2879748"/>
            <a:chOff x="-762626" y="64061"/>
            <a:chExt cx="12307119" cy="2879748"/>
          </a:xfrm>
        </p:grpSpPr>
        <p:grpSp>
          <p:nvGrpSpPr>
            <p:cNvPr id="302" name="Google Shape;302;p3"/>
            <p:cNvGrpSpPr/>
            <p:nvPr/>
          </p:nvGrpSpPr>
          <p:grpSpPr>
            <a:xfrm>
              <a:off x="-395032" y="64061"/>
              <a:ext cx="2216527" cy="608732"/>
              <a:chOff x="35640" y="924840"/>
              <a:chExt cx="1030320" cy="282960"/>
            </a:xfrm>
          </p:grpSpPr>
          <p:sp>
            <p:nvSpPr>
              <p:cNvPr id="303" name="Google Shape;303;p3"/>
              <p:cNvSpPr/>
              <p:nvPr/>
            </p:nvSpPr>
            <p:spPr>
              <a:xfrm>
                <a:off x="119520" y="1041840"/>
                <a:ext cx="51120" cy="132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7" extrusionOk="0">
                    <a:moveTo>
                      <a:pt x="57" y="366"/>
                    </a:moveTo>
                    <a:cubicBezTo>
                      <a:pt x="49" y="365"/>
                      <a:pt x="41" y="363"/>
                      <a:pt x="35" y="358"/>
                    </a:cubicBezTo>
                    <a:cubicBezTo>
                      <a:pt x="29" y="355"/>
                      <a:pt x="25" y="349"/>
                      <a:pt x="20" y="343"/>
                    </a:cubicBezTo>
                    <a:cubicBezTo>
                      <a:pt x="16" y="337"/>
                      <a:pt x="13" y="330"/>
                      <a:pt x="12" y="322"/>
                    </a:cubicBezTo>
                    <a:cubicBezTo>
                      <a:pt x="12" y="318"/>
                      <a:pt x="11" y="315"/>
                      <a:pt x="12" y="311"/>
                    </a:cubicBezTo>
                    <a:cubicBezTo>
                      <a:pt x="12" y="307"/>
                      <a:pt x="13" y="304"/>
                      <a:pt x="15" y="300"/>
                    </a:cubicBezTo>
                    <a:cubicBezTo>
                      <a:pt x="18" y="294"/>
                      <a:pt x="25" y="292"/>
                      <a:pt x="31" y="294"/>
                    </a:cubicBezTo>
                    <a:cubicBezTo>
                      <a:pt x="37" y="297"/>
                      <a:pt x="40" y="304"/>
                      <a:pt x="37" y="310"/>
                    </a:cubicBezTo>
                    <a:cubicBezTo>
                      <a:pt x="37" y="311"/>
                      <a:pt x="36" y="312"/>
                      <a:pt x="36" y="313"/>
                    </a:cubicBezTo>
                    <a:lnTo>
                      <a:pt x="36" y="314"/>
                    </a:lnTo>
                    <a:lnTo>
                      <a:pt x="36" y="315"/>
                    </a:lnTo>
                    <a:cubicBezTo>
                      <a:pt x="36" y="316"/>
                      <a:pt x="36" y="317"/>
                      <a:pt x="36" y="318"/>
                    </a:cubicBezTo>
                    <a:cubicBezTo>
                      <a:pt x="36" y="320"/>
                      <a:pt x="37" y="321"/>
                      <a:pt x="37" y="322"/>
                    </a:cubicBezTo>
                    <a:cubicBezTo>
                      <a:pt x="38" y="324"/>
                      <a:pt x="39" y="325"/>
                      <a:pt x="39" y="326"/>
                    </a:cubicBezTo>
                    <a:cubicBezTo>
                      <a:pt x="40" y="328"/>
                      <a:pt x="40" y="329"/>
                      <a:pt x="41" y="330"/>
                    </a:cubicBezTo>
                    <a:cubicBezTo>
                      <a:pt x="42" y="331"/>
                      <a:pt x="43" y="332"/>
                      <a:pt x="44" y="334"/>
                    </a:cubicBezTo>
                    <a:cubicBezTo>
                      <a:pt x="44" y="335"/>
                      <a:pt x="46" y="335"/>
                      <a:pt x="47" y="337"/>
                    </a:cubicBezTo>
                    <a:lnTo>
                      <a:pt x="48" y="338"/>
                    </a:lnTo>
                    <a:cubicBezTo>
                      <a:pt x="50" y="339"/>
                      <a:pt x="50" y="339"/>
                      <a:pt x="51" y="339"/>
                    </a:cubicBezTo>
                    <a:cubicBezTo>
                      <a:pt x="52" y="340"/>
                      <a:pt x="53" y="341"/>
                      <a:pt x="53" y="341"/>
                    </a:cubicBezTo>
                    <a:cubicBezTo>
                      <a:pt x="54" y="341"/>
                      <a:pt x="54" y="341"/>
                      <a:pt x="55" y="341"/>
                    </a:cubicBezTo>
                    <a:cubicBezTo>
                      <a:pt x="57" y="341"/>
                      <a:pt x="58" y="342"/>
                      <a:pt x="60" y="342"/>
                    </a:cubicBezTo>
                    <a:cubicBezTo>
                      <a:pt x="61" y="342"/>
                      <a:pt x="62" y="342"/>
                      <a:pt x="64" y="342"/>
                    </a:cubicBezTo>
                    <a:cubicBezTo>
                      <a:pt x="64" y="342"/>
                      <a:pt x="65" y="342"/>
                      <a:pt x="66" y="342"/>
                    </a:cubicBezTo>
                    <a:lnTo>
                      <a:pt x="66" y="341"/>
                    </a:lnTo>
                    <a:cubicBezTo>
                      <a:pt x="68" y="341"/>
                      <a:pt x="70" y="340"/>
                      <a:pt x="72" y="339"/>
                    </a:cubicBezTo>
                    <a:cubicBezTo>
                      <a:pt x="73" y="339"/>
                      <a:pt x="74" y="338"/>
                      <a:pt x="75" y="337"/>
                    </a:cubicBezTo>
                    <a:cubicBezTo>
                      <a:pt x="76" y="337"/>
                      <a:pt x="76" y="337"/>
                      <a:pt x="76" y="337"/>
                    </a:cubicBezTo>
                    <a:cubicBezTo>
                      <a:pt x="77" y="336"/>
                      <a:pt x="78" y="335"/>
                      <a:pt x="79" y="335"/>
                    </a:cubicBezTo>
                    <a:cubicBezTo>
                      <a:pt x="78" y="335"/>
                      <a:pt x="78" y="335"/>
                      <a:pt x="78" y="335"/>
                    </a:cubicBezTo>
                    <a:lnTo>
                      <a:pt x="79" y="334"/>
                    </a:lnTo>
                    <a:cubicBezTo>
                      <a:pt x="79" y="334"/>
                      <a:pt x="79" y="333"/>
                      <a:pt x="80" y="332"/>
                    </a:cubicBezTo>
                    <a:cubicBezTo>
                      <a:pt x="79" y="333"/>
                      <a:pt x="79" y="333"/>
                      <a:pt x="79" y="333"/>
                    </a:cubicBezTo>
                    <a:cubicBezTo>
                      <a:pt x="79" y="333"/>
                      <a:pt x="80" y="333"/>
                      <a:pt x="80" y="332"/>
                    </a:cubicBezTo>
                    <a:lnTo>
                      <a:pt x="80" y="331"/>
                    </a:lnTo>
                    <a:cubicBezTo>
                      <a:pt x="81" y="330"/>
                      <a:pt x="81" y="328"/>
                      <a:pt x="82" y="327"/>
                    </a:cubicBezTo>
                    <a:cubicBezTo>
                      <a:pt x="82" y="322"/>
                      <a:pt x="83" y="317"/>
                      <a:pt x="83" y="313"/>
                    </a:cubicBezTo>
                    <a:cubicBezTo>
                      <a:pt x="83" y="310"/>
                      <a:pt x="83" y="307"/>
                      <a:pt x="83" y="304"/>
                    </a:cubicBezTo>
                    <a:cubicBezTo>
                      <a:pt x="83" y="300"/>
                      <a:pt x="83" y="297"/>
                      <a:pt x="82" y="293"/>
                    </a:cubicBezTo>
                    <a:cubicBezTo>
                      <a:pt x="81" y="287"/>
                      <a:pt x="79" y="280"/>
                      <a:pt x="78" y="274"/>
                    </a:cubicBezTo>
                    <a:cubicBezTo>
                      <a:pt x="76" y="268"/>
                      <a:pt x="73" y="264"/>
                      <a:pt x="71" y="259"/>
                    </a:cubicBezTo>
                    <a:cubicBezTo>
                      <a:pt x="68" y="253"/>
                      <a:pt x="65" y="247"/>
                      <a:pt x="62" y="242"/>
                    </a:cubicBezTo>
                    <a:cubicBezTo>
                      <a:pt x="55" y="232"/>
                      <a:pt x="48" y="222"/>
                      <a:pt x="42" y="212"/>
                    </a:cubicBezTo>
                    <a:cubicBezTo>
                      <a:pt x="34" y="200"/>
                      <a:pt x="27" y="189"/>
                      <a:pt x="21" y="176"/>
                    </a:cubicBezTo>
                    <a:cubicBezTo>
                      <a:pt x="13" y="160"/>
                      <a:pt x="7" y="144"/>
                      <a:pt x="4" y="127"/>
                    </a:cubicBezTo>
                    <a:cubicBezTo>
                      <a:pt x="1" y="110"/>
                      <a:pt x="0" y="92"/>
                      <a:pt x="3" y="75"/>
                    </a:cubicBezTo>
                    <a:cubicBezTo>
                      <a:pt x="4" y="68"/>
                      <a:pt x="6" y="60"/>
                      <a:pt x="9" y="53"/>
                    </a:cubicBezTo>
                    <a:cubicBezTo>
                      <a:pt x="13" y="45"/>
                      <a:pt x="18" y="38"/>
                      <a:pt x="23" y="32"/>
                    </a:cubicBezTo>
                    <a:cubicBezTo>
                      <a:pt x="28" y="26"/>
                      <a:pt x="33" y="22"/>
                      <a:pt x="40" y="18"/>
                    </a:cubicBezTo>
                    <a:cubicBezTo>
                      <a:pt x="48" y="14"/>
                      <a:pt x="57" y="11"/>
                      <a:pt x="65" y="9"/>
                    </a:cubicBezTo>
                    <a:cubicBezTo>
                      <a:pt x="81" y="4"/>
                      <a:pt x="99" y="5"/>
                      <a:pt x="114" y="11"/>
                    </a:cubicBezTo>
                    <a:cubicBezTo>
                      <a:pt x="114" y="11"/>
                      <a:pt x="114" y="12"/>
                      <a:pt x="115" y="12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7" y="4"/>
                      <a:pt x="124" y="0"/>
                      <a:pt x="131" y="2"/>
                    </a:cubicBezTo>
                    <a:cubicBezTo>
                      <a:pt x="136" y="4"/>
                      <a:pt x="141" y="11"/>
                      <a:pt x="139" y="18"/>
                    </a:cubicBezTo>
                    <a:cubicBezTo>
                      <a:pt x="137" y="23"/>
                      <a:pt x="135" y="28"/>
                      <a:pt x="134" y="33"/>
                    </a:cubicBezTo>
                    <a:cubicBezTo>
                      <a:pt x="134" y="37"/>
                      <a:pt x="134" y="40"/>
                      <a:pt x="132" y="43"/>
                    </a:cubicBezTo>
                    <a:cubicBezTo>
                      <a:pt x="131" y="47"/>
                      <a:pt x="127" y="50"/>
                      <a:pt x="122" y="50"/>
                    </a:cubicBezTo>
                    <a:cubicBezTo>
                      <a:pt x="115" y="51"/>
                      <a:pt x="109" y="47"/>
                      <a:pt x="108" y="40"/>
                    </a:cubicBezTo>
                    <a:cubicBezTo>
                      <a:pt x="108" y="39"/>
                      <a:pt x="108" y="38"/>
                      <a:pt x="108" y="36"/>
                    </a:cubicBezTo>
                    <a:lnTo>
                      <a:pt x="107" y="36"/>
                    </a:lnTo>
                    <a:cubicBezTo>
                      <a:pt x="107" y="35"/>
                      <a:pt x="106" y="35"/>
                      <a:pt x="104" y="34"/>
                    </a:cubicBezTo>
                    <a:cubicBezTo>
                      <a:pt x="103" y="33"/>
                      <a:pt x="102" y="33"/>
                      <a:pt x="101" y="32"/>
                    </a:cubicBezTo>
                    <a:cubicBezTo>
                      <a:pt x="99" y="32"/>
                      <a:pt x="97" y="32"/>
                      <a:pt x="96" y="31"/>
                    </a:cubicBezTo>
                    <a:cubicBezTo>
                      <a:pt x="93" y="31"/>
                      <a:pt x="91" y="31"/>
                      <a:pt x="89" y="30"/>
                    </a:cubicBezTo>
                    <a:cubicBezTo>
                      <a:pt x="87" y="30"/>
                      <a:pt x="85" y="30"/>
                      <a:pt x="82" y="30"/>
                    </a:cubicBezTo>
                    <a:cubicBezTo>
                      <a:pt x="79" y="31"/>
                      <a:pt x="76" y="31"/>
                      <a:pt x="72" y="31"/>
                    </a:cubicBezTo>
                    <a:cubicBezTo>
                      <a:pt x="69" y="32"/>
                      <a:pt x="66" y="33"/>
                      <a:pt x="64" y="33"/>
                    </a:cubicBezTo>
                    <a:cubicBezTo>
                      <a:pt x="60" y="35"/>
                      <a:pt x="57" y="36"/>
                      <a:pt x="54" y="38"/>
                    </a:cubicBezTo>
                    <a:cubicBezTo>
                      <a:pt x="52" y="39"/>
                      <a:pt x="50" y="39"/>
                      <a:pt x="48" y="40"/>
                    </a:cubicBezTo>
                    <a:cubicBezTo>
                      <a:pt x="47" y="41"/>
                      <a:pt x="47" y="42"/>
                      <a:pt x="46" y="43"/>
                    </a:cubicBezTo>
                    <a:cubicBezTo>
                      <a:pt x="44" y="44"/>
                      <a:pt x="43" y="45"/>
                      <a:pt x="42" y="46"/>
                    </a:cubicBezTo>
                    <a:cubicBezTo>
                      <a:pt x="40" y="49"/>
                      <a:pt x="37" y="51"/>
                      <a:pt x="36" y="54"/>
                    </a:cubicBezTo>
                    <a:cubicBezTo>
                      <a:pt x="34" y="56"/>
                      <a:pt x="33" y="57"/>
                      <a:pt x="33" y="59"/>
                    </a:cubicBezTo>
                    <a:cubicBezTo>
                      <a:pt x="32" y="61"/>
                      <a:pt x="30" y="63"/>
                      <a:pt x="30" y="65"/>
                    </a:cubicBezTo>
                    <a:cubicBezTo>
                      <a:pt x="28" y="70"/>
                      <a:pt x="27" y="74"/>
                      <a:pt x="26" y="78"/>
                    </a:cubicBezTo>
                    <a:lnTo>
                      <a:pt x="26" y="77"/>
                    </a:lnTo>
                    <a:cubicBezTo>
                      <a:pt x="26" y="81"/>
                      <a:pt x="25" y="86"/>
                      <a:pt x="25" y="91"/>
                    </a:cubicBezTo>
                    <a:cubicBezTo>
                      <a:pt x="25" y="96"/>
                      <a:pt x="24" y="101"/>
                      <a:pt x="25" y="106"/>
                    </a:cubicBezTo>
                    <a:cubicBezTo>
                      <a:pt x="25" y="112"/>
                      <a:pt x="26" y="118"/>
                      <a:pt x="27" y="124"/>
                    </a:cubicBezTo>
                    <a:cubicBezTo>
                      <a:pt x="28" y="130"/>
                      <a:pt x="29" y="135"/>
                      <a:pt x="31" y="141"/>
                    </a:cubicBezTo>
                    <a:cubicBezTo>
                      <a:pt x="34" y="150"/>
                      <a:pt x="37" y="159"/>
                      <a:pt x="41" y="167"/>
                    </a:cubicBezTo>
                    <a:cubicBezTo>
                      <a:pt x="46" y="176"/>
                      <a:pt x="51" y="185"/>
                      <a:pt x="57" y="194"/>
                    </a:cubicBezTo>
                    <a:cubicBezTo>
                      <a:pt x="56" y="193"/>
                      <a:pt x="56" y="193"/>
                      <a:pt x="55" y="193"/>
                    </a:cubicBezTo>
                    <a:cubicBezTo>
                      <a:pt x="61" y="198"/>
                      <a:pt x="65" y="206"/>
                      <a:pt x="70" y="213"/>
                    </a:cubicBezTo>
                    <a:cubicBezTo>
                      <a:pt x="75" y="219"/>
                      <a:pt x="79" y="226"/>
                      <a:pt x="83" y="233"/>
                    </a:cubicBezTo>
                    <a:cubicBezTo>
                      <a:pt x="92" y="247"/>
                      <a:pt x="100" y="263"/>
                      <a:pt x="103" y="279"/>
                    </a:cubicBezTo>
                    <a:cubicBezTo>
                      <a:pt x="104" y="285"/>
                      <a:pt x="106" y="292"/>
                      <a:pt x="107" y="298"/>
                    </a:cubicBezTo>
                    <a:cubicBezTo>
                      <a:pt x="108" y="306"/>
                      <a:pt x="107" y="314"/>
                      <a:pt x="106" y="322"/>
                    </a:cubicBezTo>
                    <a:cubicBezTo>
                      <a:pt x="107" y="322"/>
                      <a:pt x="107" y="322"/>
                      <a:pt x="107" y="322"/>
                    </a:cubicBezTo>
                    <a:cubicBezTo>
                      <a:pt x="106" y="325"/>
                      <a:pt x="106" y="329"/>
                      <a:pt x="105" y="333"/>
                    </a:cubicBezTo>
                    <a:cubicBezTo>
                      <a:pt x="103" y="340"/>
                      <a:pt x="100" y="346"/>
                      <a:pt x="96" y="352"/>
                    </a:cubicBezTo>
                    <a:cubicBezTo>
                      <a:pt x="91" y="357"/>
                      <a:pt x="85" y="360"/>
                      <a:pt x="78" y="363"/>
                    </a:cubicBezTo>
                    <a:cubicBezTo>
                      <a:pt x="75" y="365"/>
                      <a:pt x="71" y="365"/>
                      <a:pt x="68" y="366"/>
                    </a:cubicBezTo>
                    <a:cubicBezTo>
                      <a:pt x="66" y="366"/>
                      <a:pt x="65" y="366"/>
                      <a:pt x="64" y="366"/>
                    </a:cubicBezTo>
                    <a:cubicBezTo>
                      <a:pt x="61" y="366"/>
                      <a:pt x="59" y="366"/>
                      <a:pt x="5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184320" y="1054440"/>
                <a:ext cx="62640" cy="946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63" extrusionOk="0">
                    <a:moveTo>
                      <a:pt x="54" y="260"/>
                    </a:moveTo>
                    <a:cubicBezTo>
                      <a:pt x="50" y="259"/>
                      <a:pt x="46" y="258"/>
                      <a:pt x="43" y="256"/>
                    </a:cubicBezTo>
                    <a:cubicBezTo>
                      <a:pt x="39" y="254"/>
                      <a:pt x="36" y="251"/>
                      <a:pt x="33" y="248"/>
                    </a:cubicBezTo>
                    <a:cubicBezTo>
                      <a:pt x="22" y="237"/>
                      <a:pt x="12" y="223"/>
                      <a:pt x="6" y="209"/>
                    </a:cubicBezTo>
                    <a:cubicBezTo>
                      <a:pt x="3" y="201"/>
                      <a:pt x="2" y="193"/>
                      <a:pt x="1" y="185"/>
                    </a:cubicBezTo>
                    <a:cubicBezTo>
                      <a:pt x="0" y="176"/>
                      <a:pt x="1" y="167"/>
                      <a:pt x="4" y="159"/>
                    </a:cubicBezTo>
                    <a:cubicBezTo>
                      <a:pt x="5" y="152"/>
                      <a:pt x="9" y="145"/>
                      <a:pt x="12" y="138"/>
                    </a:cubicBezTo>
                    <a:cubicBezTo>
                      <a:pt x="16" y="131"/>
                      <a:pt x="21" y="124"/>
                      <a:pt x="27" y="117"/>
                    </a:cubicBezTo>
                    <a:cubicBezTo>
                      <a:pt x="37" y="106"/>
                      <a:pt x="51" y="97"/>
                      <a:pt x="66" y="97"/>
                    </a:cubicBezTo>
                    <a:cubicBezTo>
                      <a:pt x="75" y="97"/>
                      <a:pt x="82" y="99"/>
                      <a:pt x="89" y="103"/>
                    </a:cubicBezTo>
                    <a:cubicBezTo>
                      <a:pt x="93" y="105"/>
                      <a:pt x="95" y="108"/>
                      <a:pt x="98" y="110"/>
                    </a:cubicBezTo>
                    <a:cubicBezTo>
                      <a:pt x="101" y="113"/>
                      <a:pt x="103" y="116"/>
                      <a:pt x="106" y="120"/>
                    </a:cubicBezTo>
                    <a:cubicBezTo>
                      <a:pt x="109" y="127"/>
                      <a:pt x="110" y="135"/>
                      <a:pt x="110" y="142"/>
                    </a:cubicBezTo>
                    <a:cubicBezTo>
                      <a:pt x="110" y="151"/>
                      <a:pt x="107" y="158"/>
                      <a:pt x="105" y="165"/>
                    </a:cubicBezTo>
                    <a:cubicBezTo>
                      <a:pt x="103" y="171"/>
                      <a:pt x="101" y="176"/>
                      <a:pt x="99" y="181"/>
                    </a:cubicBezTo>
                    <a:cubicBezTo>
                      <a:pt x="100" y="184"/>
                      <a:pt x="99" y="187"/>
                      <a:pt x="97" y="189"/>
                    </a:cubicBezTo>
                    <a:cubicBezTo>
                      <a:pt x="97" y="190"/>
                      <a:pt x="97" y="190"/>
                      <a:pt x="97" y="190"/>
                    </a:cubicBezTo>
                    <a:cubicBezTo>
                      <a:pt x="97" y="191"/>
                      <a:pt x="96" y="192"/>
                      <a:pt x="96" y="193"/>
                    </a:cubicBezTo>
                    <a:cubicBezTo>
                      <a:pt x="94" y="196"/>
                      <a:pt x="93" y="200"/>
                      <a:pt x="91" y="203"/>
                    </a:cubicBezTo>
                    <a:cubicBezTo>
                      <a:pt x="88" y="209"/>
                      <a:pt x="82" y="212"/>
                      <a:pt x="76" y="210"/>
                    </a:cubicBezTo>
                    <a:cubicBezTo>
                      <a:pt x="69" y="209"/>
                      <a:pt x="65" y="201"/>
                      <a:pt x="68" y="194"/>
                    </a:cubicBezTo>
                    <a:cubicBezTo>
                      <a:pt x="69" y="191"/>
                      <a:pt x="71" y="188"/>
                      <a:pt x="72" y="185"/>
                    </a:cubicBezTo>
                    <a:cubicBezTo>
                      <a:pt x="73" y="183"/>
                      <a:pt x="73" y="181"/>
                      <a:pt x="75" y="180"/>
                    </a:cubicBezTo>
                    <a:cubicBezTo>
                      <a:pt x="75" y="177"/>
                      <a:pt x="76" y="174"/>
                      <a:pt x="78" y="171"/>
                    </a:cubicBezTo>
                    <a:cubicBezTo>
                      <a:pt x="78" y="172"/>
                      <a:pt x="78" y="173"/>
                      <a:pt x="77" y="173"/>
                    </a:cubicBezTo>
                    <a:cubicBezTo>
                      <a:pt x="80" y="165"/>
                      <a:pt x="83" y="158"/>
                      <a:pt x="85" y="149"/>
                    </a:cubicBezTo>
                    <a:cubicBezTo>
                      <a:pt x="85" y="147"/>
                      <a:pt x="86" y="145"/>
                      <a:pt x="86" y="144"/>
                    </a:cubicBezTo>
                    <a:cubicBezTo>
                      <a:pt x="86" y="142"/>
                      <a:pt x="86" y="140"/>
                      <a:pt x="86" y="139"/>
                    </a:cubicBezTo>
                    <a:cubicBezTo>
                      <a:pt x="86" y="137"/>
                      <a:pt x="86" y="135"/>
                      <a:pt x="85" y="134"/>
                    </a:cubicBezTo>
                    <a:lnTo>
                      <a:pt x="86" y="135"/>
                    </a:lnTo>
                    <a:cubicBezTo>
                      <a:pt x="86" y="134"/>
                      <a:pt x="85" y="134"/>
                      <a:pt x="85" y="133"/>
                    </a:cubicBezTo>
                    <a:cubicBezTo>
                      <a:pt x="85" y="132"/>
                      <a:pt x="85" y="132"/>
                      <a:pt x="85" y="132"/>
                    </a:cubicBezTo>
                    <a:cubicBezTo>
                      <a:pt x="84" y="131"/>
                      <a:pt x="83" y="130"/>
                      <a:pt x="83" y="130"/>
                    </a:cubicBezTo>
                    <a:cubicBezTo>
                      <a:pt x="81" y="128"/>
                      <a:pt x="79" y="126"/>
                      <a:pt x="78" y="125"/>
                    </a:cubicBezTo>
                    <a:cubicBezTo>
                      <a:pt x="78" y="124"/>
                      <a:pt x="77" y="124"/>
                      <a:pt x="76" y="124"/>
                    </a:cubicBezTo>
                    <a:cubicBezTo>
                      <a:pt x="76" y="123"/>
                      <a:pt x="75" y="123"/>
                      <a:pt x="74" y="122"/>
                    </a:cubicBezTo>
                    <a:cubicBezTo>
                      <a:pt x="73" y="122"/>
                      <a:pt x="73" y="122"/>
                      <a:pt x="73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69" y="121"/>
                      <a:pt x="68" y="121"/>
                      <a:pt x="67" y="121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66" y="121"/>
                    </a:lnTo>
                    <a:cubicBezTo>
                      <a:pt x="65" y="121"/>
                      <a:pt x="64" y="121"/>
                      <a:pt x="63" y="121"/>
                    </a:cubicBezTo>
                    <a:cubicBezTo>
                      <a:pt x="62" y="121"/>
                      <a:pt x="61" y="121"/>
                      <a:pt x="60" y="122"/>
                    </a:cubicBezTo>
                    <a:cubicBezTo>
                      <a:pt x="59" y="123"/>
                      <a:pt x="58" y="123"/>
                      <a:pt x="57" y="123"/>
                    </a:cubicBezTo>
                    <a:cubicBezTo>
                      <a:pt x="55" y="124"/>
                      <a:pt x="54" y="125"/>
                      <a:pt x="53" y="125"/>
                    </a:cubicBezTo>
                    <a:cubicBezTo>
                      <a:pt x="51" y="127"/>
                      <a:pt x="50" y="127"/>
                      <a:pt x="49" y="128"/>
                    </a:cubicBezTo>
                    <a:cubicBezTo>
                      <a:pt x="47" y="130"/>
                      <a:pt x="46" y="131"/>
                      <a:pt x="44" y="133"/>
                    </a:cubicBezTo>
                    <a:cubicBezTo>
                      <a:pt x="43" y="135"/>
                      <a:pt x="41" y="137"/>
                      <a:pt x="39" y="139"/>
                    </a:cubicBezTo>
                    <a:cubicBezTo>
                      <a:pt x="37" y="143"/>
                      <a:pt x="34" y="147"/>
                      <a:pt x="32" y="152"/>
                    </a:cubicBezTo>
                    <a:cubicBezTo>
                      <a:pt x="29" y="156"/>
                      <a:pt x="27" y="160"/>
                      <a:pt x="26" y="165"/>
                    </a:cubicBezTo>
                    <a:cubicBezTo>
                      <a:pt x="25" y="166"/>
                      <a:pt x="25" y="167"/>
                      <a:pt x="25" y="169"/>
                    </a:cubicBezTo>
                    <a:cubicBezTo>
                      <a:pt x="25" y="170"/>
                      <a:pt x="24" y="171"/>
                      <a:pt x="24" y="173"/>
                    </a:cubicBezTo>
                    <a:cubicBezTo>
                      <a:pt x="24" y="176"/>
                      <a:pt x="24" y="178"/>
                      <a:pt x="24" y="181"/>
                    </a:cubicBezTo>
                    <a:cubicBezTo>
                      <a:pt x="24" y="185"/>
                      <a:pt x="25" y="189"/>
                      <a:pt x="25" y="193"/>
                    </a:cubicBezTo>
                    <a:cubicBezTo>
                      <a:pt x="26" y="195"/>
                      <a:pt x="26" y="197"/>
                      <a:pt x="27" y="199"/>
                    </a:cubicBezTo>
                    <a:cubicBezTo>
                      <a:pt x="28" y="202"/>
                      <a:pt x="29" y="204"/>
                      <a:pt x="30" y="206"/>
                    </a:cubicBezTo>
                    <a:cubicBezTo>
                      <a:pt x="32" y="209"/>
                      <a:pt x="33" y="212"/>
                      <a:pt x="34" y="215"/>
                    </a:cubicBezTo>
                    <a:cubicBezTo>
                      <a:pt x="37" y="217"/>
                      <a:pt x="39" y="220"/>
                      <a:pt x="41" y="223"/>
                    </a:cubicBezTo>
                    <a:cubicBezTo>
                      <a:pt x="43" y="226"/>
                      <a:pt x="46" y="229"/>
                      <a:pt x="48" y="231"/>
                    </a:cubicBezTo>
                    <a:cubicBezTo>
                      <a:pt x="50" y="232"/>
                      <a:pt x="51" y="233"/>
                      <a:pt x="53" y="235"/>
                    </a:cubicBezTo>
                    <a:cubicBezTo>
                      <a:pt x="54" y="235"/>
                      <a:pt x="54" y="236"/>
                      <a:pt x="55" y="236"/>
                    </a:cubicBezTo>
                    <a:cubicBezTo>
                      <a:pt x="54" y="236"/>
                      <a:pt x="54" y="236"/>
                      <a:pt x="54" y="235"/>
                    </a:cubicBezTo>
                    <a:cubicBezTo>
                      <a:pt x="55" y="236"/>
                      <a:pt x="56" y="236"/>
                      <a:pt x="57" y="237"/>
                    </a:cubicBezTo>
                    <a:cubicBezTo>
                      <a:pt x="58" y="237"/>
                      <a:pt x="59" y="237"/>
                      <a:pt x="60" y="237"/>
                    </a:cubicBezTo>
                    <a:cubicBezTo>
                      <a:pt x="61" y="238"/>
                      <a:pt x="61" y="238"/>
                      <a:pt x="62" y="238"/>
                    </a:cubicBezTo>
                    <a:cubicBezTo>
                      <a:pt x="63" y="238"/>
                      <a:pt x="64" y="238"/>
                      <a:pt x="65" y="238"/>
                    </a:cubicBezTo>
                    <a:lnTo>
                      <a:pt x="66" y="237"/>
                    </a:lnTo>
                    <a:lnTo>
                      <a:pt x="67" y="237"/>
                    </a:lnTo>
                    <a:cubicBezTo>
                      <a:pt x="66" y="237"/>
                      <a:pt x="66" y="238"/>
                      <a:pt x="65" y="238"/>
                    </a:cubicBezTo>
                    <a:cubicBezTo>
                      <a:pt x="66" y="238"/>
                      <a:pt x="67" y="237"/>
                      <a:pt x="68" y="237"/>
                    </a:cubicBezTo>
                    <a:lnTo>
                      <a:pt x="69" y="237"/>
                    </a:lnTo>
                    <a:cubicBezTo>
                      <a:pt x="71" y="236"/>
                      <a:pt x="72" y="234"/>
                      <a:pt x="73" y="233"/>
                    </a:cubicBezTo>
                    <a:cubicBezTo>
                      <a:pt x="75" y="231"/>
                      <a:pt x="78" y="229"/>
                      <a:pt x="79" y="227"/>
                    </a:cubicBezTo>
                    <a:cubicBezTo>
                      <a:pt x="82" y="225"/>
                      <a:pt x="84" y="222"/>
                      <a:pt x="86" y="219"/>
                    </a:cubicBezTo>
                    <a:cubicBezTo>
                      <a:pt x="89" y="215"/>
                      <a:pt x="92" y="209"/>
                      <a:pt x="94" y="204"/>
                    </a:cubicBezTo>
                    <a:cubicBezTo>
                      <a:pt x="94" y="205"/>
                      <a:pt x="94" y="205"/>
                      <a:pt x="94" y="206"/>
                    </a:cubicBezTo>
                    <a:cubicBezTo>
                      <a:pt x="104" y="186"/>
                      <a:pt x="111" y="166"/>
                      <a:pt x="119" y="146"/>
                    </a:cubicBezTo>
                    <a:cubicBezTo>
                      <a:pt x="119" y="138"/>
                      <a:pt x="119" y="130"/>
                      <a:pt x="119" y="122"/>
                    </a:cubicBezTo>
                    <a:cubicBezTo>
                      <a:pt x="119" y="91"/>
                      <a:pt x="119" y="59"/>
                      <a:pt x="131" y="30"/>
                    </a:cubicBezTo>
                    <a:cubicBezTo>
                      <a:pt x="133" y="23"/>
                      <a:pt x="136" y="17"/>
                      <a:pt x="140" y="11"/>
                    </a:cubicBezTo>
                    <a:cubicBezTo>
                      <a:pt x="143" y="7"/>
                      <a:pt x="148" y="1"/>
                      <a:pt x="154" y="0"/>
                    </a:cubicBezTo>
                    <a:cubicBezTo>
                      <a:pt x="158" y="0"/>
                      <a:pt x="161" y="0"/>
                      <a:pt x="163" y="1"/>
                    </a:cubicBezTo>
                    <a:cubicBezTo>
                      <a:pt x="166" y="3"/>
                      <a:pt x="168" y="5"/>
                      <a:pt x="170" y="8"/>
                    </a:cubicBezTo>
                    <a:cubicBezTo>
                      <a:pt x="173" y="12"/>
                      <a:pt x="173" y="19"/>
                      <a:pt x="173" y="24"/>
                    </a:cubicBezTo>
                    <a:lnTo>
                      <a:pt x="173" y="23"/>
                    </a:lnTo>
                    <a:cubicBezTo>
                      <a:pt x="172" y="30"/>
                      <a:pt x="171" y="37"/>
                      <a:pt x="170" y="43"/>
                    </a:cubicBezTo>
                    <a:cubicBezTo>
                      <a:pt x="170" y="46"/>
                      <a:pt x="170" y="49"/>
                      <a:pt x="169" y="51"/>
                    </a:cubicBezTo>
                    <a:cubicBezTo>
                      <a:pt x="168" y="56"/>
                      <a:pt x="168" y="60"/>
                      <a:pt x="167" y="63"/>
                    </a:cubicBezTo>
                    <a:cubicBezTo>
                      <a:pt x="164" y="75"/>
                      <a:pt x="161" y="86"/>
                      <a:pt x="157" y="97"/>
                    </a:cubicBezTo>
                    <a:cubicBezTo>
                      <a:pt x="153" y="111"/>
                      <a:pt x="149" y="124"/>
                      <a:pt x="145" y="138"/>
                    </a:cubicBezTo>
                    <a:cubicBezTo>
                      <a:pt x="143" y="142"/>
                      <a:pt x="142" y="146"/>
                      <a:pt x="141" y="150"/>
                    </a:cubicBezTo>
                    <a:cubicBezTo>
                      <a:pt x="141" y="153"/>
                      <a:pt x="141" y="157"/>
                      <a:pt x="140" y="160"/>
                    </a:cubicBezTo>
                    <a:cubicBezTo>
                      <a:pt x="140" y="185"/>
                      <a:pt x="138" y="210"/>
                      <a:pt x="138" y="235"/>
                    </a:cubicBezTo>
                    <a:cubicBezTo>
                      <a:pt x="138" y="240"/>
                      <a:pt x="137" y="244"/>
                      <a:pt x="138" y="249"/>
                    </a:cubicBezTo>
                    <a:cubicBezTo>
                      <a:pt x="138" y="256"/>
                      <a:pt x="131" y="262"/>
                      <a:pt x="125" y="261"/>
                    </a:cubicBezTo>
                    <a:cubicBezTo>
                      <a:pt x="118" y="261"/>
                      <a:pt x="113" y="256"/>
                      <a:pt x="113" y="249"/>
                    </a:cubicBezTo>
                    <a:cubicBezTo>
                      <a:pt x="113" y="244"/>
                      <a:pt x="114" y="238"/>
                      <a:pt x="114" y="233"/>
                    </a:cubicBezTo>
                    <a:cubicBezTo>
                      <a:pt x="114" y="229"/>
                      <a:pt x="115" y="226"/>
                      <a:pt x="115" y="222"/>
                    </a:cubicBezTo>
                    <a:cubicBezTo>
                      <a:pt x="115" y="219"/>
                      <a:pt x="116" y="216"/>
                      <a:pt x="116" y="213"/>
                    </a:cubicBezTo>
                    <a:cubicBezTo>
                      <a:pt x="113" y="218"/>
                      <a:pt x="111" y="223"/>
                      <a:pt x="107" y="229"/>
                    </a:cubicBezTo>
                    <a:cubicBezTo>
                      <a:pt x="104" y="235"/>
                      <a:pt x="99" y="241"/>
                      <a:pt x="94" y="246"/>
                    </a:cubicBezTo>
                    <a:cubicBezTo>
                      <a:pt x="89" y="252"/>
                      <a:pt x="82" y="258"/>
                      <a:pt x="74" y="260"/>
                    </a:cubicBezTo>
                    <a:cubicBezTo>
                      <a:pt x="71" y="261"/>
                      <a:pt x="67" y="262"/>
                      <a:pt x="63" y="262"/>
                    </a:cubicBezTo>
                    <a:cubicBezTo>
                      <a:pt x="60" y="262"/>
                      <a:pt x="57" y="261"/>
                      <a:pt x="54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252360" y="1094760"/>
                <a:ext cx="3168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21" extrusionOk="0">
                    <a:moveTo>
                      <a:pt x="65" y="117"/>
                    </a:moveTo>
                    <a:cubicBezTo>
                      <a:pt x="52" y="102"/>
                      <a:pt x="38" y="87"/>
                      <a:pt x="27" y="71"/>
                    </a:cubicBezTo>
                    <a:cubicBezTo>
                      <a:pt x="21" y="62"/>
                      <a:pt x="16" y="52"/>
                      <a:pt x="10" y="43"/>
                    </a:cubicBezTo>
                    <a:cubicBezTo>
                      <a:pt x="7" y="38"/>
                      <a:pt x="5" y="32"/>
                      <a:pt x="3" y="26"/>
                    </a:cubicBezTo>
                    <a:cubicBezTo>
                      <a:pt x="2" y="22"/>
                      <a:pt x="0" y="16"/>
                      <a:pt x="1" y="12"/>
                    </a:cubicBezTo>
                    <a:cubicBezTo>
                      <a:pt x="2" y="7"/>
                      <a:pt x="5" y="3"/>
                      <a:pt x="9" y="1"/>
                    </a:cubicBezTo>
                    <a:cubicBezTo>
                      <a:pt x="12" y="0"/>
                      <a:pt x="15" y="0"/>
                      <a:pt x="19" y="1"/>
                    </a:cubicBezTo>
                    <a:cubicBezTo>
                      <a:pt x="21" y="1"/>
                      <a:pt x="24" y="3"/>
                      <a:pt x="26" y="5"/>
                    </a:cubicBezTo>
                    <a:cubicBezTo>
                      <a:pt x="28" y="9"/>
                      <a:pt x="29" y="13"/>
                      <a:pt x="28" y="16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8" y="23"/>
                      <a:pt x="29" y="26"/>
                      <a:pt x="31" y="30"/>
                    </a:cubicBezTo>
                    <a:cubicBezTo>
                      <a:pt x="34" y="36"/>
                      <a:pt x="38" y="43"/>
                      <a:pt x="41" y="49"/>
                    </a:cubicBezTo>
                    <a:cubicBezTo>
                      <a:pt x="45" y="54"/>
                      <a:pt x="48" y="59"/>
                      <a:pt x="52" y="65"/>
                    </a:cubicBezTo>
                    <a:cubicBezTo>
                      <a:pt x="56" y="71"/>
                      <a:pt x="60" y="76"/>
                      <a:pt x="65" y="81"/>
                    </a:cubicBezTo>
                    <a:cubicBezTo>
                      <a:pt x="70" y="87"/>
                      <a:pt x="76" y="94"/>
                      <a:pt x="82" y="100"/>
                    </a:cubicBezTo>
                    <a:cubicBezTo>
                      <a:pt x="87" y="105"/>
                      <a:pt x="87" y="112"/>
                      <a:pt x="82" y="117"/>
                    </a:cubicBezTo>
                    <a:cubicBezTo>
                      <a:pt x="80" y="119"/>
                      <a:pt x="77" y="120"/>
                      <a:pt x="73" y="120"/>
                    </a:cubicBezTo>
                    <a:cubicBezTo>
                      <a:pt x="70" y="120"/>
                      <a:pt x="67" y="119"/>
                      <a:pt x="6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254880" y="1094040"/>
                <a:ext cx="46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6" extrusionOk="0">
                    <a:moveTo>
                      <a:pt x="7" y="153"/>
                    </a:moveTo>
                    <a:cubicBezTo>
                      <a:pt x="2" y="150"/>
                      <a:pt x="0" y="143"/>
                      <a:pt x="3" y="137"/>
                    </a:cubicBezTo>
                    <a:cubicBezTo>
                      <a:pt x="15" y="116"/>
                      <a:pt x="28" y="95"/>
                      <a:pt x="43" y="74"/>
                    </a:cubicBezTo>
                    <a:cubicBezTo>
                      <a:pt x="51" y="64"/>
                      <a:pt x="58" y="53"/>
                      <a:pt x="66" y="42"/>
                    </a:cubicBezTo>
                    <a:cubicBezTo>
                      <a:pt x="70" y="38"/>
                      <a:pt x="74" y="33"/>
                      <a:pt x="77" y="29"/>
                    </a:cubicBezTo>
                    <a:cubicBezTo>
                      <a:pt x="86" y="19"/>
                      <a:pt x="96" y="9"/>
                      <a:pt x="108" y="3"/>
                    </a:cubicBezTo>
                    <a:cubicBezTo>
                      <a:pt x="114" y="0"/>
                      <a:pt x="122" y="2"/>
                      <a:pt x="125" y="7"/>
                    </a:cubicBezTo>
                    <a:cubicBezTo>
                      <a:pt x="129" y="13"/>
                      <a:pt x="126" y="21"/>
                      <a:pt x="120" y="25"/>
                    </a:cubicBezTo>
                    <a:cubicBezTo>
                      <a:pt x="118" y="26"/>
                      <a:pt x="116" y="27"/>
                      <a:pt x="114" y="28"/>
                    </a:cubicBezTo>
                    <a:cubicBezTo>
                      <a:pt x="112" y="30"/>
                      <a:pt x="109" y="31"/>
                      <a:pt x="107" y="33"/>
                    </a:cubicBezTo>
                    <a:cubicBezTo>
                      <a:pt x="104" y="37"/>
                      <a:pt x="100" y="40"/>
                      <a:pt x="97" y="44"/>
                    </a:cubicBezTo>
                    <a:cubicBezTo>
                      <a:pt x="90" y="51"/>
                      <a:pt x="84" y="59"/>
                      <a:pt x="78" y="67"/>
                    </a:cubicBezTo>
                    <a:cubicBezTo>
                      <a:pt x="72" y="74"/>
                      <a:pt x="66" y="81"/>
                      <a:pt x="60" y="90"/>
                    </a:cubicBezTo>
                    <a:cubicBezTo>
                      <a:pt x="54" y="99"/>
                      <a:pt x="48" y="108"/>
                      <a:pt x="41" y="118"/>
                    </a:cubicBezTo>
                    <a:cubicBezTo>
                      <a:pt x="35" y="128"/>
                      <a:pt x="29" y="139"/>
                      <a:pt x="23" y="150"/>
                    </a:cubicBezTo>
                    <a:cubicBezTo>
                      <a:pt x="21" y="153"/>
                      <a:pt x="17" y="155"/>
                      <a:pt x="13" y="155"/>
                    </a:cubicBezTo>
                    <a:cubicBezTo>
                      <a:pt x="11" y="155"/>
                      <a:pt x="9" y="154"/>
                      <a:pt x="7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136800" y="975600"/>
                <a:ext cx="3672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48" y="177"/>
                    </a:moveTo>
                    <a:cubicBezTo>
                      <a:pt x="47" y="170"/>
                      <a:pt x="48" y="163"/>
                      <a:pt x="48" y="156"/>
                    </a:cubicBezTo>
                    <a:cubicBezTo>
                      <a:pt x="48" y="150"/>
                      <a:pt x="49" y="144"/>
                      <a:pt x="49" y="138"/>
                    </a:cubicBezTo>
                    <a:cubicBezTo>
                      <a:pt x="50" y="125"/>
                      <a:pt x="51" y="112"/>
                      <a:pt x="52" y="99"/>
                    </a:cubicBezTo>
                    <a:cubicBezTo>
                      <a:pt x="53" y="92"/>
                      <a:pt x="53" y="86"/>
                      <a:pt x="55" y="79"/>
                    </a:cubicBezTo>
                    <a:cubicBezTo>
                      <a:pt x="55" y="76"/>
                      <a:pt x="55" y="72"/>
                      <a:pt x="56" y="69"/>
                    </a:cubicBezTo>
                    <a:cubicBezTo>
                      <a:pt x="56" y="68"/>
                      <a:pt x="56" y="67"/>
                      <a:pt x="57" y="66"/>
                    </a:cubicBezTo>
                    <a:cubicBezTo>
                      <a:pt x="51" y="72"/>
                      <a:pt x="45" y="79"/>
                      <a:pt x="38" y="85"/>
                    </a:cubicBezTo>
                    <a:cubicBezTo>
                      <a:pt x="35" y="88"/>
                      <a:pt x="32" y="92"/>
                      <a:pt x="29" y="95"/>
                    </a:cubicBezTo>
                    <a:cubicBezTo>
                      <a:pt x="24" y="100"/>
                      <a:pt x="18" y="106"/>
                      <a:pt x="9" y="104"/>
                    </a:cubicBezTo>
                    <a:cubicBezTo>
                      <a:pt x="4" y="102"/>
                      <a:pt x="0" y="97"/>
                      <a:pt x="0" y="92"/>
                    </a:cubicBezTo>
                    <a:cubicBezTo>
                      <a:pt x="0" y="91"/>
                      <a:pt x="0" y="90"/>
                      <a:pt x="0" y="90"/>
                    </a:cubicBezTo>
                    <a:cubicBezTo>
                      <a:pt x="1" y="85"/>
                      <a:pt x="5" y="81"/>
                      <a:pt x="9" y="80"/>
                    </a:cubicBezTo>
                    <a:cubicBezTo>
                      <a:pt x="26" y="64"/>
                      <a:pt x="42" y="47"/>
                      <a:pt x="58" y="30"/>
                    </a:cubicBezTo>
                    <a:cubicBezTo>
                      <a:pt x="64" y="23"/>
                      <a:pt x="70" y="17"/>
                      <a:pt x="75" y="11"/>
                    </a:cubicBezTo>
                    <a:cubicBezTo>
                      <a:pt x="76" y="9"/>
                      <a:pt x="76" y="9"/>
                      <a:pt x="77" y="8"/>
                    </a:cubicBezTo>
                    <a:cubicBezTo>
                      <a:pt x="80" y="2"/>
                      <a:pt x="88" y="0"/>
                      <a:pt x="94" y="4"/>
                    </a:cubicBezTo>
                    <a:cubicBezTo>
                      <a:pt x="99" y="8"/>
                      <a:pt x="101" y="15"/>
                      <a:pt x="98" y="21"/>
                    </a:cubicBezTo>
                    <a:cubicBezTo>
                      <a:pt x="97" y="22"/>
                      <a:pt x="96" y="23"/>
                      <a:pt x="95" y="25"/>
                    </a:cubicBezTo>
                    <a:cubicBezTo>
                      <a:pt x="92" y="32"/>
                      <a:pt x="88" y="40"/>
                      <a:pt x="86" y="48"/>
                    </a:cubicBezTo>
                    <a:cubicBezTo>
                      <a:pt x="84" y="52"/>
                      <a:pt x="83" y="56"/>
                      <a:pt x="82" y="60"/>
                    </a:cubicBezTo>
                    <a:cubicBezTo>
                      <a:pt x="81" y="65"/>
                      <a:pt x="80" y="69"/>
                      <a:pt x="79" y="74"/>
                    </a:cubicBezTo>
                    <a:cubicBezTo>
                      <a:pt x="77" y="83"/>
                      <a:pt x="76" y="91"/>
                      <a:pt x="75" y="100"/>
                    </a:cubicBezTo>
                    <a:cubicBezTo>
                      <a:pt x="74" y="108"/>
                      <a:pt x="73" y="118"/>
                      <a:pt x="73" y="127"/>
                    </a:cubicBezTo>
                    <a:lnTo>
                      <a:pt x="73" y="126"/>
                    </a:lnTo>
                    <a:cubicBezTo>
                      <a:pt x="72" y="140"/>
                      <a:pt x="71" y="155"/>
                      <a:pt x="72" y="169"/>
                    </a:cubicBezTo>
                    <a:cubicBezTo>
                      <a:pt x="72" y="171"/>
                      <a:pt x="72" y="173"/>
                      <a:pt x="72" y="174"/>
                    </a:cubicBezTo>
                    <a:cubicBezTo>
                      <a:pt x="73" y="181"/>
                      <a:pt x="68" y="187"/>
                      <a:pt x="61" y="188"/>
                    </a:cubicBezTo>
                    <a:lnTo>
                      <a:pt x="60" y="188"/>
                    </a:lnTo>
                    <a:cubicBezTo>
                      <a:pt x="54" y="188"/>
                      <a:pt x="48" y="184"/>
                      <a:pt x="48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37080" y="1087920"/>
                <a:ext cx="49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2" extrusionOk="0">
                    <a:moveTo>
                      <a:pt x="12" y="31"/>
                    </a:moveTo>
                    <a:cubicBezTo>
                      <a:pt x="5" y="30"/>
                      <a:pt x="0" y="24"/>
                      <a:pt x="1" y="17"/>
                    </a:cubicBezTo>
                    <a:cubicBezTo>
                      <a:pt x="2" y="9"/>
                      <a:pt x="9" y="4"/>
                      <a:pt x="16" y="6"/>
                    </a:cubicBezTo>
                    <a:cubicBezTo>
                      <a:pt x="26" y="7"/>
                      <a:pt x="34" y="6"/>
                      <a:pt x="43" y="6"/>
                    </a:cubicBezTo>
                    <a:cubicBezTo>
                      <a:pt x="43" y="6"/>
                      <a:pt x="42" y="6"/>
                      <a:pt x="41" y="6"/>
                    </a:cubicBezTo>
                    <a:cubicBezTo>
                      <a:pt x="53" y="5"/>
                      <a:pt x="63" y="4"/>
                      <a:pt x="74" y="4"/>
                    </a:cubicBezTo>
                    <a:cubicBezTo>
                      <a:pt x="73" y="4"/>
                      <a:pt x="73" y="4"/>
                      <a:pt x="72" y="4"/>
                    </a:cubicBezTo>
                    <a:cubicBezTo>
                      <a:pt x="76" y="3"/>
                      <a:pt x="80" y="3"/>
                      <a:pt x="85" y="3"/>
                    </a:cubicBezTo>
                    <a:cubicBezTo>
                      <a:pt x="84" y="3"/>
                      <a:pt x="83" y="3"/>
                      <a:pt x="83" y="3"/>
                    </a:cubicBezTo>
                    <a:cubicBezTo>
                      <a:pt x="96" y="2"/>
                      <a:pt x="109" y="2"/>
                      <a:pt x="122" y="0"/>
                    </a:cubicBezTo>
                    <a:cubicBezTo>
                      <a:pt x="129" y="0"/>
                      <a:pt x="135" y="4"/>
                      <a:pt x="136" y="11"/>
                    </a:cubicBezTo>
                    <a:cubicBezTo>
                      <a:pt x="137" y="18"/>
                      <a:pt x="131" y="24"/>
                      <a:pt x="124" y="24"/>
                    </a:cubicBezTo>
                    <a:cubicBezTo>
                      <a:pt x="120" y="24"/>
                      <a:pt x="117" y="25"/>
                      <a:pt x="113" y="25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8" y="25"/>
                      <a:pt x="81" y="27"/>
                      <a:pt x="65" y="28"/>
                    </a:cubicBezTo>
                    <a:cubicBezTo>
                      <a:pt x="57" y="28"/>
                      <a:pt x="49" y="29"/>
                      <a:pt x="41" y="30"/>
                    </a:cubicBezTo>
                    <a:cubicBezTo>
                      <a:pt x="37" y="30"/>
                      <a:pt x="33" y="31"/>
                      <a:pt x="29" y="31"/>
                    </a:cubicBezTo>
                    <a:cubicBezTo>
                      <a:pt x="25" y="31"/>
                      <a:pt x="21" y="31"/>
                      <a:pt x="17" y="31"/>
                    </a:cubicBezTo>
                    <a:cubicBezTo>
                      <a:pt x="15" y="31"/>
                      <a:pt x="13" y="31"/>
                      <a:pt x="12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35640" y="1097280"/>
                <a:ext cx="78840" cy="2016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6" extrusionOk="0">
                    <a:moveTo>
                      <a:pt x="15" y="55"/>
                    </a:moveTo>
                    <a:cubicBezTo>
                      <a:pt x="10" y="55"/>
                      <a:pt x="6" y="53"/>
                      <a:pt x="3" y="49"/>
                    </a:cubicBezTo>
                    <a:cubicBezTo>
                      <a:pt x="1" y="45"/>
                      <a:pt x="0" y="40"/>
                      <a:pt x="3" y="36"/>
                    </a:cubicBezTo>
                    <a:cubicBezTo>
                      <a:pt x="3" y="35"/>
                      <a:pt x="3" y="34"/>
                      <a:pt x="4" y="34"/>
                    </a:cubicBezTo>
                    <a:cubicBezTo>
                      <a:pt x="7" y="30"/>
                      <a:pt x="13" y="28"/>
                      <a:pt x="17" y="30"/>
                    </a:cubicBezTo>
                    <a:cubicBezTo>
                      <a:pt x="23" y="29"/>
                      <a:pt x="29" y="28"/>
                      <a:pt x="35" y="27"/>
                    </a:cubicBezTo>
                    <a:cubicBezTo>
                      <a:pt x="41" y="26"/>
                      <a:pt x="48" y="25"/>
                      <a:pt x="54" y="24"/>
                    </a:cubicBezTo>
                    <a:cubicBezTo>
                      <a:pt x="66" y="22"/>
                      <a:pt x="79" y="20"/>
                      <a:pt x="90" y="19"/>
                    </a:cubicBezTo>
                    <a:cubicBezTo>
                      <a:pt x="116" y="15"/>
                      <a:pt x="142" y="11"/>
                      <a:pt x="168" y="7"/>
                    </a:cubicBezTo>
                    <a:cubicBezTo>
                      <a:pt x="180" y="5"/>
                      <a:pt x="193" y="3"/>
                      <a:pt x="206" y="1"/>
                    </a:cubicBezTo>
                    <a:cubicBezTo>
                      <a:pt x="212" y="0"/>
                      <a:pt x="217" y="5"/>
                      <a:pt x="217" y="10"/>
                    </a:cubicBezTo>
                    <a:cubicBezTo>
                      <a:pt x="218" y="16"/>
                      <a:pt x="214" y="20"/>
                      <a:pt x="208" y="22"/>
                    </a:cubicBezTo>
                    <a:cubicBezTo>
                      <a:pt x="159" y="30"/>
                      <a:pt x="110" y="38"/>
                      <a:pt x="61" y="47"/>
                    </a:cubicBezTo>
                    <a:cubicBezTo>
                      <a:pt x="52" y="48"/>
                      <a:pt x="43" y="50"/>
                      <a:pt x="34" y="51"/>
                    </a:cubicBezTo>
                    <a:cubicBezTo>
                      <a:pt x="30" y="52"/>
                      <a:pt x="26" y="53"/>
                      <a:pt x="22" y="54"/>
                    </a:cubicBezTo>
                    <a:cubicBezTo>
                      <a:pt x="20" y="54"/>
                      <a:pt x="17" y="55"/>
                      <a:pt x="15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335880" y="1040760"/>
                <a:ext cx="5256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357" extrusionOk="0">
                    <a:moveTo>
                      <a:pt x="39" y="350"/>
                    </a:moveTo>
                    <a:cubicBezTo>
                      <a:pt x="34" y="349"/>
                      <a:pt x="28" y="346"/>
                      <a:pt x="23" y="343"/>
                    </a:cubicBezTo>
                    <a:cubicBezTo>
                      <a:pt x="18" y="340"/>
                      <a:pt x="13" y="336"/>
                      <a:pt x="9" y="331"/>
                    </a:cubicBezTo>
                    <a:cubicBezTo>
                      <a:pt x="3" y="324"/>
                      <a:pt x="0" y="313"/>
                      <a:pt x="6" y="303"/>
                    </a:cubicBezTo>
                    <a:cubicBezTo>
                      <a:pt x="11" y="293"/>
                      <a:pt x="22" y="286"/>
                      <a:pt x="32" y="280"/>
                    </a:cubicBezTo>
                    <a:cubicBezTo>
                      <a:pt x="37" y="276"/>
                      <a:pt x="44" y="278"/>
                      <a:pt x="48" y="283"/>
                    </a:cubicBezTo>
                    <a:cubicBezTo>
                      <a:pt x="52" y="288"/>
                      <a:pt x="50" y="295"/>
                      <a:pt x="46" y="299"/>
                    </a:cubicBezTo>
                    <a:cubicBezTo>
                      <a:pt x="41" y="302"/>
                      <a:pt x="36" y="306"/>
                      <a:pt x="32" y="310"/>
                    </a:cubicBezTo>
                    <a:cubicBezTo>
                      <a:pt x="31" y="310"/>
                      <a:pt x="29" y="311"/>
                      <a:pt x="29" y="313"/>
                    </a:cubicBezTo>
                    <a:cubicBezTo>
                      <a:pt x="28" y="313"/>
                      <a:pt x="28" y="314"/>
                      <a:pt x="27" y="314"/>
                    </a:cubicBezTo>
                    <a:cubicBezTo>
                      <a:pt x="28" y="314"/>
                      <a:pt x="28" y="313"/>
                      <a:pt x="28" y="313"/>
                    </a:cubicBezTo>
                    <a:lnTo>
                      <a:pt x="27" y="314"/>
                    </a:ln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16"/>
                      <a:pt x="29" y="317"/>
                      <a:pt x="29" y="318"/>
                    </a:cubicBezTo>
                    <a:cubicBezTo>
                      <a:pt x="30" y="319"/>
                      <a:pt x="31" y="319"/>
                      <a:pt x="31" y="320"/>
                    </a:cubicBezTo>
                    <a:cubicBezTo>
                      <a:pt x="32" y="320"/>
                      <a:pt x="32" y="321"/>
                      <a:pt x="34" y="322"/>
                    </a:cubicBezTo>
                    <a:cubicBezTo>
                      <a:pt x="33" y="321"/>
                      <a:pt x="33" y="321"/>
                      <a:pt x="32" y="321"/>
                    </a:cubicBezTo>
                    <a:cubicBezTo>
                      <a:pt x="33" y="322"/>
                      <a:pt x="34" y="322"/>
                      <a:pt x="35" y="322"/>
                    </a:cubicBezTo>
                    <a:cubicBezTo>
                      <a:pt x="39" y="325"/>
                      <a:pt x="43" y="327"/>
                      <a:pt x="47" y="328"/>
                    </a:cubicBezTo>
                    <a:cubicBezTo>
                      <a:pt x="50" y="329"/>
                      <a:pt x="54" y="330"/>
                      <a:pt x="57" y="331"/>
                    </a:cubicBezTo>
                    <a:cubicBezTo>
                      <a:pt x="60" y="332"/>
                      <a:pt x="62" y="332"/>
                      <a:pt x="64" y="332"/>
                    </a:cubicBezTo>
                    <a:cubicBezTo>
                      <a:pt x="67" y="332"/>
                      <a:pt x="69" y="332"/>
                      <a:pt x="72" y="332"/>
                    </a:cubicBezTo>
                    <a:cubicBezTo>
                      <a:pt x="71" y="332"/>
                      <a:pt x="71" y="332"/>
                      <a:pt x="70" y="332"/>
                    </a:cubicBezTo>
                    <a:cubicBezTo>
                      <a:pt x="73" y="332"/>
                      <a:pt x="76" y="332"/>
                      <a:pt x="78" y="331"/>
                    </a:cubicBezTo>
                    <a:cubicBezTo>
                      <a:pt x="80" y="331"/>
                      <a:pt x="82" y="331"/>
                      <a:pt x="84" y="330"/>
                    </a:cubicBezTo>
                    <a:cubicBezTo>
                      <a:pt x="85" y="329"/>
                      <a:pt x="86" y="329"/>
                      <a:pt x="87" y="329"/>
                    </a:cubicBezTo>
                    <a:cubicBezTo>
                      <a:pt x="88" y="328"/>
                      <a:pt x="88" y="328"/>
                      <a:pt x="89" y="327"/>
                    </a:cubicBezTo>
                    <a:cubicBezTo>
                      <a:pt x="89" y="327"/>
                      <a:pt x="90" y="327"/>
                      <a:pt x="91" y="327"/>
                    </a:cubicBezTo>
                    <a:cubicBezTo>
                      <a:pt x="91" y="326"/>
                      <a:pt x="91" y="326"/>
                      <a:pt x="91" y="325"/>
                    </a:cubicBezTo>
                    <a:cubicBezTo>
                      <a:pt x="92" y="325"/>
                      <a:pt x="92" y="325"/>
                      <a:pt x="92" y="325"/>
                    </a:cubicBezTo>
                    <a:cubicBezTo>
                      <a:pt x="92" y="324"/>
                      <a:pt x="93" y="323"/>
                      <a:pt x="93" y="322"/>
                    </a:cubicBezTo>
                    <a:cubicBezTo>
                      <a:pt x="94" y="320"/>
                      <a:pt x="94" y="318"/>
                      <a:pt x="95" y="315"/>
                    </a:cubicBezTo>
                    <a:cubicBezTo>
                      <a:pt x="96" y="312"/>
                      <a:pt x="96" y="308"/>
                      <a:pt x="96" y="304"/>
                    </a:cubicBezTo>
                    <a:cubicBezTo>
                      <a:pt x="96" y="305"/>
                      <a:pt x="96" y="306"/>
                      <a:pt x="96" y="306"/>
                    </a:cubicBezTo>
                    <a:cubicBezTo>
                      <a:pt x="97" y="300"/>
                      <a:pt x="97" y="294"/>
                      <a:pt x="97" y="288"/>
                    </a:cubicBezTo>
                    <a:cubicBezTo>
                      <a:pt x="98" y="282"/>
                      <a:pt x="97" y="277"/>
                      <a:pt x="96" y="272"/>
                    </a:cubicBezTo>
                    <a:cubicBezTo>
                      <a:pt x="96" y="267"/>
                      <a:pt x="95" y="262"/>
                      <a:pt x="95" y="257"/>
                    </a:cubicBezTo>
                    <a:cubicBezTo>
                      <a:pt x="93" y="250"/>
                      <a:pt x="91" y="242"/>
                      <a:pt x="89" y="234"/>
                    </a:cubicBezTo>
                    <a:cubicBezTo>
                      <a:pt x="88" y="227"/>
                      <a:pt x="85" y="219"/>
                      <a:pt x="83" y="212"/>
                    </a:cubicBezTo>
                    <a:cubicBezTo>
                      <a:pt x="78" y="200"/>
                      <a:pt x="74" y="187"/>
                      <a:pt x="70" y="175"/>
                    </a:cubicBezTo>
                    <a:cubicBezTo>
                      <a:pt x="66" y="162"/>
                      <a:pt x="61" y="151"/>
                      <a:pt x="57" y="138"/>
                    </a:cubicBezTo>
                    <a:cubicBezTo>
                      <a:pt x="55" y="130"/>
                      <a:pt x="52" y="121"/>
                      <a:pt x="50" y="112"/>
                    </a:cubicBezTo>
                    <a:cubicBezTo>
                      <a:pt x="49" y="103"/>
                      <a:pt x="48" y="94"/>
                      <a:pt x="48" y="84"/>
                    </a:cubicBezTo>
                    <a:cubicBezTo>
                      <a:pt x="49" y="67"/>
                      <a:pt x="53" y="50"/>
                      <a:pt x="63" y="36"/>
                    </a:cubicBezTo>
                    <a:cubicBezTo>
                      <a:pt x="73" y="23"/>
                      <a:pt x="85" y="11"/>
                      <a:pt x="101" y="8"/>
                    </a:cubicBezTo>
                    <a:cubicBezTo>
                      <a:pt x="108" y="7"/>
                      <a:pt x="114" y="7"/>
                      <a:pt x="120" y="9"/>
                    </a:cubicBezTo>
                    <a:cubicBezTo>
                      <a:pt x="122" y="3"/>
                      <a:pt x="129" y="0"/>
                      <a:pt x="135" y="1"/>
                    </a:cubicBezTo>
                    <a:cubicBezTo>
                      <a:pt x="141" y="4"/>
                      <a:pt x="145" y="11"/>
                      <a:pt x="144" y="17"/>
                    </a:cubicBezTo>
                    <a:cubicBezTo>
                      <a:pt x="143" y="19"/>
                      <a:pt x="143" y="21"/>
                      <a:pt x="142" y="24"/>
                    </a:cubicBezTo>
                    <a:cubicBezTo>
                      <a:pt x="142" y="24"/>
                      <a:pt x="141" y="24"/>
                      <a:pt x="141" y="25"/>
                    </a:cubicBezTo>
                    <a:cubicBezTo>
                      <a:pt x="144" y="30"/>
                      <a:pt x="145" y="35"/>
                      <a:pt x="144" y="41"/>
                    </a:cubicBezTo>
                    <a:cubicBezTo>
                      <a:pt x="142" y="47"/>
                      <a:pt x="139" y="53"/>
                      <a:pt x="133" y="56"/>
                    </a:cubicBezTo>
                    <a:cubicBezTo>
                      <a:pt x="126" y="58"/>
                      <a:pt x="119" y="56"/>
                      <a:pt x="116" y="49"/>
                    </a:cubicBezTo>
                    <a:cubicBezTo>
                      <a:pt x="115" y="46"/>
                      <a:pt x="115" y="44"/>
                      <a:pt x="115" y="41"/>
                    </a:cubicBezTo>
                    <a:cubicBezTo>
                      <a:pt x="115" y="39"/>
                      <a:pt x="115" y="38"/>
                      <a:pt x="115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4" y="32"/>
                      <a:pt x="114" y="32"/>
                      <a:pt x="113" y="32"/>
                    </a:cubicBezTo>
                    <a:cubicBezTo>
                      <a:pt x="113" y="32"/>
                      <a:pt x="112" y="32"/>
                      <a:pt x="111" y="32"/>
                    </a:cubicBezTo>
                    <a:cubicBezTo>
                      <a:pt x="110" y="32"/>
                      <a:pt x="109" y="32"/>
                      <a:pt x="108" y="32"/>
                    </a:cubicBezTo>
                    <a:cubicBezTo>
                      <a:pt x="107" y="32"/>
                      <a:pt x="106" y="32"/>
                      <a:pt x="105" y="32"/>
                    </a:cubicBezTo>
                    <a:cubicBezTo>
                      <a:pt x="104" y="32"/>
                      <a:pt x="103" y="33"/>
                      <a:pt x="102" y="33"/>
                    </a:cubicBezTo>
                    <a:cubicBezTo>
                      <a:pt x="101" y="34"/>
                      <a:pt x="101" y="34"/>
                      <a:pt x="100" y="34"/>
                    </a:cubicBezTo>
                    <a:cubicBezTo>
                      <a:pt x="98" y="35"/>
                      <a:pt x="97" y="35"/>
                      <a:pt x="96" y="36"/>
                    </a:cubicBezTo>
                    <a:cubicBezTo>
                      <a:pt x="95" y="36"/>
                      <a:pt x="95" y="37"/>
                      <a:pt x="94" y="38"/>
                    </a:cubicBezTo>
                    <a:cubicBezTo>
                      <a:pt x="92" y="39"/>
                      <a:pt x="89" y="42"/>
                      <a:pt x="88" y="43"/>
                    </a:cubicBezTo>
                    <a:cubicBezTo>
                      <a:pt x="86" y="46"/>
                      <a:pt x="84" y="48"/>
                      <a:pt x="83" y="50"/>
                    </a:cubicBezTo>
                    <a:cubicBezTo>
                      <a:pt x="81" y="52"/>
                      <a:pt x="80" y="54"/>
                      <a:pt x="79" y="56"/>
                    </a:cubicBezTo>
                    <a:cubicBezTo>
                      <a:pt x="77" y="59"/>
                      <a:pt x="77" y="61"/>
                      <a:pt x="76" y="63"/>
                    </a:cubicBezTo>
                    <a:cubicBezTo>
                      <a:pt x="75" y="66"/>
                      <a:pt x="74" y="68"/>
                      <a:pt x="73" y="71"/>
                    </a:cubicBezTo>
                    <a:cubicBezTo>
                      <a:pt x="73" y="75"/>
                      <a:pt x="72" y="78"/>
                      <a:pt x="72" y="82"/>
                    </a:cubicBezTo>
                    <a:cubicBezTo>
                      <a:pt x="71" y="87"/>
                      <a:pt x="71" y="92"/>
                      <a:pt x="71" y="96"/>
                    </a:cubicBezTo>
                    <a:cubicBezTo>
                      <a:pt x="72" y="101"/>
                      <a:pt x="73" y="104"/>
                      <a:pt x="73" y="108"/>
                    </a:cubicBezTo>
                    <a:cubicBezTo>
                      <a:pt x="74" y="116"/>
                      <a:pt x="77" y="124"/>
                      <a:pt x="79" y="131"/>
                    </a:cubicBezTo>
                    <a:cubicBezTo>
                      <a:pt x="83" y="143"/>
                      <a:pt x="87" y="155"/>
                      <a:pt x="91" y="167"/>
                    </a:cubicBezTo>
                    <a:cubicBezTo>
                      <a:pt x="96" y="180"/>
                      <a:pt x="101" y="192"/>
                      <a:pt x="105" y="205"/>
                    </a:cubicBezTo>
                    <a:cubicBezTo>
                      <a:pt x="108" y="217"/>
                      <a:pt x="112" y="229"/>
                      <a:pt x="115" y="241"/>
                    </a:cubicBezTo>
                    <a:cubicBezTo>
                      <a:pt x="115" y="244"/>
                      <a:pt x="116" y="248"/>
                      <a:pt x="117" y="253"/>
                    </a:cubicBezTo>
                    <a:cubicBezTo>
                      <a:pt x="117" y="255"/>
                      <a:pt x="118" y="258"/>
                      <a:pt x="119" y="262"/>
                    </a:cubicBezTo>
                    <a:cubicBezTo>
                      <a:pt x="119" y="264"/>
                      <a:pt x="119" y="267"/>
                      <a:pt x="119" y="269"/>
                    </a:cubicBezTo>
                    <a:cubicBezTo>
                      <a:pt x="120" y="274"/>
                      <a:pt x="120" y="278"/>
                      <a:pt x="120" y="282"/>
                    </a:cubicBezTo>
                    <a:cubicBezTo>
                      <a:pt x="120" y="287"/>
                      <a:pt x="120" y="292"/>
                      <a:pt x="120" y="296"/>
                    </a:cubicBezTo>
                    <a:cubicBezTo>
                      <a:pt x="120" y="301"/>
                      <a:pt x="120" y="307"/>
                      <a:pt x="119" y="312"/>
                    </a:cubicBezTo>
                    <a:cubicBezTo>
                      <a:pt x="119" y="318"/>
                      <a:pt x="117" y="324"/>
                      <a:pt x="116" y="329"/>
                    </a:cubicBezTo>
                    <a:cubicBezTo>
                      <a:pt x="114" y="334"/>
                      <a:pt x="112" y="339"/>
                      <a:pt x="108" y="342"/>
                    </a:cubicBezTo>
                    <a:cubicBezTo>
                      <a:pt x="99" y="351"/>
                      <a:pt x="87" y="355"/>
                      <a:pt x="75" y="356"/>
                    </a:cubicBezTo>
                    <a:cubicBezTo>
                      <a:pt x="73" y="356"/>
                      <a:pt x="71" y="356"/>
                      <a:pt x="69" y="356"/>
                    </a:cubicBezTo>
                    <a:cubicBezTo>
                      <a:pt x="59" y="356"/>
                      <a:pt x="49" y="354"/>
                      <a:pt x="39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4360" y="1024200"/>
                <a:ext cx="73440" cy="1188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30" extrusionOk="0">
                    <a:moveTo>
                      <a:pt x="39" y="305"/>
                    </a:moveTo>
                    <a:cubicBezTo>
                      <a:pt x="39" y="305"/>
                      <a:pt x="40" y="305"/>
                      <a:pt x="42" y="305"/>
                    </a:cubicBezTo>
                    <a:cubicBezTo>
                      <a:pt x="43" y="305"/>
                      <a:pt x="43" y="305"/>
                      <a:pt x="45" y="304"/>
                    </a:cubicBezTo>
                    <a:lnTo>
                      <a:pt x="46" y="304"/>
                    </a:lnTo>
                    <a:cubicBezTo>
                      <a:pt x="47" y="304"/>
                      <a:pt x="49" y="303"/>
                      <a:pt x="50" y="303"/>
                    </a:cubicBezTo>
                    <a:cubicBezTo>
                      <a:pt x="52" y="301"/>
                      <a:pt x="54" y="301"/>
                      <a:pt x="56" y="300"/>
                    </a:cubicBezTo>
                    <a:cubicBezTo>
                      <a:pt x="57" y="298"/>
                      <a:pt x="59" y="297"/>
                      <a:pt x="61" y="296"/>
                    </a:cubicBezTo>
                    <a:cubicBezTo>
                      <a:pt x="64" y="293"/>
                      <a:pt x="67" y="290"/>
                      <a:pt x="69" y="287"/>
                    </a:cubicBezTo>
                    <a:cubicBezTo>
                      <a:pt x="73" y="283"/>
                      <a:pt x="77" y="278"/>
                      <a:pt x="80" y="273"/>
                    </a:cubicBezTo>
                    <a:cubicBezTo>
                      <a:pt x="85" y="266"/>
                      <a:pt x="90" y="258"/>
                      <a:pt x="95" y="250"/>
                    </a:cubicBezTo>
                    <a:cubicBezTo>
                      <a:pt x="93" y="248"/>
                      <a:pt x="92" y="246"/>
                      <a:pt x="92" y="243"/>
                    </a:cubicBezTo>
                    <a:cubicBezTo>
                      <a:pt x="92" y="240"/>
                      <a:pt x="93" y="237"/>
                      <a:pt x="93" y="234"/>
                    </a:cubicBezTo>
                    <a:cubicBezTo>
                      <a:pt x="94" y="232"/>
                      <a:pt x="95" y="230"/>
                      <a:pt x="95" y="228"/>
                    </a:cubicBezTo>
                    <a:cubicBezTo>
                      <a:pt x="96" y="226"/>
                      <a:pt x="96" y="223"/>
                      <a:pt x="97" y="221"/>
                    </a:cubicBezTo>
                    <a:cubicBezTo>
                      <a:pt x="97" y="221"/>
                      <a:pt x="96" y="221"/>
                      <a:pt x="96" y="220"/>
                    </a:cubicBezTo>
                    <a:cubicBezTo>
                      <a:pt x="96" y="219"/>
                      <a:pt x="95" y="218"/>
                      <a:pt x="95" y="216"/>
                    </a:cubicBezTo>
                    <a:cubicBezTo>
                      <a:pt x="95" y="215"/>
                      <a:pt x="94" y="215"/>
                      <a:pt x="94" y="214"/>
                    </a:cubicBezTo>
                    <a:lnTo>
                      <a:pt x="93" y="214"/>
                    </a:lnTo>
                    <a:cubicBezTo>
                      <a:pt x="94" y="214"/>
                      <a:pt x="94" y="215"/>
                      <a:pt x="94" y="215"/>
                    </a:cubicBezTo>
                    <a:cubicBezTo>
                      <a:pt x="94" y="214"/>
                      <a:pt x="93" y="214"/>
                      <a:pt x="93" y="214"/>
                    </a:cubicBezTo>
                    <a:cubicBezTo>
                      <a:pt x="92" y="213"/>
                      <a:pt x="92" y="212"/>
                      <a:pt x="91" y="211"/>
                    </a:cubicBezTo>
                    <a:cubicBezTo>
                      <a:pt x="91" y="211"/>
                      <a:pt x="90" y="211"/>
                      <a:pt x="89" y="210"/>
                    </a:cubicBezTo>
                    <a:cubicBezTo>
                      <a:pt x="88" y="209"/>
                      <a:pt x="86" y="208"/>
                      <a:pt x="84" y="207"/>
                    </a:cubicBezTo>
                    <a:cubicBezTo>
                      <a:pt x="83" y="207"/>
                      <a:pt x="81" y="206"/>
                      <a:pt x="80" y="205"/>
                    </a:cubicBezTo>
                    <a:cubicBezTo>
                      <a:pt x="78" y="205"/>
                      <a:pt x="77" y="204"/>
                      <a:pt x="76" y="204"/>
                    </a:cubicBezTo>
                    <a:cubicBezTo>
                      <a:pt x="75" y="204"/>
                      <a:pt x="74" y="204"/>
                      <a:pt x="74" y="204"/>
                    </a:cubicBezTo>
                    <a:cubicBezTo>
                      <a:pt x="73" y="204"/>
                      <a:pt x="73" y="204"/>
                      <a:pt x="71" y="204"/>
                    </a:cubicBezTo>
                    <a:cubicBezTo>
                      <a:pt x="70" y="204"/>
                      <a:pt x="69" y="204"/>
                      <a:pt x="68" y="204"/>
                    </a:cubicBezTo>
                    <a:cubicBezTo>
                      <a:pt x="67" y="204"/>
                      <a:pt x="67" y="204"/>
                      <a:pt x="66" y="205"/>
                    </a:cubicBezTo>
                    <a:lnTo>
                      <a:pt x="65" y="205"/>
                    </a:lnTo>
                    <a:cubicBezTo>
                      <a:pt x="63" y="206"/>
                      <a:pt x="61" y="207"/>
                      <a:pt x="59" y="208"/>
                    </a:cubicBezTo>
                    <a:cubicBezTo>
                      <a:pt x="56" y="210"/>
                      <a:pt x="53" y="212"/>
                      <a:pt x="51" y="215"/>
                    </a:cubicBezTo>
                    <a:cubicBezTo>
                      <a:pt x="49" y="216"/>
                      <a:pt x="47" y="218"/>
                      <a:pt x="45" y="220"/>
                    </a:cubicBezTo>
                    <a:cubicBezTo>
                      <a:pt x="43" y="222"/>
                      <a:pt x="42" y="224"/>
                      <a:pt x="40" y="226"/>
                    </a:cubicBezTo>
                    <a:cubicBezTo>
                      <a:pt x="37" y="230"/>
                      <a:pt x="35" y="235"/>
                      <a:pt x="32" y="239"/>
                    </a:cubicBezTo>
                    <a:cubicBezTo>
                      <a:pt x="31" y="243"/>
                      <a:pt x="29" y="246"/>
                      <a:pt x="27" y="250"/>
                    </a:cubicBezTo>
                    <a:cubicBezTo>
                      <a:pt x="26" y="253"/>
                      <a:pt x="25" y="257"/>
                      <a:pt x="24" y="260"/>
                    </a:cubicBezTo>
                    <a:cubicBezTo>
                      <a:pt x="24" y="262"/>
                      <a:pt x="24" y="265"/>
                      <a:pt x="23" y="267"/>
                    </a:cubicBezTo>
                    <a:cubicBezTo>
                      <a:pt x="23" y="271"/>
                      <a:pt x="23" y="274"/>
                      <a:pt x="23" y="278"/>
                    </a:cubicBezTo>
                    <a:cubicBezTo>
                      <a:pt x="24" y="281"/>
                      <a:pt x="24" y="285"/>
                      <a:pt x="24" y="288"/>
                    </a:cubicBezTo>
                    <a:cubicBezTo>
                      <a:pt x="25" y="290"/>
                      <a:pt x="25" y="292"/>
                      <a:pt x="26" y="294"/>
                    </a:cubicBezTo>
                    <a:cubicBezTo>
                      <a:pt x="26" y="294"/>
                      <a:pt x="26" y="295"/>
                      <a:pt x="26" y="296"/>
                    </a:cubicBezTo>
                    <a:cubicBezTo>
                      <a:pt x="27" y="296"/>
                      <a:pt x="27" y="296"/>
                      <a:pt x="27" y="297"/>
                    </a:cubicBezTo>
                    <a:cubicBezTo>
                      <a:pt x="28" y="297"/>
                      <a:pt x="28" y="299"/>
                      <a:pt x="29" y="299"/>
                    </a:cubicBezTo>
                    <a:cubicBezTo>
                      <a:pt x="30" y="300"/>
                      <a:pt x="30" y="300"/>
                      <a:pt x="31" y="301"/>
                    </a:cubicBezTo>
                    <a:cubicBezTo>
                      <a:pt x="31" y="301"/>
                      <a:pt x="32" y="301"/>
                      <a:pt x="32" y="302"/>
                    </a:cubicBezTo>
                    <a:cubicBezTo>
                      <a:pt x="33" y="303"/>
                      <a:pt x="34" y="303"/>
                      <a:pt x="35" y="303"/>
                    </a:cubicBezTo>
                    <a:cubicBezTo>
                      <a:pt x="34" y="303"/>
                      <a:pt x="33" y="303"/>
                      <a:pt x="33" y="303"/>
                    </a:cubicBezTo>
                    <a:cubicBezTo>
                      <a:pt x="34" y="303"/>
                      <a:pt x="35" y="304"/>
                      <a:pt x="37" y="304"/>
                    </a:cubicBezTo>
                    <a:cubicBezTo>
                      <a:pt x="36" y="304"/>
                      <a:pt x="36" y="304"/>
                      <a:pt x="35" y="304"/>
                    </a:cubicBezTo>
                    <a:cubicBezTo>
                      <a:pt x="36" y="304"/>
                      <a:pt x="37" y="304"/>
                      <a:pt x="38" y="304"/>
                    </a:cubicBezTo>
                    <a:cubicBezTo>
                      <a:pt x="38" y="305"/>
                      <a:pt x="39" y="305"/>
                      <a:pt x="39" y="305"/>
                    </a:cubicBezTo>
                    <a:lnTo>
                      <a:pt x="38" y="305"/>
                    </a:lnTo>
                    <a:lnTo>
                      <a:pt x="38" y="304"/>
                    </a:lnTo>
                    <a:lnTo>
                      <a:pt x="38" y="305"/>
                    </a:lnTo>
                    <a:cubicBezTo>
                      <a:pt x="39" y="305"/>
                      <a:pt x="39" y="305"/>
                      <a:pt x="39" y="305"/>
                    </a:cubicBezTo>
                    <a:moveTo>
                      <a:pt x="29" y="327"/>
                    </a:moveTo>
                    <a:cubicBezTo>
                      <a:pt x="18" y="323"/>
                      <a:pt x="10" y="314"/>
                      <a:pt x="5" y="304"/>
                    </a:cubicBezTo>
                    <a:cubicBezTo>
                      <a:pt x="2" y="298"/>
                      <a:pt x="1" y="292"/>
                      <a:pt x="0" y="285"/>
                    </a:cubicBezTo>
                    <a:cubicBezTo>
                      <a:pt x="0" y="278"/>
                      <a:pt x="0" y="271"/>
                      <a:pt x="0" y="264"/>
                    </a:cubicBezTo>
                    <a:cubicBezTo>
                      <a:pt x="1" y="251"/>
                      <a:pt x="7" y="238"/>
                      <a:pt x="13" y="226"/>
                    </a:cubicBezTo>
                    <a:cubicBezTo>
                      <a:pt x="16" y="220"/>
                      <a:pt x="20" y="214"/>
                      <a:pt x="24" y="208"/>
                    </a:cubicBezTo>
                    <a:cubicBezTo>
                      <a:pt x="28" y="202"/>
                      <a:pt x="34" y="198"/>
                      <a:pt x="39" y="194"/>
                    </a:cubicBezTo>
                    <a:cubicBezTo>
                      <a:pt x="44" y="190"/>
                      <a:pt x="50" y="186"/>
                      <a:pt x="56" y="183"/>
                    </a:cubicBezTo>
                    <a:cubicBezTo>
                      <a:pt x="61" y="181"/>
                      <a:pt x="67" y="180"/>
                      <a:pt x="73" y="180"/>
                    </a:cubicBezTo>
                    <a:cubicBezTo>
                      <a:pt x="79" y="180"/>
                      <a:pt x="85" y="181"/>
                      <a:pt x="91" y="183"/>
                    </a:cubicBezTo>
                    <a:cubicBezTo>
                      <a:pt x="96" y="186"/>
                      <a:pt x="102" y="188"/>
                      <a:pt x="107" y="193"/>
                    </a:cubicBezTo>
                    <a:cubicBezTo>
                      <a:pt x="111" y="196"/>
                      <a:pt x="114" y="201"/>
                      <a:pt x="117" y="205"/>
                    </a:cubicBezTo>
                    <a:cubicBezTo>
                      <a:pt x="119" y="200"/>
                      <a:pt x="121" y="195"/>
                      <a:pt x="124" y="190"/>
                    </a:cubicBezTo>
                    <a:cubicBezTo>
                      <a:pt x="131" y="173"/>
                      <a:pt x="138" y="155"/>
                      <a:pt x="145" y="138"/>
                    </a:cubicBezTo>
                    <a:cubicBezTo>
                      <a:pt x="146" y="136"/>
                      <a:pt x="147" y="134"/>
                      <a:pt x="147" y="132"/>
                    </a:cubicBezTo>
                    <a:cubicBezTo>
                      <a:pt x="148" y="126"/>
                      <a:pt x="148" y="120"/>
                      <a:pt x="149" y="114"/>
                    </a:cubicBezTo>
                    <a:cubicBezTo>
                      <a:pt x="150" y="109"/>
                      <a:pt x="151" y="103"/>
                      <a:pt x="151" y="97"/>
                    </a:cubicBezTo>
                    <a:cubicBezTo>
                      <a:pt x="154" y="82"/>
                      <a:pt x="156" y="68"/>
                      <a:pt x="160" y="54"/>
                    </a:cubicBezTo>
                    <a:cubicBezTo>
                      <a:pt x="162" y="48"/>
                      <a:pt x="164" y="42"/>
                      <a:pt x="166" y="36"/>
                    </a:cubicBezTo>
                    <a:cubicBezTo>
                      <a:pt x="167" y="32"/>
                      <a:pt x="169" y="27"/>
                      <a:pt x="172" y="22"/>
                    </a:cubicBezTo>
                    <a:cubicBezTo>
                      <a:pt x="173" y="20"/>
                      <a:pt x="174" y="17"/>
                      <a:pt x="175" y="14"/>
                    </a:cubicBezTo>
                    <a:cubicBezTo>
                      <a:pt x="177" y="10"/>
                      <a:pt x="179" y="8"/>
                      <a:pt x="182" y="5"/>
                    </a:cubicBezTo>
                    <a:cubicBezTo>
                      <a:pt x="188" y="0"/>
                      <a:pt x="197" y="1"/>
                      <a:pt x="201" y="8"/>
                    </a:cubicBezTo>
                    <a:cubicBezTo>
                      <a:pt x="202" y="11"/>
                      <a:pt x="203" y="14"/>
                      <a:pt x="203" y="17"/>
                    </a:cubicBezTo>
                    <a:cubicBezTo>
                      <a:pt x="203" y="20"/>
                      <a:pt x="202" y="24"/>
                      <a:pt x="201" y="27"/>
                    </a:cubicBezTo>
                    <a:cubicBezTo>
                      <a:pt x="201" y="29"/>
                      <a:pt x="200" y="32"/>
                      <a:pt x="199" y="35"/>
                    </a:cubicBezTo>
                    <a:cubicBezTo>
                      <a:pt x="197" y="41"/>
                      <a:pt x="195" y="47"/>
                      <a:pt x="194" y="54"/>
                    </a:cubicBezTo>
                    <a:cubicBezTo>
                      <a:pt x="190" y="66"/>
                      <a:pt x="186" y="78"/>
                      <a:pt x="183" y="91"/>
                    </a:cubicBezTo>
                    <a:cubicBezTo>
                      <a:pt x="179" y="102"/>
                      <a:pt x="176" y="112"/>
                      <a:pt x="173" y="123"/>
                    </a:cubicBezTo>
                    <a:cubicBezTo>
                      <a:pt x="172" y="125"/>
                      <a:pt x="171" y="127"/>
                      <a:pt x="170" y="130"/>
                    </a:cubicBezTo>
                    <a:cubicBezTo>
                      <a:pt x="169" y="141"/>
                      <a:pt x="167" y="154"/>
                      <a:pt x="166" y="166"/>
                    </a:cubicBezTo>
                    <a:cubicBezTo>
                      <a:pt x="163" y="191"/>
                      <a:pt x="161" y="216"/>
                      <a:pt x="156" y="241"/>
                    </a:cubicBezTo>
                    <a:cubicBezTo>
                      <a:pt x="154" y="257"/>
                      <a:pt x="151" y="272"/>
                      <a:pt x="148" y="288"/>
                    </a:cubicBezTo>
                    <a:cubicBezTo>
                      <a:pt x="147" y="295"/>
                      <a:pt x="141" y="300"/>
                      <a:pt x="134" y="299"/>
                    </a:cubicBezTo>
                    <a:cubicBezTo>
                      <a:pt x="127" y="297"/>
                      <a:pt x="123" y="290"/>
                      <a:pt x="124" y="283"/>
                    </a:cubicBezTo>
                    <a:cubicBezTo>
                      <a:pt x="126" y="276"/>
                      <a:pt x="128" y="269"/>
                      <a:pt x="130" y="262"/>
                    </a:cubicBezTo>
                    <a:cubicBezTo>
                      <a:pt x="133" y="245"/>
                      <a:pt x="136" y="228"/>
                      <a:pt x="138" y="211"/>
                    </a:cubicBezTo>
                    <a:cubicBezTo>
                      <a:pt x="138" y="212"/>
                      <a:pt x="137" y="214"/>
                      <a:pt x="137" y="215"/>
                    </a:cubicBezTo>
                    <a:cubicBezTo>
                      <a:pt x="135" y="219"/>
                      <a:pt x="133" y="223"/>
                      <a:pt x="131" y="228"/>
                    </a:cubicBezTo>
                    <a:cubicBezTo>
                      <a:pt x="123" y="245"/>
                      <a:pt x="114" y="262"/>
                      <a:pt x="105" y="279"/>
                    </a:cubicBezTo>
                    <a:cubicBezTo>
                      <a:pt x="95" y="293"/>
                      <a:pt x="85" y="306"/>
                      <a:pt x="72" y="317"/>
                    </a:cubicBezTo>
                    <a:cubicBezTo>
                      <a:pt x="63" y="324"/>
                      <a:pt x="52" y="329"/>
                      <a:pt x="40" y="329"/>
                    </a:cubicBezTo>
                    <a:cubicBezTo>
                      <a:pt x="36" y="329"/>
                      <a:pt x="33" y="328"/>
                      <a:pt x="29" y="3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81320" y="1079280"/>
                <a:ext cx="5292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357" extrusionOk="0">
                    <a:moveTo>
                      <a:pt x="81" y="330"/>
                    </a:moveTo>
                    <a:cubicBezTo>
                      <a:pt x="83" y="319"/>
                      <a:pt x="85" y="309"/>
                      <a:pt x="86" y="298"/>
                    </a:cubicBezTo>
                    <a:cubicBezTo>
                      <a:pt x="87" y="271"/>
                      <a:pt x="87" y="245"/>
                      <a:pt x="87" y="219"/>
                    </a:cubicBezTo>
                    <a:cubicBezTo>
                      <a:pt x="87" y="206"/>
                      <a:pt x="87" y="193"/>
                      <a:pt x="87" y="181"/>
                    </a:cubicBezTo>
                    <a:cubicBezTo>
                      <a:pt x="87" y="176"/>
                      <a:pt x="87" y="171"/>
                      <a:pt x="87" y="167"/>
                    </a:cubicBezTo>
                    <a:cubicBezTo>
                      <a:pt x="88" y="159"/>
                      <a:pt x="89" y="151"/>
                      <a:pt x="89" y="143"/>
                    </a:cubicBezTo>
                    <a:cubicBezTo>
                      <a:pt x="89" y="133"/>
                      <a:pt x="90" y="123"/>
                      <a:pt x="92" y="113"/>
                    </a:cubicBezTo>
                    <a:cubicBezTo>
                      <a:pt x="90" y="115"/>
                      <a:pt x="89" y="117"/>
                      <a:pt x="87" y="119"/>
                    </a:cubicBezTo>
                    <a:cubicBezTo>
                      <a:pt x="82" y="125"/>
                      <a:pt x="76" y="132"/>
                      <a:pt x="70" y="138"/>
                    </a:cubicBezTo>
                    <a:cubicBezTo>
                      <a:pt x="64" y="143"/>
                      <a:pt x="58" y="147"/>
                      <a:pt x="51" y="150"/>
                    </a:cubicBezTo>
                    <a:cubicBezTo>
                      <a:pt x="47" y="158"/>
                      <a:pt x="44" y="167"/>
                      <a:pt x="41" y="175"/>
                    </a:cubicBezTo>
                    <a:cubicBezTo>
                      <a:pt x="38" y="184"/>
                      <a:pt x="35" y="192"/>
                      <a:pt x="33" y="201"/>
                    </a:cubicBezTo>
                    <a:cubicBezTo>
                      <a:pt x="33" y="204"/>
                      <a:pt x="32" y="208"/>
                      <a:pt x="32" y="211"/>
                    </a:cubicBezTo>
                    <a:cubicBezTo>
                      <a:pt x="31" y="219"/>
                      <a:pt x="31" y="227"/>
                      <a:pt x="32" y="234"/>
                    </a:cubicBezTo>
                    <a:lnTo>
                      <a:pt x="32" y="233"/>
                    </a:lnTo>
                    <a:cubicBezTo>
                      <a:pt x="32" y="237"/>
                      <a:pt x="32" y="241"/>
                      <a:pt x="33" y="245"/>
                    </a:cubicBezTo>
                    <a:cubicBezTo>
                      <a:pt x="33" y="248"/>
                      <a:pt x="34" y="252"/>
                      <a:pt x="36" y="255"/>
                    </a:cubicBezTo>
                    <a:cubicBezTo>
                      <a:pt x="39" y="265"/>
                      <a:pt x="43" y="274"/>
                      <a:pt x="48" y="284"/>
                    </a:cubicBezTo>
                    <a:cubicBezTo>
                      <a:pt x="50" y="287"/>
                      <a:pt x="51" y="289"/>
                      <a:pt x="53" y="292"/>
                    </a:cubicBezTo>
                    <a:cubicBezTo>
                      <a:pt x="54" y="295"/>
                      <a:pt x="55" y="297"/>
                      <a:pt x="56" y="299"/>
                    </a:cubicBezTo>
                    <a:cubicBezTo>
                      <a:pt x="61" y="306"/>
                      <a:pt x="65" y="313"/>
                      <a:pt x="70" y="319"/>
                    </a:cubicBezTo>
                    <a:cubicBezTo>
                      <a:pt x="72" y="321"/>
                      <a:pt x="74" y="323"/>
                      <a:pt x="76" y="326"/>
                    </a:cubicBezTo>
                    <a:cubicBezTo>
                      <a:pt x="78" y="327"/>
                      <a:pt x="79" y="329"/>
                      <a:pt x="81" y="330"/>
                    </a:cubicBezTo>
                    <a:moveTo>
                      <a:pt x="79" y="355"/>
                    </a:moveTo>
                    <a:cubicBezTo>
                      <a:pt x="76" y="355"/>
                      <a:pt x="72" y="352"/>
                      <a:pt x="70" y="351"/>
                    </a:cubicBezTo>
                    <a:cubicBezTo>
                      <a:pt x="67" y="349"/>
                      <a:pt x="64" y="347"/>
                      <a:pt x="61" y="344"/>
                    </a:cubicBezTo>
                    <a:cubicBezTo>
                      <a:pt x="55" y="338"/>
                      <a:pt x="50" y="331"/>
                      <a:pt x="46" y="325"/>
                    </a:cubicBezTo>
                    <a:cubicBezTo>
                      <a:pt x="42" y="320"/>
                      <a:pt x="39" y="314"/>
                      <a:pt x="36" y="309"/>
                    </a:cubicBezTo>
                    <a:cubicBezTo>
                      <a:pt x="33" y="303"/>
                      <a:pt x="29" y="297"/>
                      <a:pt x="27" y="291"/>
                    </a:cubicBezTo>
                    <a:cubicBezTo>
                      <a:pt x="23" y="283"/>
                      <a:pt x="19" y="275"/>
                      <a:pt x="16" y="267"/>
                    </a:cubicBezTo>
                    <a:cubicBezTo>
                      <a:pt x="13" y="260"/>
                      <a:pt x="11" y="252"/>
                      <a:pt x="10" y="244"/>
                    </a:cubicBezTo>
                    <a:cubicBezTo>
                      <a:pt x="9" y="235"/>
                      <a:pt x="9" y="226"/>
                      <a:pt x="9" y="217"/>
                    </a:cubicBezTo>
                    <a:cubicBezTo>
                      <a:pt x="10" y="208"/>
                      <a:pt x="11" y="201"/>
                      <a:pt x="12" y="193"/>
                    </a:cubicBezTo>
                    <a:cubicBezTo>
                      <a:pt x="15" y="185"/>
                      <a:pt x="18" y="176"/>
                      <a:pt x="20" y="169"/>
                    </a:cubicBezTo>
                    <a:cubicBezTo>
                      <a:pt x="22" y="163"/>
                      <a:pt x="25" y="158"/>
                      <a:pt x="26" y="152"/>
                    </a:cubicBezTo>
                    <a:cubicBezTo>
                      <a:pt x="20" y="150"/>
                      <a:pt x="16" y="146"/>
                      <a:pt x="12" y="141"/>
                    </a:cubicBezTo>
                    <a:cubicBezTo>
                      <a:pt x="8" y="135"/>
                      <a:pt x="5" y="127"/>
                      <a:pt x="4" y="120"/>
                    </a:cubicBezTo>
                    <a:cubicBezTo>
                      <a:pt x="1" y="113"/>
                      <a:pt x="1" y="105"/>
                      <a:pt x="1" y="97"/>
                    </a:cubicBezTo>
                    <a:cubicBezTo>
                      <a:pt x="0" y="89"/>
                      <a:pt x="2" y="82"/>
                      <a:pt x="4" y="73"/>
                    </a:cubicBezTo>
                    <a:cubicBezTo>
                      <a:pt x="5" y="65"/>
                      <a:pt x="8" y="58"/>
                      <a:pt x="12" y="50"/>
                    </a:cubicBezTo>
                    <a:cubicBezTo>
                      <a:pt x="13" y="47"/>
                      <a:pt x="16" y="44"/>
                      <a:pt x="18" y="42"/>
                    </a:cubicBezTo>
                    <a:cubicBezTo>
                      <a:pt x="20" y="40"/>
                      <a:pt x="24" y="38"/>
                      <a:pt x="27" y="37"/>
                    </a:cubicBezTo>
                    <a:cubicBezTo>
                      <a:pt x="34" y="35"/>
                      <a:pt x="41" y="40"/>
                      <a:pt x="43" y="46"/>
                    </a:cubicBezTo>
                    <a:cubicBezTo>
                      <a:pt x="44" y="52"/>
                      <a:pt x="41" y="58"/>
                      <a:pt x="35" y="61"/>
                    </a:cubicBezTo>
                    <a:lnTo>
                      <a:pt x="34" y="61"/>
                    </a:lnTo>
                    <a:cubicBezTo>
                      <a:pt x="34" y="62"/>
                      <a:pt x="33" y="63"/>
                      <a:pt x="33" y="64"/>
                    </a:cubicBezTo>
                    <a:cubicBezTo>
                      <a:pt x="32" y="67"/>
                      <a:pt x="30" y="69"/>
                      <a:pt x="29" y="72"/>
                    </a:cubicBezTo>
                    <a:cubicBezTo>
                      <a:pt x="27" y="77"/>
                      <a:pt x="26" y="82"/>
                      <a:pt x="25" y="87"/>
                    </a:cubicBezTo>
                    <a:cubicBezTo>
                      <a:pt x="25" y="89"/>
                      <a:pt x="25" y="91"/>
                      <a:pt x="25" y="93"/>
                    </a:cubicBezTo>
                    <a:cubicBezTo>
                      <a:pt x="25" y="95"/>
                      <a:pt x="24" y="98"/>
                      <a:pt x="25" y="100"/>
                    </a:cubicBezTo>
                    <a:cubicBezTo>
                      <a:pt x="25" y="104"/>
                      <a:pt x="25" y="108"/>
                      <a:pt x="26" y="111"/>
                    </a:cubicBezTo>
                    <a:cubicBezTo>
                      <a:pt x="26" y="114"/>
                      <a:pt x="27" y="116"/>
                      <a:pt x="27" y="118"/>
                    </a:cubicBezTo>
                    <a:cubicBezTo>
                      <a:pt x="27" y="118"/>
                      <a:pt x="27" y="117"/>
                      <a:pt x="27" y="116"/>
                    </a:cubicBezTo>
                    <a:cubicBezTo>
                      <a:pt x="27" y="119"/>
                      <a:pt x="29" y="121"/>
                      <a:pt x="29" y="123"/>
                    </a:cubicBezTo>
                    <a:cubicBezTo>
                      <a:pt x="30" y="125"/>
                      <a:pt x="30" y="125"/>
                      <a:pt x="31" y="126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2" y="128"/>
                      <a:pt x="32" y="128"/>
                      <a:pt x="33" y="128"/>
                    </a:cubicBezTo>
                    <a:lnTo>
                      <a:pt x="33" y="129"/>
                    </a:lnTo>
                    <a:cubicBezTo>
                      <a:pt x="34" y="129"/>
                      <a:pt x="34" y="129"/>
                      <a:pt x="35" y="130"/>
                    </a:cubicBezTo>
                    <a:cubicBezTo>
                      <a:pt x="35" y="129"/>
                      <a:pt x="34" y="129"/>
                      <a:pt x="34" y="129"/>
                    </a:cubicBezTo>
                    <a:lnTo>
                      <a:pt x="35" y="129"/>
                    </a:lnTo>
                    <a:lnTo>
                      <a:pt x="36" y="129"/>
                    </a:lnTo>
                    <a:cubicBezTo>
                      <a:pt x="38" y="122"/>
                      <a:pt x="41" y="115"/>
                      <a:pt x="43" y="109"/>
                    </a:cubicBezTo>
                    <a:cubicBezTo>
                      <a:pt x="46" y="103"/>
                      <a:pt x="53" y="101"/>
                      <a:pt x="58" y="103"/>
                    </a:cubicBezTo>
                    <a:cubicBezTo>
                      <a:pt x="61" y="105"/>
                      <a:pt x="63" y="108"/>
                      <a:pt x="64" y="111"/>
                    </a:cubicBezTo>
                    <a:cubicBezTo>
                      <a:pt x="69" y="105"/>
                      <a:pt x="74" y="99"/>
                      <a:pt x="78" y="93"/>
                    </a:cubicBezTo>
                    <a:cubicBezTo>
                      <a:pt x="83" y="86"/>
                      <a:pt x="88" y="79"/>
                      <a:pt x="93" y="71"/>
                    </a:cubicBezTo>
                    <a:cubicBezTo>
                      <a:pt x="96" y="67"/>
                      <a:pt x="98" y="63"/>
                      <a:pt x="100" y="59"/>
                    </a:cubicBezTo>
                    <a:cubicBezTo>
                      <a:pt x="103" y="55"/>
                      <a:pt x="104" y="51"/>
                      <a:pt x="107" y="47"/>
                    </a:cubicBezTo>
                    <a:cubicBezTo>
                      <a:pt x="108" y="41"/>
                      <a:pt x="110" y="36"/>
                      <a:pt x="112" y="31"/>
                    </a:cubicBezTo>
                    <a:cubicBezTo>
                      <a:pt x="115" y="22"/>
                      <a:pt x="118" y="13"/>
                      <a:pt x="124" y="6"/>
                    </a:cubicBezTo>
                    <a:cubicBezTo>
                      <a:pt x="127" y="1"/>
                      <a:pt x="133" y="0"/>
                      <a:pt x="138" y="2"/>
                    </a:cubicBezTo>
                    <a:cubicBezTo>
                      <a:pt x="143" y="4"/>
                      <a:pt x="146" y="10"/>
                      <a:pt x="145" y="15"/>
                    </a:cubicBezTo>
                    <a:cubicBezTo>
                      <a:pt x="143" y="22"/>
                      <a:pt x="140" y="29"/>
                      <a:pt x="137" y="35"/>
                    </a:cubicBezTo>
                    <a:cubicBezTo>
                      <a:pt x="135" y="40"/>
                      <a:pt x="133" y="44"/>
                      <a:pt x="131" y="48"/>
                    </a:cubicBezTo>
                    <a:lnTo>
                      <a:pt x="131" y="49"/>
                    </a:lnTo>
                    <a:cubicBezTo>
                      <a:pt x="126" y="63"/>
                      <a:pt x="122" y="77"/>
                      <a:pt x="118" y="92"/>
                    </a:cubicBezTo>
                    <a:cubicBezTo>
                      <a:pt x="115" y="109"/>
                      <a:pt x="113" y="126"/>
                      <a:pt x="111" y="144"/>
                    </a:cubicBezTo>
                    <a:cubicBezTo>
                      <a:pt x="110" y="150"/>
                      <a:pt x="110" y="156"/>
                      <a:pt x="110" y="162"/>
                    </a:cubicBezTo>
                    <a:cubicBezTo>
                      <a:pt x="109" y="168"/>
                      <a:pt x="108" y="174"/>
                      <a:pt x="108" y="179"/>
                    </a:cubicBezTo>
                    <a:cubicBezTo>
                      <a:pt x="108" y="191"/>
                      <a:pt x="108" y="204"/>
                      <a:pt x="108" y="216"/>
                    </a:cubicBezTo>
                    <a:cubicBezTo>
                      <a:pt x="108" y="243"/>
                      <a:pt x="107" y="270"/>
                      <a:pt x="107" y="296"/>
                    </a:cubicBezTo>
                    <a:cubicBezTo>
                      <a:pt x="106" y="309"/>
                      <a:pt x="105" y="321"/>
                      <a:pt x="103" y="333"/>
                    </a:cubicBezTo>
                    <a:cubicBezTo>
                      <a:pt x="103" y="340"/>
                      <a:pt x="102" y="345"/>
                      <a:pt x="98" y="350"/>
                    </a:cubicBezTo>
                    <a:cubicBezTo>
                      <a:pt x="96" y="352"/>
                      <a:pt x="93" y="354"/>
                      <a:pt x="90" y="355"/>
                    </a:cubicBezTo>
                    <a:cubicBezTo>
                      <a:pt x="88" y="356"/>
                      <a:pt x="87" y="356"/>
                      <a:pt x="85" y="356"/>
                    </a:cubicBezTo>
                    <a:cubicBezTo>
                      <a:pt x="83" y="356"/>
                      <a:pt x="81" y="356"/>
                      <a:pt x="79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337680" y="968760"/>
                <a:ext cx="306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93" extrusionOk="0">
                    <a:moveTo>
                      <a:pt x="27" y="116"/>
                    </a:moveTo>
                    <a:cubicBezTo>
                      <a:pt x="27" y="115"/>
                      <a:pt x="27" y="113"/>
                      <a:pt x="28" y="111"/>
                    </a:cubicBezTo>
                    <a:cubicBezTo>
                      <a:pt x="27" y="112"/>
                      <a:pt x="27" y="114"/>
                      <a:pt x="26" y="115"/>
                    </a:cubicBezTo>
                    <a:cubicBezTo>
                      <a:pt x="26" y="116"/>
                      <a:pt x="27" y="116"/>
                      <a:pt x="27" y="116"/>
                    </a:cubicBezTo>
                    <a:moveTo>
                      <a:pt x="16" y="182"/>
                    </a:moveTo>
                    <a:cubicBezTo>
                      <a:pt x="15" y="174"/>
                      <a:pt x="17" y="166"/>
                      <a:pt x="19" y="159"/>
                    </a:cubicBezTo>
                    <a:cubicBezTo>
                      <a:pt x="20" y="153"/>
                      <a:pt x="21" y="146"/>
                      <a:pt x="22" y="140"/>
                    </a:cubicBezTo>
                    <a:cubicBezTo>
                      <a:pt x="23" y="136"/>
                      <a:pt x="24" y="133"/>
                      <a:pt x="24" y="129"/>
                    </a:cubicBezTo>
                    <a:cubicBezTo>
                      <a:pt x="24" y="130"/>
                      <a:pt x="23" y="130"/>
                      <a:pt x="23" y="131"/>
                    </a:cubicBezTo>
                    <a:cubicBezTo>
                      <a:pt x="20" y="133"/>
                      <a:pt x="17" y="133"/>
                      <a:pt x="13" y="133"/>
                    </a:cubicBezTo>
                    <a:cubicBezTo>
                      <a:pt x="10" y="133"/>
                      <a:pt x="8" y="132"/>
                      <a:pt x="6" y="130"/>
                    </a:cubicBezTo>
                    <a:cubicBezTo>
                      <a:pt x="2" y="127"/>
                      <a:pt x="1" y="123"/>
                      <a:pt x="1" y="119"/>
                    </a:cubicBezTo>
                    <a:cubicBezTo>
                      <a:pt x="0" y="116"/>
                      <a:pt x="2" y="112"/>
                      <a:pt x="3" y="108"/>
                    </a:cubicBezTo>
                    <a:cubicBezTo>
                      <a:pt x="5" y="103"/>
                      <a:pt x="8" y="98"/>
                      <a:pt x="10" y="94"/>
                    </a:cubicBezTo>
                    <a:cubicBezTo>
                      <a:pt x="15" y="86"/>
                      <a:pt x="20" y="79"/>
                      <a:pt x="26" y="70"/>
                    </a:cubicBezTo>
                    <a:cubicBezTo>
                      <a:pt x="34" y="58"/>
                      <a:pt x="42" y="45"/>
                      <a:pt x="50" y="31"/>
                    </a:cubicBezTo>
                    <a:lnTo>
                      <a:pt x="51" y="30"/>
                    </a:lnTo>
                    <a:cubicBezTo>
                      <a:pt x="51" y="29"/>
                      <a:pt x="51" y="28"/>
                      <a:pt x="51" y="27"/>
                    </a:cubicBezTo>
                    <a:cubicBezTo>
                      <a:pt x="53" y="23"/>
                      <a:pt x="54" y="20"/>
                      <a:pt x="55" y="17"/>
                    </a:cubicBezTo>
                    <a:cubicBezTo>
                      <a:pt x="57" y="12"/>
                      <a:pt x="59" y="8"/>
                      <a:pt x="62" y="4"/>
                    </a:cubicBezTo>
                    <a:cubicBezTo>
                      <a:pt x="66" y="0"/>
                      <a:pt x="73" y="0"/>
                      <a:pt x="78" y="3"/>
                    </a:cubicBezTo>
                    <a:cubicBezTo>
                      <a:pt x="82" y="5"/>
                      <a:pt x="84" y="12"/>
                      <a:pt x="83" y="16"/>
                    </a:cubicBezTo>
                    <a:cubicBezTo>
                      <a:pt x="80" y="23"/>
                      <a:pt x="77" y="30"/>
                      <a:pt x="74" y="36"/>
                    </a:cubicBezTo>
                    <a:cubicBezTo>
                      <a:pt x="73" y="36"/>
                      <a:pt x="73" y="37"/>
                      <a:pt x="73" y="37"/>
                    </a:cubicBezTo>
                    <a:lnTo>
                      <a:pt x="73" y="36"/>
                    </a:lnTo>
                    <a:cubicBezTo>
                      <a:pt x="69" y="48"/>
                      <a:pt x="65" y="60"/>
                      <a:pt x="62" y="72"/>
                    </a:cubicBezTo>
                    <a:cubicBezTo>
                      <a:pt x="59" y="79"/>
                      <a:pt x="58" y="86"/>
                      <a:pt x="56" y="93"/>
                    </a:cubicBezTo>
                    <a:cubicBezTo>
                      <a:pt x="54" y="100"/>
                      <a:pt x="52" y="106"/>
                      <a:pt x="51" y="113"/>
                    </a:cubicBezTo>
                    <a:cubicBezTo>
                      <a:pt x="47" y="133"/>
                      <a:pt x="43" y="153"/>
                      <a:pt x="40" y="173"/>
                    </a:cubicBezTo>
                    <a:cubicBezTo>
                      <a:pt x="40" y="175"/>
                      <a:pt x="40" y="176"/>
                      <a:pt x="40" y="178"/>
                    </a:cubicBezTo>
                    <a:lnTo>
                      <a:pt x="40" y="179"/>
                    </a:lnTo>
                    <a:cubicBezTo>
                      <a:pt x="41" y="185"/>
                      <a:pt x="36" y="192"/>
                      <a:pt x="30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2" y="192"/>
                      <a:pt x="16" y="187"/>
                      <a:pt x="16" y="1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375120" y="989640"/>
                <a:ext cx="50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" extrusionOk="0">
                    <a:moveTo>
                      <a:pt x="14" y="40"/>
                    </a:moveTo>
                    <a:cubicBezTo>
                      <a:pt x="10" y="39"/>
                      <a:pt x="5" y="37"/>
                      <a:pt x="3" y="33"/>
                    </a:cubicBezTo>
                    <a:cubicBezTo>
                      <a:pt x="0" y="30"/>
                      <a:pt x="0" y="25"/>
                      <a:pt x="1" y="21"/>
                    </a:cubicBezTo>
                    <a:cubicBezTo>
                      <a:pt x="3" y="15"/>
                      <a:pt x="10" y="12"/>
                      <a:pt x="16" y="14"/>
                    </a:cubicBezTo>
                    <a:cubicBezTo>
                      <a:pt x="17" y="14"/>
                      <a:pt x="18" y="15"/>
                      <a:pt x="20" y="15"/>
                    </a:cubicBezTo>
                    <a:lnTo>
                      <a:pt x="21" y="15"/>
                    </a:lnTo>
                    <a:cubicBezTo>
                      <a:pt x="24" y="15"/>
                      <a:pt x="27" y="15"/>
                      <a:pt x="29" y="15"/>
                    </a:cubicBezTo>
                    <a:cubicBezTo>
                      <a:pt x="37" y="15"/>
                      <a:pt x="44" y="14"/>
                      <a:pt x="52" y="13"/>
                    </a:cubicBezTo>
                    <a:cubicBezTo>
                      <a:pt x="60" y="12"/>
                      <a:pt x="68" y="11"/>
                      <a:pt x="76" y="9"/>
                    </a:cubicBezTo>
                    <a:cubicBezTo>
                      <a:pt x="90" y="7"/>
                      <a:pt x="105" y="5"/>
                      <a:pt x="119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9" y="2"/>
                      <a:pt x="122" y="1"/>
                      <a:pt x="123" y="1"/>
                    </a:cubicBezTo>
                    <a:cubicBezTo>
                      <a:pt x="129" y="0"/>
                      <a:pt x="135" y="3"/>
                      <a:pt x="137" y="9"/>
                    </a:cubicBezTo>
                    <a:cubicBezTo>
                      <a:pt x="138" y="15"/>
                      <a:pt x="135" y="22"/>
                      <a:pt x="129" y="23"/>
                    </a:cubicBezTo>
                    <a:cubicBezTo>
                      <a:pt x="108" y="27"/>
                      <a:pt x="87" y="31"/>
                      <a:pt x="66" y="35"/>
                    </a:cubicBezTo>
                    <a:cubicBezTo>
                      <a:pt x="57" y="37"/>
                      <a:pt x="48" y="38"/>
                      <a:pt x="39" y="39"/>
                    </a:cubicBezTo>
                    <a:cubicBezTo>
                      <a:pt x="34" y="40"/>
                      <a:pt x="28" y="40"/>
                      <a:pt x="22" y="40"/>
                    </a:cubicBezTo>
                    <a:cubicBezTo>
                      <a:pt x="19" y="40"/>
                      <a:pt x="17" y="40"/>
                      <a:pt x="14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15080" y="969840"/>
                <a:ext cx="3924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5" extrusionOk="0">
                    <a:moveTo>
                      <a:pt x="87" y="101"/>
                    </a:moveTo>
                    <a:cubicBezTo>
                      <a:pt x="72" y="88"/>
                      <a:pt x="57" y="74"/>
                      <a:pt x="43" y="60"/>
                    </a:cubicBezTo>
                    <a:cubicBezTo>
                      <a:pt x="37" y="54"/>
                      <a:pt x="31" y="48"/>
                      <a:pt x="24" y="42"/>
                    </a:cubicBezTo>
                    <a:cubicBezTo>
                      <a:pt x="18" y="35"/>
                      <a:pt x="11" y="30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" y="20"/>
                      <a:pt x="0" y="12"/>
                      <a:pt x="4" y="7"/>
                    </a:cubicBezTo>
                    <a:cubicBezTo>
                      <a:pt x="8" y="2"/>
                      <a:pt x="17" y="0"/>
                      <a:pt x="22" y="4"/>
                    </a:cubicBezTo>
                    <a:cubicBezTo>
                      <a:pt x="23" y="6"/>
                      <a:pt x="23" y="6"/>
                      <a:pt x="24" y="7"/>
                    </a:cubicBezTo>
                    <a:cubicBezTo>
                      <a:pt x="29" y="12"/>
                      <a:pt x="34" y="17"/>
                      <a:pt x="38" y="22"/>
                    </a:cubicBezTo>
                    <a:cubicBezTo>
                      <a:pt x="44" y="27"/>
                      <a:pt x="48" y="31"/>
                      <a:pt x="53" y="37"/>
                    </a:cubicBezTo>
                    <a:cubicBezTo>
                      <a:pt x="64" y="47"/>
                      <a:pt x="75" y="58"/>
                      <a:pt x="86" y="69"/>
                    </a:cubicBezTo>
                    <a:cubicBezTo>
                      <a:pt x="85" y="68"/>
                      <a:pt x="85" y="68"/>
                      <a:pt x="85" y="67"/>
                    </a:cubicBezTo>
                    <a:cubicBezTo>
                      <a:pt x="90" y="73"/>
                      <a:pt x="96" y="78"/>
                      <a:pt x="101" y="83"/>
                    </a:cubicBezTo>
                    <a:cubicBezTo>
                      <a:pt x="107" y="87"/>
                      <a:pt x="108" y="94"/>
                      <a:pt x="104" y="99"/>
                    </a:cubicBezTo>
                    <a:cubicBezTo>
                      <a:pt x="101" y="102"/>
                      <a:pt x="97" y="104"/>
                      <a:pt x="94" y="104"/>
                    </a:cubicBezTo>
                    <a:cubicBezTo>
                      <a:pt x="91" y="104"/>
                      <a:pt x="89" y="103"/>
                      <a:pt x="87" y="1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22280" y="971640"/>
                <a:ext cx="5112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9" extrusionOk="0">
                    <a:moveTo>
                      <a:pt x="10" y="177"/>
                    </a:moveTo>
                    <a:cubicBezTo>
                      <a:pt x="4" y="175"/>
                      <a:pt x="0" y="169"/>
                      <a:pt x="2" y="163"/>
                    </a:cubicBezTo>
                    <a:cubicBezTo>
                      <a:pt x="4" y="156"/>
                      <a:pt x="7" y="148"/>
                      <a:pt x="10" y="140"/>
                    </a:cubicBezTo>
                    <a:cubicBezTo>
                      <a:pt x="11" y="135"/>
                      <a:pt x="13" y="129"/>
                      <a:pt x="16" y="124"/>
                    </a:cubicBezTo>
                    <a:cubicBezTo>
                      <a:pt x="21" y="112"/>
                      <a:pt x="27" y="101"/>
                      <a:pt x="33" y="90"/>
                    </a:cubicBezTo>
                    <a:cubicBezTo>
                      <a:pt x="37" y="84"/>
                      <a:pt x="39" y="78"/>
                      <a:pt x="43" y="72"/>
                    </a:cubicBezTo>
                    <a:cubicBezTo>
                      <a:pt x="47" y="66"/>
                      <a:pt x="51" y="59"/>
                      <a:pt x="56" y="53"/>
                    </a:cubicBezTo>
                    <a:cubicBezTo>
                      <a:pt x="59" y="48"/>
                      <a:pt x="63" y="43"/>
                      <a:pt x="67" y="38"/>
                    </a:cubicBezTo>
                    <a:cubicBezTo>
                      <a:pt x="72" y="31"/>
                      <a:pt x="78" y="24"/>
                      <a:pt x="85" y="18"/>
                    </a:cubicBezTo>
                    <a:cubicBezTo>
                      <a:pt x="90" y="12"/>
                      <a:pt x="97" y="8"/>
                      <a:pt x="103" y="4"/>
                    </a:cubicBezTo>
                    <a:cubicBezTo>
                      <a:pt x="110" y="1"/>
                      <a:pt x="117" y="0"/>
                      <a:pt x="125" y="1"/>
                    </a:cubicBezTo>
                    <a:cubicBezTo>
                      <a:pt x="126" y="1"/>
                      <a:pt x="129" y="2"/>
                      <a:pt x="131" y="2"/>
                    </a:cubicBezTo>
                    <a:cubicBezTo>
                      <a:pt x="137" y="4"/>
                      <a:pt x="141" y="12"/>
                      <a:pt x="140" y="18"/>
                    </a:cubicBezTo>
                    <a:cubicBezTo>
                      <a:pt x="138" y="25"/>
                      <a:pt x="131" y="29"/>
                      <a:pt x="124" y="27"/>
                    </a:cubicBezTo>
                    <a:cubicBezTo>
                      <a:pt x="123" y="26"/>
                      <a:pt x="123" y="26"/>
                      <a:pt x="122" y="26"/>
                    </a:cubicBezTo>
                    <a:cubicBezTo>
                      <a:pt x="120" y="26"/>
                      <a:pt x="119" y="26"/>
                      <a:pt x="118" y="26"/>
                    </a:cubicBezTo>
                    <a:cubicBezTo>
                      <a:pt x="118" y="26"/>
                      <a:pt x="117" y="26"/>
                      <a:pt x="116" y="26"/>
                    </a:cubicBezTo>
                    <a:lnTo>
                      <a:pt x="115" y="26"/>
                    </a:lnTo>
                    <a:cubicBezTo>
                      <a:pt x="114" y="26"/>
                      <a:pt x="113" y="26"/>
                      <a:pt x="113" y="26"/>
                    </a:cubicBezTo>
                    <a:cubicBezTo>
                      <a:pt x="112" y="27"/>
                      <a:pt x="111" y="27"/>
                      <a:pt x="110" y="28"/>
                    </a:cubicBezTo>
                    <a:cubicBezTo>
                      <a:pt x="108" y="29"/>
                      <a:pt x="106" y="31"/>
                      <a:pt x="104" y="33"/>
                    </a:cubicBezTo>
                    <a:cubicBezTo>
                      <a:pt x="99" y="36"/>
                      <a:pt x="96" y="40"/>
                      <a:pt x="92" y="44"/>
                    </a:cubicBezTo>
                    <a:cubicBezTo>
                      <a:pt x="86" y="51"/>
                      <a:pt x="81" y="58"/>
                      <a:pt x="75" y="65"/>
                    </a:cubicBezTo>
                    <a:cubicBezTo>
                      <a:pt x="71" y="72"/>
                      <a:pt x="66" y="79"/>
                      <a:pt x="62" y="85"/>
                    </a:cubicBezTo>
                    <a:cubicBezTo>
                      <a:pt x="60" y="89"/>
                      <a:pt x="58" y="92"/>
                      <a:pt x="56" y="96"/>
                    </a:cubicBezTo>
                    <a:cubicBezTo>
                      <a:pt x="54" y="99"/>
                      <a:pt x="52" y="103"/>
                      <a:pt x="49" y="107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7" y="111"/>
                      <a:pt x="44" y="118"/>
                      <a:pt x="41" y="124"/>
                    </a:cubicBezTo>
                    <a:cubicBezTo>
                      <a:pt x="39" y="128"/>
                      <a:pt x="37" y="131"/>
                      <a:pt x="35" y="135"/>
                    </a:cubicBezTo>
                    <a:cubicBezTo>
                      <a:pt x="34" y="139"/>
                      <a:pt x="32" y="142"/>
                      <a:pt x="31" y="146"/>
                    </a:cubicBezTo>
                    <a:cubicBezTo>
                      <a:pt x="28" y="154"/>
                      <a:pt x="26" y="161"/>
                      <a:pt x="23" y="170"/>
                    </a:cubicBezTo>
                    <a:cubicBezTo>
                      <a:pt x="22" y="174"/>
                      <a:pt x="17" y="178"/>
                      <a:pt x="13" y="178"/>
                    </a:cubicBezTo>
                    <a:cubicBezTo>
                      <a:pt x="11" y="178"/>
                      <a:pt x="10" y="177"/>
                      <a:pt x="10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587880" y="1035720"/>
                <a:ext cx="550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371" extrusionOk="0">
                    <a:moveTo>
                      <a:pt x="30" y="367"/>
                    </a:moveTo>
                    <a:cubicBezTo>
                      <a:pt x="24" y="366"/>
                      <a:pt x="17" y="362"/>
                      <a:pt x="11" y="358"/>
                    </a:cubicBezTo>
                    <a:cubicBezTo>
                      <a:pt x="9" y="356"/>
                      <a:pt x="7" y="353"/>
                      <a:pt x="5" y="350"/>
                    </a:cubicBezTo>
                    <a:cubicBezTo>
                      <a:pt x="4" y="348"/>
                      <a:pt x="2" y="344"/>
                      <a:pt x="1" y="341"/>
                    </a:cubicBezTo>
                    <a:cubicBezTo>
                      <a:pt x="0" y="335"/>
                      <a:pt x="4" y="328"/>
                      <a:pt x="10" y="326"/>
                    </a:cubicBezTo>
                    <a:cubicBezTo>
                      <a:pt x="17" y="324"/>
                      <a:pt x="23" y="328"/>
                      <a:pt x="25" y="335"/>
                    </a:cubicBezTo>
                    <a:cubicBezTo>
                      <a:pt x="25" y="336"/>
                      <a:pt x="26" y="336"/>
                      <a:pt x="26" y="337"/>
                    </a:cubicBezTo>
                    <a:cubicBezTo>
                      <a:pt x="26" y="338"/>
                      <a:pt x="26" y="338"/>
                      <a:pt x="26" y="338"/>
                    </a:cubicBezTo>
                    <a:lnTo>
                      <a:pt x="27" y="339"/>
                    </a:lnTo>
                    <a:cubicBezTo>
                      <a:pt x="29" y="340"/>
                      <a:pt x="29" y="341"/>
                      <a:pt x="30" y="341"/>
                    </a:cubicBezTo>
                    <a:cubicBezTo>
                      <a:pt x="32" y="342"/>
                      <a:pt x="33" y="342"/>
                      <a:pt x="34" y="343"/>
                    </a:cubicBezTo>
                    <a:cubicBezTo>
                      <a:pt x="36" y="343"/>
                      <a:pt x="38" y="344"/>
                      <a:pt x="40" y="345"/>
                    </a:cubicBezTo>
                    <a:cubicBezTo>
                      <a:pt x="41" y="345"/>
                      <a:pt x="43" y="345"/>
                      <a:pt x="45" y="345"/>
                    </a:cubicBezTo>
                    <a:cubicBezTo>
                      <a:pt x="47" y="345"/>
                      <a:pt x="48" y="345"/>
                      <a:pt x="50" y="345"/>
                    </a:cubicBezTo>
                    <a:cubicBezTo>
                      <a:pt x="52" y="345"/>
                      <a:pt x="53" y="345"/>
                      <a:pt x="55" y="345"/>
                    </a:cubicBezTo>
                    <a:lnTo>
                      <a:pt x="57" y="344"/>
                    </a:lnTo>
                    <a:cubicBezTo>
                      <a:pt x="58" y="344"/>
                      <a:pt x="59" y="343"/>
                      <a:pt x="60" y="343"/>
                    </a:cubicBezTo>
                    <a:cubicBezTo>
                      <a:pt x="60" y="343"/>
                      <a:pt x="61" y="343"/>
                      <a:pt x="61" y="342"/>
                    </a:cubicBezTo>
                    <a:lnTo>
                      <a:pt x="62" y="342"/>
                    </a:lnTo>
                    <a:cubicBezTo>
                      <a:pt x="62" y="342"/>
                      <a:pt x="62" y="341"/>
                      <a:pt x="63" y="341"/>
                    </a:cubicBezTo>
                    <a:cubicBezTo>
                      <a:pt x="64" y="340"/>
                      <a:pt x="64" y="339"/>
                      <a:pt x="65" y="339"/>
                    </a:cubicBezTo>
                    <a:cubicBezTo>
                      <a:pt x="64" y="339"/>
                      <a:pt x="64" y="339"/>
                      <a:pt x="64" y="340"/>
                    </a:cubicBezTo>
                    <a:cubicBezTo>
                      <a:pt x="65" y="338"/>
                      <a:pt x="66" y="336"/>
                      <a:pt x="67" y="334"/>
                    </a:cubicBezTo>
                    <a:cubicBezTo>
                      <a:pt x="69" y="331"/>
                      <a:pt x="69" y="328"/>
                      <a:pt x="71" y="326"/>
                    </a:cubicBezTo>
                    <a:cubicBezTo>
                      <a:pt x="71" y="324"/>
                      <a:pt x="72" y="321"/>
                      <a:pt x="72" y="319"/>
                    </a:cubicBezTo>
                    <a:cubicBezTo>
                      <a:pt x="74" y="314"/>
                      <a:pt x="74" y="309"/>
                      <a:pt x="75" y="304"/>
                    </a:cubicBezTo>
                    <a:cubicBezTo>
                      <a:pt x="75" y="298"/>
                      <a:pt x="75" y="292"/>
                      <a:pt x="75" y="286"/>
                    </a:cubicBezTo>
                    <a:cubicBezTo>
                      <a:pt x="75" y="287"/>
                      <a:pt x="75" y="288"/>
                      <a:pt x="75" y="288"/>
                    </a:cubicBezTo>
                    <a:cubicBezTo>
                      <a:pt x="75" y="283"/>
                      <a:pt x="74" y="278"/>
                      <a:pt x="73" y="272"/>
                    </a:cubicBezTo>
                    <a:cubicBezTo>
                      <a:pt x="68" y="248"/>
                      <a:pt x="61" y="224"/>
                      <a:pt x="54" y="200"/>
                    </a:cubicBezTo>
                    <a:cubicBezTo>
                      <a:pt x="46" y="171"/>
                      <a:pt x="40" y="142"/>
                      <a:pt x="42" y="112"/>
                    </a:cubicBezTo>
                    <a:cubicBezTo>
                      <a:pt x="43" y="95"/>
                      <a:pt x="48" y="78"/>
                      <a:pt x="55" y="62"/>
                    </a:cubicBezTo>
                    <a:cubicBezTo>
                      <a:pt x="61" y="46"/>
                      <a:pt x="72" y="33"/>
                      <a:pt x="83" y="21"/>
                    </a:cubicBezTo>
                    <a:cubicBezTo>
                      <a:pt x="91" y="13"/>
                      <a:pt x="100" y="7"/>
                      <a:pt x="111" y="3"/>
                    </a:cubicBezTo>
                    <a:cubicBezTo>
                      <a:pt x="115" y="1"/>
                      <a:pt x="121" y="0"/>
                      <a:pt x="127" y="0"/>
                    </a:cubicBezTo>
                    <a:cubicBezTo>
                      <a:pt x="132" y="1"/>
                      <a:pt x="137" y="3"/>
                      <a:pt x="142" y="7"/>
                    </a:cubicBezTo>
                    <a:cubicBezTo>
                      <a:pt x="145" y="9"/>
                      <a:pt x="148" y="14"/>
                      <a:pt x="149" y="18"/>
                    </a:cubicBezTo>
                    <a:cubicBezTo>
                      <a:pt x="151" y="22"/>
                      <a:pt x="152" y="28"/>
                      <a:pt x="151" y="33"/>
                    </a:cubicBezTo>
                    <a:cubicBezTo>
                      <a:pt x="149" y="41"/>
                      <a:pt x="146" y="49"/>
                      <a:pt x="142" y="56"/>
                    </a:cubicBezTo>
                    <a:cubicBezTo>
                      <a:pt x="140" y="60"/>
                      <a:pt x="138" y="63"/>
                      <a:pt x="134" y="66"/>
                    </a:cubicBezTo>
                    <a:cubicBezTo>
                      <a:pt x="129" y="67"/>
                      <a:pt x="124" y="67"/>
                      <a:pt x="120" y="65"/>
                    </a:cubicBezTo>
                    <a:cubicBezTo>
                      <a:pt x="113" y="60"/>
                      <a:pt x="113" y="50"/>
                      <a:pt x="114" y="43"/>
                    </a:cubicBezTo>
                    <a:cubicBezTo>
                      <a:pt x="114" y="38"/>
                      <a:pt x="115" y="34"/>
                      <a:pt x="116" y="29"/>
                    </a:cubicBezTo>
                    <a:cubicBezTo>
                      <a:pt x="116" y="28"/>
                      <a:pt x="116" y="28"/>
                      <a:pt x="117" y="27"/>
                    </a:cubicBezTo>
                    <a:cubicBezTo>
                      <a:pt x="115" y="27"/>
                      <a:pt x="115" y="27"/>
                      <a:pt x="114" y="28"/>
                    </a:cubicBezTo>
                    <a:cubicBezTo>
                      <a:pt x="113" y="28"/>
                      <a:pt x="111" y="29"/>
                      <a:pt x="110" y="29"/>
                    </a:cubicBezTo>
                    <a:cubicBezTo>
                      <a:pt x="108" y="31"/>
                      <a:pt x="105" y="34"/>
                      <a:pt x="103" y="35"/>
                    </a:cubicBezTo>
                    <a:lnTo>
                      <a:pt x="104" y="34"/>
                    </a:lnTo>
                    <a:cubicBezTo>
                      <a:pt x="101" y="37"/>
                      <a:pt x="98" y="40"/>
                      <a:pt x="95" y="43"/>
                    </a:cubicBezTo>
                    <a:cubicBezTo>
                      <a:pt x="91" y="47"/>
                      <a:pt x="88" y="51"/>
                      <a:pt x="85" y="56"/>
                    </a:cubicBezTo>
                    <a:cubicBezTo>
                      <a:pt x="83" y="59"/>
                      <a:pt x="81" y="62"/>
                      <a:pt x="79" y="64"/>
                    </a:cubicBezTo>
                    <a:cubicBezTo>
                      <a:pt x="76" y="70"/>
                      <a:pt x="74" y="76"/>
                      <a:pt x="71" y="82"/>
                    </a:cubicBezTo>
                    <a:cubicBezTo>
                      <a:pt x="69" y="88"/>
                      <a:pt x="68" y="94"/>
                      <a:pt x="67" y="99"/>
                    </a:cubicBezTo>
                    <a:cubicBezTo>
                      <a:pt x="65" y="105"/>
                      <a:pt x="65" y="110"/>
                      <a:pt x="64" y="116"/>
                    </a:cubicBezTo>
                    <a:cubicBezTo>
                      <a:pt x="64" y="123"/>
                      <a:pt x="64" y="129"/>
                      <a:pt x="64" y="135"/>
                    </a:cubicBezTo>
                    <a:lnTo>
                      <a:pt x="64" y="134"/>
                    </a:lnTo>
                    <a:cubicBezTo>
                      <a:pt x="65" y="144"/>
                      <a:pt x="66" y="154"/>
                      <a:pt x="68" y="164"/>
                    </a:cubicBezTo>
                    <a:lnTo>
                      <a:pt x="68" y="163"/>
                    </a:lnTo>
                    <a:cubicBezTo>
                      <a:pt x="74" y="193"/>
                      <a:pt x="83" y="221"/>
                      <a:pt x="91" y="250"/>
                    </a:cubicBezTo>
                    <a:cubicBezTo>
                      <a:pt x="93" y="257"/>
                      <a:pt x="94" y="264"/>
                      <a:pt x="96" y="271"/>
                    </a:cubicBezTo>
                    <a:cubicBezTo>
                      <a:pt x="99" y="288"/>
                      <a:pt x="99" y="305"/>
                      <a:pt x="96" y="322"/>
                    </a:cubicBezTo>
                    <a:cubicBezTo>
                      <a:pt x="94" y="329"/>
                      <a:pt x="92" y="336"/>
                      <a:pt x="89" y="343"/>
                    </a:cubicBezTo>
                    <a:cubicBezTo>
                      <a:pt x="87" y="347"/>
                      <a:pt x="85" y="350"/>
                      <a:pt x="83" y="354"/>
                    </a:cubicBezTo>
                    <a:cubicBezTo>
                      <a:pt x="80" y="357"/>
                      <a:pt x="78" y="360"/>
                      <a:pt x="75" y="362"/>
                    </a:cubicBezTo>
                    <a:cubicBezTo>
                      <a:pt x="69" y="366"/>
                      <a:pt x="62" y="368"/>
                      <a:pt x="55" y="369"/>
                    </a:cubicBezTo>
                    <a:cubicBezTo>
                      <a:pt x="53" y="370"/>
                      <a:pt x="50" y="370"/>
                      <a:pt x="48" y="370"/>
                    </a:cubicBezTo>
                    <a:cubicBezTo>
                      <a:pt x="42" y="370"/>
                      <a:pt x="36" y="369"/>
                      <a:pt x="30" y="3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689400" y="1067760"/>
                <a:ext cx="36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9" extrusionOk="0">
                    <a:moveTo>
                      <a:pt x="75" y="132"/>
                    </a:moveTo>
                    <a:cubicBezTo>
                      <a:pt x="70" y="123"/>
                      <a:pt x="65" y="114"/>
                      <a:pt x="60" y="105"/>
                    </a:cubicBezTo>
                    <a:cubicBezTo>
                      <a:pt x="50" y="92"/>
                      <a:pt x="40" y="79"/>
                      <a:pt x="31" y="66"/>
                    </a:cubicBezTo>
                    <a:cubicBezTo>
                      <a:pt x="26" y="59"/>
                      <a:pt x="21" y="51"/>
                      <a:pt x="16" y="44"/>
                    </a:cubicBezTo>
                    <a:cubicBezTo>
                      <a:pt x="14" y="40"/>
                      <a:pt x="12" y="37"/>
                      <a:pt x="9" y="33"/>
                    </a:cubicBezTo>
                    <a:cubicBezTo>
                      <a:pt x="7" y="28"/>
                      <a:pt x="3" y="22"/>
                      <a:pt x="1" y="16"/>
                    </a:cubicBezTo>
                    <a:cubicBezTo>
                      <a:pt x="0" y="9"/>
                      <a:pt x="5" y="1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0" y="2"/>
                      <a:pt x="21" y="3"/>
                      <a:pt x="22" y="3"/>
                    </a:cubicBezTo>
                    <a:cubicBezTo>
                      <a:pt x="26" y="6"/>
                      <a:pt x="27" y="10"/>
                      <a:pt x="27" y="14"/>
                    </a:cubicBezTo>
                    <a:cubicBezTo>
                      <a:pt x="32" y="23"/>
                      <a:pt x="37" y="31"/>
                      <a:pt x="41" y="39"/>
                    </a:cubicBezTo>
                    <a:cubicBezTo>
                      <a:pt x="50" y="52"/>
                      <a:pt x="59" y="64"/>
                      <a:pt x="68" y="76"/>
                    </a:cubicBezTo>
                    <a:cubicBezTo>
                      <a:pt x="78" y="90"/>
                      <a:pt x="87" y="105"/>
                      <a:pt x="95" y="121"/>
                    </a:cubicBezTo>
                    <a:cubicBezTo>
                      <a:pt x="99" y="126"/>
                      <a:pt x="96" y="133"/>
                      <a:pt x="90" y="136"/>
                    </a:cubicBezTo>
                    <a:cubicBezTo>
                      <a:pt x="89" y="137"/>
                      <a:pt x="87" y="138"/>
                      <a:pt x="85" y="138"/>
                    </a:cubicBezTo>
                    <a:cubicBezTo>
                      <a:pt x="81" y="138"/>
                      <a:pt x="76" y="136"/>
                      <a:pt x="75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685080" y="1074240"/>
                <a:ext cx="543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53" extrusionOk="0">
                    <a:moveTo>
                      <a:pt x="6" y="150"/>
                    </a:moveTo>
                    <a:cubicBezTo>
                      <a:pt x="0" y="146"/>
                      <a:pt x="0" y="138"/>
                      <a:pt x="4" y="133"/>
                    </a:cubicBezTo>
                    <a:cubicBezTo>
                      <a:pt x="21" y="111"/>
                      <a:pt x="39" y="92"/>
                      <a:pt x="57" y="72"/>
                    </a:cubicBezTo>
                    <a:cubicBezTo>
                      <a:pt x="66" y="61"/>
                      <a:pt x="75" y="51"/>
                      <a:pt x="84" y="41"/>
                    </a:cubicBezTo>
                    <a:cubicBezTo>
                      <a:pt x="89" y="36"/>
                      <a:pt x="93" y="31"/>
                      <a:pt x="98" y="27"/>
                    </a:cubicBezTo>
                    <a:cubicBezTo>
                      <a:pt x="106" y="18"/>
                      <a:pt x="115" y="9"/>
                      <a:pt x="125" y="3"/>
                    </a:cubicBezTo>
                    <a:cubicBezTo>
                      <a:pt x="129" y="2"/>
                      <a:pt x="133" y="0"/>
                      <a:pt x="137" y="0"/>
                    </a:cubicBezTo>
                    <a:cubicBezTo>
                      <a:pt x="144" y="0"/>
                      <a:pt x="150" y="6"/>
                      <a:pt x="150" y="13"/>
                    </a:cubicBezTo>
                    <a:cubicBezTo>
                      <a:pt x="149" y="19"/>
                      <a:pt x="144" y="25"/>
                      <a:pt x="137" y="25"/>
                    </a:cubicBezTo>
                    <a:cubicBezTo>
                      <a:pt x="137" y="26"/>
                      <a:pt x="136" y="26"/>
                      <a:pt x="136" y="26"/>
                    </a:cubicBezTo>
                    <a:lnTo>
                      <a:pt x="137" y="26"/>
                    </a:lnTo>
                    <a:cubicBezTo>
                      <a:pt x="136" y="26"/>
                      <a:pt x="135" y="27"/>
                      <a:pt x="134" y="27"/>
                    </a:cubicBezTo>
                    <a:cubicBezTo>
                      <a:pt x="132" y="29"/>
                      <a:pt x="130" y="30"/>
                      <a:pt x="128" y="31"/>
                    </a:cubicBezTo>
                    <a:cubicBezTo>
                      <a:pt x="116" y="42"/>
                      <a:pt x="105" y="55"/>
                      <a:pt x="94" y="66"/>
                    </a:cubicBezTo>
                    <a:lnTo>
                      <a:pt x="95" y="65"/>
                    </a:lnTo>
                    <a:cubicBezTo>
                      <a:pt x="83" y="79"/>
                      <a:pt x="70" y="92"/>
                      <a:pt x="58" y="105"/>
                    </a:cubicBezTo>
                    <a:cubicBezTo>
                      <a:pt x="46" y="119"/>
                      <a:pt x="34" y="133"/>
                      <a:pt x="23" y="148"/>
                    </a:cubicBezTo>
                    <a:cubicBezTo>
                      <a:pt x="21" y="151"/>
                      <a:pt x="17" y="152"/>
                      <a:pt x="13" y="152"/>
                    </a:cubicBezTo>
                    <a:cubicBezTo>
                      <a:pt x="11" y="152"/>
                      <a:pt x="8" y="151"/>
                      <a:pt x="6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757440" y="1047240"/>
                <a:ext cx="2376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66" h="126" extrusionOk="0">
                    <a:moveTo>
                      <a:pt x="37" y="32"/>
                    </a:moveTo>
                    <a:lnTo>
                      <a:pt x="37" y="31"/>
                    </a:lnTo>
                    <a:lnTo>
                      <a:pt x="37" y="32"/>
                    </a:lnTo>
                    <a:cubicBezTo>
                      <a:pt x="37" y="31"/>
                      <a:pt x="37" y="30"/>
                      <a:pt x="37" y="28"/>
                    </a:cubicBezTo>
                    <a:cubicBezTo>
                      <a:pt x="37" y="27"/>
                      <a:pt x="37" y="27"/>
                      <a:pt x="37" y="26"/>
                    </a:cubicBezTo>
                    <a:cubicBezTo>
                      <a:pt x="36" y="26"/>
                      <a:pt x="35" y="27"/>
                      <a:pt x="35" y="27"/>
                    </a:cubicBezTo>
                    <a:cubicBezTo>
                      <a:pt x="34" y="27"/>
                      <a:pt x="34" y="27"/>
                      <a:pt x="33" y="28"/>
                    </a:cubicBezTo>
                    <a:cubicBezTo>
                      <a:pt x="32" y="29"/>
                      <a:pt x="31" y="30"/>
                      <a:pt x="31" y="30"/>
                    </a:cubicBezTo>
                    <a:lnTo>
                      <a:pt x="31" y="29"/>
                    </a:ln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2" y="29"/>
                      <a:pt x="31" y="29"/>
                    </a:cubicBez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1" y="29"/>
                      <a:pt x="31" y="29"/>
                    </a:cubicBezTo>
                    <a:lnTo>
                      <a:pt x="31" y="30"/>
                    </a:lnTo>
                    <a:lnTo>
                      <a:pt x="31" y="29"/>
                    </a:lnTo>
                    <a:cubicBezTo>
                      <a:pt x="31" y="30"/>
                      <a:pt x="30" y="30"/>
                      <a:pt x="30" y="31"/>
                    </a:cubicBezTo>
                    <a:cubicBezTo>
                      <a:pt x="32" y="32"/>
                      <a:pt x="34" y="32"/>
                      <a:pt x="37" y="32"/>
                    </a:cubicBezTo>
                    <a:moveTo>
                      <a:pt x="19" y="123"/>
                    </a:moveTo>
                    <a:cubicBezTo>
                      <a:pt x="14" y="122"/>
                      <a:pt x="10" y="120"/>
                      <a:pt x="6" y="116"/>
                    </a:cubicBezTo>
                    <a:cubicBezTo>
                      <a:pt x="2" y="112"/>
                      <a:pt x="0" y="107"/>
                      <a:pt x="0" y="101"/>
                    </a:cubicBezTo>
                    <a:cubicBezTo>
                      <a:pt x="0" y="94"/>
                      <a:pt x="6" y="87"/>
                      <a:pt x="10" y="81"/>
                    </a:cubicBezTo>
                    <a:cubicBezTo>
                      <a:pt x="13" y="77"/>
                      <a:pt x="16" y="73"/>
                      <a:pt x="19" y="69"/>
                    </a:cubicBezTo>
                    <a:lnTo>
                      <a:pt x="19" y="70"/>
                    </a:lnTo>
                    <a:cubicBezTo>
                      <a:pt x="21" y="65"/>
                      <a:pt x="24" y="61"/>
                      <a:pt x="27" y="56"/>
                    </a:cubicBezTo>
                    <a:lnTo>
                      <a:pt x="26" y="56"/>
                    </a:lnTo>
                    <a:cubicBezTo>
                      <a:pt x="23" y="56"/>
                      <a:pt x="19" y="55"/>
                      <a:pt x="16" y="53"/>
                    </a:cubicBezTo>
                    <a:cubicBezTo>
                      <a:pt x="11" y="52"/>
                      <a:pt x="6" y="48"/>
                      <a:pt x="4" y="43"/>
                    </a:cubicBezTo>
                    <a:cubicBezTo>
                      <a:pt x="3" y="41"/>
                      <a:pt x="3" y="39"/>
                      <a:pt x="3" y="37"/>
                    </a:cubicBezTo>
                    <a:cubicBezTo>
                      <a:pt x="2" y="34"/>
                      <a:pt x="3" y="30"/>
                      <a:pt x="4" y="27"/>
                    </a:cubicBezTo>
                    <a:cubicBezTo>
                      <a:pt x="5" y="22"/>
                      <a:pt x="9" y="17"/>
                      <a:pt x="12" y="13"/>
                    </a:cubicBezTo>
                    <a:cubicBezTo>
                      <a:pt x="16" y="9"/>
                      <a:pt x="21" y="6"/>
                      <a:pt x="26" y="3"/>
                    </a:cubicBezTo>
                    <a:cubicBezTo>
                      <a:pt x="30" y="2"/>
                      <a:pt x="36" y="0"/>
                      <a:pt x="41" y="0"/>
                    </a:cubicBezTo>
                    <a:cubicBezTo>
                      <a:pt x="52" y="2"/>
                      <a:pt x="60" y="12"/>
                      <a:pt x="62" y="23"/>
                    </a:cubicBezTo>
                    <a:cubicBezTo>
                      <a:pt x="62" y="28"/>
                      <a:pt x="62" y="34"/>
                      <a:pt x="60" y="40"/>
                    </a:cubicBezTo>
                    <a:cubicBezTo>
                      <a:pt x="59" y="46"/>
                      <a:pt x="56" y="53"/>
                      <a:pt x="53" y="59"/>
                    </a:cubicBezTo>
                    <a:cubicBezTo>
                      <a:pt x="48" y="69"/>
                      <a:pt x="42" y="78"/>
                      <a:pt x="35" y="88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3" y="91"/>
                      <a:pt x="30" y="96"/>
                      <a:pt x="27" y="100"/>
                    </a:cubicBezTo>
                    <a:cubicBezTo>
                      <a:pt x="28" y="101"/>
                      <a:pt x="29" y="101"/>
                      <a:pt x="30" y="101"/>
                    </a:cubicBezTo>
                    <a:cubicBezTo>
                      <a:pt x="30" y="101"/>
                      <a:pt x="29" y="101"/>
                      <a:pt x="28" y="101"/>
                    </a:cubicBezTo>
                    <a:cubicBezTo>
                      <a:pt x="29" y="101"/>
                      <a:pt x="30" y="101"/>
                      <a:pt x="31" y="101"/>
                    </a:cubicBezTo>
                    <a:cubicBezTo>
                      <a:pt x="34" y="101"/>
                      <a:pt x="36" y="101"/>
                      <a:pt x="38" y="101"/>
                    </a:cubicBezTo>
                    <a:cubicBezTo>
                      <a:pt x="42" y="101"/>
                      <a:pt x="47" y="100"/>
                      <a:pt x="51" y="99"/>
                    </a:cubicBezTo>
                    <a:cubicBezTo>
                      <a:pt x="57" y="99"/>
                      <a:pt x="63" y="104"/>
                      <a:pt x="63" y="110"/>
                    </a:cubicBezTo>
                    <a:cubicBezTo>
                      <a:pt x="65" y="116"/>
                      <a:pt x="60" y="122"/>
                      <a:pt x="53" y="123"/>
                    </a:cubicBezTo>
                    <a:cubicBezTo>
                      <a:pt x="47" y="124"/>
                      <a:pt x="40" y="125"/>
                      <a:pt x="33" y="125"/>
                    </a:cubicBezTo>
                    <a:cubicBezTo>
                      <a:pt x="28" y="125"/>
                      <a:pt x="24" y="124"/>
                      <a:pt x="1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806040" y="1030680"/>
                <a:ext cx="65880" cy="1040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89" extrusionOk="0">
                    <a:moveTo>
                      <a:pt x="32" y="253"/>
                    </a:moveTo>
                    <a:lnTo>
                      <a:pt x="33" y="253"/>
                    </a:lnTo>
                    <a:lnTo>
                      <a:pt x="34" y="253"/>
                    </a:lnTo>
                    <a:cubicBezTo>
                      <a:pt x="36" y="252"/>
                      <a:pt x="38" y="251"/>
                      <a:pt x="40" y="250"/>
                    </a:cubicBezTo>
                    <a:cubicBezTo>
                      <a:pt x="41" y="250"/>
                      <a:pt x="43" y="249"/>
                      <a:pt x="44" y="248"/>
                    </a:cubicBezTo>
                    <a:cubicBezTo>
                      <a:pt x="46" y="246"/>
                      <a:pt x="49" y="244"/>
                      <a:pt x="51" y="243"/>
                    </a:cubicBezTo>
                    <a:cubicBezTo>
                      <a:pt x="53" y="241"/>
                      <a:pt x="55" y="239"/>
                      <a:pt x="56" y="238"/>
                    </a:cubicBezTo>
                    <a:cubicBezTo>
                      <a:pt x="62" y="230"/>
                      <a:pt x="68" y="223"/>
                      <a:pt x="74" y="215"/>
                    </a:cubicBezTo>
                    <a:cubicBezTo>
                      <a:pt x="77" y="211"/>
                      <a:pt x="80" y="207"/>
                      <a:pt x="82" y="203"/>
                    </a:cubicBezTo>
                    <a:cubicBezTo>
                      <a:pt x="83" y="201"/>
                      <a:pt x="85" y="199"/>
                      <a:pt x="86" y="197"/>
                    </a:cubicBezTo>
                    <a:cubicBezTo>
                      <a:pt x="86" y="197"/>
                      <a:pt x="86" y="196"/>
                      <a:pt x="87" y="195"/>
                    </a:cubicBezTo>
                    <a:cubicBezTo>
                      <a:pt x="87" y="192"/>
                      <a:pt x="88" y="189"/>
                      <a:pt x="89" y="186"/>
                    </a:cubicBezTo>
                    <a:cubicBezTo>
                      <a:pt x="89" y="183"/>
                      <a:pt x="90" y="180"/>
                      <a:pt x="90" y="178"/>
                    </a:cubicBezTo>
                    <a:cubicBezTo>
                      <a:pt x="90" y="177"/>
                      <a:pt x="90" y="177"/>
                      <a:pt x="91" y="177"/>
                    </a:cubicBezTo>
                    <a:cubicBezTo>
                      <a:pt x="91" y="176"/>
                      <a:pt x="91" y="175"/>
                      <a:pt x="91" y="174"/>
                    </a:cubicBezTo>
                    <a:cubicBezTo>
                      <a:pt x="91" y="173"/>
                      <a:pt x="91" y="172"/>
                      <a:pt x="91" y="170"/>
                    </a:cubicBezTo>
                    <a:cubicBezTo>
                      <a:pt x="91" y="168"/>
                      <a:pt x="91" y="166"/>
                      <a:pt x="91" y="164"/>
                    </a:cubicBezTo>
                    <a:cubicBezTo>
                      <a:pt x="91" y="163"/>
                      <a:pt x="90" y="163"/>
                      <a:pt x="90" y="163"/>
                    </a:cubicBezTo>
                    <a:lnTo>
                      <a:pt x="90" y="162"/>
                    </a:lnTo>
                    <a:lnTo>
                      <a:pt x="89" y="161"/>
                    </a:lnTo>
                    <a:cubicBezTo>
                      <a:pt x="89" y="160"/>
                      <a:pt x="87" y="159"/>
                      <a:pt x="87" y="159"/>
                    </a:cubicBezTo>
                    <a:cubicBezTo>
                      <a:pt x="87" y="159"/>
                      <a:pt x="88" y="159"/>
                      <a:pt x="88" y="160"/>
                    </a:cubicBezTo>
                    <a:cubicBezTo>
                      <a:pt x="87" y="159"/>
                      <a:pt x="87" y="159"/>
                      <a:pt x="86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84" y="158"/>
                      <a:pt x="84" y="158"/>
                      <a:pt x="83" y="158"/>
                    </a:cubicBezTo>
                    <a:cubicBezTo>
                      <a:pt x="83" y="158"/>
                      <a:pt x="82" y="158"/>
                      <a:pt x="81" y="158"/>
                    </a:cubicBezTo>
                    <a:cubicBezTo>
                      <a:pt x="80" y="158"/>
                      <a:pt x="79" y="159"/>
                      <a:pt x="77" y="159"/>
                    </a:cubicBezTo>
                    <a:cubicBezTo>
                      <a:pt x="75" y="160"/>
                      <a:pt x="73" y="161"/>
                      <a:pt x="72" y="161"/>
                    </a:cubicBezTo>
                    <a:lnTo>
                      <a:pt x="73" y="161"/>
                    </a:lnTo>
                    <a:cubicBezTo>
                      <a:pt x="72" y="162"/>
                      <a:pt x="70" y="162"/>
                      <a:pt x="68" y="163"/>
                    </a:cubicBezTo>
                    <a:cubicBezTo>
                      <a:pt x="66" y="165"/>
                      <a:pt x="64" y="167"/>
                      <a:pt x="61" y="169"/>
                    </a:cubicBezTo>
                    <a:cubicBezTo>
                      <a:pt x="58" y="171"/>
                      <a:pt x="56" y="173"/>
                      <a:pt x="54" y="176"/>
                    </a:cubicBezTo>
                    <a:cubicBezTo>
                      <a:pt x="50" y="180"/>
                      <a:pt x="47" y="184"/>
                      <a:pt x="44" y="188"/>
                    </a:cubicBezTo>
                    <a:cubicBezTo>
                      <a:pt x="41" y="193"/>
                      <a:pt x="37" y="198"/>
                      <a:pt x="34" y="204"/>
                    </a:cubicBezTo>
                    <a:cubicBezTo>
                      <a:pt x="31" y="210"/>
                      <a:pt x="29" y="215"/>
                      <a:pt x="27" y="220"/>
                    </a:cubicBezTo>
                    <a:cubicBezTo>
                      <a:pt x="26" y="222"/>
                      <a:pt x="26" y="224"/>
                      <a:pt x="25" y="226"/>
                    </a:cubicBezTo>
                    <a:cubicBezTo>
                      <a:pt x="24" y="228"/>
                      <a:pt x="24" y="230"/>
                      <a:pt x="24" y="232"/>
                    </a:cubicBezTo>
                    <a:cubicBezTo>
                      <a:pt x="24" y="234"/>
                      <a:pt x="24" y="236"/>
                      <a:pt x="24" y="237"/>
                    </a:cubicBezTo>
                    <a:cubicBezTo>
                      <a:pt x="24" y="239"/>
                      <a:pt x="24" y="241"/>
                      <a:pt x="25" y="243"/>
                    </a:cubicBezTo>
                    <a:cubicBezTo>
                      <a:pt x="25" y="243"/>
                      <a:pt x="25" y="244"/>
                      <a:pt x="26" y="245"/>
                    </a:cubicBezTo>
                    <a:cubicBezTo>
                      <a:pt x="26" y="246"/>
                      <a:pt x="26" y="247"/>
                      <a:pt x="27" y="249"/>
                    </a:cubicBezTo>
                    <a:lnTo>
                      <a:pt x="27" y="250"/>
                    </a:lnTo>
                    <a:cubicBezTo>
                      <a:pt x="28" y="250"/>
                      <a:pt x="28" y="251"/>
                      <a:pt x="29" y="251"/>
                    </a:cubicBezTo>
                    <a:cubicBezTo>
                      <a:pt x="28" y="251"/>
                      <a:pt x="28" y="251"/>
                      <a:pt x="28" y="251"/>
                    </a:cubicBezTo>
                    <a:cubicBezTo>
                      <a:pt x="28" y="250"/>
                      <a:pt x="27" y="250"/>
                      <a:pt x="27" y="250"/>
                    </a:cubicBezTo>
                    <a:cubicBezTo>
                      <a:pt x="27" y="250"/>
                      <a:pt x="28" y="250"/>
                      <a:pt x="28" y="251"/>
                    </a:cubicBezTo>
                    <a:cubicBezTo>
                      <a:pt x="29" y="251"/>
                      <a:pt x="29" y="251"/>
                      <a:pt x="29" y="252"/>
                    </a:cubicBezTo>
                    <a:lnTo>
                      <a:pt x="30" y="253"/>
                    </a:lnTo>
                    <a:lnTo>
                      <a:pt x="31" y="253"/>
                    </a:lnTo>
                    <a:lnTo>
                      <a:pt x="32" y="253"/>
                    </a:lnTo>
                    <a:moveTo>
                      <a:pt x="129" y="288"/>
                    </a:moveTo>
                    <a:cubicBezTo>
                      <a:pt x="122" y="286"/>
                      <a:pt x="117" y="280"/>
                      <a:pt x="118" y="273"/>
                    </a:cubicBezTo>
                    <a:cubicBezTo>
                      <a:pt x="120" y="264"/>
                      <a:pt x="121" y="254"/>
                      <a:pt x="122" y="244"/>
                    </a:cubicBezTo>
                    <a:lnTo>
                      <a:pt x="122" y="245"/>
                    </a:lnTo>
                    <a:cubicBezTo>
                      <a:pt x="123" y="232"/>
                      <a:pt x="124" y="218"/>
                      <a:pt x="125" y="205"/>
                    </a:cubicBezTo>
                    <a:cubicBezTo>
                      <a:pt x="125" y="194"/>
                      <a:pt x="125" y="182"/>
                      <a:pt x="125" y="171"/>
                    </a:cubicBezTo>
                    <a:cubicBezTo>
                      <a:pt x="123" y="176"/>
                      <a:pt x="120" y="182"/>
                      <a:pt x="117" y="187"/>
                    </a:cubicBezTo>
                    <a:cubicBezTo>
                      <a:pt x="115" y="190"/>
                      <a:pt x="114" y="193"/>
                      <a:pt x="112" y="196"/>
                    </a:cubicBezTo>
                    <a:cubicBezTo>
                      <a:pt x="112" y="198"/>
                      <a:pt x="111" y="200"/>
                      <a:pt x="110" y="203"/>
                    </a:cubicBezTo>
                    <a:cubicBezTo>
                      <a:pt x="110" y="204"/>
                      <a:pt x="108" y="205"/>
                      <a:pt x="107" y="206"/>
                    </a:cubicBezTo>
                    <a:cubicBezTo>
                      <a:pt x="104" y="210"/>
                      <a:pt x="102" y="215"/>
                      <a:pt x="99" y="219"/>
                    </a:cubicBezTo>
                    <a:cubicBezTo>
                      <a:pt x="93" y="229"/>
                      <a:pt x="86" y="239"/>
                      <a:pt x="78" y="249"/>
                    </a:cubicBezTo>
                    <a:cubicBezTo>
                      <a:pt x="69" y="260"/>
                      <a:pt x="58" y="269"/>
                      <a:pt x="44" y="275"/>
                    </a:cubicBezTo>
                    <a:cubicBezTo>
                      <a:pt x="40" y="276"/>
                      <a:pt x="37" y="277"/>
                      <a:pt x="33" y="277"/>
                    </a:cubicBezTo>
                    <a:cubicBezTo>
                      <a:pt x="30" y="278"/>
                      <a:pt x="27" y="277"/>
                      <a:pt x="24" y="276"/>
                    </a:cubicBezTo>
                    <a:cubicBezTo>
                      <a:pt x="17" y="274"/>
                      <a:pt x="12" y="269"/>
                      <a:pt x="8" y="264"/>
                    </a:cubicBezTo>
                    <a:cubicBezTo>
                      <a:pt x="5" y="259"/>
                      <a:pt x="2" y="252"/>
                      <a:pt x="1" y="246"/>
                    </a:cubicBezTo>
                    <a:cubicBezTo>
                      <a:pt x="0" y="238"/>
                      <a:pt x="1" y="230"/>
                      <a:pt x="2" y="222"/>
                    </a:cubicBezTo>
                    <a:cubicBezTo>
                      <a:pt x="4" y="214"/>
                      <a:pt x="7" y="207"/>
                      <a:pt x="11" y="200"/>
                    </a:cubicBezTo>
                    <a:cubicBezTo>
                      <a:pt x="14" y="192"/>
                      <a:pt x="18" y="185"/>
                      <a:pt x="22" y="178"/>
                    </a:cubicBezTo>
                    <a:cubicBezTo>
                      <a:pt x="30" y="165"/>
                      <a:pt x="41" y="154"/>
                      <a:pt x="53" y="145"/>
                    </a:cubicBezTo>
                    <a:cubicBezTo>
                      <a:pt x="65" y="136"/>
                      <a:pt x="81" y="130"/>
                      <a:pt x="95" y="135"/>
                    </a:cubicBezTo>
                    <a:cubicBezTo>
                      <a:pt x="101" y="138"/>
                      <a:pt x="107" y="143"/>
                      <a:pt x="111" y="148"/>
                    </a:cubicBezTo>
                    <a:cubicBezTo>
                      <a:pt x="111" y="149"/>
                      <a:pt x="111" y="149"/>
                      <a:pt x="111" y="150"/>
                    </a:cubicBezTo>
                    <a:cubicBezTo>
                      <a:pt x="112" y="147"/>
                      <a:pt x="114" y="144"/>
                      <a:pt x="115" y="141"/>
                    </a:cubicBezTo>
                    <a:cubicBezTo>
                      <a:pt x="118" y="136"/>
                      <a:pt x="119" y="131"/>
                      <a:pt x="122" y="125"/>
                    </a:cubicBezTo>
                    <a:cubicBezTo>
                      <a:pt x="124" y="122"/>
                      <a:pt x="125" y="117"/>
                      <a:pt x="127" y="113"/>
                    </a:cubicBezTo>
                    <a:cubicBezTo>
                      <a:pt x="127" y="112"/>
                      <a:pt x="127" y="111"/>
                      <a:pt x="127" y="110"/>
                    </a:cubicBezTo>
                    <a:cubicBezTo>
                      <a:pt x="128" y="103"/>
                      <a:pt x="128" y="98"/>
                      <a:pt x="129" y="92"/>
                    </a:cubicBezTo>
                    <a:cubicBezTo>
                      <a:pt x="131" y="75"/>
                      <a:pt x="133" y="59"/>
                      <a:pt x="139" y="42"/>
                    </a:cubicBezTo>
                    <a:cubicBezTo>
                      <a:pt x="142" y="34"/>
                      <a:pt x="145" y="26"/>
                      <a:pt x="148" y="18"/>
                    </a:cubicBezTo>
                    <a:cubicBezTo>
                      <a:pt x="151" y="12"/>
                      <a:pt x="155" y="5"/>
                      <a:pt x="161" y="2"/>
                    </a:cubicBezTo>
                    <a:cubicBezTo>
                      <a:pt x="167" y="0"/>
                      <a:pt x="174" y="2"/>
                      <a:pt x="178" y="7"/>
                    </a:cubicBezTo>
                    <a:cubicBezTo>
                      <a:pt x="182" y="12"/>
                      <a:pt x="180" y="19"/>
                      <a:pt x="179" y="25"/>
                    </a:cubicBezTo>
                    <a:cubicBezTo>
                      <a:pt x="176" y="37"/>
                      <a:pt x="172" y="49"/>
                      <a:pt x="168" y="60"/>
                    </a:cubicBezTo>
                    <a:cubicBezTo>
                      <a:pt x="165" y="72"/>
                      <a:pt x="161" y="84"/>
                      <a:pt x="157" y="96"/>
                    </a:cubicBezTo>
                    <a:cubicBezTo>
                      <a:pt x="154" y="103"/>
                      <a:pt x="152" y="110"/>
                      <a:pt x="149" y="116"/>
                    </a:cubicBezTo>
                    <a:cubicBezTo>
                      <a:pt x="148" y="139"/>
                      <a:pt x="147" y="162"/>
                      <a:pt x="147" y="184"/>
                    </a:cubicBezTo>
                    <a:cubicBezTo>
                      <a:pt x="147" y="197"/>
                      <a:pt x="147" y="209"/>
                      <a:pt x="146" y="222"/>
                    </a:cubicBezTo>
                    <a:cubicBezTo>
                      <a:pt x="146" y="235"/>
                      <a:pt x="145" y="247"/>
                      <a:pt x="145" y="260"/>
                    </a:cubicBezTo>
                    <a:cubicBezTo>
                      <a:pt x="144" y="265"/>
                      <a:pt x="144" y="271"/>
                      <a:pt x="143" y="277"/>
                    </a:cubicBezTo>
                    <a:cubicBezTo>
                      <a:pt x="142" y="283"/>
                      <a:pt x="136" y="288"/>
                      <a:pt x="131" y="288"/>
                    </a:cubicBezTo>
                    <a:cubicBezTo>
                      <a:pt x="130" y="288"/>
                      <a:pt x="129" y="288"/>
                      <a:pt x="129" y="2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884880" y="1072800"/>
                <a:ext cx="489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74" extrusionOk="0">
                    <a:moveTo>
                      <a:pt x="7" y="158"/>
                    </a:moveTo>
                    <a:cubicBezTo>
                      <a:pt x="4" y="155"/>
                      <a:pt x="3" y="152"/>
                      <a:pt x="2" y="149"/>
                    </a:cubicBezTo>
                    <a:cubicBezTo>
                      <a:pt x="1" y="145"/>
                      <a:pt x="0" y="141"/>
                      <a:pt x="1" y="138"/>
                    </a:cubicBezTo>
                    <a:cubicBezTo>
                      <a:pt x="1" y="134"/>
                      <a:pt x="2" y="132"/>
                      <a:pt x="4" y="129"/>
                    </a:cubicBezTo>
                    <a:cubicBezTo>
                      <a:pt x="6" y="125"/>
                      <a:pt x="9" y="122"/>
                      <a:pt x="12" y="119"/>
                    </a:cubicBezTo>
                    <a:cubicBezTo>
                      <a:pt x="31" y="99"/>
                      <a:pt x="52" y="82"/>
                      <a:pt x="74" y="65"/>
                    </a:cubicBezTo>
                    <a:cubicBezTo>
                      <a:pt x="77" y="63"/>
                      <a:pt x="80" y="60"/>
                      <a:pt x="82" y="58"/>
                    </a:cubicBezTo>
                    <a:cubicBezTo>
                      <a:pt x="89" y="52"/>
                      <a:pt x="96" y="46"/>
                      <a:pt x="102" y="40"/>
                    </a:cubicBezTo>
                    <a:cubicBezTo>
                      <a:pt x="103" y="38"/>
                      <a:pt x="104" y="38"/>
                      <a:pt x="105" y="37"/>
                    </a:cubicBezTo>
                    <a:cubicBezTo>
                      <a:pt x="106" y="35"/>
                      <a:pt x="106" y="34"/>
                      <a:pt x="107" y="33"/>
                    </a:cubicBezTo>
                    <a:cubicBezTo>
                      <a:pt x="108" y="31"/>
                      <a:pt x="109" y="30"/>
                      <a:pt x="109" y="28"/>
                    </a:cubicBezTo>
                    <a:lnTo>
                      <a:pt x="110" y="27"/>
                    </a:lnTo>
                    <a:cubicBezTo>
                      <a:pt x="105" y="26"/>
                      <a:pt x="100" y="25"/>
                      <a:pt x="96" y="25"/>
                    </a:cubicBezTo>
                    <a:lnTo>
                      <a:pt x="97" y="25"/>
                    </a:lnTo>
                    <a:cubicBezTo>
                      <a:pt x="92" y="24"/>
                      <a:pt x="87" y="24"/>
                      <a:pt x="82" y="24"/>
                    </a:cubicBezTo>
                    <a:cubicBezTo>
                      <a:pt x="76" y="25"/>
                      <a:pt x="71" y="26"/>
                      <a:pt x="65" y="27"/>
                    </a:cubicBezTo>
                    <a:cubicBezTo>
                      <a:pt x="66" y="27"/>
                      <a:pt x="66" y="27"/>
                      <a:pt x="66" y="27"/>
                    </a:cubicBezTo>
                    <a:lnTo>
                      <a:pt x="65" y="27"/>
                    </a:lnTo>
                    <a:cubicBezTo>
                      <a:pt x="64" y="27"/>
                      <a:pt x="64" y="27"/>
                      <a:pt x="64" y="27"/>
                    </a:cubicBezTo>
                    <a:cubicBezTo>
                      <a:pt x="61" y="28"/>
                      <a:pt x="57" y="28"/>
                      <a:pt x="53" y="30"/>
                    </a:cubicBezTo>
                    <a:cubicBezTo>
                      <a:pt x="52" y="30"/>
                      <a:pt x="49" y="31"/>
                      <a:pt x="47" y="32"/>
                    </a:cubicBezTo>
                    <a:cubicBezTo>
                      <a:pt x="46" y="33"/>
                      <a:pt x="44" y="34"/>
                      <a:pt x="42" y="35"/>
                    </a:cubicBezTo>
                    <a:cubicBezTo>
                      <a:pt x="42" y="35"/>
                      <a:pt x="41" y="35"/>
                      <a:pt x="40" y="36"/>
                    </a:cubicBez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8" y="38"/>
                      <a:pt x="38" y="39"/>
                    </a:cubicBezTo>
                    <a:lnTo>
                      <a:pt x="38" y="40"/>
                    </a:ln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2"/>
                      <a:pt x="40" y="43"/>
                      <a:pt x="42" y="44"/>
                    </a:cubicBezTo>
                    <a:cubicBezTo>
                      <a:pt x="43" y="45"/>
                      <a:pt x="45" y="46"/>
                      <a:pt x="46" y="47"/>
                    </a:cubicBezTo>
                    <a:cubicBezTo>
                      <a:pt x="52" y="51"/>
                      <a:pt x="54" y="58"/>
                      <a:pt x="50" y="65"/>
                    </a:cubicBezTo>
                    <a:cubicBezTo>
                      <a:pt x="46" y="71"/>
                      <a:pt x="38" y="72"/>
                      <a:pt x="32" y="67"/>
                    </a:cubicBezTo>
                    <a:cubicBezTo>
                      <a:pt x="24" y="62"/>
                      <a:pt x="15" y="55"/>
                      <a:pt x="13" y="44"/>
                    </a:cubicBezTo>
                    <a:cubicBezTo>
                      <a:pt x="11" y="28"/>
                      <a:pt x="23" y="17"/>
                      <a:pt x="36" y="10"/>
                    </a:cubicBezTo>
                    <a:cubicBezTo>
                      <a:pt x="43" y="7"/>
                      <a:pt x="52" y="5"/>
                      <a:pt x="60" y="3"/>
                    </a:cubicBezTo>
                    <a:cubicBezTo>
                      <a:pt x="68" y="2"/>
                      <a:pt x="77" y="0"/>
                      <a:pt x="86" y="0"/>
                    </a:cubicBezTo>
                    <a:cubicBezTo>
                      <a:pt x="93" y="0"/>
                      <a:pt x="100" y="1"/>
                      <a:pt x="107" y="2"/>
                    </a:cubicBezTo>
                    <a:cubicBezTo>
                      <a:pt x="114" y="2"/>
                      <a:pt x="120" y="3"/>
                      <a:pt x="125" y="7"/>
                    </a:cubicBezTo>
                    <a:cubicBezTo>
                      <a:pt x="131" y="11"/>
                      <a:pt x="135" y="18"/>
                      <a:pt x="134" y="25"/>
                    </a:cubicBezTo>
                    <a:cubicBezTo>
                      <a:pt x="134" y="33"/>
                      <a:pt x="131" y="40"/>
                      <a:pt x="127" y="46"/>
                    </a:cubicBezTo>
                    <a:cubicBezTo>
                      <a:pt x="123" y="53"/>
                      <a:pt x="117" y="59"/>
                      <a:pt x="110" y="65"/>
                    </a:cubicBezTo>
                    <a:cubicBezTo>
                      <a:pt x="99" y="75"/>
                      <a:pt x="88" y="84"/>
                      <a:pt x="76" y="93"/>
                    </a:cubicBezTo>
                    <a:cubicBezTo>
                      <a:pt x="68" y="99"/>
                      <a:pt x="61" y="105"/>
                      <a:pt x="53" y="112"/>
                    </a:cubicBezTo>
                    <a:cubicBezTo>
                      <a:pt x="47" y="117"/>
                      <a:pt x="41" y="122"/>
                      <a:pt x="35" y="128"/>
                    </a:cubicBezTo>
                    <a:cubicBezTo>
                      <a:pt x="32" y="132"/>
                      <a:pt x="29" y="136"/>
                      <a:pt x="26" y="140"/>
                    </a:cubicBez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7" y="143"/>
                    </a:lnTo>
                    <a:cubicBezTo>
                      <a:pt x="28" y="144"/>
                      <a:pt x="29" y="144"/>
                      <a:pt x="30" y="145"/>
                    </a:cubicBezTo>
                    <a:cubicBezTo>
                      <a:pt x="31" y="145"/>
                      <a:pt x="31" y="146"/>
                      <a:pt x="32" y="146"/>
                    </a:cubicBezTo>
                    <a:cubicBezTo>
                      <a:pt x="33" y="147"/>
                      <a:pt x="35" y="147"/>
                      <a:pt x="36" y="147"/>
                    </a:cubicBezTo>
                    <a:cubicBezTo>
                      <a:pt x="38" y="148"/>
                      <a:pt x="40" y="148"/>
                      <a:pt x="42" y="148"/>
                    </a:cubicBezTo>
                    <a:cubicBezTo>
                      <a:pt x="44" y="148"/>
                      <a:pt x="46" y="148"/>
                      <a:pt x="48" y="148"/>
                    </a:cubicBezTo>
                    <a:cubicBezTo>
                      <a:pt x="50" y="148"/>
                      <a:pt x="53" y="148"/>
                      <a:pt x="55" y="147"/>
                    </a:cubicBezTo>
                    <a:cubicBezTo>
                      <a:pt x="60" y="146"/>
                      <a:pt x="66" y="145"/>
                      <a:pt x="70" y="143"/>
                    </a:cubicBezTo>
                    <a:cubicBezTo>
                      <a:pt x="77" y="141"/>
                      <a:pt x="83" y="138"/>
                      <a:pt x="89" y="136"/>
                    </a:cubicBezTo>
                    <a:cubicBezTo>
                      <a:pt x="95" y="133"/>
                      <a:pt x="103" y="136"/>
                      <a:pt x="105" y="143"/>
                    </a:cubicBezTo>
                    <a:cubicBezTo>
                      <a:pt x="106" y="145"/>
                      <a:pt x="106" y="149"/>
                      <a:pt x="105" y="152"/>
                    </a:cubicBezTo>
                    <a:cubicBezTo>
                      <a:pt x="103" y="155"/>
                      <a:pt x="101" y="157"/>
                      <a:pt x="98" y="158"/>
                    </a:cubicBezTo>
                    <a:cubicBezTo>
                      <a:pt x="91" y="162"/>
                      <a:pt x="85" y="165"/>
                      <a:pt x="77" y="167"/>
                    </a:cubicBezTo>
                    <a:cubicBezTo>
                      <a:pt x="68" y="170"/>
                      <a:pt x="59" y="172"/>
                      <a:pt x="49" y="173"/>
                    </a:cubicBezTo>
                    <a:cubicBezTo>
                      <a:pt x="47" y="173"/>
                      <a:pt x="46" y="173"/>
                      <a:pt x="45" y="173"/>
                    </a:cubicBezTo>
                    <a:cubicBezTo>
                      <a:pt x="31" y="173"/>
                      <a:pt x="15" y="169"/>
                      <a:pt x="7" y="1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878040" y="1095480"/>
                <a:ext cx="7524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" extrusionOk="0">
                    <a:moveTo>
                      <a:pt x="10" y="69"/>
                    </a:moveTo>
                    <a:cubicBezTo>
                      <a:pt x="5" y="68"/>
                      <a:pt x="2" y="63"/>
                      <a:pt x="1" y="59"/>
                    </a:cubicBezTo>
                    <a:cubicBezTo>
                      <a:pt x="0" y="51"/>
                      <a:pt x="5" y="45"/>
                      <a:pt x="11" y="42"/>
                    </a:cubicBezTo>
                    <a:cubicBezTo>
                      <a:pt x="19" y="37"/>
                      <a:pt x="27" y="34"/>
                      <a:pt x="34" y="32"/>
                    </a:cubicBezTo>
                    <a:cubicBezTo>
                      <a:pt x="38" y="30"/>
                      <a:pt x="42" y="29"/>
                      <a:pt x="46" y="28"/>
                    </a:cubicBezTo>
                    <a:cubicBezTo>
                      <a:pt x="59" y="24"/>
                      <a:pt x="72" y="20"/>
                      <a:pt x="84" y="17"/>
                    </a:cubicBezTo>
                    <a:cubicBezTo>
                      <a:pt x="98" y="13"/>
                      <a:pt x="111" y="10"/>
                      <a:pt x="125" y="8"/>
                    </a:cubicBezTo>
                    <a:cubicBezTo>
                      <a:pt x="132" y="7"/>
                      <a:pt x="138" y="6"/>
                      <a:pt x="144" y="5"/>
                    </a:cubicBezTo>
                    <a:cubicBezTo>
                      <a:pt x="151" y="4"/>
                      <a:pt x="157" y="4"/>
                      <a:pt x="164" y="3"/>
                    </a:cubicBezTo>
                    <a:cubicBezTo>
                      <a:pt x="174" y="2"/>
                      <a:pt x="185" y="2"/>
                      <a:pt x="195" y="0"/>
                    </a:cubicBezTo>
                    <a:cubicBezTo>
                      <a:pt x="201" y="0"/>
                      <a:pt x="207" y="4"/>
                      <a:pt x="207" y="10"/>
                    </a:cubicBezTo>
                    <a:cubicBezTo>
                      <a:pt x="208" y="16"/>
                      <a:pt x="204" y="22"/>
                      <a:pt x="197" y="23"/>
                    </a:cubicBezTo>
                    <a:cubicBezTo>
                      <a:pt x="186" y="24"/>
                      <a:pt x="175" y="25"/>
                      <a:pt x="164" y="26"/>
                    </a:cubicBezTo>
                    <a:cubicBezTo>
                      <a:pt x="153" y="27"/>
                      <a:pt x="141" y="28"/>
                      <a:pt x="130" y="30"/>
                    </a:cubicBezTo>
                    <a:cubicBezTo>
                      <a:pt x="125" y="31"/>
                      <a:pt x="120" y="32"/>
                      <a:pt x="115" y="33"/>
                    </a:cubicBezTo>
                    <a:cubicBezTo>
                      <a:pt x="109" y="34"/>
                      <a:pt x="104" y="35"/>
                      <a:pt x="98" y="37"/>
                    </a:cubicBezTo>
                    <a:cubicBezTo>
                      <a:pt x="94" y="38"/>
                      <a:pt x="89" y="39"/>
                      <a:pt x="84" y="41"/>
                    </a:cubicBezTo>
                    <a:cubicBezTo>
                      <a:pt x="79" y="43"/>
                      <a:pt x="73" y="45"/>
                      <a:pt x="67" y="46"/>
                    </a:cubicBezTo>
                    <a:cubicBezTo>
                      <a:pt x="53" y="51"/>
                      <a:pt x="41" y="55"/>
                      <a:pt x="28" y="61"/>
                    </a:cubicBezTo>
                    <a:cubicBezTo>
                      <a:pt x="27" y="61"/>
                      <a:pt x="26" y="62"/>
                      <a:pt x="26" y="62"/>
                    </a:cubicBezTo>
                    <a:cubicBezTo>
                      <a:pt x="23" y="67"/>
                      <a:pt x="19" y="70"/>
                      <a:pt x="13" y="70"/>
                    </a:cubicBezTo>
                    <a:cubicBezTo>
                      <a:pt x="12" y="70"/>
                      <a:pt x="12" y="70"/>
                      <a:pt x="10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552960" y="966240"/>
                <a:ext cx="3672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0" extrusionOk="0">
                    <a:moveTo>
                      <a:pt x="36" y="175"/>
                    </a:moveTo>
                    <a:cubicBezTo>
                      <a:pt x="34" y="172"/>
                      <a:pt x="32" y="170"/>
                      <a:pt x="32" y="167"/>
                    </a:cubicBezTo>
                    <a:cubicBezTo>
                      <a:pt x="32" y="165"/>
                      <a:pt x="31" y="164"/>
                      <a:pt x="32" y="162"/>
                    </a:cubicBezTo>
                    <a:cubicBezTo>
                      <a:pt x="32" y="160"/>
                      <a:pt x="32" y="159"/>
                      <a:pt x="32" y="157"/>
                    </a:cubicBezTo>
                    <a:cubicBezTo>
                      <a:pt x="33" y="154"/>
                      <a:pt x="34" y="152"/>
                      <a:pt x="35" y="149"/>
                    </a:cubicBezTo>
                    <a:cubicBezTo>
                      <a:pt x="36" y="143"/>
                      <a:pt x="38" y="136"/>
                      <a:pt x="39" y="130"/>
                    </a:cubicBezTo>
                    <a:cubicBezTo>
                      <a:pt x="42" y="118"/>
                      <a:pt x="45" y="105"/>
                      <a:pt x="49" y="94"/>
                    </a:cubicBezTo>
                    <a:cubicBezTo>
                      <a:pt x="50" y="90"/>
                      <a:pt x="50" y="86"/>
                      <a:pt x="52" y="83"/>
                    </a:cubicBezTo>
                    <a:cubicBezTo>
                      <a:pt x="48" y="87"/>
                      <a:pt x="44" y="92"/>
                      <a:pt x="41" y="96"/>
                    </a:cubicBezTo>
                    <a:cubicBezTo>
                      <a:pt x="36" y="101"/>
                      <a:pt x="31" y="106"/>
                      <a:pt x="27" y="111"/>
                    </a:cubicBezTo>
                    <a:cubicBezTo>
                      <a:pt x="26" y="117"/>
                      <a:pt x="21" y="122"/>
                      <a:pt x="15" y="122"/>
                    </a:cubicBezTo>
                    <a:cubicBezTo>
                      <a:pt x="14" y="122"/>
                      <a:pt x="14" y="121"/>
                      <a:pt x="13" y="121"/>
                    </a:cubicBezTo>
                    <a:cubicBezTo>
                      <a:pt x="8" y="121"/>
                      <a:pt x="4" y="117"/>
                      <a:pt x="3" y="112"/>
                    </a:cubicBezTo>
                    <a:cubicBezTo>
                      <a:pt x="0" y="104"/>
                      <a:pt x="6" y="97"/>
                      <a:pt x="11" y="91"/>
                    </a:cubicBezTo>
                    <a:cubicBezTo>
                      <a:pt x="14" y="88"/>
                      <a:pt x="17" y="86"/>
                      <a:pt x="20" y="83"/>
                    </a:cubicBezTo>
                    <a:cubicBezTo>
                      <a:pt x="25" y="76"/>
                      <a:pt x="31" y="70"/>
                      <a:pt x="36" y="63"/>
                    </a:cubicBezTo>
                    <a:cubicBezTo>
                      <a:pt x="42" y="58"/>
                      <a:pt x="46" y="52"/>
                      <a:pt x="51" y="46"/>
                    </a:cubicBezTo>
                    <a:cubicBezTo>
                      <a:pt x="56" y="40"/>
                      <a:pt x="60" y="34"/>
                      <a:pt x="65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7" y="24"/>
                      <a:pt x="70" y="19"/>
                      <a:pt x="73" y="14"/>
                    </a:cubicBezTo>
                    <a:cubicBezTo>
                      <a:pt x="74" y="13"/>
                      <a:pt x="75" y="11"/>
                      <a:pt x="76" y="9"/>
                    </a:cubicBezTo>
                    <a:cubicBezTo>
                      <a:pt x="78" y="3"/>
                      <a:pt x="85" y="0"/>
                      <a:pt x="92" y="3"/>
                    </a:cubicBezTo>
                    <a:cubicBezTo>
                      <a:pt x="98" y="6"/>
                      <a:pt x="101" y="13"/>
                      <a:pt x="98" y="19"/>
                    </a:cubicBezTo>
                    <a:cubicBezTo>
                      <a:pt x="95" y="27"/>
                      <a:pt x="91" y="35"/>
                      <a:pt x="88" y="43"/>
                    </a:cubicBezTo>
                    <a:cubicBezTo>
                      <a:pt x="77" y="76"/>
                      <a:pt x="67" y="109"/>
                      <a:pt x="60" y="143"/>
                    </a:cubicBezTo>
                    <a:cubicBezTo>
                      <a:pt x="59" y="150"/>
                      <a:pt x="57" y="156"/>
                      <a:pt x="56" y="162"/>
                    </a:cubicBezTo>
                    <a:cubicBezTo>
                      <a:pt x="58" y="167"/>
                      <a:pt x="57" y="172"/>
                      <a:pt x="53" y="175"/>
                    </a:cubicBezTo>
                    <a:cubicBezTo>
                      <a:pt x="51" y="178"/>
                      <a:pt x="48" y="179"/>
                      <a:pt x="45" y="179"/>
                    </a:cubicBezTo>
                    <a:cubicBezTo>
                      <a:pt x="42" y="179"/>
                      <a:pt x="38" y="178"/>
                      <a:pt x="36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583560" y="976320"/>
                <a:ext cx="4680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8" extrusionOk="0">
                    <a:moveTo>
                      <a:pt x="40" y="133"/>
                    </a:moveTo>
                    <a:cubicBezTo>
                      <a:pt x="39" y="133"/>
                      <a:pt x="39" y="133"/>
                      <a:pt x="38" y="133"/>
                    </a:cubicBezTo>
                    <a:cubicBezTo>
                      <a:pt x="39" y="133"/>
                      <a:pt x="40" y="133"/>
                      <a:pt x="41" y="133"/>
                    </a:cubicBezTo>
                    <a:cubicBezTo>
                      <a:pt x="42" y="133"/>
                      <a:pt x="42" y="133"/>
                      <a:pt x="43" y="133"/>
                    </a:cubicBezTo>
                    <a:cubicBezTo>
                      <a:pt x="42" y="133"/>
                      <a:pt x="42" y="133"/>
                      <a:pt x="42" y="133"/>
                    </a:cubicBezTo>
                    <a:lnTo>
                      <a:pt x="41" y="133"/>
                    </a:lnTo>
                    <a:lnTo>
                      <a:pt x="42" y="133"/>
                    </a:lnTo>
                    <a:lnTo>
                      <a:pt x="41" y="133"/>
                    </a:lnTo>
                    <a:lnTo>
                      <a:pt x="42" y="133"/>
                    </a:lnTo>
                    <a:cubicBezTo>
                      <a:pt x="43" y="133"/>
                      <a:pt x="44" y="133"/>
                      <a:pt x="45" y="132"/>
                    </a:cubicBezTo>
                    <a:cubicBezTo>
                      <a:pt x="46" y="132"/>
                      <a:pt x="48" y="131"/>
                      <a:pt x="49" y="130"/>
                    </a:cubicBezTo>
                    <a:cubicBezTo>
                      <a:pt x="52" y="130"/>
                      <a:pt x="53" y="129"/>
                      <a:pt x="55" y="127"/>
                    </a:cubicBezTo>
                    <a:cubicBezTo>
                      <a:pt x="59" y="125"/>
                      <a:pt x="63" y="122"/>
                      <a:pt x="66" y="119"/>
                    </a:cubicBezTo>
                    <a:lnTo>
                      <a:pt x="65" y="120"/>
                    </a:lnTo>
                    <a:cubicBezTo>
                      <a:pt x="69" y="116"/>
                      <a:pt x="73" y="113"/>
                      <a:pt x="77" y="109"/>
                    </a:cubicBezTo>
                    <a:cubicBezTo>
                      <a:pt x="80" y="106"/>
                      <a:pt x="82" y="103"/>
                      <a:pt x="84" y="99"/>
                    </a:cubicBezTo>
                    <a:cubicBezTo>
                      <a:pt x="88" y="94"/>
                      <a:pt x="92" y="87"/>
                      <a:pt x="96" y="80"/>
                    </a:cubicBezTo>
                    <a:cubicBezTo>
                      <a:pt x="98" y="76"/>
                      <a:pt x="101" y="71"/>
                      <a:pt x="102" y="66"/>
                    </a:cubicBezTo>
                    <a:cubicBezTo>
                      <a:pt x="103" y="64"/>
                      <a:pt x="104" y="61"/>
                      <a:pt x="105" y="58"/>
                    </a:cubicBezTo>
                    <a:lnTo>
                      <a:pt x="105" y="59"/>
                    </a:lnTo>
                    <a:cubicBezTo>
                      <a:pt x="105" y="58"/>
                      <a:pt x="105" y="56"/>
                      <a:pt x="105" y="55"/>
                    </a:cubicBezTo>
                    <a:cubicBezTo>
                      <a:pt x="105" y="53"/>
                      <a:pt x="105" y="52"/>
                      <a:pt x="105" y="51"/>
                    </a:cubicBezTo>
                    <a:cubicBezTo>
                      <a:pt x="105" y="49"/>
                      <a:pt x="105" y="49"/>
                      <a:pt x="105" y="48"/>
                    </a:cubicBezTo>
                    <a:cubicBezTo>
                      <a:pt x="105" y="47"/>
                      <a:pt x="105" y="46"/>
                      <a:pt x="104" y="45"/>
                    </a:cubicBezTo>
                    <a:cubicBezTo>
                      <a:pt x="104" y="44"/>
                      <a:pt x="103" y="42"/>
                      <a:pt x="102" y="41"/>
                    </a:cubicBezTo>
                    <a:cubicBezTo>
                      <a:pt x="102" y="40"/>
                      <a:pt x="102" y="39"/>
                      <a:pt x="101" y="38"/>
                    </a:cubicBezTo>
                    <a:cubicBezTo>
                      <a:pt x="101" y="38"/>
                      <a:pt x="101" y="39"/>
                      <a:pt x="102" y="39"/>
                    </a:cubicBezTo>
                    <a:cubicBezTo>
                      <a:pt x="101" y="38"/>
                      <a:pt x="99" y="36"/>
                      <a:pt x="98" y="35"/>
                    </a:cubicBezTo>
                    <a:cubicBezTo>
                      <a:pt x="98" y="34"/>
                      <a:pt x="97" y="33"/>
                      <a:pt x="95" y="32"/>
                    </a:cubicBezTo>
                    <a:cubicBezTo>
                      <a:pt x="95" y="31"/>
                      <a:pt x="94" y="31"/>
                      <a:pt x="94" y="31"/>
                    </a:cubicBezTo>
                    <a:cubicBezTo>
                      <a:pt x="92" y="30"/>
                      <a:pt x="91" y="29"/>
                      <a:pt x="90" y="28"/>
                    </a:cubicBezTo>
                    <a:cubicBezTo>
                      <a:pt x="89" y="28"/>
                      <a:pt x="88" y="27"/>
                      <a:pt x="88" y="27"/>
                    </a:cubicBezTo>
                    <a:cubicBezTo>
                      <a:pt x="87" y="27"/>
                      <a:pt x="86" y="27"/>
                      <a:pt x="85" y="27"/>
                    </a:cubicBezTo>
                    <a:cubicBezTo>
                      <a:pt x="84" y="26"/>
                      <a:pt x="84" y="26"/>
                      <a:pt x="83" y="26"/>
                    </a:cubicBezTo>
                    <a:cubicBezTo>
                      <a:pt x="81" y="26"/>
                      <a:pt x="80" y="26"/>
                      <a:pt x="79" y="26"/>
                    </a:cubicBezTo>
                    <a:cubicBezTo>
                      <a:pt x="78" y="26"/>
                      <a:pt x="77" y="26"/>
                      <a:pt x="77" y="26"/>
                    </a:cubicBezTo>
                    <a:cubicBezTo>
                      <a:pt x="75" y="27"/>
                      <a:pt x="74" y="27"/>
                      <a:pt x="72" y="27"/>
                    </a:cubicBezTo>
                    <a:cubicBezTo>
                      <a:pt x="71" y="28"/>
                      <a:pt x="70" y="28"/>
                      <a:pt x="68" y="29"/>
                    </a:cubicBezTo>
                    <a:cubicBezTo>
                      <a:pt x="67" y="30"/>
                      <a:pt x="67" y="30"/>
                      <a:pt x="66" y="30"/>
                    </a:cubicBezTo>
                    <a:cubicBezTo>
                      <a:pt x="64" y="31"/>
                      <a:pt x="62" y="33"/>
                      <a:pt x="60" y="34"/>
                    </a:cubicBezTo>
                    <a:cubicBezTo>
                      <a:pt x="59" y="35"/>
                      <a:pt x="58" y="37"/>
                      <a:pt x="56" y="38"/>
                    </a:cubicBezTo>
                    <a:cubicBezTo>
                      <a:pt x="54" y="41"/>
                      <a:pt x="52" y="44"/>
                      <a:pt x="50" y="46"/>
                    </a:cubicBezTo>
                    <a:cubicBezTo>
                      <a:pt x="48" y="49"/>
                      <a:pt x="46" y="52"/>
                      <a:pt x="45" y="55"/>
                    </a:cubicBezTo>
                    <a:cubicBezTo>
                      <a:pt x="43" y="59"/>
                      <a:pt x="41" y="63"/>
                      <a:pt x="39" y="68"/>
                    </a:cubicBezTo>
                    <a:cubicBezTo>
                      <a:pt x="38" y="72"/>
                      <a:pt x="33" y="74"/>
                      <a:pt x="28" y="74"/>
                    </a:cubicBezTo>
                    <a:cubicBezTo>
                      <a:pt x="28" y="77"/>
                      <a:pt x="27" y="79"/>
                      <a:pt x="27" y="81"/>
                    </a:cubicBezTo>
                    <a:cubicBezTo>
                      <a:pt x="25" y="88"/>
                      <a:pt x="25" y="94"/>
                      <a:pt x="24" y="100"/>
                    </a:cubicBezTo>
                    <a:lnTo>
                      <a:pt x="24" y="99"/>
                    </a:lnTo>
                    <a:cubicBezTo>
                      <a:pt x="24" y="102"/>
                      <a:pt x="24" y="104"/>
                      <a:pt x="24" y="106"/>
                    </a:cubicBezTo>
                    <a:cubicBezTo>
                      <a:pt x="24" y="108"/>
                      <a:pt x="24" y="109"/>
                      <a:pt x="25" y="111"/>
                    </a:cubicBezTo>
                    <a:cubicBezTo>
                      <a:pt x="25" y="113"/>
                      <a:pt x="25" y="114"/>
                      <a:pt x="26" y="115"/>
                    </a:cubicBezTo>
                    <a:cubicBezTo>
                      <a:pt x="27" y="118"/>
                      <a:pt x="27" y="120"/>
                      <a:pt x="28" y="122"/>
                    </a:cubicBezTo>
                    <a:cubicBezTo>
                      <a:pt x="30" y="124"/>
                      <a:pt x="31" y="127"/>
                      <a:pt x="32" y="129"/>
                    </a:cubicBezTo>
                    <a:cubicBezTo>
                      <a:pt x="32" y="130"/>
                      <a:pt x="33" y="130"/>
                      <a:pt x="34" y="131"/>
                    </a:cubicBezTo>
                    <a:lnTo>
                      <a:pt x="34" y="132"/>
                    </a:lnTo>
                    <a:lnTo>
                      <a:pt x="35" y="132"/>
                    </a:lnTo>
                    <a:lnTo>
                      <a:pt x="34" y="132"/>
                    </a:lnTo>
                    <a:cubicBezTo>
                      <a:pt x="35" y="132"/>
                      <a:pt x="35" y="132"/>
                      <a:pt x="36" y="133"/>
                    </a:cubicBezTo>
                    <a:cubicBezTo>
                      <a:pt x="37" y="133"/>
                      <a:pt x="37" y="133"/>
                      <a:pt x="38" y="133"/>
                    </a:cubicBezTo>
                    <a:cubicBezTo>
                      <a:pt x="38" y="133"/>
                      <a:pt x="39" y="133"/>
                      <a:pt x="40" y="133"/>
                    </a:cubicBezTo>
                    <a:moveTo>
                      <a:pt x="23" y="153"/>
                    </a:moveTo>
                    <a:cubicBezTo>
                      <a:pt x="16" y="149"/>
                      <a:pt x="12" y="141"/>
                      <a:pt x="8" y="134"/>
                    </a:cubicBezTo>
                    <a:cubicBezTo>
                      <a:pt x="4" y="125"/>
                      <a:pt x="1" y="116"/>
                      <a:pt x="0" y="106"/>
                    </a:cubicBezTo>
                    <a:cubicBezTo>
                      <a:pt x="0" y="101"/>
                      <a:pt x="1" y="96"/>
                      <a:pt x="2" y="91"/>
                    </a:cubicBezTo>
                    <a:cubicBezTo>
                      <a:pt x="2" y="85"/>
                      <a:pt x="3" y="80"/>
                      <a:pt x="4" y="74"/>
                    </a:cubicBezTo>
                    <a:cubicBezTo>
                      <a:pt x="6" y="63"/>
                      <a:pt x="10" y="53"/>
                      <a:pt x="16" y="43"/>
                    </a:cubicBezTo>
                    <a:cubicBezTo>
                      <a:pt x="18" y="39"/>
                      <a:pt x="21" y="34"/>
                      <a:pt x="24" y="31"/>
                    </a:cubicBezTo>
                    <a:cubicBezTo>
                      <a:pt x="26" y="28"/>
                      <a:pt x="29" y="27"/>
                      <a:pt x="31" y="25"/>
                    </a:cubicBezTo>
                    <a:cubicBezTo>
                      <a:pt x="34" y="24"/>
                      <a:pt x="36" y="23"/>
                      <a:pt x="38" y="24"/>
                    </a:cubicBezTo>
                    <a:cubicBezTo>
                      <a:pt x="39" y="22"/>
                      <a:pt x="41" y="20"/>
                      <a:pt x="43" y="19"/>
                    </a:cubicBezTo>
                    <a:cubicBezTo>
                      <a:pt x="54" y="7"/>
                      <a:pt x="70" y="0"/>
                      <a:pt x="86" y="3"/>
                    </a:cubicBezTo>
                    <a:cubicBezTo>
                      <a:pt x="94" y="3"/>
                      <a:pt x="101" y="6"/>
                      <a:pt x="107" y="11"/>
                    </a:cubicBezTo>
                    <a:cubicBezTo>
                      <a:pt x="113" y="15"/>
                      <a:pt x="119" y="21"/>
                      <a:pt x="123" y="28"/>
                    </a:cubicBezTo>
                    <a:cubicBezTo>
                      <a:pt x="126" y="34"/>
                      <a:pt x="129" y="42"/>
                      <a:pt x="129" y="50"/>
                    </a:cubicBezTo>
                    <a:cubicBezTo>
                      <a:pt x="129" y="59"/>
                      <a:pt x="127" y="67"/>
                      <a:pt x="124" y="74"/>
                    </a:cubicBezTo>
                    <a:cubicBezTo>
                      <a:pt x="121" y="83"/>
                      <a:pt x="117" y="90"/>
                      <a:pt x="113" y="98"/>
                    </a:cubicBezTo>
                    <a:cubicBezTo>
                      <a:pt x="109" y="104"/>
                      <a:pt x="106" y="109"/>
                      <a:pt x="102" y="114"/>
                    </a:cubicBezTo>
                    <a:cubicBezTo>
                      <a:pt x="98" y="121"/>
                      <a:pt x="92" y="127"/>
                      <a:pt x="86" y="133"/>
                    </a:cubicBezTo>
                    <a:cubicBezTo>
                      <a:pt x="74" y="144"/>
                      <a:pt x="60" y="155"/>
                      <a:pt x="44" y="157"/>
                    </a:cubicBezTo>
                    <a:cubicBezTo>
                      <a:pt x="42" y="157"/>
                      <a:pt x="41" y="157"/>
                      <a:pt x="40" y="157"/>
                    </a:cubicBezTo>
                    <a:cubicBezTo>
                      <a:pt x="34" y="157"/>
                      <a:pt x="28" y="155"/>
                      <a:pt x="23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643320" y="956520"/>
                <a:ext cx="3312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205" extrusionOk="0">
                    <a:moveTo>
                      <a:pt x="3" y="194"/>
                    </a:moveTo>
                    <a:cubicBezTo>
                      <a:pt x="1" y="180"/>
                      <a:pt x="0" y="166"/>
                      <a:pt x="2" y="152"/>
                    </a:cubicBezTo>
                    <a:cubicBezTo>
                      <a:pt x="2" y="145"/>
                      <a:pt x="3" y="138"/>
                      <a:pt x="3" y="131"/>
                    </a:cubicBezTo>
                    <a:cubicBezTo>
                      <a:pt x="4" y="125"/>
                      <a:pt x="5" y="119"/>
                      <a:pt x="6" y="113"/>
                    </a:cubicBezTo>
                    <a:cubicBezTo>
                      <a:pt x="7" y="106"/>
                      <a:pt x="9" y="100"/>
                      <a:pt x="10" y="93"/>
                    </a:cubicBezTo>
                    <a:cubicBezTo>
                      <a:pt x="13" y="79"/>
                      <a:pt x="19" y="65"/>
                      <a:pt x="24" y="51"/>
                    </a:cubicBezTo>
                    <a:cubicBezTo>
                      <a:pt x="31" y="36"/>
                      <a:pt x="40" y="22"/>
                      <a:pt x="51" y="11"/>
                    </a:cubicBezTo>
                    <a:cubicBezTo>
                      <a:pt x="56" y="6"/>
                      <a:pt x="63" y="2"/>
                      <a:pt x="70" y="1"/>
                    </a:cubicBezTo>
                    <a:cubicBezTo>
                      <a:pt x="74" y="0"/>
                      <a:pt x="78" y="2"/>
                      <a:pt x="81" y="3"/>
                    </a:cubicBezTo>
                    <a:cubicBezTo>
                      <a:pt x="88" y="5"/>
                      <a:pt x="91" y="13"/>
                      <a:pt x="88" y="19"/>
                    </a:cubicBezTo>
                    <a:cubicBezTo>
                      <a:pt x="86" y="26"/>
                      <a:pt x="78" y="28"/>
                      <a:pt x="72" y="26"/>
                    </a:cubicBezTo>
                    <a:cubicBezTo>
                      <a:pt x="70" y="27"/>
                      <a:pt x="70" y="27"/>
                      <a:pt x="69" y="28"/>
                    </a:cubicBezTo>
                    <a:cubicBezTo>
                      <a:pt x="68" y="30"/>
                      <a:pt x="66" y="32"/>
                      <a:pt x="64" y="33"/>
                    </a:cubicBezTo>
                    <a:cubicBezTo>
                      <a:pt x="62" y="36"/>
                      <a:pt x="60" y="38"/>
                      <a:pt x="58" y="41"/>
                    </a:cubicBezTo>
                    <a:cubicBezTo>
                      <a:pt x="55" y="46"/>
                      <a:pt x="51" y="51"/>
                      <a:pt x="49" y="56"/>
                    </a:cubicBezTo>
                    <a:lnTo>
                      <a:pt x="49" y="55"/>
                    </a:lnTo>
                    <a:cubicBezTo>
                      <a:pt x="45" y="62"/>
                      <a:pt x="42" y="70"/>
                      <a:pt x="40" y="77"/>
                    </a:cubicBezTo>
                    <a:cubicBezTo>
                      <a:pt x="37" y="85"/>
                      <a:pt x="34" y="93"/>
                      <a:pt x="33" y="101"/>
                    </a:cubicBezTo>
                    <a:cubicBezTo>
                      <a:pt x="31" y="106"/>
                      <a:pt x="30" y="110"/>
                      <a:pt x="30" y="114"/>
                    </a:cubicBezTo>
                    <a:cubicBezTo>
                      <a:pt x="28" y="120"/>
                      <a:pt x="27" y="125"/>
                      <a:pt x="27" y="130"/>
                    </a:cubicBezTo>
                    <a:cubicBezTo>
                      <a:pt x="26" y="135"/>
                      <a:pt x="26" y="141"/>
                      <a:pt x="25" y="146"/>
                    </a:cubicBezTo>
                    <a:cubicBezTo>
                      <a:pt x="25" y="150"/>
                      <a:pt x="24" y="156"/>
                      <a:pt x="24" y="160"/>
                    </a:cubicBezTo>
                    <a:cubicBezTo>
                      <a:pt x="24" y="166"/>
                      <a:pt x="24" y="172"/>
                      <a:pt x="25" y="178"/>
                    </a:cubicBezTo>
                    <a:lnTo>
                      <a:pt x="25" y="177"/>
                    </a:lnTo>
                    <a:cubicBezTo>
                      <a:pt x="25" y="181"/>
                      <a:pt x="26" y="186"/>
                      <a:pt x="27" y="191"/>
                    </a:cubicBezTo>
                    <a:cubicBezTo>
                      <a:pt x="28" y="197"/>
                      <a:pt x="23" y="203"/>
                      <a:pt x="16" y="204"/>
                    </a:cubicBezTo>
                    <a:lnTo>
                      <a:pt x="15" y="204"/>
                    </a:lnTo>
                    <a:cubicBezTo>
                      <a:pt x="9" y="204"/>
                      <a:pt x="4" y="200"/>
                      <a:pt x="3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680040" y="967320"/>
                <a:ext cx="2520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48" extrusionOk="0">
                    <a:moveTo>
                      <a:pt x="47" y="143"/>
                    </a:moveTo>
                    <a:cubicBezTo>
                      <a:pt x="41" y="136"/>
                      <a:pt x="35" y="129"/>
                      <a:pt x="30" y="121"/>
                    </a:cubicBezTo>
                    <a:cubicBezTo>
                      <a:pt x="26" y="114"/>
                      <a:pt x="22" y="108"/>
                      <a:pt x="19" y="101"/>
                    </a:cubicBezTo>
                    <a:cubicBezTo>
                      <a:pt x="12" y="86"/>
                      <a:pt x="6" y="72"/>
                      <a:pt x="3" y="57"/>
                    </a:cubicBezTo>
                    <a:cubicBezTo>
                      <a:pt x="0" y="46"/>
                      <a:pt x="0" y="36"/>
                      <a:pt x="2" y="26"/>
                    </a:cubicBezTo>
                    <a:cubicBezTo>
                      <a:pt x="3" y="18"/>
                      <a:pt x="6" y="9"/>
                      <a:pt x="13" y="4"/>
                    </a:cubicBezTo>
                    <a:cubicBezTo>
                      <a:pt x="19" y="0"/>
                      <a:pt x="27" y="2"/>
                      <a:pt x="31" y="9"/>
                    </a:cubicBezTo>
                    <a:cubicBezTo>
                      <a:pt x="34" y="14"/>
                      <a:pt x="33" y="21"/>
                      <a:pt x="28" y="24"/>
                    </a:cubicBezTo>
                    <a:cubicBezTo>
                      <a:pt x="28" y="25"/>
                      <a:pt x="28" y="25"/>
                      <a:pt x="27" y="25"/>
                    </a:cubicBezTo>
                    <a:cubicBezTo>
                      <a:pt x="27" y="25"/>
                      <a:pt x="27" y="26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2"/>
                      <a:pt x="26" y="34"/>
                      <a:pt x="25" y="35"/>
                    </a:cubicBezTo>
                    <a:cubicBezTo>
                      <a:pt x="25" y="37"/>
                      <a:pt x="25" y="40"/>
                      <a:pt x="25" y="42"/>
                    </a:cubicBezTo>
                    <a:cubicBezTo>
                      <a:pt x="26" y="45"/>
                      <a:pt x="26" y="48"/>
                      <a:pt x="26" y="51"/>
                    </a:cubicBezTo>
                    <a:cubicBezTo>
                      <a:pt x="27" y="56"/>
                      <a:pt x="28" y="61"/>
                      <a:pt x="30" y="66"/>
                    </a:cubicBezTo>
                    <a:cubicBezTo>
                      <a:pt x="33" y="75"/>
                      <a:pt x="37" y="84"/>
                      <a:pt x="41" y="92"/>
                    </a:cubicBezTo>
                    <a:cubicBezTo>
                      <a:pt x="42" y="95"/>
                      <a:pt x="44" y="98"/>
                      <a:pt x="46" y="102"/>
                    </a:cubicBezTo>
                    <a:cubicBezTo>
                      <a:pt x="46" y="101"/>
                      <a:pt x="45" y="101"/>
                      <a:pt x="45" y="101"/>
                    </a:cubicBezTo>
                    <a:cubicBezTo>
                      <a:pt x="47" y="104"/>
                      <a:pt x="49" y="107"/>
                      <a:pt x="51" y="110"/>
                    </a:cubicBezTo>
                    <a:cubicBezTo>
                      <a:pt x="53" y="113"/>
                      <a:pt x="56" y="116"/>
                      <a:pt x="59" y="119"/>
                    </a:cubicBezTo>
                    <a:cubicBezTo>
                      <a:pt x="60" y="122"/>
                      <a:pt x="63" y="124"/>
                      <a:pt x="65" y="126"/>
                    </a:cubicBezTo>
                    <a:cubicBezTo>
                      <a:pt x="69" y="131"/>
                      <a:pt x="69" y="138"/>
                      <a:pt x="65" y="143"/>
                    </a:cubicBezTo>
                    <a:cubicBezTo>
                      <a:pt x="62" y="145"/>
                      <a:pt x="59" y="147"/>
                      <a:pt x="56" y="147"/>
                    </a:cubicBezTo>
                    <a:cubicBezTo>
                      <a:pt x="53" y="147"/>
                      <a:pt x="49" y="145"/>
                      <a:pt x="4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671040" y="983520"/>
                <a:ext cx="4752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" extrusionOk="0">
                    <a:moveTo>
                      <a:pt x="10" y="109"/>
                    </a:moveTo>
                    <a:cubicBezTo>
                      <a:pt x="3" y="107"/>
                      <a:pt x="0" y="101"/>
                      <a:pt x="2" y="94"/>
                    </a:cubicBezTo>
                    <a:cubicBezTo>
                      <a:pt x="3" y="87"/>
                      <a:pt x="6" y="80"/>
                      <a:pt x="9" y="74"/>
                    </a:cubicBezTo>
                    <a:cubicBezTo>
                      <a:pt x="13" y="67"/>
                      <a:pt x="18" y="60"/>
                      <a:pt x="24" y="55"/>
                    </a:cubicBezTo>
                    <a:cubicBezTo>
                      <a:pt x="29" y="49"/>
                      <a:pt x="35" y="44"/>
                      <a:pt x="42" y="38"/>
                    </a:cubicBezTo>
                    <a:cubicBezTo>
                      <a:pt x="41" y="39"/>
                      <a:pt x="41" y="39"/>
                      <a:pt x="41" y="39"/>
                    </a:cubicBezTo>
                    <a:lnTo>
                      <a:pt x="42" y="38"/>
                    </a:lnTo>
                    <a:lnTo>
                      <a:pt x="41" y="38"/>
                    </a:lnTo>
                    <a:cubicBezTo>
                      <a:pt x="42" y="38"/>
                      <a:pt x="44" y="37"/>
                      <a:pt x="45" y="36"/>
                    </a:cubicBezTo>
                    <a:cubicBezTo>
                      <a:pt x="45" y="35"/>
                      <a:pt x="45" y="35"/>
                      <a:pt x="46" y="35"/>
                    </a:cubicBezTo>
                    <a:lnTo>
                      <a:pt x="46" y="34"/>
                    </a:lnTo>
                    <a:cubicBezTo>
                      <a:pt x="47" y="34"/>
                      <a:pt x="47" y="34"/>
                      <a:pt x="48" y="33"/>
                    </a:cubicBezTo>
                    <a:cubicBezTo>
                      <a:pt x="48" y="34"/>
                      <a:pt x="47" y="34"/>
                      <a:pt x="47" y="34"/>
                    </a:cubicBezTo>
                    <a:cubicBezTo>
                      <a:pt x="48" y="33"/>
                      <a:pt x="49" y="32"/>
                      <a:pt x="50" y="31"/>
                    </a:cubicBezTo>
                    <a:lnTo>
                      <a:pt x="49" y="32"/>
                    </a:lnTo>
                    <a:cubicBezTo>
                      <a:pt x="49" y="31"/>
                      <a:pt x="50" y="31"/>
                      <a:pt x="50" y="31"/>
                    </a:cubicBezTo>
                    <a:lnTo>
                      <a:pt x="51" y="31"/>
                    </a:lnTo>
                    <a:cubicBezTo>
                      <a:pt x="51" y="30"/>
                      <a:pt x="51" y="30"/>
                      <a:pt x="52" y="30"/>
                    </a:cubicBezTo>
                    <a:cubicBezTo>
                      <a:pt x="51" y="30"/>
                      <a:pt x="51" y="31"/>
                      <a:pt x="51" y="31"/>
                    </a:cubicBezTo>
                    <a:cubicBezTo>
                      <a:pt x="57" y="25"/>
                      <a:pt x="65" y="20"/>
                      <a:pt x="72" y="15"/>
                    </a:cubicBezTo>
                    <a:cubicBezTo>
                      <a:pt x="80" y="10"/>
                      <a:pt x="87" y="6"/>
                      <a:pt x="96" y="3"/>
                    </a:cubicBezTo>
                    <a:cubicBezTo>
                      <a:pt x="99" y="2"/>
                      <a:pt x="102" y="2"/>
                      <a:pt x="106" y="1"/>
                    </a:cubicBezTo>
                    <a:cubicBezTo>
                      <a:pt x="111" y="0"/>
                      <a:pt x="115" y="1"/>
                      <a:pt x="119" y="2"/>
                    </a:cubicBezTo>
                    <a:cubicBezTo>
                      <a:pt x="126" y="2"/>
                      <a:pt x="131" y="9"/>
                      <a:pt x="130" y="16"/>
                    </a:cubicBezTo>
                    <a:cubicBezTo>
                      <a:pt x="129" y="23"/>
                      <a:pt x="122" y="27"/>
                      <a:pt x="116" y="27"/>
                    </a:cubicBezTo>
                    <a:cubicBezTo>
                      <a:pt x="114" y="26"/>
                      <a:pt x="112" y="26"/>
                      <a:pt x="111" y="26"/>
                    </a:cubicBezTo>
                    <a:cubicBezTo>
                      <a:pt x="110" y="26"/>
                      <a:pt x="109" y="26"/>
                      <a:pt x="108" y="26"/>
                    </a:cubicBezTo>
                    <a:cubicBezTo>
                      <a:pt x="108" y="26"/>
                      <a:pt x="107" y="26"/>
                      <a:pt x="106" y="26"/>
                    </a:cubicBezTo>
                    <a:cubicBezTo>
                      <a:pt x="105" y="27"/>
                      <a:pt x="104" y="27"/>
                      <a:pt x="103" y="27"/>
                    </a:cubicBezTo>
                    <a:cubicBezTo>
                      <a:pt x="100" y="28"/>
                      <a:pt x="97" y="30"/>
                      <a:pt x="94" y="31"/>
                    </a:cubicBezTo>
                    <a:cubicBezTo>
                      <a:pt x="90" y="32"/>
                      <a:pt x="86" y="35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74" y="43"/>
                      <a:pt x="65" y="50"/>
                      <a:pt x="56" y="58"/>
                    </a:cubicBezTo>
                    <a:cubicBezTo>
                      <a:pt x="51" y="62"/>
                      <a:pt x="45" y="67"/>
                      <a:pt x="39" y="73"/>
                    </a:cubicBezTo>
                    <a:lnTo>
                      <a:pt x="38" y="74"/>
                    </a:lnTo>
                    <a:cubicBezTo>
                      <a:pt x="39" y="73"/>
                      <a:pt x="39" y="73"/>
                      <a:pt x="39" y="73"/>
                    </a:cubicBezTo>
                    <a:cubicBezTo>
                      <a:pt x="37" y="76"/>
                      <a:pt x="35" y="78"/>
                      <a:pt x="33" y="80"/>
                    </a:cubicBezTo>
                    <a:cubicBezTo>
                      <a:pt x="32" y="82"/>
                      <a:pt x="31" y="84"/>
                      <a:pt x="30" y="85"/>
                    </a:cubicBezTo>
                    <a:cubicBezTo>
                      <a:pt x="29" y="87"/>
                      <a:pt x="28" y="88"/>
                      <a:pt x="28" y="90"/>
                    </a:cubicBezTo>
                    <a:cubicBezTo>
                      <a:pt x="27" y="94"/>
                      <a:pt x="25" y="97"/>
                      <a:pt x="25" y="101"/>
                    </a:cubicBezTo>
                    <a:cubicBezTo>
                      <a:pt x="24" y="106"/>
                      <a:pt x="18" y="109"/>
                      <a:pt x="13" y="109"/>
                    </a:cubicBezTo>
                    <a:cubicBezTo>
                      <a:pt x="12" y="109"/>
                      <a:pt x="11" y="109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720360" y="991440"/>
                <a:ext cx="36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5" extrusionOk="0">
                    <a:moveTo>
                      <a:pt x="53" y="33"/>
                    </a:moveTo>
                    <a:cubicBezTo>
                      <a:pt x="46" y="33"/>
                      <a:pt x="40" y="33"/>
                      <a:pt x="34" y="32"/>
                    </a:cubicBezTo>
                    <a:cubicBezTo>
                      <a:pt x="29" y="32"/>
                      <a:pt x="25" y="32"/>
                      <a:pt x="20" y="31"/>
                    </a:cubicBezTo>
                    <a:cubicBezTo>
                      <a:pt x="17" y="31"/>
                      <a:pt x="14" y="30"/>
                      <a:pt x="11" y="29"/>
                    </a:cubicBezTo>
                    <a:cubicBezTo>
                      <a:pt x="8" y="28"/>
                      <a:pt x="6" y="26"/>
                      <a:pt x="4" y="24"/>
                    </a:cubicBezTo>
                    <a:cubicBezTo>
                      <a:pt x="0" y="20"/>
                      <a:pt x="0" y="14"/>
                      <a:pt x="3" y="9"/>
                    </a:cubicBezTo>
                    <a:cubicBezTo>
                      <a:pt x="4" y="7"/>
                      <a:pt x="5" y="6"/>
                      <a:pt x="7" y="4"/>
                    </a:cubicBezTo>
                    <a:cubicBezTo>
                      <a:pt x="12" y="0"/>
                      <a:pt x="19" y="2"/>
                      <a:pt x="23" y="6"/>
                    </a:cubicBezTo>
                    <a:cubicBezTo>
                      <a:pt x="30" y="7"/>
                      <a:pt x="38" y="8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56" y="9"/>
                      <a:pt x="69" y="9"/>
                      <a:pt x="81" y="9"/>
                    </a:cubicBezTo>
                    <a:cubicBezTo>
                      <a:pt x="82" y="9"/>
                      <a:pt x="84" y="9"/>
                      <a:pt x="86" y="8"/>
                    </a:cubicBezTo>
                    <a:cubicBezTo>
                      <a:pt x="92" y="7"/>
                      <a:pt x="98" y="12"/>
                      <a:pt x="99" y="19"/>
                    </a:cubicBezTo>
                    <a:cubicBezTo>
                      <a:pt x="100" y="25"/>
                      <a:pt x="95" y="32"/>
                      <a:pt x="89" y="32"/>
                    </a:cubicBezTo>
                    <a:cubicBezTo>
                      <a:pt x="81" y="33"/>
                      <a:pt x="72" y="34"/>
                      <a:pt x="64" y="34"/>
                    </a:cubicBezTo>
                    <a:cubicBezTo>
                      <a:pt x="60" y="34"/>
                      <a:pt x="56" y="33"/>
                      <a:pt x="5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731880" y="976320"/>
                <a:ext cx="1368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03" extrusionOk="0">
                    <a:moveTo>
                      <a:pt x="2" y="91"/>
                    </a:moveTo>
                    <a:cubicBezTo>
                      <a:pt x="0" y="76"/>
                      <a:pt x="1" y="62"/>
                      <a:pt x="3" y="46"/>
                    </a:cubicBezTo>
                    <a:cubicBezTo>
                      <a:pt x="3" y="40"/>
                      <a:pt x="4" y="34"/>
                      <a:pt x="6" y="27"/>
                    </a:cubicBezTo>
                    <a:cubicBezTo>
                      <a:pt x="7" y="21"/>
                      <a:pt x="9" y="16"/>
                      <a:pt x="10" y="10"/>
                    </a:cubicBezTo>
                    <a:cubicBezTo>
                      <a:pt x="12" y="3"/>
                      <a:pt x="20" y="0"/>
                      <a:pt x="26" y="2"/>
                    </a:cubicBezTo>
                    <a:cubicBezTo>
                      <a:pt x="32" y="3"/>
                      <a:pt x="37" y="10"/>
                      <a:pt x="35" y="17"/>
                    </a:cubicBezTo>
                    <a:cubicBezTo>
                      <a:pt x="32" y="23"/>
                      <a:pt x="31" y="30"/>
                      <a:pt x="30" y="36"/>
                    </a:cubicBezTo>
                    <a:cubicBezTo>
                      <a:pt x="29" y="39"/>
                      <a:pt x="28" y="42"/>
                      <a:pt x="28" y="46"/>
                    </a:cubicBezTo>
                    <a:cubicBezTo>
                      <a:pt x="27" y="50"/>
                      <a:pt x="27" y="54"/>
                      <a:pt x="26" y="58"/>
                    </a:cubicBezTo>
                    <a:cubicBezTo>
                      <a:pt x="26" y="58"/>
                      <a:pt x="26" y="57"/>
                      <a:pt x="26" y="56"/>
                    </a:cubicBezTo>
                    <a:cubicBezTo>
                      <a:pt x="25" y="67"/>
                      <a:pt x="25" y="79"/>
                      <a:pt x="25" y="90"/>
                    </a:cubicBezTo>
                    <a:cubicBezTo>
                      <a:pt x="25" y="95"/>
                      <a:pt x="21" y="101"/>
                      <a:pt x="15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8" y="102"/>
                      <a:pt x="2" y="97"/>
                      <a:pt x="2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774720" y="960840"/>
                <a:ext cx="37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90" extrusionOk="0">
                    <a:moveTo>
                      <a:pt x="49" y="180"/>
                    </a:moveTo>
                    <a:cubicBezTo>
                      <a:pt x="46" y="174"/>
                      <a:pt x="50" y="167"/>
                      <a:pt x="56" y="164"/>
                    </a:cubicBezTo>
                    <a:cubicBezTo>
                      <a:pt x="57" y="164"/>
                      <a:pt x="57" y="163"/>
                      <a:pt x="57" y="163"/>
                    </a:cubicBezTo>
                    <a:cubicBezTo>
                      <a:pt x="58" y="163"/>
                      <a:pt x="58" y="162"/>
                      <a:pt x="60" y="162"/>
                    </a:cubicBezTo>
                    <a:cubicBezTo>
                      <a:pt x="61" y="161"/>
                      <a:pt x="62" y="159"/>
                      <a:pt x="63" y="158"/>
                    </a:cubicBezTo>
                    <a:cubicBezTo>
                      <a:pt x="64" y="157"/>
                      <a:pt x="65" y="155"/>
                      <a:pt x="67" y="154"/>
                    </a:cubicBezTo>
                    <a:cubicBezTo>
                      <a:pt x="69" y="151"/>
                      <a:pt x="71" y="148"/>
                      <a:pt x="72" y="145"/>
                    </a:cubicBezTo>
                    <a:cubicBezTo>
                      <a:pt x="73" y="142"/>
                      <a:pt x="74" y="141"/>
                      <a:pt x="75" y="138"/>
                    </a:cubicBezTo>
                    <a:cubicBezTo>
                      <a:pt x="75" y="137"/>
                      <a:pt x="76" y="135"/>
                      <a:pt x="77" y="134"/>
                    </a:cubicBezTo>
                    <a:cubicBezTo>
                      <a:pt x="77" y="131"/>
                      <a:pt x="77" y="130"/>
                      <a:pt x="77" y="127"/>
                    </a:cubicBezTo>
                    <a:cubicBezTo>
                      <a:pt x="77" y="126"/>
                      <a:pt x="77" y="124"/>
                      <a:pt x="77" y="122"/>
                    </a:cubicBezTo>
                    <a:cubicBezTo>
                      <a:pt x="77" y="121"/>
                      <a:pt x="77" y="119"/>
                      <a:pt x="77" y="118"/>
                    </a:cubicBezTo>
                    <a:cubicBezTo>
                      <a:pt x="76" y="116"/>
                      <a:pt x="76" y="115"/>
                      <a:pt x="75" y="113"/>
                    </a:cubicBezTo>
                    <a:cubicBezTo>
                      <a:pt x="75" y="113"/>
                      <a:pt x="75" y="112"/>
                      <a:pt x="74" y="111"/>
                    </a:cubicBezTo>
                    <a:cubicBezTo>
                      <a:pt x="74" y="110"/>
                      <a:pt x="73" y="109"/>
                      <a:pt x="72" y="107"/>
                    </a:cubicBezTo>
                    <a:cubicBezTo>
                      <a:pt x="71" y="106"/>
                      <a:pt x="71" y="105"/>
                      <a:pt x="70" y="104"/>
                    </a:cubicBezTo>
                    <a:cubicBezTo>
                      <a:pt x="69" y="103"/>
                      <a:pt x="68" y="102"/>
                      <a:pt x="67" y="101"/>
                    </a:cubicBezTo>
                    <a:cubicBezTo>
                      <a:pt x="66" y="100"/>
                      <a:pt x="65" y="99"/>
                      <a:pt x="64" y="98"/>
                    </a:cubicBezTo>
                    <a:cubicBezTo>
                      <a:pt x="63" y="98"/>
                      <a:pt x="62" y="97"/>
                      <a:pt x="61" y="96"/>
                    </a:cubicBezTo>
                    <a:cubicBezTo>
                      <a:pt x="59" y="95"/>
                      <a:pt x="58" y="95"/>
                      <a:pt x="56" y="94"/>
                    </a:cubicBezTo>
                    <a:cubicBezTo>
                      <a:pt x="48" y="92"/>
                      <a:pt x="36" y="89"/>
                      <a:pt x="35" y="79"/>
                    </a:cubicBezTo>
                    <a:cubicBezTo>
                      <a:pt x="35" y="75"/>
                      <a:pt x="36" y="71"/>
                      <a:pt x="38" y="67"/>
                    </a:cubicBezTo>
                    <a:cubicBezTo>
                      <a:pt x="40" y="66"/>
                      <a:pt x="42" y="63"/>
                      <a:pt x="44" y="62"/>
                    </a:cubicBezTo>
                    <a:cubicBezTo>
                      <a:pt x="47" y="58"/>
                      <a:pt x="49" y="55"/>
                      <a:pt x="51" y="52"/>
                    </a:cubicBezTo>
                    <a:cubicBezTo>
                      <a:pt x="53" y="49"/>
                      <a:pt x="55" y="46"/>
                      <a:pt x="57" y="44"/>
                    </a:cubicBezTo>
                    <a:cubicBezTo>
                      <a:pt x="57" y="42"/>
                      <a:pt x="58" y="40"/>
                      <a:pt x="59" y="38"/>
                    </a:cubicBezTo>
                    <a:cubicBezTo>
                      <a:pt x="60" y="36"/>
                      <a:pt x="60" y="35"/>
                      <a:pt x="60" y="34"/>
                    </a:cubicBezTo>
                    <a:cubicBezTo>
                      <a:pt x="60" y="33"/>
                      <a:pt x="61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lnTo>
                      <a:pt x="61" y="29"/>
                    </a:ln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0" y="28"/>
                      <a:pt x="60" y="27"/>
                    </a:cubicBezTo>
                    <a:lnTo>
                      <a:pt x="60" y="26"/>
                    </a:lnTo>
                    <a:cubicBezTo>
                      <a:pt x="59" y="26"/>
                      <a:pt x="59" y="26"/>
                      <a:pt x="58" y="25"/>
                    </a:cubicBezTo>
                    <a:lnTo>
                      <a:pt x="57" y="25"/>
                    </a:lnTo>
                    <a:cubicBezTo>
                      <a:pt x="56" y="25"/>
                      <a:pt x="54" y="25"/>
                      <a:pt x="53" y="25"/>
                    </a:cubicBezTo>
                    <a:cubicBezTo>
                      <a:pt x="51" y="25"/>
                      <a:pt x="50" y="25"/>
                      <a:pt x="48" y="26"/>
                    </a:cubicBezTo>
                    <a:cubicBezTo>
                      <a:pt x="46" y="27"/>
                      <a:pt x="43" y="27"/>
                      <a:pt x="41" y="28"/>
                    </a:cubicBezTo>
                    <a:cubicBezTo>
                      <a:pt x="39" y="28"/>
                      <a:pt x="37" y="29"/>
                      <a:pt x="35" y="30"/>
                    </a:cubicBezTo>
                    <a:lnTo>
                      <a:pt x="35" y="31"/>
                    </a:lnTo>
                    <a:cubicBezTo>
                      <a:pt x="36" y="38"/>
                      <a:pt x="31" y="44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5" y="46"/>
                      <a:pt x="12" y="46"/>
                      <a:pt x="8" y="44"/>
                    </a:cubicBezTo>
                    <a:cubicBezTo>
                      <a:pt x="4" y="43"/>
                      <a:pt x="2" y="39"/>
                      <a:pt x="1" y="35"/>
                    </a:cubicBezTo>
                    <a:cubicBezTo>
                      <a:pt x="0" y="34"/>
                      <a:pt x="0" y="31"/>
                      <a:pt x="1" y="29"/>
                    </a:cubicBezTo>
                    <a:cubicBezTo>
                      <a:pt x="1" y="27"/>
                      <a:pt x="2" y="24"/>
                      <a:pt x="4" y="22"/>
                    </a:cubicBezTo>
                    <a:cubicBezTo>
                      <a:pt x="11" y="14"/>
                      <a:pt x="20" y="10"/>
                      <a:pt x="29" y="6"/>
                    </a:cubicBezTo>
                    <a:cubicBezTo>
                      <a:pt x="39" y="2"/>
                      <a:pt x="50" y="0"/>
                      <a:pt x="61" y="1"/>
                    </a:cubicBezTo>
                    <a:cubicBezTo>
                      <a:pt x="65" y="1"/>
                      <a:pt x="70" y="3"/>
                      <a:pt x="74" y="6"/>
                    </a:cubicBezTo>
                    <a:cubicBezTo>
                      <a:pt x="78" y="8"/>
                      <a:pt x="81" y="13"/>
                      <a:pt x="83" y="18"/>
                    </a:cubicBezTo>
                    <a:cubicBezTo>
                      <a:pt x="88" y="28"/>
                      <a:pt x="85" y="39"/>
                      <a:pt x="81" y="49"/>
                    </a:cubicBezTo>
                    <a:cubicBezTo>
                      <a:pt x="77" y="57"/>
                      <a:pt x="72" y="64"/>
                      <a:pt x="67" y="72"/>
                    </a:cubicBezTo>
                    <a:cubicBezTo>
                      <a:pt x="68" y="73"/>
                      <a:pt x="71" y="74"/>
                      <a:pt x="72" y="75"/>
                    </a:cubicBezTo>
                    <a:cubicBezTo>
                      <a:pt x="78" y="78"/>
                      <a:pt x="82" y="82"/>
                      <a:pt x="86" y="87"/>
                    </a:cubicBezTo>
                    <a:cubicBezTo>
                      <a:pt x="96" y="96"/>
                      <a:pt x="100" y="109"/>
                      <a:pt x="101" y="122"/>
                    </a:cubicBezTo>
                    <a:cubicBezTo>
                      <a:pt x="102" y="129"/>
                      <a:pt x="100" y="135"/>
                      <a:pt x="99" y="142"/>
                    </a:cubicBezTo>
                    <a:cubicBezTo>
                      <a:pt x="97" y="149"/>
                      <a:pt x="93" y="156"/>
                      <a:pt x="90" y="162"/>
                    </a:cubicBezTo>
                    <a:cubicBezTo>
                      <a:pt x="87" y="167"/>
                      <a:pt x="84" y="172"/>
                      <a:pt x="79" y="176"/>
                    </a:cubicBezTo>
                    <a:cubicBezTo>
                      <a:pt x="77" y="179"/>
                      <a:pt x="75" y="181"/>
                      <a:pt x="73" y="183"/>
                    </a:cubicBezTo>
                    <a:cubicBezTo>
                      <a:pt x="70" y="184"/>
                      <a:pt x="68" y="186"/>
                      <a:pt x="65" y="187"/>
                    </a:cubicBezTo>
                    <a:cubicBezTo>
                      <a:pt x="64" y="188"/>
                      <a:pt x="62" y="189"/>
                      <a:pt x="60" y="189"/>
                    </a:cubicBezTo>
                    <a:cubicBezTo>
                      <a:pt x="56" y="189"/>
                      <a:pt x="50" y="185"/>
                      <a:pt x="49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832320" y="957600"/>
                <a:ext cx="3852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48" extrusionOk="0">
                    <a:moveTo>
                      <a:pt x="39" y="223"/>
                    </a:moveTo>
                    <a:cubicBezTo>
                      <a:pt x="40" y="223"/>
                      <a:pt x="41" y="223"/>
                      <a:pt x="42" y="223"/>
                    </a:cubicBezTo>
                    <a:lnTo>
                      <a:pt x="43" y="223"/>
                    </a:lnTo>
                    <a:lnTo>
                      <a:pt x="44" y="223"/>
                    </a:lnTo>
                    <a:lnTo>
                      <a:pt x="44" y="222"/>
                    </a:lnTo>
                    <a:cubicBezTo>
                      <a:pt x="44" y="223"/>
                      <a:pt x="44" y="223"/>
                      <a:pt x="43" y="223"/>
                    </a:cubicBezTo>
                    <a:cubicBezTo>
                      <a:pt x="44" y="223"/>
                      <a:pt x="45" y="222"/>
                      <a:pt x="46" y="221"/>
                    </a:cubicBezTo>
                    <a:cubicBezTo>
                      <a:pt x="46" y="222"/>
                      <a:pt x="45" y="222"/>
                      <a:pt x="45" y="222"/>
                    </a:cubicBezTo>
                    <a:lnTo>
                      <a:pt x="46" y="221"/>
                    </a:lnTo>
                    <a:lnTo>
                      <a:pt x="46" y="220"/>
                    </a:lnTo>
                    <a:lnTo>
                      <a:pt x="47" y="219"/>
                    </a:lnTo>
                    <a:cubicBezTo>
                      <a:pt x="48" y="217"/>
                      <a:pt x="49" y="216"/>
                      <a:pt x="49" y="215"/>
                    </a:cubicBezTo>
                    <a:cubicBezTo>
                      <a:pt x="50" y="212"/>
                      <a:pt x="51" y="209"/>
                      <a:pt x="52" y="206"/>
                    </a:cubicBezTo>
                    <a:cubicBezTo>
                      <a:pt x="53" y="196"/>
                      <a:pt x="55" y="185"/>
                      <a:pt x="57" y="175"/>
                    </a:cubicBezTo>
                    <a:cubicBezTo>
                      <a:pt x="58" y="170"/>
                      <a:pt x="58" y="166"/>
                      <a:pt x="59" y="161"/>
                    </a:cubicBezTo>
                    <a:cubicBezTo>
                      <a:pt x="53" y="166"/>
                      <a:pt x="48" y="171"/>
                      <a:pt x="42" y="177"/>
                    </a:cubicBezTo>
                    <a:cubicBezTo>
                      <a:pt x="39" y="180"/>
                      <a:pt x="37" y="183"/>
                      <a:pt x="34" y="187"/>
                    </a:cubicBezTo>
                    <a:cubicBezTo>
                      <a:pt x="32" y="189"/>
                      <a:pt x="31" y="191"/>
                      <a:pt x="30" y="194"/>
                    </a:cubicBezTo>
                    <a:cubicBezTo>
                      <a:pt x="29" y="196"/>
                      <a:pt x="28" y="198"/>
                      <a:pt x="27" y="199"/>
                    </a:cubicBezTo>
                    <a:cubicBezTo>
                      <a:pt x="27" y="201"/>
                      <a:pt x="27" y="202"/>
                      <a:pt x="26" y="204"/>
                    </a:cubicBezTo>
                    <a:cubicBezTo>
                      <a:pt x="26" y="205"/>
                      <a:pt x="26" y="206"/>
                      <a:pt x="25" y="207"/>
                    </a:cubicBezTo>
                    <a:cubicBezTo>
                      <a:pt x="25" y="208"/>
                      <a:pt x="25" y="208"/>
                      <a:pt x="25" y="209"/>
                    </a:cubicBezTo>
                    <a:cubicBezTo>
                      <a:pt x="25" y="209"/>
                      <a:pt x="26" y="210"/>
                      <a:pt x="26" y="211"/>
                    </a:cubicBezTo>
                    <a:cubicBezTo>
                      <a:pt x="26" y="211"/>
                      <a:pt x="26" y="212"/>
                      <a:pt x="27" y="213"/>
                    </a:cubicBezTo>
                    <a:cubicBezTo>
                      <a:pt x="27" y="213"/>
                      <a:pt x="27" y="214"/>
                      <a:pt x="27" y="215"/>
                    </a:cubicBezTo>
                    <a:lnTo>
                      <a:pt x="28" y="216"/>
                    </a:lnTo>
                    <a:cubicBezTo>
                      <a:pt x="29" y="217"/>
                      <a:pt x="30" y="219"/>
                      <a:pt x="31" y="220"/>
                    </a:cubicBezTo>
                    <a:lnTo>
                      <a:pt x="32" y="221"/>
                    </a:lnTo>
                    <a:lnTo>
                      <a:pt x="32" y="222"/>
                    </a:lnTo>
                    <a:cubicBezTo>
                      <a:pt x="32" y="222"/>
                      <a:pt x="33" y="222"/>
                      <a:pt x="34" y="222"/>
                    </a:cubicBezTo>
                    <a:cubicBezTo>
                      <a:pt x="34" y="223"/>
                      <a:pt x="35" y="223"/>
                      <a:pt x="35" y="223"/>
                    </a:cubicBezTo>
                    <a:lnTo>
                      <a:pt x="36" y="223"/>
                    </a:lnTo>
                    <a:cubicBezTo>
                      <a:pt x="37" y="223"/>
                      <a:pt x="37" y="223"/>
                      <a:pt x="38" y="223"/>
                    </a:cubicBezTo>
                    <a:cubicBezTo>
                      <a:pt x="39" y="223"/>
                      <a:pt x="39" y="223"/>
                      <a:pt x="41" y="223"/>
                    </a:cubicBezTo>
                    <a:cubicBezTo>
                      <a:pt x="40" y="223"/>
                      <a:pt x="39" y="223"/>
                      <a:pt x="39" y="223"/>
                    </a:cubicBezTo>
                    <a:moveTo>
                      <a:pt x="25" y="245"/>
                    </a:moveTo>
                    <a:cubicBezTo>
                      <a:pt x="17" y="242"/>
                      <a:pt x="12" y="236"/>
                      <a:pt x="8" y="229"/>
                    </a:cubicBezTo>
                    <a:cubicBezTo>
                      <a:pt x="4" y="222"/>
                      <a:pt x="2" y="215"/>
                      <a:pt x="2" y="207"/>
                    </a:cubicBezTo>
                    <a:cubicBezTo>
                      <a:pt x="2" y="199"/>
                      <a:pt x="5" y="191"/>
                      <a:pt x="9" y="184"/>
                    </a:cubicBezTo>
                    <a:cubicBezTo>
                      <a:pt x="16" y="169"/>
                      <a:pt x="28" y="157"/>
                      <a:pt x="41" y="146"/>
                    </a:cubicBezTo>
                    <a:cubicBezTo>
                      <a:pt x="47" y="140"/>
                      <a:pt x="54" y="134"/>
                      <a:pt x="61" y="128"/>
                    </a:cubicBezTo>
                    <a:cubicBezTo>
                      <a:pt x="62" y="127"/>
                      <a:pt x="62" y="127"/>
                      <a:pt x="62" y="125"/>
                    </a:cubicBezTo>
                    <a:cubicBezTo>
                      <a:pt x="59" y="128"/>
                      <a:pt x="56" y="131"/>
                      <a:pt x="52" y="132"/>
                    </a:cubicBezTo>
                    <a:cubicBezTo>
                      <a:pt x="48" y="135"/>
                      <a:pt x="42" y="137"/>
                      <a:pt x="36" y="137"/>
                    </a:cubicBezTo>
                    <a:cubicBezTo>
                      <a:pt x="30" y="138"/>
                      <a:pt x="24" y="136"/>
                      <a:pt x="18" y="132"/>
                    </a:cubicBezTo>
                    <a:cubicBezTo>
                      <a:pt x="7" y="127"/>
                      <a:pt x="5" y="114"/>
                      <a:pt x="2" y="103"/>
                    </a:cubicBezTo>
                    <a:cubicBezTo>
                      <a:pt x="0" y="89"/>
                      <a:pt x="0" y="74"/>
                      <a:pt x="3" y="60"/>
                    </a:cubicBezTo>
                    <a:cubicBezTo>
                      <a:pt x="5" y="47"/>
                      <a:pt x="12" y="35"/>
                      <a:pt x="19" y="24"/>
                    </a:cubicBezTo>
                    <a:cubicBezTo>
                      <a:pt x="23" y="19"/>
                      <a:pt x="27" y="14"/>
                      <a:pt x="32" y="10"/>
                    </a:cubicBezTo>
                    <a:cubicBezTo>
                      <a:pt x="37" y="6"/>
                      <a:pt x="44" y="4"/>
                      <a:pt x="50" y="2"/>
                    </a:cubicBezTo>
                    <a:cubicBezTo>
                      <a:pt x="56" y="0"/>
                      <a:pt x="63" y="5"/>
                      <a:pt x="65" y="11"/>
                    </a:cubicBezTo>
                    <a:cubicBezTo>
                      <a:pt x="67" y="18"/>
                      <a:pt x="63" y="24"/>
                      <a:pt x="56" y="26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28"/>
                      <a:pt x="50" y="28"/>
                      <a:pt x="49" y="29"/>
                    </a:cubicBezTo>
                    <a:lnTo>
                      <a:pt x="48" y="29"/>
                    </a:lnTo>
                    <a:cubicBezTo>
                      <a:pt x="47" y="30"/>
                      <a:pt x="46" y="30"/>
                      <a:pt x="46" y="31"/>
                    </a:cubicBezTo>
                    <a:cubicBezTo>
                      <a:pt x="45" y="32"/>
                      <a:pt x="44" y="33"/>
                      <a:pt x="43" y="34"/>
                    </a:cubicBezTo>
                    <a:cubicBezTo>
                      <a:pt x="41" y="36"/>
                      <a:pt x="40" y="37"/>
                      <a:pt x="39" y="39"/>
                    </a:cubicBezTo>
                    <a:cubicBezTo>
                      <a:pt x="35" y="43"/>
                      <a:pt x="32" y="49"/>
                      <a:pt x="30" y="53"/>
                    </a:cubicBezTo>
                    <a:cubicBezTo>
                      <a:pt x="29" y="56"/>
                      <a:pt x="28" y="57"/>
                      <a:pt x="27" y="60"/>
                    </a:cubicBezTo>
                    <a:cubicBezTo>
                      <a:pt x="27" y="61"/>
                      <a:pt x="26" y="64"/>
                      <a:pt x="25" y="66"/>
                    </a:cubicBezTo>
                    <a:cubicBezTo>
                      <a:pt x="25" y="69"/>
                      <a:pt x="24" y="72"/>
                      <a:pt x="24" y="76"/>
                    </a:cubicBezTo>
                    <a:cubicBezTo>
                      <a:pt x="24" y="79"/>
                      <a:pt x="24" y="83"/>
                      <a:pt x="24" y="88"/>
                    </a:cubicBezTo>
                    <a:cubicBezTo>
                      <a:pt x="24" y="87"/>
                      <a:pt x="24" y="86"/>
                      <a:pt x="24" y="86"/>
                    </a:cubicBezTo>
                    <a:cubicBezTo>
                      <a:pt x="24" y="90"/>
                      <a:pt x="25" y="95"/>
                      <a:pt x="25" y="99"/>
                    </a:cubicBezTo>
                    <a:cubicBezTo>
                      <a:pt x="26" y="101"/>
                      <a:pt x="27" y="104"/>
                      <a:pt x="27" y="106"/>
                    </a:cubicBezTo>
                    <a:cubicBezTo>
                      <a:pt x="28" y="107"/>
                      <a:pt x="28" y="109"/>
                      <a:pt x="28" y="109"/>
                    </a:cubicBezTo>
                    <a:cubicBezTo>
                      <a:pt x="29" y="110"/>
                      <a:pt x="29" y="110"/>
                      <a:pt x="30" y="111"/>
                    </a:cubicBezTo>
                    <a:cubicBezTo>
                      <a:pt x="30" y="112"/>
                      <a:pt x="31" y="112"/>
                      <a:pt x="31" y="112"/>
                    </a:cubicBezTo>
                    <a:lnTo>
                      <a:pt x="32" y="113"/>
                    </a:lnTo>
                    <a:cubicBezTo>
                      <a:pt x="34" y="113"/>
                      <a:pt x="34" y="113"/>
                      <a:pt x="35" y="113"/>
                    </a:cubicBezTo>
                    <a:lnTo>
                      <a:pt x="34" y="113"/>
                    </a:lnTo>
                    <a:cubicBezTo>
                      <a:pt x="35" y="113"/>
                      <a:pt x="35" y="113"/>
                      <a:pt x="36" y="113"/>
                    </a:cubicBezTo>
                    <a:lnTo>
                      <a:pt x="37" y="113"/>
                    </a:lnTo>
                    <a:lnTo>
                      <a:pt x="38" y="113"/>
                    </a:lnTo>
                    <a:cubicBezTo>
                      <a:pt x="39" y="112"/>
                      <a:pt x="39" y="112"/>
                      <a:pt x="40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2" y="110"/>
                      <a:pt x="43" y="110"/>
                      <a:pt x="44" y="109"/>
                    </a:cubicBezTo>
                    <a:cubicBezTo>
                      <a:pt x="47" y="106"/>
                      <a:pt x="51" y="103"/>
                      <a:pt x="53" y="100"/>
                    </a:cubicBezTo>
                    <a:cubicBezTo>
                      <a:pt x="56" y="96"/>
                      <a:pt x="59" y="93"/>
                      <a:pt x="62" y="89"/>
                    </a:cubicBezTo>
                    <a:cubicBezTo>
                      <a:pt x="65" y="85"/>
                      <a:pt x="68" y="79"/>
                      <a:pt x="71" y="75"/>
                    </a:cubicBezTo>
                    <a:cubicBezTo>
                      <a:pt x="72" y="73"/>
                      <a:pt x="73" y="71"/>
                      <a:pt x="73" y="70"/>
                    </a:cubicBezTo>
                    <a:cubicBezTo>
                      <a:pt x="74" y="69"/>
                      <a:pt x="74" y="69"/>
                      <a:pt x="74" y="68"/>
                    </a:cubicBezTo>
                    <a:cubicBezTo>
                      <a:pt x="77" y="61"/>
                      <a:pt x="79" y="53"/>
                      <a:pt x="83" y="47"/>
                    </a:cubicBezTo>
                    <a:cubicBezTo>
                      <a:pt x="86" y="43"/>
                      <a:pt x="90" y="40"/>
                      <a:pt x="94" y="41"/>
                    </a:cubicBezTo>
                    <a:cubicBezTo>
                      <a:pt x="98" y="41"/>
                      <a:pt x="104" y="44"/>
                      <a:pt x="105" y="49"/>
                    </a:cubicBezTo>
                    <a:cubicBezTo>
                      <a:pt x="106" y="51"/>
                      <a:pt x="106" y="54"/>
                      <a:pt x="105" y="57"/>
                    </a:cubicBezTo>
                    <a:cubicBezTo>
                      <a:pt x="105" y="59"/>
                      <a:pt x="104" y="61"/>
                      <a:pt x="103" y="63"/>
                    </a:cubicBezTo>
                    <a:cubicBezTo>
                      <a:pt x="102" y="66"/>
                      <a:pt x="101" y="68"/>
                      <a:pt x="99" y="71"/>
                    </a:cubicBezTo>
                    <a:cubicBezTo>
                      <a:pt x="98" y="72"/>
                      <a:pt x="98" y="74"/>
                      <a:pt x="97" y="76"/>
                    </a:cubicBezTo>
                    <a:cubicBezTo>
                      <a:pt x="96" y="78"/>
                      <a:pt x="95" y="81"/>
                      <a:pt x="94" y="83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2" y="89"/>
                      <a:pt x="90" y="96"/>
                      <a:pt x="88" y="103"/>
                    </a:cubicBezTo>
                    <a:cubicBezTo>
                      <a:pt x="85" y="120"/>
                      <a:pt x="84" y="138"/>
                      <a:pt x="82" y="155"/>
                    </a:cubicBezTo>
                    <a:cubicBezTo>
                      <a:pt x="81" y="167"/>
                      <a:pt x="80" y="180"/>
                      <a:pt x="77" y="191"/>
                    </a:cubicBezTo>
                    <a:cubicBezTo>
                      <a:pt x="76" y="199"/>
                      <a:pt x="76" y="206"/>
                      <a:pt x="74" y="213"/>
                    </a:cubicBezTo>
                    <a:cubicBezTo>
                      <a:pt x="72" y="221"/>
                      <a:pt x="70" y="229"/>
                      <a:pt x="65" y="235"/>
                    </a:cubicBezTo>
                    <a:cubicBezTo>
                      <a:pt x="60" y="241"/>
                      <a:pt x="53" y="246"/>
                      <a:pt x="46" y="247"/>
                    </a:cubicBezTo>
                    <a:cubicBezTo>
                      <a:pt x="44" y="247"/>
                      <a:pt x="42" y="247"/>
                      <a:pt x="39" y="247"/>
                    </a:cubicBezTo>
                    <a:cubicBezTo>
                      <a:pt x="35" y="247"/>
                      <a:pt x="30" y="247"/>
                      <a:pt x="25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879120" y="924840"/>
                <a:ext cx="29880" cy="112680"/>
              </a:xfrm>
              <a:custGeom>
                <a:avLst/>
                <a:gdLst/>
                <a:ahLst/>
                <a:cxnLst/>
                <a:rect l="l" t="t" r="r" b="b"/>
                <a:pathLst>
                  <a:path w="83" h="313" extrusionOk="0">
                    <a:moveTo>
                      <a:pt x="5" y="309"/>
                    </a:moveTo>
                    <a:cubicBezTo>
                      <a:pt x="0" y="304"/>
                      <a:pt x="1" y="296"/>
                      <a:pt x="6" y="291"/>
                    </a:cubicBezTo>
                    <a:cubicBezTo>
                      <a:pt x="8" y="290"/>
                      <a:pt x="9" y="289"/>
                      <a:pt x="11" y="287"/>
                    </a:cubicBezTo>
                    <a:cubicBezTo>
                      <a:pt x="17" y="282"/>
                      <a:pt x="24" y="276"/>
                      <a:pt x="30" y="270"/>
                    </a:cubicBezTo>
                    <a:cubicBezTo>
                      <a:pt x="32" y="266"/>
                      <a:pt x="35" y="263"/>
                      <a:pt x="38" y="259"/>
                    </a:cubicBezTo>
                    <a:cubicBezTo>
                      <a:pt x="37" y="259"/>
                      <a:pt x="37" y="260"/>
                      <a:pt x="36" y="261"/>
                    </a:cubicBezTo>
                    <a:cubicBezTo>
                      <a:pt x="39" y="258"/>
                      <a:pt x="40" y="255"/>
                      <a:pt x="42" y="252"/>
                    </a:cubicBezTo>
                    <a:cubicBezTo>
                      <a:pt x="44" y="248"/>
                      <a:pt x="46" y="244"/>
                      <a:pt x="48" y="240"/>
                    </a:cubicBezTo>
                    <a:cubicBezTo>
                      <a:pt x="50" y="232"/>
                      <a:pt x="52" y="224"/>
                      <a:pt x="53" y="217"/>
                    </a:cubicBezTo>
                    <a:cubicBezTo>
                      <a:pt x="56" y="205"/>
                      <a:pt x="58" y="192"/>
                      <a:pt x="59" y="180"/>
                    </a:cubicBezTo>
                    <a:cubicBezTo>
                      <a:pt x="60" y="170"/>
                      <a:pt x="60" y="161"/>
                      <a:pt x="59" y="151"/>
                    </a:cubicBezTo>
                    <a:cubicBezTo>
                      <a:pt x="59" y="143"/>
                      <a:pt x="58" y="134"/>
                      <a:pt x="56" y="125"/>
                    </a:cubicBezTo>
                    <a:cubicBezTo>
                      <a:pt x="56" y="120"/>
                      <a:pt x="55" y="115"/>
                      <a:pt x="54" y="110"/>
                    </a:cubicBezTo>
                    <a:lnTo>
                      <a:pt x="54" y="111"/>
                    </a:lnTo>
                    <a:cubicBezTo>
                      <a:pt x="51" y="93"/>
                      <a:pt x="48" y="76"/>
                      <a:pt x="44" y="59"/>
                    </a:cubicBezTo>
                    <a:cubicBezTo>
                      <a:pt x="42" y="51"/>
                      <a:pt x="41" y="43"/>
                      <a:pt x="39" y="35"/>
                    </a:cubicBezTo>
                    <a:cubicBezTo>
                      <a:pt x="39" y="30"/>
                      <a:pt x="38" y="25"/>
                      <a:pt x="38" y="20"/>
                    </a:cubicBezTo>
                    <a:cubicBezTo>
                      <a:pt x="38" y="15"/>
                      <a:pt x="38" y="11"/>
                      <a:pt x="41" y="7"/>
                    </a:cubicBezTo>
                    <a:cubicBezTo>
                      <a:pt x="45" y="0"/>
                      <a:pt x="54" y="0"/>
                      <a:pt x="60" y="4"/>
                    </a:cubicBezTo>
                    <a:cubicBezTo>
                      <a:pt x="65" y="8"/>
                      <a:pt x="66" y="16"/>
                      <a:pt x="63" y="21"/>
                    </a:cubicBezTo>
                    <a:cubicBezTo>
                      <a:pt x="63" y="30"/>
                      <a:pt x="65" y="40"/>
                      <a:pt x="66" y="49"/>
                    </a:cubicBezTo>
                    <a:cubicBezTo>
                      <a:pt x="67" y="55"/>
                      <a:pt x="69" y="60"/>
                      <a:pt x="70" y="66"/>
                    </a:cubicBezTo>
                    <a:cubicBezTo>
                      <a:pt x="72" y="79"/>
                      <a:pt x="74" y="93"/>
                      <a:pt x="77" y="106"/>
                    </a:cubicBezTo>
                    <a:cubicBezTo>
                      <a:pt x="78" y="113"/>
                      <a:pt x="78" y="120"/>
                      <a:pt x="80" y="126"/>
                    </a:cubicBezTo>
                    <a:cubicBezTo>
                      <a:pt x="81" y="139"/>
                      <a:pt x="82" y="152"/>
                      <a:pt x="82" y="166"/>
                    </a:cubicBezTo>
                    <a:cubicBezTo>
                      <a:pt x="81" y="184"/>
                      <a:pt x="79" y="202"/>
                      <a:pt x="76" y="220"/>
                    </a:cubicBezTo>
                    <a:cubicBezTo>
                      <a:pt x="72" y="237"/>
                      <a:pt x="67" y="254"/>
                      <a:pt x="58" y="269"/>
                    </a:cubicBezTo>
                    <a:cubicBezTo>
                      <a:pt x="52" y="279"/>
                      <a:pt x="45" y="287"/>
                      <a:pt x="36" y="296"/>
                    </a:cubicBezTo>
                    <a:cubicBezTo>
                      <a:pt x="32" y="300"/>
                      <a:pt x="27" y="305"/>
                      <a:pt x="21" y="309"/>
                    </a:cubicBezTo>
                    <a:cubicBezTo>
                      <a:pt x="19" y="311"/>
                      <a:pt x="16" y="312"/>
                      <a:pt x="13" y="312"/>
                    </a:cubicBezTo>
                    <a:cubicBezTo>
                      <a:pt x="10" y="312"/>
                      <a:pt x="7" y="311"/>
                      <a:pt x="5" y="3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992520" y="1085400"/>
                <a:ext cx="734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44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38" y="14"/>
                      <a:pt x="66" y="10"/>
                      <a:pt x="93" y="6"/>
                    </a:cubicBezTo>
                    <a:cubicBezTo>
                      <a:pt x="118" y="3"/>
                      <a:pt x="143" y="2"/>
                      <a:pt x="169" y="0"/>
                    </a:cubicBezTo>
                    <a:cubicBezTo>
                      <a:pt x="176" y="0"/>
                      <a:pt x="184" y="0"/>
                      <a:pt x="191" y="0"/>
                    </a:cubicBezTo>
                    <a:cubicBezTo>
                      <a:pt x="197" y="0"/>
                      <a:pt x="203" y="6"/>
                      <a:pt x="202" y="12"/>
                    </a:cubicBezTo>
                    <a:cubicBezTo>
                      <a:pt x="202" y="18"/>
                      <a:pt x="197" y="24"/>
                      <a:pt x="191" y="24"/>
                    </a:cubicBezTo>
                    <a:cubicBezTo>
                      <a:pt x="172" y="23"/>
                      <a:pt x="155" y="24"/>
                      <a:pt x="137" y="25"/>
                    </a:cubicBezTo>
                    <a:cubicBezTo>
                      <a:pt x="125" y="26"/>
                      <a:pt x="113" y="27"/>
                      <a:pt x="101" y="28"/>
                    </a:cubicBezTo>
                    <a:cubicBezTo>
                      <a:pt x="89" y="30"/>
                      <a:pt x="76" y="32"/>
                      <a:pt x="64" y="34"/>
                    </a:cubicBezTo>
                    <a:cubicBezTo>
                      <a:pt x="48" y="37"/>
                      <a:pt x="31" y="40"/>
                      <a:pt x="15" y="43"/>
                    </a:cubicBezTo>
                    <a:cubicBezTo>
                      <a:pt x="14" y="43"/>
                      <a:pt x="13" y="43"/>
                      <a:pt x="13" y="43"/>
                    </a:cubicBezTo>
                    <a:cubicBezTo>
                      <a:pt x="7" y="43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1021320" y="1105920"/>
                <a:ext cx="392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43" extrusionOk="0">
                    <a:moveTo>
                      <a:pt x="9" y="39"/>
                    </a:moveTo>
                    <a:cubicBezTo>
                      <a:pt x="3" y="36"/>
                      <a:pt x="0" y="28"/>
                      <a:pt x="3" y="22"/>
                    </a:cubicBezTo>
                    <a:cubicBezTo>
                      <a:pt x="6" y="16"/>
                      <a:pt x="13" y="13"/>
                      <a:pt x="20" y="16"/>
                    </a:cubicBezTo>
                    <a:lnTo>
                      <a:pt x="21" y="16"/>
                    </a:lnTo>
                    <a:lnTo>
                      <a:pt x="22" y="16"/>
                    </a:lnTo>
                    <a:cubicBezTo>
                      <a:pt x="23" y="17"/>
                      <a:pt x="24" y="17"/>
                      <a:pt x="25" y="17"/>
                    </a:cubicBezTo>
                    <a:cubicBezTo>
                      <a:pt x="24" y="17"/>
                      <a:pt x="24" y="17"/>
                      <a:pt x="23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2" y="16"/>
                      <a:pt x="36" y="16"/>
                      <a:pt x="39" y="15"/>
                    </a:cubicBezTo>
                    <a:cubicBezTo>
                      <a:pt x="58" y="12"/>
                      <a:pt x="75" y="6"/>
                      <a:pt x="93" y="2"/>
                    </a:cubicBezTo>
                    <a:cubicBezTo>
                      <a:pt x="98" y="0"/>
                      <a:pt x="104" y="3"/>
                      <a:pt x="106" y="8"/>
                    </a:cubicBezTo>
                    <a:cubicBezTo>
                      <a:pt x="108" y="14"/>
                      <a:pt x="106" y="21"/>
                      <a:pt x="100" y="23"/>
                    </a:cubicBezTo>
                    <a:cubicBezTo>
                      <a:pt x="88" y="27"/>
                      <a:pt x="75" y="31"/>
                      <a:pt x="63" y="34"/>
                    </a:cubicBezTo>
                    <a:cubicBezTo>
                      <a:pt x="58" y="36"/>
                      <a:pt x="52" y="37"/>
                      <a:pt x="47" y="38"/>
                    </a:cubicBezTo>
                    <a:cubicBezTo>
                      <a:pt x="41" y="40"/>
                      <a:pt x="35" y="41"/>
                      <a:pt x="28" y="42"/>
                    </a:cubicBezTo>
                    <a:cubicBezTo>
                      <a:pt x="27" y="42"/>
                      <a:pt x="26" y="42"/>
                      <a:pt x="25" y="42"/>
                    </a:cubicBezTo>
                    <a:cubicBezTo>
                      <a:pt x="20" y="42"/>
                      <a:pt x="14" y="41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" name="Google Shape;336;p3"/>
            <p:cNvGrpSpPr/>
            <p:nvPr/>
          </p:nvGrpSpPr>
          <p:grpSpPr>
            <a:xfrm>
              <a:off x="8764927" y="2373800"/>
              <a:ext cx="2779566" cy="570008"/>
              <a:chOff x="3240" y="1231560"/>
              <a:chExt cx="1292040" cy="264960"/>
            </a:xfrm>
          </p:grpSpPr>
          <p:sp>
            <p:nvSpPr>
              <p:cNvPr id="337" name="Google Shape;337;p3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2" name="Google Shape;372;p3"/>
            <p:cNvGrpSpPr/>
            <p:nvPr/>
          </p:nvGrpSpPr>
          <p:grpSpPr>
            <a:xfrm>
              <a:off x="-762626" y="1263023"/>
              <a:ext cx="1352996" cy="945625"/>
              <a:chOff x="2379960" y="470880"/>
              <a:chExt cx="628920" cy="439560"/>
            </a:xfrm>
          </p:grpSpPr>
          <p:sp>
            <p:nvSpPr>
              <p:cNvPr id="373" name="Google Shape;373;p3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8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813" name="Google Shape;813;p8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9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14" name="Google Shape;814;p8"/>
          <p:cNvGrpSpPr/>
          <p:nvPr/>
        </p:nvGrpSpPr>
        <p:grpSpPr>
          <a:xfrm>
            <a:off x="213741" y="245990"/>
            <a:ext cx="5358101" cy="5115318"/>
            <a:chOff x="213741" y="245990"/>
            <a:chExt cx="5358101" cy="5115318"/>
          </a:xfrm>
        </p:grpSpPr>
        <p:grpSp>
          <p:nvGrpSpPr>
            <p:cNvPr id="815" name="Google Shape;815;p8"/>
            <p:cNvGrpSpPr/>
            <p:nvPr/>
          </p:nvGrpSpPr>
          <p:grpSpPr>
            <a:xfrm>
              <a:off x="213741" y="4353726"/>
              <a:ext cx="2017489" cy="1007583"/>
              <a:chOff x="54720" y="2121120"/>
              <a:chExt cx="937800" cy="468360"/>
            </a:xfrm>
          </p:grpSpPr>
          <p:sp>
            <p:nvSpPr>
              <p:cNvPr id="816" name="Google Shape;816;p8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8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8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8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8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8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8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8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8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8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8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8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8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8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8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8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8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8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8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8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8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8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8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8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" name="Google Shape;840;p8"/>
            <p:cNvGrpSpPr/>
            <p:nvPr/>
          </p:nvGrpSpPr>
          <p:grpSpPr>
            <a:xfrm>
              <a:off x="4402396" y="245990"/>
              <a:ext cx="1169447" cy="374068"/>
              <a:chOff x="1605960" y="528480"/>
              <a:chExt cx="543600" cy="173880"/>
            </a:xfrm>
          </p:grpSpPr>
          <p:sp>
            <p:nvSpPr>
              <p:cNvPr id="841" name="Google Shape;841;p8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8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8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8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8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8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8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8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851" name="Google Shape;851;p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3" name="Google Shape;853;p9"/>
          <p:cNvGrpSpPr/>
          <p:nvPr/>
        </p:nvGrpSpPr>
        <p:grpSpPr>
          <a:xfrm>
            <a:off x="6066146" y="-204354"/>
            <a:ext cx="4126366" cy="876698"/>
            <a:chOff x="71280" y="1648800"/>
            <a:chExt cx="1918080" cy="407520"/>
          </a:xfrm>
        </p:grpSpPr>
        <p:sp>
          <p:nvSpPr>
            <p:cNvPr id="854" name="Google Shape;854;p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10"/>
          <p:cNvSpPr>
            <a:spLocks noGrp="1"/>
          </p:cNvSpPr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905" name="Google Shape;905;p10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p14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128" name="Google Shape;1128;p14"/>
          <p:cNvSpPr txBox="1">
            <a:spLocks noGrp="1"/>
          </p:cNvSpPr>
          <p:nvPr>
            <p:ph type="title"/>
          </p:nvPr>
        </p:nvSpPr>
        <p:spPr>
          <a:xfrm>
            <a:off x="1882800" y="3268551"/>
            <a:ext cx="5378400" cy="9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29" name="Google Shape;1129;p14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grpSp>
        <p:nvGrpSpPr>
          <p:cNvPr id="1130" name="Google Shape;1130;p14"/>
          <p:cNvGrpSpPr/>
          <p:nvPr/>
        </p:nvGrpSpPr>
        <p:grpSpPr>
          <a:xfrm>
            <a:off x="2301121" y="-266677"/>
            <a:ext cx="8096941" cy="5824814"/>
            <a:chOff x="2301121" y="-266677"/>
            <a:chExt cx="8096941" cy="5824814"/>
          </a:xfrm>
        </p:grpSpPr>
        <p:grpSp>
          <p:nvGrpSpPr>
            <p:cNvPr id="1131" name="Google Shape;1131;p14"/>
            <p:cNvGrpSpPr/>
            <p:nvPr/>
          </p:nvGrpSpPr>
          <p:grpSpPr>
            <a:xfrm>
              <a:off x="8756964" y="1491493"/>
              <a:ext cx="1641098" cy="440672"/>
              <a:chOff x="283320" y="440280"/>
              <a:chExt cx="762840" cy="204840"/>
            </a:xfrm>
          </p:grpSpPr>
          <p:sp>
            <p:nvSpPr>
              <p:cNvPr id="1132" name="Google Shape;1132;p14"/>
              <p:cNvSpPr/>
              <p:nvPr/>
            </p:nvSpPr>
            <p:spPr>
              <a:xfrm>
                <a:off x="283320" y="440280"/>
                <a:ext cx="41040" cy="1566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435" extrusionOk="0">
                    <a:moveTo>
                      <a:pt x="16" y="423"/>
                    </a:moveTo>
                    <a:cubicBezTo>
                      <a:pt x="6" y="413"/>
                      <a:pt x="1" y="399"/>
                      <a:pt x="1" y="385"/>
                    </a:cubicBezTo>
                    <a:cubicBezTo>
                      <a:pt x="0" y="378"/>
                      <a:pt x="1" y="371"/>
                      <a:pt x="2" y="364"/>
                    </a:cubicBezTo>
                    <a:cubicBezTo>
                      <a:pt x="2" y="357"/>
                      <a:pt x="5" y="349"/>
                      <a:pt x="8" y="342"/>
                    </a:cubicBezTo>
                    <a:cubicBezTo>
                      <a:pt x="11" y="336"/>
                      <a:pt x="18" y="333"/>
                      <a:pt x="23" y="336"/>
                    </a:cubicBezTo>
                    <a:cubicBezTo>
                      <a:pt x="29" y="338"/>
                      <a:pt x="33" y="346"/>
                      <a:pt x="30" y="352"/>
                    </a:cubicBezTo>
                    <a:cubicBezTo>
                      <a:pt x="29" y="353"/>
                      <a:pt x="28" y="355"/>
                      <a:pt x="27" y="356"/>
                    </a:cubicBezTo>
                    <a:cubicBezTo>
                      <a:pt x="27" y="359"/>
                      <a:pt x="26" y="361"/>
                      <a:pt x="26" y="363"/>
                    </a:cubicBezTo>
                    <a:cubicBezTo>
                      <a:pt x="25" y="367"/>
                      <a:pt x="25" y="370"/>
                      <a:pt x="24" y="374"/>
                    </a:cubicBezTo>
                    <a:cubicBezTo>
                      <a:pt x="24" y="377"/>
                      <a:pt x="24" y="380"/>
                      <a:pt x="24" y="383"/>
                    </a:cubicBezTo>
                    <a:cubicBezTo>
                      <a:pt x="24" y="385"/>
                      <a:pt x="25" y="387"/>
                      <a:pt x="25" y="389"/>
                    </a:cubicBezTo>
                    <a:cubicBezTo>
                      <a:pt x="25" y="391"/>
                      <a:pt x="26" y="394"/>
                      <a:pt x="26" y="395"/>
                    </a:cubicBezTo>
                    <a:cubicBezTo>
                      <a:pt x="26" y="396"/>
                      <a:pt x="27" y="397"/>
                      <a:pt x="27" y="398"/>
                    </a:cubicBezTo>
                    <a:cubicBezTo>
                      <a:pt x="27" y="399"/>
                      <a:pt x="29" y="400"/>
                      <a:pt x="29" y="401"/>
                    </a:cubicBezTo>
                    <a:cubicBezTo>
                      <a:pt x="30" y="402"/>
                      <a:pt x="30" y="403"/>
                      <a:pt x="30" y="403"/>
                    </a:cubicBezTo>
                    <a:cubicBezTo>
                      <a:pt x="31" y="404"/>
                      <a:pt x="32" y="405"/>
                      <a:pt x="32" y="405"/>
                    </a:cubicBezTo>
                    <a:cubicBezTo>
                      <a:pt x="33" y="406"/>
                      <a:pt x="34" y="406"/>
                      <a:pt x="35" y="408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37" y="409"/>
                      <a:pt x="39" y="409"/>
                      <a:pt x="40" y="409"/>
                    </a:cubicBezTo>
                    <a:cubicBezTo>
                      <a:pt x="39" y="409"/>
                      <a:pt x="39" y="409"/>
                      <a:pt x="39" y="409"/>
                    </a:cubicBezTo>
                    <a:cubicBezTo>
                      <a:pt x="39" y="409"/>
                      <a:pt x="40" y="409"/>
                      <a:pt x="41" y="410"/>
                    </a:cubicBezTo>
                    <a:cubicBezTo>
                      <a:pt x="42" y="410"/>
                      <a:pt x="43" y="410"/>
                      <a:pt x="44" y="410"/>
                    </a:cubicBezTo>
                    <a:cubicBezTo>
                      <a:pt x="44" y="410"/>
                      <a:pt x="45" y="410"/>
                      <a:pt x="46" y="410"/>
                    </a:cubicBezTo>
                    <a:cubicBezTo>
                      <a:pt x="47" y="410"/>
                      <a:pt x="48" y="410"/>
                      <a:pt x="48" y="410"/>
                    </a:cubicBezTo>
                    <a:cubicBezTo>
                      <a:pt x="50" y="409"/>
                      <a:pt x="51" y="409"/>
                      <a:pt x="53" y="409"/>
                    </a:cubicBezTo>
                    <a:cubicBezTo>
                      <a:pt x="54" y="408"/>
                      <a:pt x="55" y="408"/>
                      <a:pt x="57" y="407"/>
                    </a:cubicBezTo>
                    <a:lnTo>
                      <a:pt x="58" y="406"/>
                    </a:lnTo>
                    <a:cubicBezTo>
                      <a:pt x="60" y="405"/>
                      <a:pt x="60" y="405"/>
                      <a:pt x="61" y="404"/>
                    </a:cubicBezTo>
                    <a:cubicBezTo>
                      <a:pt x="62" y="403"/>
                      <a:pt x="62" y="403"/>
                      <a:pt x="63" y="403"/>
                    </a:cubicBezTo>
                    <a:cubicBezTo>
                      <a:pt x="64" y="402"/>
                      <a:pt x="64" y="401"/>
                      <a:pt x="65" y="400"/>
                    </a:cubicBezTo>
                    <a:cubicBezTo>
                      <a:pt x="65" y="399"/>
                      <a:pt x="66" y="398"/>
                      <a:pt x="67" y="398"/>
                    </a:cubicBezTo>
                    <a:cubicBezTo>
                      <a:pt x="67" y="396"/>
                      <a:pt x="68" y="395"/>
                      <a:pt x="68" y="394"/>
                    </a:cubicBezTo>
                    <a:cubicBezTo>
                      <a:pt x="69" y="391"/>
                      <a:pt x="69" y="389"/>
                      <a:pt x="70" y="387"/>
                    </a:cubicBezTo>
                    <a:cubicBezTo>
                      <a:pt x="71" y="381"/>
                      <a:pt x="72" y="375"/>
                      <a:pt x="72" y="370"/>
                    </a:cubicBezTo>
                    <a:cubicBezTo>
                      <a:pt x="73" y="364"/>
                      <a:pt x="74" y="357"/>
                      <a:pt x="74" y="351"/>
                    </a:cubicBezTo>
                    <a:cubicBezTo>
                      <a:pt x="74" y="344"/>
                      <a:pt x="74" y="338"/>
                      <a:pt x="73" y="331"/>
                    </a:cubicBezTo>
                    <a:cubicBezTo>
                      <a:pt x="72" y="322"/>
                      <a:pt x="72" y="314"/>
                      <a:pt x="71" y="306"/>
                    </a:cubicBezTo>
                    <a:cubicBezTo>
                      <a:pt x="70" y="298"/>
                      <a:pt x="68" y="290"/>
                      <a:pt x="67" y="282"/>
                    </a:cubicBezTo>
                    <a:cubicBezTo>
                      <a:pt x="65" y="272"/>
                      <a:pt x="63" y="262"/>
                      <a:pt x="61" y="253"/>
                    </a:cubicBezTo>
                    <a:cubicBezTo>
                      <a:pt x="59" y="244"/>
                      <a:pt x="57" y="236"/>
                      <a:pt x="54" y="226"/>
                    </a:cubicBezTo>
                    <a:cubicBezTo>
                      <a:pt x="50" y="208"/>
                      <a:pt x="46" y="188"/>
                      <a:pt x="41" y="169"/>
                    </a:cubicBezTo>
                    <a:cubicBezTo>
                      <a:pt x="42" y="170"/>
                      <a:pt x="42" y="170"/>
                      <a:pt x="42" y="171"/>
                    </a:cubicBezTo>
                    <a:cubicBezTo>
                      <a:pt x="39" y="157"/>
                      <a:pt x="37" y="143"/>
                      <a:pt x="34" y="129"/>
                    </a:cubicBezTo>
                    <a:cubicBezTo>
                      <a:pt x="32" y="116"/>
                      <a:pt x="31" y="103"/>
                      <a:pt x="30" y="90"/>
                    </a:cubicBezTo>
                    <a:cubicBezTo>
                      <a:pt x="27" y="60"/>
                      <a:pt x="32" y="24"/>
                      <a:pt x="60" y="6"/>
                    </a:cubicBezTo>
                    <a:cubicBezTo>
                      <a:pt x="65" y="3"/>
                      <a:pt x="74" y="0"/>
                      <a:pt x="80" y="1"/>
                    </a:cubicBezTo>
                    <a:cubicBezTo>
                      <a:pt x="87" y="3"/>
                      <a:pt x="94" y="6"/>
                      <a:pt x="99" y="13"/>
                    </a:cubicBezTo>
                    <a:cubicBezTo>
                      <a:pt x="108" y="22"/>
                      <a:pt x="113" y="39"/>
                      <a:pt x="101" y="50"/>
                    </a:cubicBezTo>
                    <a:cubicBezTo>
                      <a:pt x="98" y="53"/>
                      <a:pt x="93" y="55"/>
                      <a:pt x="88" y="54"/>
                    </a:cubicBezTo>
                    <a:cubicBezTo>
                      <a:pt x="83" y="54"/>
                      <a:pt x="80" y="50"/>
                      <a:pt x="78" y="46"/>
                    </a:cubicBezTo>
                    <a:cubicBezTo>
                      <a:pt x="76" y="44"/>
                      <a:pt x="75" y="40"/>
                      <a:pt x="75" y="38"/>
                    </a:cubicBezTo>
                    <a:cubicBezTo>
                      <a:pt x="74" y="35"/>
                      <a:pt x="74" y="33"/>
                      <a:pt x="74" y="31"/>
                    </a:cubicBezTo>
                    <a:cubicBezTo>
                      <a:pt x="74" y="29"/>
                      <a:pt x="74" y="28"/>
                      <a:pt x="74" y="26"/>
                    </a:cubicBezTo>
                    <a:lnTo>
                      <a:pt x="73" y="26"/>
                    </a:ln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3" y="26"/>
                      <a:pt x="72" y="27"/>
                    </a:cubicBezTo>
                    <a:lnTo>
                      <a:pt x="71" y="28"/>
                    </a:lnTo>
                    <a:cubicBezTo>
                      <a:pt x="70" y="28"/>
                      <a:pt x="69" y="29"/>
                      <a:pt x="69" y="29"/>
                    </a:cubicBezTo>
                    <a:cubicBezTo>
                      <a:pt x="68" y="30"/>
                      <a:pt x="67" y="31"/>
                      <a:pt x="66" y="32"/>
                    </a:cubicBezTo>
                    <a:cubicBezTo>
                      <a:pt x="65" y="33"/>
                      <a:pt x="64" y="35"/>
                      <a:pt x="63" y="36"/>
                    </a:cubicBezTo>
                    <a:cubicBezTo>
                      <a:pt x="62" y="38"/>
                      <a:pt x="61" y="40"/>
                      <a:pt x="60" y="42"/>
                    </a:cubicBezTo>
                    <a:cubicBezTo>
                      <a:pt x="58" y="43"/>
                      <a:pt x="58" y="46"/>
                      <a:pt x="57" y="47"/>
                    </a:cubicBezTo>
                    <a:cubicBezTo>
                      <a:pt x="56" y="50"/>
                      <a:pt x="55" y="53"/>
                      <a:pt x="54" y="56"/>
                    </a:cubicBezTo>
                    <a:cubicBezTo>
                      <a:pt x="54" y="60"/>
                      <a:pt x="53" y="63"/>
                      <a:pt x="53" y="67"/>
                    </a:cubicBezTo>
                    <a:cubicBezTo>
                      <a:pt x="53" y="73"/>
                      <a:pt x="53" y="80"/>
                      <a:pt x="53" y="87"/>
                    </a:cubicBezTo>
                    <a:cubicBezTo>
                      <a:pt x="54" y="100"/>
                      <a:pt x="55" y="113"/>
                      <a:pt x="57" y="126"/>
                    </a:cubicBezTo>
                    <a:cubicBezTo>
                      <a:pt x="60" y="140"/>
                      <a:pt x="62" y="153"/>
                      <a:pt x="64" y="166"/>
                    </a:cubicBezTo>
                    <a:cubicBezTo>
                      <a:pt x="67" y="179"/>
                      <a:pt x="69" y="191"/>
                      <a:pt x="72" y="204"/>
                    </a:cubicBezTo>
                    <a:cubicBezTo>
                      <a:pt x="75" y="216"/>
                      <a:pt x="79" y="228"/>
                      <a:pt x="81" y="240"/>
                    </a:cubicBezTo>
                    <a:cubicBezTo>
                      <a:pt x="87" y="265"/>
                      <a:pt x="93" y="290"/>
                      <a:pt x="95" y="316"/>
                    </a:cubicBezTo>
                    <a:cubicBezTo>
                      <a:pt x="96" y="329"/>
                      <a:pt x="97" y="341"/>
                      <a:pt x="97" y="353"/>
                    </a:cubicBezTo>
                    <a:cubicBezTo>
                      <a:pt x="97" y="359"/>
                      <a:pt x="96" y="366"/>
                      <a:pt x="96" y="371"/>
                    </a:cubicBezTo>
                    <a:cubicBezTo>
                      <a:pt x="96" y="377"/>
                      <a:pt x="95" y="384"/>
                      <a:pt x="94" y="390"/>
                    </a:cubicBezTo>
                    <a:cubicBezTo>
                      <a:pt x="92" y="398"/>
                      <a:pt x="90" y="405"/>
                      <a:pt x="86" y="411"/>
                    </a:cubicBezTo>
                    <a:cubicBezTo>
                      <a:pt x="81" y="423"/>
                      <a:pt x="68" y="430"/>
                      <a:pt x="55" y="433"/>
                    </a:cubicBezTo>
                    <a:cubicBezTo>
                      <a:pt x="52" y="434"/>
                      <a:pt x="49" y="434"/>
                      <a:pt x="46" y="434"/>
                    </a:cubicBezTo>
                    <a:cubicBezTo>
                      <a:pt x="35" y="434"/>
                      <a:pt x="24" y="430"/>
                      <a:pt x="16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14"/>
              <p:cNvSpPr/>
              <p:nvPr/>
            </p:nvSpPr>
            <p:spPr>
              <a:xfrm>
                <a:off x="344520" y="441720"/>
                <a:ext cx="40320" cy="150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9" extrusionOk="0">
                    <a:moveTo>
                      <a:pt x="41" y="418"/>
                    </a:moveTo>
                    <a:cubicBezTo>
                      <a:pt x="34" y="417"/>
                      <a:pt x="27" y="413"/>
                      <a:pt x="22" y="408"/>
                    </a:cubicBezTo>
                    <a:cubicBezTo>
                      <a:pt x="15" y="402"/>
                      <a:pt x="11" y="395"/>
                      <a:pt x="7" y="388"/>
                    </a:cubicBezTo>
                    <a:cubicBezTo>
                      <a:pt x="5" y="383"/>
                      <a:pt x="3" y="379"/>
                      <a:pt x="1" y="374"/>
                    </a:cubicBezTo>
                    <a:cubicBezTo>
                      <a:pt x="0" y="369"/>
                      <a:pt x="0" y="364"/>
                      <a:pt x="1" y="359"/>
                    </a:cubicBezTo>
                    <a:cubicBezTo>
                      <a:pt x="3" y="352"/>
                      <a:pt x="8" y="348"/>
                      <a:pt x="15" y="348"/>
                    </a:cubicBezTo>
                    <a:cubicBezTo>
                      <a:pt x="22" y="349"/>
                      <a:pt x="27" y="356"/>
                      <a:pt x="26" y="362"/>
                    </a:cubicBezTo>
                    <a:cubicBezTo>
                      <a:pt x="25" y="363"/>
                      <a:pt x="25" y="364"/>
                      <a:pt x="25" y="366"/>
                    </a:cubicBezTo>
                    <a:lnTo>
                      <a:pt x="25" y="367"/>
                    </a:lnTo>
                    <a:lnTo>
                      <a:pt x="25" y="366"/>
                    </a:lnTo>
                    <a:cubicBezTo>
                      <a:pt x="25" y="367"/>
                      <a:pt x="25" y="369"/>
                      <a:pt x="26" y="370"/>
                    </a:cubicBezTo>
                    <a:cubicBezTo>
                      <a:pt x="26" y="369"/>
                      <a:pt x="25" y="369"/>
                      <a:pt x="25" y="368"/>
                    </a:cubicBezTo>
                    <a:cubicBezTo>
                      <a:pt x="26" y="369"/>
                      <a:pt x="26" y="371"/>
                      <a:pt x="26" y="372"/>
                    </a:cubicBezTo>
                    <a:cubicBezTo>
                      <a:pt x="26" y="371"/>
                      <a:pt x="26" y="371"/>
                      <a:pt x="26" y="370"/>
                    </a:cubicBezTo>
                    <a:cubicBezTo>
                      <a:pt x="27" y="373"/>
                      <a:pt x="28" y="374"/>
                      <a:pt x="28" y="376"/>
                    </a:cubicBezTo>
                    <a:cubicBezTo>
                      <a:pt x="29" y="378"/>
                      <a:pt x="31" y="380"/>
                      <a:pt x="32" y="383"/>
                    </a:cubicBezTo>
                    <a:cubicBezTo>
                      <a:pt x="33" y="384"/>
                      <a:pt x="35" y="386"/>
                      <a:pt x="36" y="388"/>
                    </a:cubicBezTo>
                    <a:cubicBezTo>
                      <a:pt x="36" y="388"/>
                      <a:pt x="37" y="389"/>
                      <a:pt x="38" y="390"/>
                    </a:cubicBezTo>
                    <a:cubicBezTo>
                      <a:pt x="38" y="390"/>
                      <a:pt x="39" y="391"/>
                      <a:pt x="40" y="392"/>
                    </a:cubicBezTo>
                    <a:cubicBezTo>
                      <a:pt x="41" y="392"/>
                      <a:pt x="41" y="392"/>
                      <a:pt x="42" y="392"/>
                    </a:cubicBezTo>
                    <a:cubicBezTo>
                      <a:pt x="42" y="393"/>
                      <a:pt x="43" y="393"/>
                      <a:pt x="44" y="394"/>
                    </a:cubicBezTo>
                    <a:lnTo>
                      <a:pt x="45" y="394"/>
                    </a:lnTo>
                    <a:lnTo>
                      <a:pt x="46" y="394"/>
                    </a:lnTo>
                    <a:cubicBezTo>
                      <a:pt x="47" y="394"/>
                      <a:pt x="47" y="394"/>
                      <a:pt x="47" y="394"/>
                    </a:cubicBezTo>
                    <a:cubicBezTo>
                      <a:pt x="48" y="394"/>
                      <a:pt x="48" y="394"/>
                      <a:pt x="49" y="394"/>
                    </a:cubicBezTo>
                    <a:cubicBezTo>
                      <a:pt x="50" y="394"/>
                      <a:pt x="50" y="393"/>
                      <a:pt x="51" y="393"/>
                    </a:cubicBezTo>
                    <a:cubicBezTo>
                      <a:pt x="52" y="393"/>
                      <a:pt x="52" y="392"/>
                      <a:pt x="52" y="392"/>
                    </a:cubicBezTo>
                    <a:lnTo>
                      <a:pt x="53" y="392"/>
                    </a:lnTo>
                    <a:cubicBezTo>
                      <a:pt x="54" y="391"/>
                      <a:pt x="54" y="390"/>
                      <a:pt x="55" y="390"/>
                    </a:cubicBezTo>
                    <a:cubicBezTo>
                      <a:pt x="56" y="389"/>
                      <a:pt x="56" y="388"/>
                      <a:pt x="57" y="388"/>
                    </a:cubicBezTo>
                    <a:cubicBezTo>
                      <a:pt x="57" y="387"/>
                      <a:pt x="59" y="385"/>
                      <a:pt x="59" y="384"/>
                    </a:cubicBezTo>
                    <a:cubicBezTo>
                      <a:pt x="60" y="382"/>
                      <a:pt x="61" y="380"/>
                      <a:pt x="62" y="378"/>
                    </a:cubicBezTo>
                    <a:cubicBezTo>
                      <a:pt x="63" y="373"/>
                      <a:pt x="65" y="369"/>
                      <a:pt x="66" y="363"/>
                    </a:cubicBezTo>
                    <a:cubicBezTo>
                      <a:pt x="67" y="360"/>
                      <a:pt x="68" y="356"/>
                      <a:pt x="68" y="352"/>
                    </a:cubicBezTo>
                    <a:cubicBezTo>
                      <a:pt x="68" y="347"/>
                      <a:pt x="69" y="342"/>
                      <a:pt x="70" y="338"/>
                    </a:cubicBezTo>
                    <a:cubicBezTo>
                      <a:pt x="70" y="334"/>
                      <a:pt x="70" y="330"/>
                      <a:pt x="71" y="325"/>
                    </a:cubicBezTo>
                    <a:cubicBezTo>
                      <a:pt x="71" y="322"/>
                      <a:pt x="71" y="318"/>
                      <a:pt x="71" y="314"/>
                    </a:cubicBezTo>
                    <a:cubicBezTo>
                      <a:pt x="71" y="306"/>
                      <a:pt x="70" y="298"/>
                      <a:pt x="70" y="289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69" y="281"/>
                      <a:pt x="68" y="271"/>
                      <a:pt x="67" y="262"/>
                    </a:cubicBezTo>
                    <a:cubicBezTo>
                      <a:pt x="65" y="253"/>
                      <a:pt x="64" y="244"/>
                      <a:pt x="62" y="235"/>
                    </a:cubicBezTo>
                    <a:cubicBezTo>
                      <a:pt x="60" y="222"/>
                      <a:pt x="57" y="208"/>
                      <a:pt x="53" y="196"/>
                    </a:cubicBezTo>
                    <a:cubicBezTo>
                      <a:pt x="50" y="183"/>
                      <a:pt x="47" y="170"/>
                      <a:pt x="44" y="158"/>
                    </a:cubicBezTo>
                    <a:cubicBezTo>
                      <a:pt x="40" y="145"/>
                      <a:pt x="38" y="133"/>
                      <a:pt x="35" y="120"/>
                    </a:cubicBezTo>
                    <a:cubicBezTo>
                      <a:pt x="33" y="106"/>
                      <a:pt x="31" y="92"/>
                      <a:pt x="31" y="78"/>
                    </a:cubicBezTo>
                    <a:cubicBezTo>
                      <a:pt x="31" y="70"/>
                      <a:pt x="32" y="62"/>
                      <a:pt x="34" y="54"/>
                    </a:cubicBezTo>
                    <a:cubicBezTo>
                      <a:pt x="36" y="46"/>
                      <a:pt x="40" y="38"/>
                      <a:pt x="44" y="30"/>
                    </a:cubicBezTo>
                    <a:cubicBezTo>
                      <a:pt x="50" y="21"/>
                      <a:pt x="57" y="13"/>
                      <a:pt x="67" y="7"/>
                    </a:cubicBezTo>
                    <a:cubicBezTo>
                      <a:pt x="76" y="1"/>
                      <a:pt x="90" y="0"/>
                      <a:pt x="99" y="8"/>
                    </a:cubicBezTo>
                    <a:cubicBezTo>
                      <a:pt x="100" y="9"/>
                      <a:pt x="102" y="11"/>
                      <a:pt x="103" y="13"/>
                    </a:cubicBezTo>
                    <a:cubicBezTo>
                      <a:pt x="105" y="14"/>
                      <a:pt x="105" y="16"/>
                      <a:pt x="106" y="17"/>
                    </a:cubicBezTo>
                    <a:cubicBezTo>
                      <a:pt x="107" y="17"/>
                      <a:pt x="107" y="18"/>
                      <a:pt x="108" y="19"/>
                    </a:cubicBezTo>
                    <a:cubicBezTo>
                      <a:pt x="110" y="22"/>
                      <a:pt x="111" y="26"/>
                      <a:pt x="110" y="30"/>
                    </a:cubicBezTo>
                    <a:lnTo>
                      <a:pt x="110" y="31"/>
                    </a:lnTo>
                    <a:cubicBezTo>
                      <a:pt x="110" y="34"/>
                      <a:pt x="110" y="36"/>
                      <a:pt x="110" y="38"/>
                    </a:cubicBezTo>
                    <a:cubicBezTo>
                      <a:pt x="109" y="47"/>
                      <a:pt x="107" y="59"/>
                      <a:pt x="96" y="60"/>
                    </a:cubicBezTo>
                    <a:cubicBezTo>
                      <a:pt x="89" y="61"/>
                      <a:pt x="82" y="56"/>
                      <a:pt x="82" y="48"/>
                    </a:cubicBezTo>
                    <a:cubicBezTo>
                      <a:pt x="82" y="43"/>
                      <a:pt x="84" y="39"/>
                      <a:pt x="84" y="35"/>
                    </a:cubicBezTo>
                    <a:cubicBezTo>
                      <a:pt x="85" y="34"/>
                      <a:pt x="85" y="32"/>
                      <a:pt x="85" y="31"/>
                    </a:cubicBezTo>
                    <a:cubicBezTo>
                      <a:pt x="85" y="30"/>
                      <a:pt x="85" y="29"/>
                      <a:pt x="85" y="29"/>
                    </a:cubicBezTo>
                    <a:cubicBezTo>
                      <a:pt x="85" y="29"/>
                      <a:pt x="85" y="28"/>
                      <a:pt x="84" y="28"/>
                    </a:cubicBezTo>
                    <a:lnTo>
                      <a:pt x="84" y="27"/>
                    </a:lnTo>
                    <a:lnTo>
                      <a:pt x="83" y="27"/>
                    </a:lnTo>
                    <a:cubicBezTo>
                      <a:pt x="82" y="27"/>
                      <a:pt x="82" y="27"/>
                      <a:pt x="82" y="27"/>
                    </a:cubicBezTo>
                    <a:lnTo>
                      <a:pt x="81" y="27"/>
                    </a:lnTo>
                    <a:lnTo>
                      <a:pt x="82" y="27"/>
                    </a:lnTo>
                    <a:cubicBezTo>
                      <a:pt x="81" y="27"/>
                      <a:pt x="81" y="27"/>
                      <a:pt x="80" y="27"/>
                    </a:cubicBezTo>
                    <a:lnTo>
                      <a:pt x="81" y="27"/>
                    </a:lnTo>
                    <a:cubicBezTo>
                      <a:pt x="80" y="27"/>
                      <a:pt x="79" y="27"/>
                      <a:pt x="79" y="28"/>
                    </a:cubicBezTo>
                    <a:cubicBezTo>
                      <a:pt x="78" y="28"/>
                      <a:pt x="78" y="28"/>
                      <a:pt x="77" y="29"/>
                    </a:cubicBezTo>
                    <a:cubicBezTo>
                      <a:pt x="77" y="29"/>
                      <a:pt x="75" y="30"/>
                      <a:pt x="75" y="31"/>
                    </a:cubicBezTo>
                    <a:cubicBezTo>
                      <a:pt x="75" y="30"/>
                      <a:pt x="75" y="30"/>
                      <a:pt x="76" y="29"/>
                    </a:cubicBezTo>
                    <a:cubicBezTo>
                      <a:pt x="74" y="31"/>
                      <a:pt x="72" y="32"/>
                      <a:pt x="71" y="34"/>
                    </a:cubicBezTo>
                    <a:cubicBezTo>
                      <a:pt x="70" y="36"/>
                      <a:pt x="68" y="37"/>
                      <a:pt x="67" y="39"/>
                    </a:cubicBezTo>
                    <a:cubicBezTo>
                      <a:pt x="65" y="42"/>
                      <a:pt x="64" y="45"/>
                      <a:pt x="62" y="48"/>
                    </a:cubicBezTo>
                    <a:cubicBezTo>
                      <a:pt x="61" y="50"/>
                      <a:pt x="60" y="52"/>
                      <a:pt x="59" y="55"/>
                    </a:cubicBezTo>
                    <a:cubicBezTo>
                      <a:pt x="58" y="57"/>
                      <a:pt x="57" y="59"/>
                      <a:pt x="57" y="62"/>
                    </a:cubicBezTo>
                    <a:cubicBezTo>
                      <a:pt x="56" y="66"/>
                      <a:pt x="56" y="69"/>
                      <a:pt x="55" y="73"/>
                    </a:cubicBezTo>
                    <a:cubicBezTo>
                      <a:pt x="55" y="78"/>
                      <a:pt x="55" y="83"/>
                      <a:pt x="55" y="88"/>
                    </a:cubicBezTo>
                    <a:cubicBezTo>
                      <a:pt x="56" y="96"/>
                      <a:pt x="57" y="104"/>
                      <a:pt x="58" y="113"/>
                    </a:cubicBezTo>
                    <a:cubicBezTo>
                      <a:pt x="58" y="112"/>
                      <a:pt x="58" y="112"/>
                      <a:pt x="58" y="111"/>
                    </a:cubicBezTo>
                    <a:cubicBezTo>
                      <a:pt x="60" y="123"/>
                      <a:pt x="63" y="136"/>
                      <a:pt x="65" y="148"/>
                    </a:cubicBezTo>
                    <a:cubicBezTo>
                      <a:pt x="69" y="162"/>
                      <a:pt x="72" y="175"/>
                      <a:pt x="75" y="188"/>
                    </a:cubicBezTo>
                    <a:cubicBezTo>
                      <a:pt x="82" y="214"/>
                      <a:pt x="86" y="239"/>
                      <a:pt x="90" y="265"/>
                    </a:cubicBezTo>
                    <a:cubicBezTo>
                      <a:pt x="92" y="278"/>
                      <a:pt x="93" y="291"/>
                      <a:pt x="93" y="304"/>
                    </a:cubicBezTo>
                    <a:cubicBezTo>
                      <a:pt x="94" y="311"/>
                      <a:pt x="93" y="317"/>
                      <a:pt x="93" y="323"/>
                    </a:cubicBezTo>
                    <a:cubicBezTo>
                      <a:pt x="93" y="326"/>
                      <a:pt x="93" y="330"/>
                      <a:pt x="93" y="332"/>
                    </a:cubicBezTo>
                    <a:cubicBezTo>
                      <a:pt x="93" y="335"/>
                      <a:pt x="93" y="338"/>
                      <a:pt x="92" y="342"/>
                    </a:cubicBezTo>
                    <a:cubicBezTo>
                      <a:pt x="91" y="361"/>
                      <a:pt x="88" y="382"/>
                      <a:pt x="78" y="399"/>
                    </a:cubicBezTo>
                    <a:cubicBezTo>
                      <a:pt x="74" y="405"/>
                      <a:pt x="69" y="410"/>
                      <a:pt x="63" y="414"/>
                    </a:cubicBezTo>
                    <a:cubicBezTo>
                      <a:pt x="59" y="417"/>
                      <a:pt x="53" y="418"/>
                      <a:pt x="47" y="418"/>
                    </a:cubicBezTo>
                    <a:cubicBezTo>
                      <a:pt x="45" y="418"/>
                      <a:pt x="43" y="418"/>
                      <a:pt x="41" y="4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14"/>
              <p:cNvSpPr/>
              <p:nvPr/>
            </p:nvSpPr>
            <p:spPr>
              <a:xfrm>
                <a:off x="402840" y="441720"/>
                <a:ext cx="39600" cy="14544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404" extrusionOk="0">
                    <a:moveTo>
                      <a:pt x="25" y="402"/>
                    </a:moveTo>
                    <a:cubicBezTo>
                      <a:pt x="18" y="400"/>
                      <a:pt x="14" y="395"/>
                      <a:pt x="10" y="389"/>
                    </a:cubicBezTo>
                    <a:cubicBezTo>
                      <a:pt x="5" y="382"/>
                      <a:pt x="4" y="373"/>
                      <a:pt x="3" y="366"/>
                    </a:cubicBezTo>
                    <a:cubicBezTo>
                      <a:pt x="1" y="360"/>
                      <a:pt x="1" y="354"/>
                      <a:pt x="1" y="349"/>
                    </a:cubicBezTo>
                    <a:cubicBezTo>
                      <a:pt x="0" y="339"/>
                      <a:pt x="0" y="328"/>
                      <a:pt x="2" y="319"/>
                    </a:cubicBezTo>
                    <a:cubicBezTo>
                      <a:pt x="4" y="313"/>
                      <a:pt x="11" y="309"/>
                      <a:pt x="17" y="310"/>
                    </a:cubicBezTo>
                    <a:cubicBezTo>
                      <a:pt x="24" y="313"/>
                      <a:pt x="27" y="319"/>
                      <a:pt x="26" y="326"/>
                    </a:cubicBezTo>
                    <a:cubicBezTo>
                      <a:pt x="25" y="327"/>
                      <a:pt x="25" y="327"/>
                      <a:pt x="25" y="328"/>
                    </a:cubicBezTo>
                    <a:cubicBezTo>
                      <a:pt x="25" y="329"/>
                      <a:pt x="25" y="331"/>
                      <a:pt x="25" y="332"/>
                    </a:cubicBezTo>
                    <a:cubicBezTo>
                      <a:pt x="24" y="336"/>
                      <a:pt x="24" y="342"/>
                      <a:pt x="25" y="346"/>
                    </a:cubicBezTo>
                    <a:cubicBezTo>
                      <a:pt x="25" y="352"/>
                      <a:pt x="25" y="357"/>
                      <a:pt x="26" y="362"/>
                    </a:cubicBezTo>
                    <a:cubicBezTo>
                      <a:pt x="26" y="365"/>
                      <a:pt x="27" y="367"/>
                      <a:pt x="28" y="370"/>
                    </a:cubicBezTo>
                    <a:cubicBezTo>
                      <a:pt x="29" y="371"/>
                      <a:pt x="29" y="373"/>
                      <a:pt x="30" y="375"/>
                    </a:cubicBezTo>
                    <a:cubicBezTo>
                      <a:pt x="30" y="376"/>
                      <a:pt x="31" y="376"/>
                      <a:pt x="31" y="377"/>
                    </a:cubicBezTo>
                    <a:cubicBezTo>
                      <a:pt x="31" y="377"/>
                      <a:pt x="32" y="377"/>
                      <a:pt x="32" y="378"/>
                    </a:cubicBezTo>
                    <a:lnTo>
                      <a:pt x="32" y="377"/>
                    </a:lnTo>
                    <a:cubicBezTo>
                      <a:pt x="33" y="377"/>
                      <a:pt x="33" y="376"/>
                      <a:pt x="33" y="376"/>
                    </a:cubicBezTo>
                    <a:cubicBezTo>
                      <a:pt x="34" y="374"/>
                      <a:pt x="35" y="373"/>
                      <a:pt x="35" y="371"/>
                    </a:cubicBezTo>
                    <a:cubicBezTo>
                      <a:pt x="37" y="367"/>
                      <a:pt x="38" y="364"/>
                      <a:pt x="39" y="360"/>
                    </a:cubicBezTo>
                    <a:cubicBezTo>
                      <a:pt x="40" y="353"/>
                      <a:pt x="41" y="347"/>
                      <a:pt x="42" y="341"/>
                    </a:cubicBezTo>
                    <a:cubicBezTo>
                      <a:pt x="43" y="334"/>
                      <a:pt x="43" y="328"/>
                      <a:pt x="44" y="321"/>
                    </a:cubicBezTo>
                    <a:cubicBezTo>
                      <a:pt x="44" y="312"/>
                      <a:pt x="45" y="303"/>
                      <a:pt x="45" y="295"/>
                    </a:cubicBezTo>
                    <a:cubicBezTo>
                      <a:pt x="45" y="285"/>
                      <a:pt x="44" y="276"/>
                      <a:pt x="44" y="267"/>
                    </a:cubicBezTo>
                    <a:cubicBezTo>
                      <a:pt x="44" y="268"/>
                      <a:pt x="44" y="268"/>
                      <a:pt x="44" y="268"/>
                    </a:cubicBezTo>
                    <a:cubicBezTo>
                      <a:pt x="43" y="255"/>
                      <a:pt x="42" y="242"/>
                      <a:pt x="40" y="228"/>
                    </a:cubicBezTo>
                    <a:cubicBezTo>
                      <a:pt x="39" y="215"/>
                      <a:pt x="38" y="202"/>
                      <a:pt x="36" y="189"/>
                    </a:cubicBezTo>
                    <a:cubicBezTo>
                      <a:pt x="35" y="177"/>
                      <a:pt x="33" y="165"/>
                      <a:pt x="31" y="153"/>
                    </a:cubicBezTo>
                    <a:cubicBezTo>
                      <a:pt x="29" y="141"/>
                      <a:pt x="27" y="128"/>
                      <a:pt x="25" y="115"/>
                    </a:cubicBezTo>
                    <a:cubicBezTo>
                      <a:pt x="25" y="110"/>
                      <a:pt x="24" y="105"/>
                      <a:pt x="23" y="99"/>
                    </a:cubicBezTo>
                    <a:cubicBezTo>
                      <a:pt x="22" y="91"/>
                      <a:pt x="21" y="83"/>
                      <a:pt x="22" y="74"/>
                    </a:cubicBezTo>
                    <a:cubicBezTo>
                      <a:pt x="22" y="53"/>
                      <a:pt x="28" y="32"/>
                      <a:pt x="42" y="17"/>
                    </a:cubicBezTo>
                    <a:cubicBezTo>
                      <a:pt x="49" y="10"/>
                      <a:pt x="57" y="3"/>
                      <a:pt x="67" y="2"/>
                    </a:cubicBezTo>
                    <a:cubicBezTo>
                      <a:pt x="77" y="0"/>
                      <a:pt x="86" y="3"/>
                      <a:pt x="92" y="10"/>
                    </a:cubicBezTo>
                    <a:cubicBezTo>
                      <a:pt x="95" y="13"/>
                      <a:pt x="97" y="16"/>
                      <a:pt x="99" y="18"/>
                    </a:cubicBezTo>
                    <a:cubicBezTo>
                      <a:pt x="105" y="21"/>
                      <a:pt x="109" y="28"/>
                      <a:pt x="107" y="34"/>
                    </a:cubicBezTo>
                    <a:cubicBezTo>
                      <a:pt x="106" y="37"/>
                      <a:pt x="105" y="40"/>
                      <a:pt x="104" y="43"/>
                    </a:cubicBezTo>
                    <a:cubicBezTo>
                      <a:pt x="104" y="50"/>
                      <a:pt x="102" y="58"/>
                      <a:pt x="99" y="65"/>
                    </a:cubicBezTo>
                    <a:cubicBezTo>
                      <a:pt x="97" y="69"/>
                      <a:pt x="93" y="72"/>
                      <a:pt x="89" y="73"/>
                    </a:cubicBezTo>
                    <a:cubicBezTo>
                      <a:pt x="84" y="73"/>
                      <a:pt x="79" y="70"/>
                      <a:pt x="77" y="66"/>
                    </a:cubicBezTo>
                    <a:cubicBezTo>
                      <a:pt x="74" y="62"/>
                      <a:pt x="75" y="56"/>
                      <a:pt x="77" y="51"/>
                    </a:cubicBezTo>
                    <a:cubicBezTo>
                      <a:pt x="77" y="49"/>
                      <a:pt x="78" y="46"/>
                      <a:pt x="78" y="43"/>
                    </a:cubicBezTo>
                    <a:cubicBezTo>
                      <a:pt x="79" y="42"/>
                      <a:pt x="79" y="41"/>
                      <a:pt x="79" y="39"/>
                    </a:cubicBezTo>
                    <a:cubicBezTo>
                      <a:pt x="79" y="38"/>
                      <a:pt x="79" y="37"/>
                      <a:pt x="79" y="36"/>
                    </a:cubicBezTo>
                    <a:cubicBezTo>
                      <a:pt x="79" y="35"/>
                      <a:pt x="79" y="34"/>
                      <a:pt x="78" y="32"/>
                    </a:cubicBezTo>
                    <a:cubicBezTo>
                      <a:pt x="78" y="32"/>
                      <a:pt x="78" y="31"/>
                      <a:pt x="77" y="30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7" y="30"/>
                      <a:pt x="77" y="29"/>
                      <a:pt x="77" y="29"/>
                    </a:cubicBezTo>
                    <a:cubicBezTo>
                      <a:pt x="77" y="29"/>
                      <a:pt x="77" y="28"/>
                      <a:pt x="76" y="28"/>
                    </a:cubicBezTo>
                    <a:lnTo>
                      <a:pt x="75" y="27"/>
                    </a:lnTo>
                    <a:cubicBezTo>
                      <a:pt x="74" y="27"/>
                      <a:pt x="74" y="27"/>
                      <a:pt x="74" y="26"/>
                    </a:cubicBezTo>
                    <a:lnTo>
                      <a:pt x="73" y="26"/>
                    </a:lnTo>
                    <a:cubicBezTo>
                      <a:pt x="72" y="26"/>
                      <a:pt x="72" y="26"/>
                      <a:pt x="72" y="26"/>
                    </a:cubicBezTo>
                    <a:lnTo>
                      <a:pt x="71" y="26"/>
                    </a:lnTo>
                    <a:cubicBezTo>
                      <a:pt x="70" y="26"/>
                      <a:pt x="70" y="26"/>
                      <a:pt x="70" y="26"/>
                    </a:cubicBezTo>
                    <a:cubicBezTo>
                      <a:pt x="69" y="27"/>
                      <a:pt x="68" y="27"/>
                      <a:pt x="68" y="27"/>
                    </a:cubicBezTo>
                    <a:cubicBezTo>
                      <a:pt x="67" y="27"/>
                      <a:pt x="67" y="27"/>
                      <a:pt x="67" y="28"/>
                    </a:cubicBezTo>
                    <a:cubicBezTo>
                      <a:pt x="65" y="28"/>
                      <a:pt x="64" y="29"/>
                      <a:pt x="63" y="30"/>
                    </a:cubicBezTo>
                    <a:cubicBezTo>
                      <a:pt x="61" y="31"/>
                      <a:pt x="60" y="32"/>
                      <a:pt x="59" y="34"/>
                    </a:cubicBezTo>
                    <a:cubicBezTo>
                      <a:pt x="58" y="35"/>
                      <a:pt x="57" y="36"/>
                      <a:pt x="56" y="38"/>
                    </a:cubicBezTo>
                    <a:cubicBezTo>
                      <a:pt x="54" y="40"/>
                      <a:pt x="53" y="42"/>
                      <a:pt x="52" y="44"/>
                    </a:cubicBezTo>
                    <a:cubicBezTo>
                      <a:pt x="51" y="46"/>
                      <a:pt x="50" y="49"/>
                      <a:pt x="49" y="52"/>
                    </a:cubicBezTo>
                    <a:cubicBezTo>
                      <a:pt x="48" y="54"/>
                      <a:pt x="47" y="56"/>
                      <a:pt x="47" y="58"/>
                    </a:cubicBezTo>
                    <a:cubicBezTo>
                      <a:pt x="46" y="62"/>
                      <a:pt x="46" y="66"/>
                      <a:pt x="45" y="69"/>
                    </a:cubicBezTo>
                    <a:cubicBezTo>
                      <a:pt x="45" y="74"/>
                      <a:pt x="45" y="80"/>
                      <a:pt x="45" y="84"/>
                    </a:cubicBezTo>
                    <a:cubicBezTo>
                      <a:pt x="46" y="100"/>
                      <a:pt x="49" y="116"/>
                      <a:pt x="51" y="131"/>
                    </a:cubicBezTo>
                    <a:cubicBezTo>
                      <a:pt x="53" y="143"/>
                      <a:pt x="55" y="155"/>
                      <a:pt x="56" y="167"/>
                    </a:cubicBezTo>
                    <a:cubicBezTo>
                      <a:pt x="60" y="193"/>
                      <a:pt x="63" y="219"/>
                      <a:pt x="65" y="246"/>
                    </a:cubicBezTo>
                    <a:cubicBezTo>
                      <a:pt x="66" y="259"/>
                      <a:pt x="67" y="273"/>
                      <a:pt x="67" y="286"/>
                    </a:cubicBezTo>
                    <a:cubicBezTo>
                      <a:pt x="67" y="293"/>
                      <a:pt x="67" y="299"/>
                      <a:pt x="67" y="305"/>
                    </a:cubicBezTo>
                    <a:cubicBezTo>
                      <a:pt x="67" y="308"/>
                      <a:pt x="67" y="311"/>
                      <a:pt x="67" y="314"/>
                    </a:cubicBezTo>
                    <a:cubicBezTo>
                      <a:pt x="67" y="317"/>
                      <a:pt x="67" y="320"/>
                      <a:pt x="67" y="324"/>
                    </a:cubicBezTo>
                    <a:cubicBezTo>
                      <a:pt x="66" y="330"/>
                      <a:pt x="65" y="336"/>
                      <a:pt x="65" y="343"/>
                    </a:cubicBezTo>
                    <a:cubicBezTo>
                      <a:pt x="64" y="350"/>
                      <a:pt x="63" y="356"/>
                      <a:pt x="61" y="363"/>
                    </a:cubicBezTo>
                    <a:cubicBezTo>
                      <a:pt x="60" y="377"/>
                      <a:pt x="56" y="391"/>
                      <a:pt x="45" y="399"/>
                    </a:cubicBezTo>
                    <a:cubicBezTo>
                      <a:pt x="42" y="401"/>
                      <a:pt x="38" y="403"/>
                      <a:pt x="35" y="403"/>
                    </a:cubicBezTo>
                    <a:cubicBezTo>
                      <a:pt x="34" y="403"/>
                      <a:pt x="33" y="403"/>
                      <a:pt x="32" y="403"/>
                    </a:cubicBezTo>
                    <a:cubicBezTo>
                      <a:pt x="30" y="403"/>
                      <a:pt x="28" y="403"/>
                      <a:pt x="25" y="4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14"/>
              <p:cNvSpPr/>
              <p:nvPr/>
            </p:nvSpPr>
            <p:spPr>
              <a:xfrm>
                <a:off x="344520" y="595800"/>
                <a:ext cx="547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7" extrusionOk="0">
                    <a:moveTo>
                      <a:pt x="60" y="128"/>
                    </a:moveTo>
                    <a:cubicBezTo>
                      <a:pt x="57" y="126"/>
                      <a:pt x="56" y="123"/>
                      <a:pt x="54" y="120"/>
                    </a:cubicBezTo>
                    <a:cubicBezTo>
                      <a:pt x="53" y="119"/>
                      <a:pt x="52" y="117"/>
                      <a:pt x="51" y="115"/>
                    </a:cubicBezTo>
                    <a:cubicBezTo>
                      <a:pt x="45" y="107"/>
                      <a:pt x="38" y="98"/>
                      <a:pt x="31" y="90"/>
                    </a:cubicBezTo>
                    <a:cubicBezTo>
                      <a:pt x="27" y="85"/>
                      <a:pt x="22" y="80"/>
                      <a:pt x="18" y="75"/>
                    </a:cubicBezTo>
                    <a:cubicBezTo>
                      <a:pt x="14" y="70"/>
                      <a:pt x="9" y="65"/>
                      <a:pt x="4" y="60"/>
                    </a:cubicBezTo>
                    <a:cubicBezTo>
                      <a:pt x="0" y="55"/>
                      <a:pt x="2" y="46"/>
                      <a:pt x="7" y="43"/>
                    </a:cubicBezTo>
                    <a:cubicBezTo>
                      <a:pt x="13" y="38"/>
                      <a:pt x="21" y="40"/>
                      <a:pt x="25" y="45"/>
                    </a:cubicBezTo>
                    <a:cubicBezTo>
                      <a:pt x="27" y="47"/>
                      <a:pt x="28" y="49"/>
                      <a:pt x="31" y="52"/>
                    </a:cubicBezTo>
                    <a:cubicBezTo>
                      <a:pt x="32" y="54"/>
                      <a:pt x="34" y="56"/>
                      <a:pt x="36" y="59"/>
                    </a:cubicBezTo>
                    <a:lnTo>
                      <a:pt x="36" y="58"/>
                    </a:lnTo>
                    <a:cubicBezTo>
                      <a:pt x="43" y="66"/>
                      <a:pt x="49" y="75"/>
                      <a:pt x="56" y="83"/>
                    </a:cubicBezTo>
                    <a:cubicBezTo>
                      <a:pt x="63" y="91"/>
                      <a:pt x="69" y="100"/>
                      <a:pt x="75" y="108"/>
                    </a:cubicBezTo>
                    <a:lnTo>
                      <a:pt x="76" y="108"/>
                    </a:lnTo>
                    <a:cubicBezTo>
                      <a:pt x="78" y="105"/>
                      <a:pt x="80" y="101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2" y="98"/>
                      <a:pt x="82" y="97"/>
                    </a:cubicBezTo>
                    <a:cubicBezTo>
                      <a:pt x="97" y="67"/>
                      <a:pt x="112" y="37"/>
                      <a:pt x="128" y="7"/>
                    </a:cubicBezTo>
                    <a:cubicBezTo>
                      <a:pt x="131" y="2"/>
                      <a:pt x="139" y="0"/>
                      <a:pt x="144" y="3"/>
                    </a:cubicBezTo>
                    <a:cubicBezTo>
                      <a:pt x="149" y="7"/>
                      <a:pt x="151" y="14"/>
                      <a:pt x="148" y="19"/>
                    </a:cubicBezTo>
                    <a:cubicBezTo>
                      <a:pt x="142" y="29"/>
                      <a:pt x="137" y="39"/>
                      <a:pt x="132" y="49"/>
                    </a:cubicBezTo>
                    <a:cubicBezTo>
                      <a:pt x="127" y="58"/>
                      <a:pt x="123" y="68"/>
                      <a:pt x="118" y="77"/>
                    </a:cubicBezTo>
                    <a:cubicBezTo>
                      <a:pt x="113" y="88"/>
                      <a:pt x="107" y="99"/>
                      <a:pt x="102" y="110"/>
                    </a:cubicBezTo>
                    <a:cubicBezTo>
                      <a:pt x="99" y="116"/>
                      <a:pt x="96" y="122"/>
                      <a:pt x="92" y="127"/>
                    </a:cubicBezTo>
                    <a:cubicBezTo>
                      <a:pt x="88" y="132"/>
                      <a:pt x="82" y="135"/>
                      <a:pt x="76" y="13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69" y="136"/>
                      <a:pt x="64" y="132"/>
                      <a:pt x="60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14"/>
              <p:cNvSpPr/>
              <p:nvPr/>
            </p:nvSpPr>
            <p:spPr>
              <a:xfrm>
                <a:off x="475200" y="513360"/>
                <a:ext cx="1980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49" extrusionOk="0">
                    <a:moveTo>
                      <a:pt x="12" y="146"/>
                    </a:moveTo>
                    <a:cubicBezTo>
                      <a:pt x="7" y="143"/>
                      <a:pt x="5" y="135"/>
                      <a:pt x="8" y="129"/>
                    </a:cubicBezTo>
                    <a:cubicBezTo>
                      <a:pt x="9" y="129"/>
                      <a:pt x="10" y="128"/>
                      <a:pt x="10" y="127"/>
                    </a:cubicBezTo>
                    <a:cubicBezTo>
                      <a:pt x="11" y="124"/>
                      <a:pt x="12" y="121"/>
                      <a:pt x="14" y="117"/>
                    </a:cubicBezTo>
                    <a:cubicBezTo>
                      <a:pt x="18" y="105"/>
                      <a:pt x="21" y="94"/>
                      <a:pt x="23" y="82"/>
                    </a:cubicBezTo>
                    <a:cubicBezTo>
                      <a:pt x="26" y="70"/>
                      <a:pt x="28" y="58"/>
                      <a:pt x="29" y="45"/>
                    </a:cubicBezTo>
                    <a:cubicBezTo>
                      <a:pt x="29" y="42"/>
                      <a:pt x="29" y="38"/>
                      <a:pt x="29" y="34"/>
                    </a:cubicBezTo>
                    <a:lnTo>
                      <a:pt x="29" y="33"/>
                    </a:lnTo>
                    <a:cubicBezTo>
                      <a:pt x="28" y="35"/>
                      <a:pt x="28" y="37"/>
                      <a:pt x="27" y="38"/>
                    </a:cubicBezTo>
                    <a:cubicBezTo>
                      <a:pt x="28" y="43"/>
                      <a:pt x="28" y="47"/>
                      <a:pt x="25" y="51"/>
                    </a:cubicBezTo>
                    <a:cubicBezTo>
                      <a:pt x="22" y="54"/>
                      <a:pt x="19" y="55"/>
                      <a:pt x="15" y="55"/>
                    </a:cubicBezTo>
                    <a:cubicBezTo>
                      <a:pt x="9" y="57"/>
                      <a:pt x="3" y="52"/>
                      <a:pt x="1" y="45"/>
                    </a:cubicBezTo>
                    <a:cubicBezTo>
                      <a:pt x="0" y="40"/>
                      <a:pt x="3" y="33"/>
                      <a:pt x="5" y="27"/>
                    </a:cubicBezTo>
                    <a:cubicBezTo>
                      <a:pt x="6" y="25"/>
                      <a:pt x="8" y="22"/>
                      <a:pt x="10" y="18"/>
                    </a:cubicBezTo>
                    <a:cubicBezTo>
                      <a:pt x="12" y="13"/>
                      <a:pt x="15" y="9"/>
                      <a:pt x="20" y="5"/>
                    </a:cubicBezTo>
                    <a:cubicBezTo>
                      <a:pt x="26" y="1"/>
                      <a:pt x="35" y="0"/>
                      <a:pt x="40" y="4"/>
                    </a:cubicBezTo>
                    <a:cubicBezTo>
                      <a:pt x="54" y="12"/>
                      <a:pt x="54" y="31"/>
                      <a:pt x="53" y="44"/>
                    </a:cubicBezTo>
                    <a:cubicBezTo>
                      <a:pt x="53" y="50"/>
                      <a:pt x="51" y="55"/>
                      <a:pt x="51" y="61"/>
                    </a:cubicBezTo>
                    <a:cubicBezTo>
                      <a:pt x="50" y="65"/>
                      <a:pt x="50" y="68"/>
                      <a:pt x="49" y="72"/>
                    </a:cubicBezTo>
                    <a:cubicBezTo>
                      <a:pt x="48" y="78"/>
                      <a:pt x="47" y="85"/>
                      <a:pt x="45" y="91"/>
                    </a:cubicBezTo>
                    <a:cubicBezTo>
                      <a:pt x="42" y="104"/>
                      <a:pt x="39" y="117"/>
                      <a:pt x="35" y="130"/>
                    </a:cubicBezTo>
                    <a:cubicBezTo>
                      <a:pt x="33" y="135"/>
                      <a:pt x="32" y="139"/>
                      <a:pt x="29" y="142"/>
                    </a:cubicBezTo>
                    <a:cubicBezTo>
                      <a:pt x="27" y="146"/>
                      <a:pt x="23" y="148"/>
                      <a:pt x="19" y="148"/>
                    </a:cubicBezTo>
                    <a:cubicBezTo>
                      <a:pt x="17" y="148"/>
                      <a:pt x="14" y="147"/>
                      <a:pt x="12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14"/>
              <p:cNvSpPr/>
              <p:nvPr/>
            </p:nvSpPr>
            <p:spPr>
              <a:xfrm>
                <a:off x="487080" y="519120"/>
                <a:ext cx="3096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8" extrusionOk="0">
                    <a:moveTo>
                      <a:pt x="43" y="135"/>
                    </a:moveTo>
                    <a:cubicBezTo>
                      <a:pt x="37" y="134"/>
                      <a:pt x="32" y="132"/>
                      <a:pt x="27" y="129"/>
                    </a:cubicBezTo>
                    <a:cubicBezTo>
                      <a:pt x="23" y="127"/>
                      <a:pt x="19" y="123"/>
                      <a:pt x="16" y="119"/>
                    </a:cubicBezTo>
                    <a:cubicBezTo>
                      <a:pt x="13" y="115"/>
                      <a:pt x="10" y="109"/>
                      <a:pt x="9" y="105"/>
                    </a:cubicBezTo>
                    <a:cubicBezTo>
                      <a:pt x="6" y="99"/>
                      <a:pt x="4" y="94"/>
                      <a:pt x="3" y="88"/>
                    </a:cubicBezTo>
                    <a:cubicBezTo>
                      <a:pt x="0" y="75"/>
                      <a:pt x="0" y="63"/>
                      <a:pt x="3" y="50"/>
                    </a:cubicBezTo>
                    <a:cubicBezTo>
                      <a:pt x="4" y="39"/>
                      <a:pt x="10" y="28"/>
                      <a:pt x="16" y="18"/>
                    </a:cubicBezTo>
                    <a:cubicBezTo>
                      <a:pt x="20" y="14"/>
                      <a:pt x="23" y="10"/>
                      <a:pt x="28" y="7"/>
                    </a:cubicBezTo>
                    <a:cubicBezTo>
                      <a:pt x="32" y="3"/>
                      <a:pt x="37" y="1"/>
                      <a:pt x="42" y="0"/>
                    </a:cubicBezTo>
                    <a:cubicBezTo>
                      <a:pt x="47" y="0"/>
                      <a:pt x="52" y="0"/>
                      <a:pt x="56" y="3"/>
                    </a:cubicBezTo>
                    <a:cubicBezTo>
                      <a:pt x="61" y="6"/>
                      <a:pt x="64" y="9"/>
                      <a:pt x="67" y="14"/>
                    </a:cubicBezTo>
                    <a:cubicBezTo>
                      <a:pt x="71" y="21"/>
                      <a:pt x="72" y="31"/>
                      <a:pt x="66" y="38"/>
                    </a:cubicBezTo>
                    <a:cubicBezTo>
                      <a:pt x="62" y="43"/>
                      <a:pt x="54" y="45"/>
                      <a:pt x="49" y="40"/>
                    </a:cubicBezTo>
                    <a:cubicBezTo>
                      <a:pt x="46" y="38"/>
                      <a:pt x="44" y="34"/>
                      <a:pt x="44" y="30"/>
                    </a:cubicBezTo>
                    <a:cubicBezTo>
                      <a:pt x="44" y="28"/>
                      <a:pt x="44" y="27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lnTo>
                      <a:pt x="43" y="26"/>
                    </a:lnTo>
                    <a:cubicBezTo>
                      <a:pt x="42" y="27"/>
                      <a:pt x="42" y="27"/>
                      <a:pt x="41" y="27"/>
                    </a:cubicBezTo>
                    <a:cubicBezTo>
                      <a:pt x="40" y="28"/>
                      <a:pt x="39" y="29"/>
                      <a:pt x="38" y="30"/>
                    </a:cubicBezTo>
                    <a:cubicBezTo>
                      <a:pt x="37" y="31"/>
                      <a:pt x="36" y="33"/>
                      <a:pt x="35" y="35"/>
                    </a:cubicBezTo>
                    <a:cubicBezTo>
                      <a:pt x="34" y="36"/>
                      <a:pt x="32" y="38"/>
                      <a:pt x="31" y="41"/>
                    </a:cubicBezTo>
                    <a:cubicBezTo>
                      <a:pt x="30" y="43"/>
                      <a:pt x="29" y="45"/>
                      <a:pt x="28" y="47"/>
                    </a:cubicBezTo>
                    <a:cubicBezTo>
                      <a:pt x="27" y="50"/>
                      <a:pt x="27" y="52"/>
                      <a:pt x="26" y="54"/>
                    </a:cubicBezTo>
                    <a:cubicBezTo>
                      <a:pt x="25" y="57"/>
                      <a:pt x="25" y="59"/>
                      <a:pt x="25" y="62"/>
                    </a:cubicBezTo>
                    <a:cubicBezTo>
                      <a:pt x="25" y="65"/>
                      <a:pt x="25" y="68"/>
                      <a:pt x="25" y="71"/>
                    </a:cubicBezTo>
                    <a:cubicBezTo>
                      <a:pt x="25" y="74"/>
                      <a:pt x="25" y="77"/>
                      <a:pt x="26" y="80"/>
                    </a:cubicBezTo>
                    <a:cubicBezTo>
                      <a:pt x="27" y="84"/>
                      <a:pt x="28" y="87"/>
                      <a:pt x="28" y="91"/>
                    </a:cubicBezTo>
                    <a:cubicBezTo>
                      <a:pt x="30" y="93"/>
                      <a:pt x="31" y="95"/>
                      <a:pt x="32" y="98"/>
                    </a:cubicBezTo>
                    <a:cubicBezTo>
                      <a:pt x="31" y="98"/>
                      <a:pt x="31" y="97"/>
                      <a:pt x="31" y="96"/>
                    </a:cubicBezTo>
                    <a:cubicBezTo>
                      <a:pt x="32" y="99"/>
                      <a:pt x="33" y="101"/>
                      <a:pt x="35" y="103"/>
                    </a:cubicBezTo>
                    <a:cubicBezTo>
                      <a:pt x="35" y="104"/>
                      <a:pt x="35" y="105"/>
                      <a:pt x="36" y="105"/>
                    </a:cubicBezTo>
                    <a:cubicBezTo>
                      <a:pt x="37" y="106"/>
                      <a:pt x="37" y="107"/>
                      <a:pt x="38" y="108"/>
                    </a:cubicBezTo>
                    <a:lnTo>
                      <a:pt x="39" y="108"/>
                    </a:lnTo>
                    <a:cubicBezTo>
                      <a:pt x="39" y="109"/>
                      <a:pt x="40" y="109"/>
                      <a:pt x="41" y="109"/>
                    </a:cubicBezTo>
                    <a:cubicBezTo>
                      <a:pt x="42" y="110"/>
                      <a:pt x="44" y="110"/>
                      <a:pt x="45" y="111"/>
                    </a:cubicBezTo>
                    <a:cubicBezTo>
                      <a:pt x="46" y="111"/>
                      <a:pt x="46" y="112"/>
                      <a:pt x="48" y="112"/>
                    </a:cubicBezTo>
                    <a:cubicBezTo>
                      <a:pt x="50" y="112"/>
                      <a:pt x="52" y="113"/>
                      <a:pt x="54" y="113"/>
                    </a:cubicBezTo>
                    <a:cubicBezTo>
                      <a:pt x="57" y="113"/>
                      <a:pt x="59" y="113"/>
                      <a:pt x="62" y="113"/>
                    </a:cubicBezTo>
                    <a:cubicBezTo>
                      <a:pt x="65" y="113"/>
                      <a:pt x="68" y="112"/>
                      <a:pt x="71" y="112"/>
                    </a:cubicBezTo>
                    <a:cubicBezTo>
                      <a:pt x="77" y="110"/>
                      <a:pt x="83" y="115"/>
                      <a:pt x="84" y="120"/>
                    </a:cubicBezTo>
                    <a:cubicBezTo>
                      <a:pt x="85" y="126"/>
                      <a:pt x="82" y="133"/>
                      <a:pt x="76" y="134"/>
                    </a:cubicBezTo>
                    <a:cubicBezTo>
                      <a:pt x="71" y="135"/>
                      <a:pt x="66" y="136"/>
                      <a:pt x="60" y="137"/>
                    </a:cubicBezTo>
                    <a:cubicBezTo>
                      <a:pt x="59" y="137"/>
                      <a:pt x="58" y="137"/>
                      <a:pt x="56" y="137"/>
                    </a:cubicBezTo>
                    <a:cubicBezTo>
                      <a:pt x="52" y="137"/>
                      <a:pt x="47" y="136"/>
                      <a:pt x="43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14"/>
              <p:cNvSpPr/>
              <p:nvPr/>
            </p:nvSpPr>
            <p:spPr>
              <a:xfrm>
                <a:off x="534960" y="477000"/>
                <a:ext cx="388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20" extrusionOk="0">
                    <a:moveTo>
                      <a:pt x="20" y="114"/>
                    </a:moveTo>
                    <a:cubicBezTo>
                      <a:pt x="17" y="113"/>
                      <a:pt x="14" y="111"/>
                      <a:pt x="11" y="108"/>
                    </a:cubicBezTo>
                    <a:cubicBezTo>
                      <a:pt x="8" y="106"/>
                      <a:pt x="7" y="102"/>
                      <a:pt x="6" y="98"/>
                    </a:cubicBezTo>
                    <a:cubicBezTo>
                      <a:pt x="4" y="90"/>
                      <a:pt x="7" y="82"/>
                      <a:pt x="12" y="76"/>
                    </a:cubicBezTo>
                    <a:cubicBezTo>
                      <a:pt x="16" y="70"/>
                      <a:pt x="21" y="64"/>
                      <a:pt x="26" y="58"/>
                    </a:cubicBezTo>
                    <a:cubicBezTo>
                      <a:pt x="28" y="55"/>
                      <a:pt x="29" y="52"/>
                      <a:pt x="31" y="50"/>
                    </a:cubicBezTo>
                    <a:cubicBezTo>
                      <a:pt x="31" y="49"/>
                      <a:pt x="32" y="47"/>
                      <a:pt x="32" y="46"/>
                    </a:cubicBezTo>
                    <a:cubicBezTo>
                      <a:pt x="31" y="47"/>
                      <a:pt x="30" y="47"/>
                      <a:pt x="28" y="47"/>
                    </a:cubicBezTo>
                    <a:cubicBezTo>
                      <a:pt x="22" y="47"/>
                      <a:pt x="16" y="47"/>
                      <a:pt x="11" y="44"/>
                    </a:cubicBezTo>
                    <a:cubicBezTo>
                      <a:pt x="3" y="39"/>
                      <a:pt x="0" y="30"/>
                      <a:pt x="3" y="21"/>
                    </a:cubicBezTo>
                    <a:cubicBezTo>
                      <a:pt x="7" y="12"/>
                      <a:pt x="15" y="7"/>
                      <a:pt x="23" y="4"/>
                    </a:cubicBezTo>
                    <a:cubicBezTo>
                      <a:pt x="32" y="0"/>
                      <a:pt x="43" y="1"/>
                      <a:pt x="50" y="8"/>
                    </a:cubicBezTo>
                    <a:cubicBezTo>
                      <a:pt x="57" y="15"/>
                      <a:pt x="59" y="24"/>
                      <a:pt x="60" y="34"/>
                    </a:cubicBezTo>
                    <a:cubicBezTo>
                      <a:pt x="60" y="44"/>
                      <a:pt x="56" y="54"/>
                      <a:pt x="51" y="63"/>
                    </a:cubicBezTo>
                    <a:cubicBezTo>
                      <a:pt x="48" y="68"/>
                      <a:pt x="44" y="74"/>
                      <a:pt x="40" y="79"/>
                    </a:cubicBezTo>
                    <a:cubicBezTo>
                      <a:pt x="38" y="82"/>
                      <a:pt x="35" y="86"/>
                      <a:pt x="32" y="89"/>
                    </a:cubicBezTo>
                    <a:cubicBezTo>
                      <a:pt x="32" y="91"/>
                      <a:pt x="31" y="91"/>
                      <a:pt x="31" y="92"/>
                    </a:cubicBezTo>
                    <a:lnTo>
                      <a:pt x="31" y="93"/>
                    </a:lnTo>
                    <a:cubicBezTo>
                      <a:pt x="32" y="93"/>
                      <a:pt x="33" y="93"/>
                      <a:pt x="34" y="93"/>
                    </a:cubicBezTo>
                    <a:cubicBezTo>
                      <a:pt x="33" y="93"/>
                      <a:pt x="33" y="93"/>
                      <a:pt x="32" y="93"/>
                    </a:cubicBezTo>
                    <a:cubicBezTo>
                      <a:pt x="33" y="93"/>
                      <a:pt x="34" y="93"/>
                      <a:pt x="35" y="94"/>
                    </a:cubicBezTo>
                    <a:cubicBezTo>
                      <a:pt x="36" y="94"/>
                      <a:pt x="38" y="94"/>
                      <a:pt x="39" y="95"/>
                    </a:cubicBezTo>
                    <a:cubicBezTo>
                      <a:pt x="42" y="95"/>
                      <a:pt x="44" y="95"/>
                      <a:pt x="47" y="95"/>
                    </a:cubicBezTo>
                    <a:cubicBezTo>
                      <a:pt x="53" y="94"/>
                      <a:pt x="59" y="93"/>
                      <a:pt x="64" y="92"/>
                    </a:cubicBezTo>
                    <a:cubicBezTo>
                      <a:pt x="73" y="91"/>
                      <a:pt x="82" y="89"/>
                      <a:pt x="91" y="86"/>
                    </a:cubicBezTo>
                    <a:cubicBezTo>
                      <a:pt x="97" y="85"/>
                      <a:pt x="103" y="89"/>
                      <a:pt x="105" y="95"/>
                    </a:cubicBezTo>
                    <a:cubicBezTo>
                      <a:pt x="107" y="101"/>
                      <a:pt x="103" y="108"/>
                      <a:pt x="96" y="110"/>
                    </a:cubicBezTo>
                    <a:cubicBezTo>
                      <a:pt x="88" y="112"/>
                      <a:pt x="79" y="114"/>
                      <a:pt x="70" y="116"/>
                    </a:cubicBezTo>
                    <a:cubicBezTo>
                      <a:pt x="61" y="117"/>
                      <a:pt x="52" y="119"/>
                      <a:pt x="43" y="119"/>
                    </a:cubicBezTo>
                    <a:cubicBezTo>
                      <a:pt x="35" y="119"/>
                      <a:pt x="28" y="118"/>
                      <a:pt x="2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14"/>
              <p:cNvSpPr/>
              <p:nvPr/>
            </p:nvSpPr>
            <p:spPr>
              <a:xfrm>
                <a:off x="611640" y="477720"/>
                <a:ext cx="5652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47" extrusionOk="0">
                    <a:moveTo>
                      <a:pt x="27" y="196"/>
                    </a:moveTo>
                    <a:cubicBezTo>
                      <a:pt x="28" y="196"/>
                      <a:pt x="29" y="196"/>
                      <a:pt x="30" y="195"/>
                    </a:cubicBezTo>
                    <a:cubicBezTo>
                      <a:pt x="31" y="195"/>
                      <a:pt x="31" y="195"/>
                      <a:pt x="32" y="195"/>
                    </a:cubicBezTo>
                    <a:cubicBezTo>
                      <a:pt x="33" y="194"/>
                      <a:pt x="34" y="193"/>
                      <a:pt x="35" y="193"/>
                    </a:cubicBezTo>
                    <a:cubicBezTo>
                      <a:pt x="37" y="192"/>
                      <a:pt x="39" y="190"/>
                      <a:pt x="40" y="189"/>
                    </a:cubicBezTo>
                    <a:cubicBezTo>
                      <a:pt x="43" y="187"/>
                      <a:pt x="45" y="185"/>
                      <a:pt x="47" y="182"/>
                    </a:cubicBezTo>
                    <a:cubicBezTo>
                      <a:pt x="52" y="176"/>
                      <a:pt x="58" y="170"/>
                      <a:pt x="62" y="164"/>
                    </a:cubicBezTo>
                    <a:cubicBezTo>
                      <a:pt x="62" y="164"/>
                      <a:pt x="61" y="164"/>
                      <a:pt x="61" y="165"/>
                    </a:cubicBezTo>
                    <a:cubicBezTo>
                      <a:pt x="68" y="154"/>
                      <a:pt x="75" y="144"/>
                      <a:pt x="80" y="133"/>
                    </a:cubicBezTo>
                    <a:cubicBezTo>
                      <a:pt x="80" y="132"/>
                      <a:pt x="80" y="131"/>
                      <a:pt x="80" y="129"/>
                    </a:cubicBezTo>
                    <a:cubicBezTo>
                      <a:pt x="80" y="128"/>
                      <a:pt x="80" y="126"/>
                      <a:pt x="80" y="124"/>
                    </a:cubicBezTo>
                    <a:cubicBezTo>
                      <a:pt x="80" y="122"/>
                      <a:pt x="79" y="121"/>
                      <a:pt x="79" y="119"/>
                    </a:cubicBezTo>
                    <a:lnTo>
                      <a:pt x="78" y="118"/>
                    </a:lnTo>
                    <a:cubicBezTo>
                      <a:pt x="78" y="117"/>
                      <a:pt x="77" y="117"/>
                      <a:pt x="77" y="117"/>
                    </a:cubicBezTo>
                    <a:cubicBezTo>
                      <a:pt x="77" y="117"/>
                      <a:pt x="77" y="116"/>
                      <a:pt x="77" y="115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6" y="115"/>
                      <a:pt x="76" y="114"/>
                      <a:pt x="75" y="114"/>
                    </a:cubicBezTo>
                    <a:cubicBezTo>
                      <a:pt x="74" y="114"/>
                      <a:pt x="74" y="114"/>
                      <a:pt x="73" y="113"/>
                    </a:cubicBezTo>
                    <a:cubicBezTo>
                      <a:pt x="73" y="114"/>
                      <a:pt x="74" y="114"/>
                      <a:pt x="74" y="114"/>
                    </a:cubicBezTo>
                    <a:cubicBezTo>
                      <a:pt x="73" y="114"/>
                      <a:pt x="73" y="113"/>
                      <a:pt x="73" y="113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0" y="113"/>
                      <a:pt x="70" y="113"/>
                      <a:pt x="69" y="113"/>
                    </a:cubicBezTo>
                    <a:lnTo>
                      <a:pt x="68" y="113"/>
                    </a:lnTo>
                    <a:lnTo>
                      <a:pt x="69" y="113"/>
                    </a:ln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3"/>
                      <a:pt x="67" y="113"/>
                      <a:pt x="67" y="113"/>
                    </a:cubicBezTo>
                    <a:lnTo>
                      <a:pt x="68" y="113"/>
                    </a:lnTo>
                    <a:cubicBezTo>
                      <a:pt x="67" y="113"/>
                      <a:pt x="66" y="114"/>
                      <a:pt x="65" y="114"/>
                    </a:cubicBezTo>
                    <a:cubicBezTo>
                      <a:pt x="64" y="114"/>
                      <a:pt x="63" y="114"/>
                      <a:pt x="62" y="115"/>
                    </a:cubicBezTo>
                    <a:cubicBezTo>
                      <a:pt x="61" y="115"/>
                      <a:pt x="59" y="117"/>
                      <a:pt x="58" y="117"/>
                    </a:cubicBezTo>
                    <a:cubicBezTo>
                      <a:pt x="56" y="118"/>
                      <a:pt x="54" y="120"/>
                      <a:pt x="52" y="121"/>
                    </a:cubicBezTo>
                    <a:cubicBezTo>
                      <a:pt x="51" y="123"/>
                      <a:pt x="49" y="124"/>
                      <a:pt x="48" y="126"/>
                    </a:cubicBezTo>
                    <a:cubicBezTo>
                      <a:pt x="45" y="129"/>
                      <a:pt x="42" y="132"/>
                      <a:pt x="40" y="136"/>
                    </a:cubicBezTo>
                    <a:cubicBezTo>
                      <a:pt x="37" y="140"/>
                      <a:pt x="35" y="143"/>
                      <a:pt x="33" y="147"/>
                    </a:cubicBezTo>
                    <a:cubicBezTo>
                      <a:pt x="31" y="150"/>
                      <a:pt x="30" y="154"/>
                      <a:pt x="28" y="157"/>
                    </a:cubicBezTo>
                    <a:cubicBezTo>
                      <a:pt x="27" y="160"/>
                      <a:pt x="26" y="164"/>
                      <a:pt x="26" y="167"/>
                    </a:cubicBezTo>
                    <a:cubicBezTo>
                      <a:pt x="24" y="171"/>
                      <a:pt x="24" y="175"/>
                      <a:pt x="24" y="179"/>
                    </a:cubicBezTo>
                    <a:cubicBezTo>
                      <a:pt x="24" y="181"/>
                      <a:pt x="24" y="183"/>
                      <a:pt x="24" y="186"/>
                    </a:cubicBezTo>
                    <a:cubicBezTo>
                      <a:pt x="24" y="188"/>
                      <a:pt x="24" y="189"/>
                      <a:pt x="24" y="190"/>
                    </a:cubicBezTo>
                    <a:cubicBezTo>
                      <a:pt x="24" y="191"/>
                      <a:pt x="24" y="192"/>
                      <a:pt x="24" y="192"/>
                    </a:cubicBezTo>
                    <a:cubicBezTo>
                      <a:pt x="25" y="193"/>
                      <a:pt x="25" y="193"/>
                      <a:pt x="25" y="194"/>
                    </a:cubicBezTo>
                    <a:cubicBezTo>
                      <a:pt x="26" y="194"/>
                      <a:pt x="26" y="194"/>
                      <a:pt x="26" y="195"/>
                    </a:cubicBezTo>
                    <a:lnTo>
                      <a:pt x="26" y="194"/>
                    </a:lnTo>
                    <a:cubicBezTo>
                      <a:pt x="26" y="195"/>
                      <a:pt x="26" y="195"/>
                      <a:pt x="26" y="195"/>
                    </a:cubicBezTo>
                    <a:lnTo>
                      <a:pt x="27" y="195"/>
                    </a:lnTo>
                    <a:lnTo>
                      <a:pt x="27" y="196"/>
                    </a:lnTo>
                    <a:cubicBezTo>
                      <a:pt x="28" y="196"/>
                      <a:pt x="28" y="196"/>
                      <a:pt x="28" y="196"/>
                    </a:cubicBezTo>
                    <a:lnTo>
                      <a:pt x="27" y="196"/>
                    </a:lnTo>
                    <a:moveTo>
                      <a:pt x="98" y="246"/>
                    </a:moveTo>
                    <a:cubicBezTo>
                      <a:pt x="91" y="245"/>
                      <a:pt x="87" y="239"/>
                      <a:pt x="88" y="232"/>
                    </a:cubicBezTo>
                    <a:cubicBezTo>
                      <a:pt x="90" y="218"/>
                      <a:pt x="92" y="204"/>
                      <a:pt x="94" y="191"/>
                    </a:cubicBezTo>
                    <a:cubicBezTo>
                      <a:pt x="95" y="183"/>
                      <a:pt x="96" y="176"/>
                      <a:pt x="97" y="168"/>
                    </a:cubicBezTo>
                    <a:cubicBezTo>
                      <a:pt x="97" y="172"/>
                      <a:pt x="95" y="175"/>
                      <a:pt x="94" y="178"/>
                    </a:cubicBezTo>
                    <a:cubicBezTo>
                      <a:pt x="91" y="183"/>
                      <a:pt x="86" y="185"/>
                      <a:pt x="81" y="184"/>
                    </a:cubicBezTo>
                    <a:cubicBezTo>
                      <a:pt x="80" y="184"/>
                      <a:pt x="78" y="183"/>
                      <a:pt x="77" y="183"/>
                    </a:cubicBezTo>
                    <a:cubicBezTo>
                      <a:pt x="70" y="192"/>
                      <a:pt x="63" y="200"/>
                      <a:pt x="55" y="208"/>
                    </a:cubicBezTo>
                    <a:cubicBezTo>
                      <a:pt x="49" y="212"/>
                      <a:pt x="44" y="216"/>
                      <a:pt x="37" y="218"/>
                    </a:cubicBezTo>
                    <a:cubicBezTo>
                      <a:pt x="30" y="221"/>
                      <a:pt x="21" y="221"/>
                      <a:pt x="14" y="217"/>
                    </a:cubicBezTo>
                    <a:cubicBezTo>
                      <a:pt x="9" y="213"/>
                      <a:pt x="5" y="208"/>
                      <a:pt x="2" y="202"/>
                    </a:cubicBezTo>
                    <a:cubicBezTo>
                      <a:pt x="0" y="194"/>
                      <a:pt x="0" y="186"/>
                      <a:pt x="1" y="178"/>
                    </a:cubicBezTo>
                    <a:cubicBezTo>
                      <a:pt x="2" y="162"/>
                      <a:pt x="7" y="146"/>
                      <a:pt x="14" y="132"/>
                    </a:cubicBezTo>
                    <a:cubicBezTo>
                      <a:pt x="23" y="118"/>
                      <a:pt x="34" y="105"/>
                      <a:pt x="48" y="96"/>
                    </a:cubicBezTo>
                    <a:cubicBezTo>
                      <a:pt x="54" y="92"/>
                      <a:pt x="61" y="90"/>
                      <a:pt x="68" y="89"/>
                    </a:cubicBezTo>
                    <a:cubicBezTo>
                      <a:pt x="75" y="89"/>
                      <a:pt x="83" y="90"/>
                      <a:pt x="89" y="94"/>
                    </a:cubicBezTo>
                    <a:cubicBezTo>
                      <a:pt x="92" y="96"/>
                      <a:pt x="94" y="99"/>
                      <a:pt x="96" y="101"/>
                    </a:cubicBezTo>
                    <a:cubicBezTo>
                      <a:pt x="99" y="96"/>
                      <a:pt x="102" y="90"/>
                      <a:pt x="104" y="83"/>
                    </a:cubicBezTo>
                    <a:cubicBezTo>
                      <a:pt x="109" y="72"/>
                      <a:pt x="114" y="61"/>
                      <a:pt x="118" y="50"/>
                    </a:cubicBezTo>
                    <a:lnTo>
                      <a:pt x="118" y="49"/>
                    </a:lnTo>
                    <a:cubicBezTo>
                      <a:pt x="118" y="48"/>
                      <a:pt x="118" y="48"/>
                      <a:pt x="118" y="48"/>
                    </a:cubicBezTo>
                    <a:cubicBezTo>
                      <a:pt x="121" y="42"/>
                      <a:pt x="123" y="35"/>
                      <a:pt x="125" y="29"/>
                    </a:cubicBezTo>
                    <a:cubicBezTo>
                      <a:pt x="125" y="27"/>
                      <a:pt x="125" y="27"/>
                      <a:pt x="126" y="26"/>
                    </a:cubicBezTo>
                    <a:cubicBezTo>
                      <a:pt x="126" y="23"/>
                      <a:pt x="127" y="21"/>
                      <a:pt x="128" y="19"/>
                    </a:cubicBezTo>
                    <a:cubicBezTo>
                      <a:pt x="129" y="14"/>
                      <a:pt x="130" y="9"/>
                      <a:pt x="133" y="6"/>
                    </a:cubicBezTo>
                    <a:cubicBezTo>
                      <a:pt x="136" y="2"/>
                      <a:pt x="142" y="0"/>
                      <a:pt x="147" y="2"/>
                    </a:cubicBezTo>
                    <a:cubicBezTo>
                      <a:pt x="152" y="5"/>
                      <a:pt x="156" y="11"/>
                      <a:pt x="154" y="17"/>
                    </a:cubicBezTo>
                    <a:cubicBezTo>
                      <a:pt x="153" y="21"/>
                      <a:pt x="151" y="24"/>
                      <a:pt x="149" y="29"/>
                    </a:cubicBezTo>
                    <a:cubicBezTo>
                      <a:pt x="147" y="36"/>
                      <a:pt x="145" y="43"/>
                      <a:pt x="143" y="51"/>
                    </a:cubicBezTo>
                    <a:cubicBezTo>
                      <a:pt x="140" y="62"/>
                      <a:pt x="137" y="73"/>
                      <a:pt x="135" y="85"/>
                    </a:cubicBezTo>
                    <a:cubicBezTo>
                      <a:pt x="125" y="135"/>
                      <a:pt x="116" y="185"/>
                      <a:pt x="112" y="235"/>
                    </a:cubicBezTo>
                    <a:cubicBezTo>
                      <a:pt x="112" y="242"/>
                      <a:pt x="105" y="246"/>
                      <a:pt x="100" y="246"/>
                    </a:cubicBezTo>
                    <a:cubicBezTo>
                      <a:pt x="99" y="246"/>
                      <a:pt x="98" y="246"/>
                      <a:pt x="98" y="2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14"/>
              <p:cNvSpPr/>
              <p:nvPr/>
            </p:nvSpPr>
            <p:spPr>
              <a:xfrm>
                <a:off x="676440" y="512280"/>
                <a:ext cx="241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18" extrusionOk="0">
                    <a:moveTo>
                      <a:pt x="42" y="111"/>
                    </a:moveTo>
                    <a:cubicBezTo>
                      <a:pt x="33" y="94"/>
                      <a:pt x="25" y="77"/>
                      <a:pt x="17" y="60"/>
                    </a:cubicBezTo>
                    <a:cubicBezTo>
                      <a:pt x="13" y="52"/>
                      <a:pt x="9" y="43"/>
                      <a:pt x="5" y="35"/>
                    </a:cubicBezTo>
                    <a:cubicBezTo>
                      <a:pt x="5" y="32"/>
                      <a:pt x="4" y="30"/>
                      <a:pt x="3" y="28"/>
                    </a:cubicBezTo>
                    <a:cubicBezTo>
                      <a:pt x="2" y="23"/>
                      <a:pt x="0" y="18"/>
                      <a:pt x="1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1" y="0"/>
                      <a:pt x="15" y="0"/>
                      <a:pt x="18" y="1"/>
                    </a:cubicBezTo>
                    <a:cubicBezTo>
                      <a:pt x="25" y="2"/>
                      <a:pt x="30" y="9"/>
                      <a:pt x="28" y="16"/>
                    </a:cubicBezTo>
                    <a:cubicBezTo>
                      <a:pt x="28" y="18"/>
                      <a:pt x="27" y="19"/>
                      <a:pt x="26" y="21"/>
                    </a:cubicBezTo>
                    <a:cubicBezTo>
                      <a:pt x="27" y="22"/>
                      <a:pt x="27" y="23"/>
                      <a:pt x="27" y="25"/>
                    </a:cubicBezTo>
                    <a:cubicBezTo>
                      <a:pt x="30" y="32"/>
                      <a:pt x="33" y="39"/>
                      <a:pt x="36" y="46"/>
                    </a:cubicBezTo>
                    <a:lnTo>
                      <a:pt x="36" y="45"/>
                    </a:lnTo>
                    <a:lnTo>
                      <a:pt x="36" y="46"/>
                    </a:lnTo>
                    <a:cubicBezTo>
                      <a:pt x="37" y="46"/>
                      <a:pt x="37" y="46"/>
                      <a:pt x="37" y="47"/>
                    </a:cubicBezTo>
                    <a:cubicBezTo>
                      <a:pt x="37" y="46"/>
                      <a:pt x="37" y="46"/>
                      <a:pt x="36" y="46"/>
                    </a:cubicBezTo>
                    <a:cubicBezTo>
                      <a:pt x="45" y="64"/>
                      <a:pt x="54" y="82"/>
                      <a:pt x="63" y="99"/>
                    </a:cubicBezTo>
                    <a:cubicBezTo>
                      <a:pt x="66" y="105"/>
                      <a:pt x="65" y="113"/>
                      <a:pt x="59" y="115"/>
                    </a:cubicBezTo>
                    <a:cubicBezTo>
                      <a:pt x="57" y="117"/>
                      <a:pt x="55" y="117"/>
                      <a:pt x="53" y="117"/>
                    </a:cubicBezTo>
                    <a:cubicBezTo>
                      <a:pt x="48" y="117"/>
                      <a:pt x="44" y="115"/>
                      <a:pt x="42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14"/>
              <p:cNvSpPr/>
              <p:nvPr/>
            </p:nvSpPr>
            <p:spPr>
              <a:xfrm>
                <a:off x="675000" y="509400"/>
                <a:ext cx="3888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46" extrusionOk="0">
                    <a:moveTo>
                      <a:pt x="7" y="143"/>
                    </a:moveTo>
                    <a:cubicBezTo>
                      <a:pt x="2" y="140"/>
                      <a:pt x="0" y="132"/>
                      <a:pt x="3" y="127"/>
                    </a:cubicBezTo>
                    <a:cubicBezTo>
                      <a:pt x="9" y="116"/>
                      <a:pt x="16" y="107"/>
                      <a:pt x="22" y="96"/>
                    </a:cubicBezTo>
                    <a:cubicBezTo>
                      <a:pt x="28" y="87"/>
                      <a:pt x="34" y="77"/>
                      <a:pt x="40" y="68"/>
                    </a:cubicBezTo>
                    <a:cubicBezTo>
                      <a:pt x="45" y="58"/>
                      <a:pt x="51" y="49"/>
                      <a:pt x="56" y="40"/>
                    </a:cubicBezTo>
                    <a:cubicBezTo>
                      <a:pt x="60" y="35"/>
                      <a:pt x="63" y="30"/>
                      <a:pt x="66" y="26"/>
                    </a:cubicBezTo>
                    <a:cubicBezTo>
                      <a:pt x="69" y="22"/>
                      <a:pt x="72" y="17"/>
                      <a:pt x="74" y="13"/>
                    </a:cubicBezTo>
                    <a:cubicBezTo>
                      <a:pt x="78" y="9"/>
                      <a:pt x="83" y="4"/>
                      <a:pt x="88" y="2"/>
                    </a:cubicBezTo>
                    <a:cubicBezTo>
                      <a:pt x="94" y="0"/>
                      <a:pt x="102" y="3"/>
                      <a:pt x="104" y="9"/>
                    </a:cubicBezTo>
                    <a:cubicBezTo>
                      <a:pt x="107" y="16"/>
                      <a:pt x="104" y="23"/>
                      <a:pt x="97" y="26"/>
                    </a:cubicBezTo>
                    <a:cubicBezTo>
                      <a:pt x="96" y="27"/>
                      <a:pt x="95" y="27"/>
                      <a:pt x="95" y="28"/>
                    </a:cubicBezTo>
                    <a:cubicBezTo>
                      <a:pt x="92" y="31"/>
                      <a:pt x="89" y="34"/>
                      <a:pt x="87" y="38"/>
                    </a:cubicBezTo>
                    <a:cubicBezTo>
                      <a:pt x="76" y="54"/>
                      <a:pt x="65" y="70"/>
                      <a:pt x="55" y="87"/>
                    </a:cubicBezTo>
                    <a:cubicBezTo>
                      <a:pt x="44" y="104"/>
                      <a:pt x="34" y="121"/>
                      <a:pt x="24" y="139"/>
                    </a:cubicBezTo>
                    <a:cubicBezTo>
                      <a:pt x="22" y="143"/>
                      <a:pt x="18" y="145"/>
                      <a:pt x="14" y="145"/>
                    </a:cubicBezTo>
                    <a:cubicBezTo>
                      <a:pt x="12" y="145"/>
                      <a:pt x="10" y="144"/>
                      <a:pt x="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14"/>
              <p:cNvSpPr/>
              <p:nvPr/>
            </p:nvSpPr>
            <p:spPr>
              <a:xfrm>
                <a:off x="718920" y="475200"/>
                <a:ext cx="522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20" extrusionOk="0">
                    <a:moveTo>
                      <a:pt x="33" y="174"/>
                    </a:moveTo>
                    <a:cubicBezTo>
                      <a:pt x="34" y="174"/>
                      <a:pt x="34" y="174"/>
                      <a:pt x="35" y="174"/>
                    </a:cubicBezTo>
                    <a:lnTo>
                      <a:pt x="36" y="174"/>
                    </a:lnTo>
                    <a:cubicBezTo>
                      <a:pt x="35" y="174"/>
                      <a:pt x="35" y="174"/>
                      <a:pt x="35" y="174"/>
                    </a:cubicBezTo>
                    <a:lnTo>
                      <a:pt x="34" y="174"/>
                    </a:lnTo>
                    <a:cubicBezTo>
                      <a:pt x="35" y="174"/>
                      <a:pt x="35" y="174"/>
                      <a:pt x="36" y="174"/>
                    </a:cubicBezTo>
                    <a:cubicBezTo>
                      <a:pt x="37" y="174"/>
                      <a:pt x="37" y="173"/>
                      <a:pt x="38" y="173"/>
                    </a:cubicBezTo>
                    <a:cubicBezTo>
                      <a:pt x="38" y="172"/>
                      <a:pt x="39" y="172"/>
                      <a:pt x="39" y="172"/>
                    </a:cubicBezTo>
                    <a:cubicBezTo>
                      <a:pt x="41" y="171"/>
                      <a:pt x="42" y="169"/>
                      <a:pt x="44" y="169"/>
                    </a:cubicBezTo>
                    <a:cubicBezTo>
                      <a:pt x="46" y="167"/>
                      <a:pt x="48" y="165"/>
                      <a:pt x="50" y="163"/>
                    </a:cubicBezTo>
                    <a:cubicBezTo>
                      <a:pt x="53" y="158"/>
                      <a:pt x="56" y="154"/>
                      <a:pt x="60" y="150"/>
                    </a:cubicBezTo>
                    <a:cubicBezTo>
                      <a:pt x="59" y="150"/>
                      <a:pt x="59" y="151"/>
                      <a:pt x="59" y="151"/>
                    </a:cubicBezTo>
                    <a:cubicBezTo>
                      <a:pt x="63" y="146"/>
                      <a:pt x="66" y="140"/>
                      <a:pt x="69" y="135"/>
                    </a:cubicBezTo>
                    <a:cubicBezTo>
                      <a:pt x="69" y="128"/>
                      <a:pt x="73" y="121"/>
                      <a:pt x="76" y="115"/>
                    </a:cubicBezTo>
                    <a:cubicBezTo>
                      <a:pt x="77" y="114"/>
                      <a:pt x="78" y="112"/>
                      <a:pt x="79" y="111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7"/>
                      <a:pt x="79" y="107"/>
                      <a:pt x="78" y="107"/>
                    </a:cubicBezTo>
                    <a:cubicBezTo>
                      <a:pt x="78" y="106"/>
                      <a:pt x="77" y="105"/>
                      <a:pt x="77" y="105"/>
                    </a:cubicBezTo>
                    <a:cubicBezTo>
                      <a:pt x="77" y="104"/>
                      <a:pt x="76" y="103"/>
                      <a:pt x="76" y="103"/>
                    </a:cubicBezTo>
                    <a:cubicBezTo>
                      <a:pt x="76" y="103"/>
                      <a:pt x="75" y="102"/>
                      <a:pt x="74" y="101"/>
                    </a:cubicBezTo>
                    <a:cubicBezTo>
                      <a:pt x="74" y="101"/>
                      <a:pt x="73" y="101"/>
                      <a:pt x="73" y="100"/>
                    </a:cubicBezTo>
                    <a:cubicBezTo>
                      <a:pt x="72" y="100"/>
                      <a:pt x="72" y="100"/>
                      <a:pt x="71" y="99"/>
                    </a:cubicBezTo>
                    <a:cubicBezTo>
                      <a:pt x="70" y="99"/>
                      <a:pt x="70" y="98"/>
                      <a:pt x="69" y="98"/>
                    </a:cubicBezTo>
                    <a:cubicBezTo>
                      <a:pt x="69" y="98"/>
                      <a:pt x="67" y="98"/>
                      <a:pt x="67" y="97"/>
                    </a:cubicBezTo>
                    <a:cubicBezTo>
                      <a:pt x="66" y="97"/>
                      <a:pt x="65" y="97"/>
                      <a:pt x="65" y="97"/>
                    </a:cubicBezTo>
                    <a:cubicBezTo>
                      <a:pt x="63" y="97"/>
                      <a:pt x="62" y="97"/>
                      <a:pt x="61" y="97"/>
                    </a:cubicBezTo>
                    <a:cubicBezTo>
                      <a:pt x="60" y="97"/>
                      <a:pt x="59" y="97"/>
                      <a:pt x="59" y="97"/>
                    </a:cubicBezTo>
                    <a:cubicBezTo>
                      <a:pt x="58" y="97"/>
                      <a:pt x="57" y="98"/>
                      <a:pt x="56" y="98"/>
                    </a:cubicBezTo>
                    <a:cubicBezTo>
                      <a:pt x="55" y="98"/>
                      <a:pt x="54" y="99"/>
                      <a:pt x="52" y="100"/>
                    </a:cubicBezTo>
                    <a:lnTo>
                      <a:pt x="51" y="100"/>
                    </a:lnTo>
                    <a:cubicBezTo>
                      <a:pt x="49" y="101"/>
                      <a:pt x="48" y="103"/>
                      <a:pt x="46" y="104"/>
                    </a:cubicBezTo>
                    <a:cubicBezTo>
                      <a:pt x="45" y="105"/>
                      <a:pt x="44" y="106"/>
                      <a:pt x="42" y="107"/>
                    </a:cubicBezTo>
                    <a:cubicBezTo>
                      <a:pt x="41" y="109"/>
                      <a:pt x="39" y="111"/>
                      <a:pt x="38" y="113"/>
                    </a:cubicBezTo>
                    <a:cubicBezTo>
                      <a:pt x="36" y="116"/>
                      <a:pt x="34" y="118"/>
                      <a:pt x="33" y="121"/>
                    </a:cubicBezTo>
                    <a:cubicBezTo>
                      <a:pt x="32" y="123"/>
                      <a:pt x="31" y="126"/>
                      <a:pt x="30" y="128"/>
                    </a:cubicBezTo>
                    <a:cubicBezTo>
                      <a:pt x="29" y="131"/>
                      <a:pt x="28" y="134"/>
                      <a:pt x="27" y="138"/>
                    </a:cubicBezTo>
                    <a:cubicBezTo>
                      <a:pt x="27" y="140"/>
                      <a:pt x="26" y="143"/>
                      <a:pt x="26" y="146"/>
                    </a:cubicBezTo>
                    <a:cubicBezTo>
                      <a:pt x="25" y="149"/>
                      <a:pt x="25" y="152"/>
                      <a:pt x="25" y="156"/>
                    </a:cubicBezTo>
                    <a:cubicBezTo>
                      <a:pt x="26" y="158"/>
                      <a:pt x="26" y="160"/>
                      <a:pt x="27" y="162"/>
                    </a:cubicBezTo>
                    <a:cubicBezTo>
                      <a:pt x="27" y="164"/>
                      <a:pt x="28" y="166"/>
                      <a:pt x="28" y="168"/>
                    </a:cubicBezTo>
                    <a:cubicBezTo>
                      <a:pt x="28" y="169"/>
                      <a:pt x="29" y="170"/>
                      <a:pt x="29" y="171"/>
                    </a:cubicBezTo>
                    <a:cubicBezTo>
                      <a:pt x="30" y="171"/>
                      <a:pt x="30" y="172"/>
                      <a:pt x="30" y="172"/>
                    </a:cubicBezTo>
                    <a:lnTo>
                      <a:pt x="30" y="173"/>
                    </a:lnTo>
                    <a:cubicBezTo>
                      <a:pt x="30" y="172"/>
                      <a:pt x="30" y="172"/>
                      <a:pt x="29" y="172"/>
                    </a:cubicBezTo>
                    <a:cubicBezTo>
                      <a:pt x="30" y="172"/>
                      <a:pt x="30" y="173"/>
                      <a:pt x="31" y="174"/>
                    </a:cubicBezTo>
                    <a:lnTo>
                      <a:pt x="32" y="174"/>
                    </a:lnTo>
                    <a:lnTo>
                      <a:pt x="33" y="174"/>
                    </a:lnTo>
                    <a:moveTo>
                      <a:pt x="96" y="219"/>
                    </a:moveTo>
                    <a:cubicBezTo>
                      <a:pt x="89" y="218"/>
                      <a:pt x="84" y="212"/>
                      <a:pt x="85" y="205"/>
                    </a:cubicBezTo>
                    <a:cubicBezTo>
                      <a:pt x="87" y="191"/>
                      <a:pt x="89" y="178"/>
                      <a:pt x="91" y="164"/>
                    </a:cubicBezTo>
                    <a:cubicBezTo>
                      <a:pt x="92" y="156"/>
                      <a:pt x="93" y="147"/>
                      <a:pt x="94" y="139"/>
                    </a:cubicBezTo>
                    <a:cubicBezTo>
                      <a:pt x="94" y="140"/>
                      <a:pt x="92" y="141"/>
                      <a:pt x="92" y="142"/>
                    </a:cubicBezTo>
                    <a:cubicBezTo>
                      <a:pt x="91" y="144"/>
                      <a:pt x="90" y="146"/>
                      <a:pt x="88" y="148"/>
                    </a:cubicBezTo>
                    <a:cubicBezTo>
                      <a:pt x="84" y="156"/>
                      <a:pt x="80" y="163"/>
                      <a:pt x="74" y="170"/>
                    </a:cubicBezTo>
                    <a:cubicBezTo>
                      <a:pt x="70" y="176"/>
                      <a:pt x="64" y="183"/>
                      <a:pt x="57" y="189"/>
                    </a:cubicBezTo>
                    <a:cubicBezTo>
                      <a:pt x="52" y="193"/>
                      <a:pt x="46" y="196"/>
                      <a:pt x="41" y="197"/>
                    </a:cubicBezTo>
                    <a:cubicBezTo>
                      <a:pt x="35" y="199"/>
                      <a:pt x="28" y="199"/>
                      <a:pt x="23" y="197"/>
                    </a:cubicBezTo>
                    <a:cubicBezTo>
                      <a:pt x="17" y="195"/>
                      <a:pt x="13" y="191"/>
                      <a:pt x="10" y="186"/>
                    </a:cubicBezTo>
                    <a:cubicBezTo>
                      <a:pt x="6" y="180"/>
                      <a:pt x="4" y="172"/>
                      <a:pt x="3" y="165"/>
                    </a:cubicBezTo>
                    <a:cubicBezTo>
                      <a:pt x="0" y="152"/>
                      <a:pt x="2" y="138"/>
                      <a:pt x="6" y="125"/>
                    </a:cubicBezTo>
                    <a:cubicBezTo>
                      <a:pt x="10" y="111"/>
                      <a:pt x="17" y="100"/>
                      <a:pt x="27" y="89"/>
                    </a:cubicBezTo>
                    <a:cubicBezTo>
                      <a:pt x="35" y="80"/>
                      <a:pt x="46" y="74"/>
                      <a:pt x="59" y="73"/>
                    </a:cubicBezTo>
                    <a:cubicBezTo>
                      <a:pt x="72" y="72"/>
                      <a:pt x="84" y="76"/>
                      <a:pt x="93" y="86"/>
                    </a:cubicBezTo>
                    <a:cubicBezTo>
                      <a:pt x="94" y="83"/>
                      <a:pt x="95" y="81"/>
                      <a:pt x="96" y="79"/>
                    </a:cubicBezTo>
                    <a:cubicBezTo>
                      <a:pt x="101" y="68"/>
                      <a:pt x="105" y="57"/>
                      <a:pt x="109" y="45"/>
                    </a:cubicBezTo>
                    <a:cubicBezTo>
                      <a:pt x="110" y="40"/>
                      <a:pt x="112" y="34"/>
                      <a:pt x="113" y="29"/>
                    </a:cubicBezTo>
                    <a:cubicBezTo>
                      <a:pt x="113" y="26"/>
                      <a:pt x="115" y="23"/>
                      <a:pt x="115" y="21"/>
                    </a:cubicBezTo>
                    <a:cubicBezTo>
                      <a:pt x="117" y="16"/>
                      <a:pt x="118" y="10"/>
                      <a:pt x="122" y="6"/>
                    </a:cubicBezTo>
                    <a:cubicBezTo>
                      <a:pt x="125" y="2"/>
                      <a:pt x="131" y="0"/>
                      <a:pt x="136" y="2"/>
                    </a:cubicBezTo>
                    <a:cubicBezTo>
                      <a:pt x="141" y="5"/>
                      <a:pt x="144" y="10"/>
                      <a:pt x="143" y="15"/>
                    </a:cubicBezTo>
                    <a:cubicBezTo>
                      <a:pt x="142" y="24"/>
                      <a:pt x="138" y="32"/>
                      <a:pt x="135" y="40"/>
                    </a:cubicBezTo>
                    <a:cubicBezTo>
                      <a:pt x="134" y="42"/>
                      <a:pt x="133" y="44"/>
                      <a:pt x="133" y="46"/>
                    </a:cubicBezTo>
                    <a:cubicBezTo>
                      <a:pt x="131" y="51"/>
                      <a:pt x="130" y="57"/>
                      <a:pt x="129" y="62"/>
                    </a:cubicBezTo>
                    <a:cubicBezTo>
                      <a:pt x="120" y="109"/>
                      <a:pt x="114" y="156"/>
                      <a:pt x="110" y="203"/>
                    </a:cubicBezTo>
                    <a:cubicBezTo>
                      <a:pt x="110" y="205"/>
                      <a:pt x="110" y="207"/>
                      <a:pt x="109" y="209"/>
                    </a:cubicBezTo>
                    <a:cubicBezTo>
                      <a:pt x="109" y="215"/>
                      <a:pt x="103" y="219"/>
                      <a:pt x="97" y="219"/>
                    </a:cubicBezTo>
                    <a:lnTo>
                      <a:pt x="96" y="21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14"/>
              <p:cNvSpPr/>
              <p:nvPr/>
            </p:nvSpPr>
            <p:spPr>
              <a:xfrm>
                <a:off x="770760" y="497520"/>
                <a:ext cx="53640" cy="1177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7" extrusionOk="0">
                    <a:moveTo>
                      <a:pt x="55" y="302"/>
                    </a:moveTo>
                    <a:lnTo>
                      <a:pt x="56" y="302"/>
                    </a:lnTo>
                    <a:lnTo>
                      <a:pt x="55" y="302"/>
                    </a:lnTo>
                    <a:cubicBezTo>
                      <a:pt x="56" y="302"/>
                      <a:pt x="57" y="302"/>
                      <a:pt x="58" y="302"/>
                    </a:cubicBezTo>
                    <a:cubicBezTo>
                      <a:pt x="58" y="301"/>
                      <a:pt x="59" y="301"/>
                      <a:pt x="59" y="301"/>
                    </a:cubicBezTo>
                    <a:cubicBezTo>
                      <a:pt x="60" y="300"/>
                      <a:pt x="60" y="300"/>
                      <a:pt x="61" y="300"/>
                    </a:cubicBezTo>
                    <a:lnTo>
                      <a:pt x="60" y="300"/>
                    </a:lnTo>
                    <a:cubicBezTo>
                      <a:pt x="61" y="300"/>
                      <a:pt x="61" y="299"/>
                      <a:pt x="62" y="299"/>
                    </a:cubicBezTo>
                    <a:cubicBezTo>
                      <a:pt x="62" y="299"/>
                      <a:pt x="62" y="298"/>
                      <a:pt x="63" y="298"/>
                    </a:cubicBezTo>
                    <a:cubicBezTo>
                      <a:pt x="63" y="297"/>
                      <a:pt x="64" y="297"/>
                      <a:pt x="64" y="297"/>
                    </a:cubicBezTo>
                    <a:cubicBezTo>
                      <a:pt x="64" y="296"/>
                      <a:pt x="65" y="295"/>
                      <a:pt x="65" y="294"/>
                    </a:cubicBezTo>
                    <a:cubicBezTo>
                      <a:pt x="66" y="292"/>
                      <a:pt x="67" y="291"/>
                      <a:pt x="67" y="289"/>
                    </a:cubicBezTo>
                    <a:cubicBezTo>
                      <a:pt x="69" y="286"/>
                      <a:pt x="69" y="282"/>
                      <a:pt x="71" y="278"/>
                    </a:cubicBezTo>
                    <a:cubicBezTo>
                      <a:pt x="76" y="253"/>
                      <a:pt x="78" y="227"/>
                      <a:pt x="81" y="201"/>
                    </a:cubicBezTo>
                    <a:cubicBezTo>
                      <a:pt x="81" y="190"/>
                      <a:pt x="82" y="178"/>
                      <a:pt x="83" y="166"/>
                    </a:cubicBezTo>
                    <a:cubicBezTo>
                      <a:pt x="84" y="158"/>
                      <a:pt x="85" y="150"/>
                      <a:pt x="86" y="142"/>
                    </a:cubicBezTo>
                    <a:cubicBezTo>
                      <a:pt x="74" y="156"/>
                      <a:pt x="62" y="169"/>
                      <a:pt x="51" y="184"/>
                    </a:cubicBezTo>
                    <a:cubicBezTo>
                      <a:pt x="47" y="191"/>
                      <a:pt x="43" y="197"/>
                      <a:pt x="40" y="204"/>
                    </a:cubicBezTo>
                    <a:cubicBezTo>
                      <a:pt x="36" y="211"/>
                      <a:pt x="33" y="219"/>
                      <a:pt x="30" y="226"/>
                    </a:cubicBezTo>
                    <a:cubicBezTo>
                      <a:pt x="28" y="232"/>
                      <a:pt x="27" y="236"/>
                      <a:pt x="26" y="242"/>
                    </a:cubicBezTo>
                    <a:cubicBezTo>
                      <a:pt x="25" y="246"/>
                      <a:pt x="24" y="250"/>
                      <a:pt x="24" y="253"/>
                    </a:cubicBezTo>
                    <a:cubicBezTo>
                      <a:pt x="23" y="257"/>
                      <a:pt x="23" y="260"/>
                      <a:pt x="23" y="262"/>
                    </a:cubicBezTo>
                    <a:cubicBezTo>
                      <a:pt x="24" y="265"/>
                      <a:pt x="24" y="268"/>
                      <a:pt x="25" y="271"/>
                    </a:cubicBezTo>
                    <a:cubicBezTo>
                      <a:pt x="25" y="273"/>
                      <a:pt x="26" y="275"/>
                      <a:pt x="26" y="277"/>
                    </a:cubicBezTo>
                    <a:cubicBezTo>
                      <a:pt x="27" y="279"/>
                      <a:pt x="28" y="281"/>
                      <a:pt x="28" y="282"/>
                    </a:cubicBezTo>
                    <a:cubicBezTo>
                      <a:pt x="29" y="283"/>
                      <a:pt x="30" y="285"/>
                      <a:pt x="31" y="287"/>
                    </a:cubicBezTo>
                    <a:cubicBezTo>
                      <a:pt x="32" y="288"/>
                      <a:pt x="33" y="289"/>
                      <a:pt x="34" y="291"/>
                    </a:cubicBezTo>
                    <a:cubicBezTo>
                      <a:pt x="35" y="292"/>
                      <a:pt x="36" y="293"/>
                      <a:pt x="37" y="294"/>
                    </a:cubicBezTo>
                    <a:cubicBezTo>
                      <a:pt x="38" y="295"/>
                      <a:pt x="39" y="296"/>
                      <a:pt x="40" y="297"/>
                    </a:cubicBezTo>
                    <a:cubicBezTo>
                      <a:pt x="42" y="298"/>
                      <a:pt x="43" y="299"/>
                      <a:pt x="44" y="299"/>
                    </a:cubicBezTo>
                    <a:cubicBezTo>
                      <a:pt x="46" y="300"/>
                      <a:pt x="47" y="300"/>
                      <a:pt x="48" y="301"/>
                    </a:cubicBezTo>
                    <a:cubicBezTo>
                      <a:pt x="49" y="301"/>
                      <a:pt x="50" y="302"/>
                      <a:pt x="51" y="302"/>
                    </a:cubicBezTo>
                    <a:cubicBezTo>
                      <a:pt x="51" y="302"/>
                      <a:pt x="52" y="302"/>
                      <a:pt x="53" y="302"/>
                    </a:cubicBezTo>
                    <a:cubicBezTo>
                      <a:pt x="54" y="302"/>
                      <a:pt x="54" y="302"/>
                      <a:pt x="55" y="302"/>
                    </a:cubicBezTo>
                    <a:lnTo>
                      <a:pt x="56" y="302"/>
                    </a:lnTo>
                    <a:lnTo>
                      <a:pt x="55" y="302"/>
                    </a:lnTo>
                    <a:moveTo>
                      <a:pt x="45" y="325"/>
                    </a:moveTo>
                    <a:cubicBezTo>
                      <a:pt x="30" y="321"/>
                      <a:pt x="18" y="311"/>
                      <a:pt x="10" y="298"/>
                    </a:cubicBezTo>
                    <a:cubicBezTo>
                      <a:pt x="1" y="284"/>
                      <a:pt x="0" y="267"/>
                      <a:pt x="1" y="250"/>
                    </a:cubicBezTo>
                    <a:cubicBezTo>
                      <a:pt x="2" y="233"/>
                      <a:pt x="9" y="216"/>
                      <a:pt x="16" y="200"/>
                    </a:cubicBezTo>
                    <a:cubicBezTo>
                      <a:pt x="28" y="177"/>
                      <a:pt x="44" y="156"/>
                      <a:pt x="61" y="137"/>
                    </a:cubicBezTo>
                    <a:cubicBezTo>
                      <a:pt x="71" y="126"/>
                      <a:pt x="81" y="115"/>
                      <a:pt x="91" y="104"/>
                    </a:cubicBezTo>
                    <a:cubicBezTo>
                      <a:pt x="91" y="103"/>
                      <a:pt x="91" y="102"/>
                      <a:pt x="92" y="101"/>
                    </a:cubicBezTo>
                    <a:cubicBezTo>
                      <a:pt x="92" y="102"/>
                      <a:pt x="91" y="102"/>
                      <a:pt x="91" y="103"/>
                    </a:cubicBezTo>
                    <a:cubicBezTo>
                      <a:pt x="92" y="97"/>
                      <a:pt x="93" y="92"/>
                      <a:pt x="95" y="87"/>
                    </a:cubicBezTo>
                    <a:cubicBezTo>
                      <a:pt x="90" y="91"/>
                      <a:pt x="87" y="96"/>
                      <a:pt x="83" y="101"/>
                    </a:cubicBezTo>
                    <a:cubicBezTo>
                      <a:pt x="78" y="107"/>
                      <a:pt x="73" y="113"/>
                      <a:pt x="67" y="119"/>
                    </a:cubicBezTo>
                    <a:cubicBezTo>
                      <a:pt x="62" y="123"/>
                      <a:pt x="55" y="128"/>
                      <a:pt x="48" y="129"/>
                    </a:cubicBezTo>
                    <a:cubicBezTo>
                      <a:pt x="43" y="130"/>
                      <a:pt x="36" y="128"/>
                      <a:pt x="32" y="124"/>
                    </a:cubicBezTo>
                    <a:cubicBezTo>
                      <a:pt x="30" y="122"/>
                      <a:pt x="28" y="120"/>
                      <a:pt x="27" y="117"/>
                    </a:cubicBezTo>
                    <a:cubicBezTo>
                      <a:pt x="25" y="113"/>
                      <a:pt x="25" y="109"/>
                      <a:pt x="25" y="105"/>
                    </a:cubicBezTo>
                    <a:cubicBezTo>
                      <a:pt x="25" y="101"/>
                      <a:pt x="26" y="96"/>
                      <a:pt x="26" y="91"/>
                    </a:cubicBezTo>
                    <a:cubicBezTo>
                      <a:pt x="27" y="88"/>
                      <a:pt x="27" y="85"/>
                      <a:pt x="28" y="82"/>
                    </a:cubicBezTo>
                    <a:cubicBezTo>
                      <a:pt x="28" y="76"/>
                      <a:pt x="29" y="70"/>
                      <a:pt x="30" y="64"/>
                    </a:cubicBezTo>
                    <a:cubicBezTo>
                      <a:pt x="33" y="50"/>
                      <a:pt x="36" y="36"/>
                      <a:pt x="41" y="22"/>
                    </a:cubicBezTo>
                    <a:cubicBezTo>
                      <a:pt x="44" y="14"/>
                      <a:pt x="50" y="0"/>
                      <a:pt x="62" y="2"/>
                    </a:cubicBezTo>
                    <a:cubicBezTo>
                      <a:pt x="69" y="3"/>
                      <a:pt x="75" y="11"/>
                      <a:pt x="72" y="18"/>
                    </a:cubicBezTo>
                    <a:cubicBezTo>
                      <a:pt x="71" y="21"/>
                      <a:pt x="69" y="24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5" y="29"/>
                      <a:pt x="63" y="33"/>
                      <a:pt x="62" y="37"/>
                    </a:cubicBezTo>
                    <a:cubicBezTo>
                      <a:pt x="61" y="41"/>
                      <a:pt x="60" y="45"/>
                      <a:pt x="58" y="49"/>
                    </a:cubicBezTo>
                    <a:cubicBezTo>
                      <a:pt x="57" y="52"/>
                      <a:pt x="56" y="56"/>
                      <a:pt x="55" y="60"/>
                    </a:cubicBezTo>
                    <a:cubicBezTo>
                      <a:pt x="54" y="66"/>
                      <a:pt x="53" y="70"/>
                      <a:pt x="53" y="76"/>
                    </a:cubicBezTo>
                    <a:cubicBezTo>
                      <a:pt x="52" y="81"/>
                      <a:pt x="51" y="87"/>
                      <a:pt x="50" y="92"/>
                    </a:cubicBezTo>
                    <a:cubicBezTo>
                      <a:pt x="50" y="95"/>
                      <a:pt x="50" y="99"/>
                      <a:pt x="50" y="102"/>
                    </a:cubicBezTo>
                    <a:cubicBezTo>
                      <a:pt x="50" y="101"/>
                      <a:pt x="51" y="101"/>
                      <a:pt x="52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4" y="98"/>
                      <a:pt x="57" y="95"/>
                      <a:pt x="60" y="92"/>
                    </a:cubicBezTo>
                    <a:lnTo>
                      <a:pt x="60" y="93"/>
                    </a:lnTo>
                    <a:cubicBezTo>
                      <a:pt x="69" y="81"/>
                      <a:pt x="79" y="69"/>
                      <a:pt x="88" y="57"/>
                    </a:cubicBezTo>
                    <a:cubicBezTo>
                      <a:pt x="92" y="50"/>
                      <a:pt x="96" y="44"/>
                      <a:pt x="100" y="38"/>
                    </a:cubicBezTo>
                    <a:cubicBezTo>
                      <a:pt x="105" y="30"/>
                      <a:pt x="109" y="22"/>
                      <a:pt x="114" y="15"/>
                    </a:cubicBezTo>
                    <a:cubicBezTo>
                      <a:pt x="118" y="11"/>
                      <a:pt x="124" y="10"/>
                      <a:pt x="128" y="12"/>
                    </a:cubicBezTo>
                    <a:cubicBezTo>
                      <a:pt x="134" y="14"/>
                      <a:pt x="136" y="19"/>
                      <a:pt x="135" y="24"/>
                    </a:cubicBezTo>
                    <a:cubicBezTo>
                      <a:pt x="135" y="29"/>
                      <a:pt x="134" y="32"/>
                      <a:pt x="132" y="36"/>
                    </a:cubicBezTo>
                    <a:cubicBezTo>
                      <a:pt x="128" y="47"/>
                      <a:pt x="125" y="58"/>
                      <a:pt x="122" y="69"/>
                    </a:cubicBezTo>
                    <a:cubicBezTo>
                      <a:pt x="124" y="67"/>
                      <a:pt x="126" y="64"/>
                      <a:pt x="128" y="62"/>
                    </a:cubicBezTo>
                    <a:cubicBezTo>
                      <a:pt x="132" y="58"/>
                      <a:pt x="138" y="57"/>
                      <a:pt x="143" y="61"/>
                    </a:cubicBezTo>
                    <a:cubicBezTo>
                      <a:pt x="147" y="64"/>
                      <a:pt x="148" y="71"/>
                      <a:pt x="145" y="76"/>
                    </a:cubicBezTo>
                    <a:cubicBezTo>
                      <a:pt x="134" y="87"/>
                      <a:pt x="123" y="99"/>
                      <a:pt x="113" y="112"/>
                    </a:cubicBezTo>
                    <a:cubicBezTo>
                      <a:pt x="111" y="116"/>
                      <a:pt x="111" y="121"/>
                      <a:pt x="110" y="126"/>
                    </a:cubicBezTo>
                    <a:cubicBezTo>
                      <a:pt x="109" y="131"/>
                      <a:pt x="109" y="135"/>
                      <a:pt x="108" y="141"/>
                    </a:cubicBezTo>
                    <a:cubicBezTo>
                      <a:pt x="106" y="154"/>
                      <a:pt x="105" y="166"/>
                      <a:pt x="104" y="180"/>
                    </a:cubicBezTo>
                    <a:cubicBezTo>
                      <a:pt x="102" y="205"/>
                      <a:pt x="100" y="231"/>
                      <a:pt x="96" y="256"/>
                    </a:cubicBezTo>
                    <a:cubicBezTo>
                      <a:pt x="96" y="262"/>
                      <a:pt x="95" y="269"/>
                      <a:pt x="94" y="275"/>
                    </a:cubicBezTo>
                    <a:cubicBezTo>
                      <a:pt x="92" y="288"/>
                      <a:pt x="90" y="300"/>
                      <a:pt x="83" y="311"/>
                    </a:cubicBezTo>
                    <a:cubicBezTo>
                      <a:pt x="76" y="321"/>
                      <a:pt x="65" y="326"/>
                      <a:pt x="54" y="326"/>
                    </a:cubicBezTo>
                    <a:cubicBezTo>
                      <a:pt x="51" y="326"/>
                      <a:pt x="48" y="325"/>
                      <a:pt x="45" y="3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14"/>
              <p:cNvSpPr/>
              <p:nvPr/>
            </p:nvSpPr>
            <p:spPr>
              <a:xfrm>
                <a:off x="830880" y="450360"/>
                <a:ext cx="64800" cy="9216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56" extrusionOk="0">
                    <a:moveTo>
                      <a:pt x="102" y="179"/>
                    </a:moveTo>
                    <a:cubicBezTo>
                      <a:pt x="103" y="176"/>
                      <a:pt x="103" y="172"/>
                      <a:pt x="105" y="168"/>
                    </a:cubicBezTo>
                    <a:cubicBezTo>
                      <a:pt x="103" y="169"/>
                      <a:pt x="103" y="171"/>
                      <a:pt x="102" y="172"/>
                    </a:cubicBezTo>
                    <a:cubicBezTo>
                      <a:pt x="102" y="174"/>
                      <a:pt x="102" y="176"/>
                      <a:pt x="102" y="178"/>
                    </a:cubicBezTo>
                    <a:cubicBezTo>
                      <a:pt x="102" y="179"/>
                      <a:pt x="102" y="179"/>
                      <a:pt x="102" y="179"/>
                    </a:cubicBezTo>
                    <a:moveTo>
                      <a:pt x="27" y="213"/>
                    </a:moveTo>
                    <a:lnTo>
                      <a:pt x="28" y="213"/>
                    </a:lnTo>
                    <a:cubicBezTo>
                      <a:pt x="29" y="213"/>
                      <a:pt x="29" y="213"/>
                      <a:pt x="30" y="213"/>
                    </a:cubicBezTo>
                    <a:cubicBezTo>
                      <a:pt x="31" y="212"/>
                      <a:pt x="32" y="212"/>
                      <a:pt x="34" y="212"/>
                    </a:cubicBezTo>
                    <a:cubicBezTo>
                      <a:pt x="35" y="211"/>
                      <a:pt x="37" y="210"/>
                      <a:pt x="38" y="209"/>
                    </a:cubicBezTo>
                    <a:cubicBezTo>
                      <a:pt x="41" y="207"/>
                      <a:pt x="43" y="205"/>
                      <a:pt x="45" y="204"/>
                    </a:cubicBezTo>
                    <a:cubicBezTo>
                      <a:pt x="50" y="200"/>
                      <a:pt x="55" y="195"/>
                      <a:pt x="59" y="191"/>
                    </a:cubicBezTo>
                    <a:cubicBezTo>
                      <a:pt x="65" y="183"/>
                      <a:pt x="71" y="176"/>
                      <a:pt x="77" y="168"/>
                    </a:cubicBezTo>
                    <a:cubicBezTo>
                      <a:pt x="77" y="167"/>
                      <a:pt x="77" y="167"/>
                      <a:pt x="77" y="166"/>
                    </a:cubicBezTo>
                    <a:cubicBezTo>
                      <a:pt x="76" y="165"/>
                      <a:pt x="76" y="163"/>
                      <a:pt x="76" y="162"/>
                    </a:cubicBezTo>
                    <a:cubicBezTo>
                      <a:pt x="75" y="160"/>
                      <a:pt x="75" y="160"/>
                      <a:pt x="74" y="159"/>
                    </a:cubicBezTo>
                    <a:cubicBezTo>
                      <a:pt x="74" y="158"/>
                      <a:pt x="73" y="157"/>
                      <a:pt x="73" y="156"/>
                    </a:cubicBezTo>
                    <a:cubicBezTo>
                      <a:pt x="72" y="155"/>
                      <a:pt x="72" y="155"/>
                      <a:pt x="71" y="154"/>
                    </a:cubicBezTo>
                    <a:lnTo>
                      <a:pt x="71" y="155"/>
                    </a:lnTo>
                    <a:cubicBezTo>
                      <a:pt x="71" y="154"/>
                      <a:pt x="71" y="154"/>
                      <a:pt x="71" y="153"/>
                    </a:cubicBezTo>
                    <a:cubicBezTo>
                      <a:pt x="70" y="153"/>
                      <a:pt x="70" y="153"/>
                      <a:pt x="70" y="152"/>
                    </a:cubicBezTo>
                    <a:cubicBezTo>
                      <a:pt x="69" y="152"/>
                      <a:pt x="69" y="152"/>
                      <a:pt x="69" y="152"/>
                    </a:cubicBezTo>
                    <a:cubicBezTo>
                      <a:pt x="68" y="152"/>
                      <a:pt x="68" y="152"/>
                      <a:pt x="67" y="152"/>
                    </a:cubicBezTo>
                    <a:cubicBezTo>
                      <a:pt x="67" y="151"/>
                      <a:pt x="67" y="151"/>
                      <a:pt x="66" y="151"/>
                    </a:cubicBezTo>
                    <a:lnTo>
                      <a:pt x="65" y="151"/>
                    </a:lnTo>
                    <a:cubicBezTo>
                      <a:pt x="64" y="151"/>
                      <a:pt x="64" y="151"/>
                      <a:pt x="63" y="151"/>
                    </a:cubicBezTo>
                    <a:lnTo>
                      <a:pt x="62" y="151"/>
                    </a:lnTo>
                    <a:cubicBezTo>
                      <a:pt x="62" y="151"/>
                      <a:pt x="61" y="151"/>
                      <a:pt x="60" y="152"/>
                    </a:cubicBezTo>
                    <a:cubicBezTo>
                      <a:pt x="59" y="152"/>
                      <a:pt x="58" y="152"/>
                      <a:pt x="57" y="153"/>
                    </a:cubicBezTo>
                    <a:cubicBezTo>
                      <a:pt x="56" y="153"/>
                      <a:pt x="55" y="153"/>
                      <a:pt x="55" y="154"/>
                    </a:cubicBezTo>
                    <a:cubicBezTo>
                      <a:pt x="53" y="155"/>
                      <a:pt x="52" y="156"/>
                      <a:pt x="51" y="156"/>
                    </a:cubicBezTo>
                    <a:cubicBezTo>
                      <a:pt x="49" y="158"/>
                      <a:pt x="48" y="160"/>
                      <a:pt x="46" y="161"/>
                    </a:cubicBezTo>
                    <a:cubicBezTo>
                      <a:pt x="44" y="164"/>
                      <a:pt x="42" y="166"/>
                      <a:pt x="39" y="169"/>
                    </a:cubicBezTo>
                    <a:cubicBezTo>
                      <a:pt x="37" y="173"/>
                      <a:pt x="35" y="176"/>
                      <a:pt x="33" y="180"/>
                    </a:cubicBezTo>
                    <a:cubicBezTo>
                      <a:pt x="31" y="183"/>
                      <a:pt x="30" y="187"/>
                      <a:pt x="28" y="190"/>
                    </a:cubicBezTo>
                    <a:cubicBezTo>
                      <a:pt x="27" y="194"/>
                      <a:pt x="26" y="198"/>
                      <a:pt x="25" y="201"/>
                    </a:cubicBezTo>
                    <a:cubicBezTo>
                      <a:pt x="25" y="204"/>
                      <a:pt x="25" y="205"/>
                      <a:pt x="25" y="208"/>
                    </a:cubicBezTo>
                    <a:cubicBezTo>
                      <a:pt x="24" y="208"/>
                      <a:pt x="24" y="209"/>
                      <a:pt x="24" y="210"/>
                    </a:cubicBezTo>
                    <a:cubicBezTo>
                      <a:pt x="25" y="211"/>
                      <a:pt x="25" y="211"/>
                      <a:pt x="25" y="212"/>
                    </a:cubicBezTo>
                    <a:cubicBezTo>
                      <a:pt x="25" y="213"/>
                      <a:pt x="25" y="213"/>
                      <a:pt x="25" y="213"/>
                    </a:cubicBezTo>
                    <a:cubicBezTo>
                      <a:pt x="26" y="213"/>
                      <a:pt x="26" y="213"/>
                      <a:pt x="26" y="213"/>
                    </a:cubicBezTo>
                    <a:cubicBezTo>
                      <a:pt x="27" y="213"/>
                      <a:pt x="27" y="213"/>
                      <a:pt x="27" y="213"/>
                    </a:cubicBezTo>
                    <a:moveTo>
                      <a:pt x="100" y="255"/>
                    </a:moveTo>
                    <a:cubicBezTo>
                      <a:pt x="96" y="255"/>
                      <a:pt x="94" y="252"/>
                      <a:pt x="91" y="250"/>
                    </a:cubicBezTo>
                    <a:cubicBezTo>
                      <a:pt x="89" y="247"/>
                      <a:pt x="89" y="243"/>
                      <a:pt x="90" y="239"/>
                    </a:cubicBezTo>
                    <a:cubicBezTo>
                      <a:pt x="91" y="234"/>
                      <a:pt x="92" y="229"/>
                      <a:pt x="93" y="223"/>
                    </a:cubicBezTo>
                    <a:cubicBezTo>
                      <a:pt x="93" y="224"/>
                      <a:pt x="93" y="225"/>
                      <a:pt x="92" y="225"/>
                    </a:cubicBezTo>
                    <a:cubicBezTo>
                      <a:pt x="94" y="222"/>
                      <a:pt x="94" y="218"/>
                      <a:pt x="95" y="215"/>
                    </a:cubicBezTo>
                    <a:cubicBezTo>
                      <a:pt x="96" y="211"/>
                      <a:pt x="96" y="206"/>
                      <a:pt x="98" y="202"/>
                    </a:cubicBezTo>
                    <a:cubicBezTo>
                      <a:pt x="96" y="208"/>
                      <a:pt x="90" y="212"/>
                      <a:pt x="84" y="211"/>
                    </a:cubicBezTo>
                    <a:cubicBezTo>
                      <a:pt x="81" y="211"/>
                      <a:pt x="78" y="209"/>
                      <a:pt x="76" y="207"/>
                    </a:cubicBezTo>
                    <a:cubicBezTo>
                      <a:pt x="67" y="216"/>
                      <a:pt x="58" y="225"/>
                      <a:pt x="47" y="232"/>
                    </a:cubicBezTo>
                    <a:cubicBezTo>
                      <a:pt x="41" y="236"/>
                      <a:pt x="33" y="238"/>
                      <a:pt x="25" y="238"/>
                    </a:cubicBezTo>
                    <a:cubicBezTo>
                      <a:pt x="18" y="238"/>
                      <a:pt x="10" y="234"/>
                      <a:pt x="6" y="229"/>
                    </a:cubicBezTo>
                    <a:cubicBezTo>
                      <a:pt x="4" y="226"/>
                      <a:pt x="3" y="223"/>
                      <a:pt x="2" y="220"/>
                    </a:cubicBezTo>
                    <a:cubicBezTo>
                      <a:pt x="1" y="217"/>
                      <a:pt x="0" y="213"/>
                      <a:pt x="0" y="211"/>
                    </a:cubicBezTo>
                    <a:cubicBezTo>
                      <a:pt x="0" y="207"/>
                      <a:pt x="1" y="203"/>
                      <a:pt x="2" y="200"/>
                    </a:cubicBezTo>
                    <a:cubicBezTo>
                      <a:pt x="2" y="195"/>
                      <a:pt x="3" y="191"/>
                      <a:pt x="5" y="186"/>
                    </a:cubicBezTo>
                    <a:cubicBezTo>
                      <a:pt x="10" y="171"/>
                      <a:pt x="18" y="156"/>
                      <a:pt x="29" y="145"/>
                    </a:cubicBezTo>
                    <a:cubicBezTo>
                      <a:pt x="34" y="139"/>
                      <a:pt x="40" y="134"/>
                      <a:pt x="47" y="131"/>
                    </a:cubicBezTo>
                    <a:cubicBezTo>
                      <a:pt x="54" y="127"/>
                      <a:pt x="62" y="126"/>
                      <a:pt x="70" y="127"/>
                    </a:cubicBezTo>
                    <a:cubicBezTo>
                      <a:pt x="76" y="128"/>
                      <a:pt x="84" y="131"/>
                      <a:pt x="88" y="136"/>
                    </a:cubicBezTo>
                    <a:cubicBezTo>
                      <a:pt x="91" y="138"/>
                      <a:pt x="92" y="141"/>
                      <a:pt x="94" y="144"/>
                    </a:cubicBezTo>
                    <a:cubicBezTo>
                      <a:pt x="96" y="140"/>
                      <a:pt x="99" y="136"/>
                      <a:pt x="101" y="133"/>
                    </a:cubicBezTo>
                    <a:cubicBezTo>
                      <a:pt x="103" y="128"/>
                      <a:pt x="105" y="124"/>
                      <a:pt x="108" y="120"/>
                    </a:cubicBezTo>
                    <a:cubicBezTo>
                      <a:pt x="110" y="116"/>
                      <a:pt x="113" y="112"/>
                      <a:pt x="115" y="108"/>
                    </a:cubicBezTo>
                    <a:lnTo>
                      <a:pt x="115" y="109"/>
                    </a:lnTo>
                    <a:cubicBezTo>
                      <a:pt x="117" y="105"/>
                      <a:pt x="119" y="100"/>
                      <a:pt x="122" y="96"/>
                    </a:cubicBezTo>
                    <a:cubicBezTo>
                      <a:pt x="124" y="85"/>
                      <a:pt x="127" y="75"/>
                      <a:pt x="130" y="65"/>
                    </a:cubicBezTo>
                    <a:cubicBezTo>
                      <a:pt x="132" y="58"/>
                      <a:pt x="135" y="51"/>
                      <a:pt x="137" y="44"/>
                    </a:cubicBezTo>
                    <a:cubicBezTo>
                      <a:pt x="140" y="36"/>
                      <a:pt x="143" y="29"/>
                      <a:pt x="147" y="21"/>
                    </a:cubicBezTo>
                    <a:cubicBezTo>
                      <a:pt x="148" y="18"/>
                      <a:pt x="150" y="14"/>
                      <a:pt x="152" y="11"/>
                    </a:cubicBezTo>
                    <a:cubicBezTo>
                      <a:pt x="154" y="9"/>
                      <a:pt x="155" y="7"/>
                      <a:pt x="157" y="6"/>
                    </a:cubicBezTo>
                    <a:cubicBezTo>
                      <a:pt x="158" y="5"/>
                      <a:pt x="160" y="4"/>
                      <a:pt x="162" y="3"/>
                    </a:cubicBezTo>
                    <a:cubicBezTo>
                      <a:pt x="169" y="0"/>
                      <a:pt x="176" y="5"/>
                      <a:pt x="178" y="11"/>
                    </a:cubicBezTo>
                    <a:cubicBezTo>
                      <a:pt x="179" y="14"/>
                      <a:pt x="179" y="17"/>
                      <a:pt x="179" y="20"/>
                    </a:cubicBezTo>
                    <a:cubicBezTo>
                      <a:pt x="179" y="24"/>
                      <a:pt x="177" y="28"/>
                      <a:pt x="175" y="31"/>
                    </a:cubicBezTo>
                    <a:cubicBezTo>
                      <a:pt x="174" y="34"/>
                      <a:pt x="173" y="37"/>
                      <a:pt x="171" y="40"/>
                    </a:cubicBezTo>
                    <a:cubicBezTo>
                      <a:pt x="168" y="47"/>
                      <a:pt x="166" y="53"/>
                      <a:pt x="163" y="60"/>
                    </a:cubicBezTo>
                    <a:cubicBezTo>
                      <a:pt x="158" y="71"/>
                      <a:pt x="152" y="83"/>
                      <a:pt x="146" y="95"/>
                    </a:cubicBezTo>
                    <a:cubicBezTo>
                      <a:pt x="145" y="96"/>
                      <a:pt x="144" y="99"/>
                      <a:pt x="144" y="100"/>
                    </a:cubicBezTo>
                    <a:cubicBezTo>
                      <a:pt x="139" y="116"/>
                      <a:pt x="135" y="133"/>
                      <a:pt x="131" y="148"/>
                    </a:cubicBezTo>
                    <a:lnTo>
                      <a:pt x="132" y="147"/>
                    </a:lnTo>
                    <a:cubicBezTo>
                      <a:pt x="130" y="155"/>
                      <a:pt x="129" y="162"/>
                      <a:pt x="127" y="170"/>
                    </a:cubicBezTo>
                    <a:lnTo>
                      <a:pt x="127" y="169"/>
                    </a:lnTo>
                    <a:cubicBezTo>
                      <a:pt x="122" y="194"/>
                      <a:pt x="117" y="219"/>
                      <a:pt x="114" y="244"/>
                    </a:cubicBezTo>
                    <a:cubicBezTo>
                      <a:pt x="113" y="251"/>
                      <a:pt x="108" y="255"/>
                      <a:pt x="102" y="255"/>
                    </a:cubicBezTo>
                    <a:cubicBezTo>
                      <a:pt x="101" y="255"/>
                      <a:pt x="101" y="255"/>
                      <a:pt x="100" y="2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14"/>
              <p:cNvSpPr/>
              <p:nvPr/>
            </p:nvSpPr>
            <p:spPr>
              <a:xfrm>
                <a:off x="901440" y="498960"/>
                <a:ext cx="38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53" extrusionOk="0">
                    <a:moveTo>
                      <a:pt x="16" y="148"/>
                    </a:moveTo>
                    <a:cubicBezTo>
                      <a:pt x="11" y="145"/>
                      <a:pt x="6" y="141"/>
                      <a:pt x="3" y="136"/>
                    </a:cubicBezTo>
                    <a:cubicBezTo>
                      <a:pt x="2" y="133"/>
                      <a:pt x="1" y="131"/>
                      <a:pt x="0" y="128"/>
                    </a:cubicBezTo>
                    <a:cubicBezTo>
                      <a:pt x="0" y="124"/>
                      <a:pt x="0" y="122"/>
                      <a:pt x="1" y="119"/>
                    </a:cubicBezTo>
                    <a:cubicBezTo>
                      <a:pt x="2" y="108"/>
                      <a:pt x="11" y="101"/>
                      <a:pt x="18" y="93"/>
                    </a:cubicBezTo>
                    <a:cubicBezTo>
                      <a:pt x="21" y="90"/>
                      <a:pt x="24" y="86"/>
                      <a:pt x="28" y="83"/>
                    </a:cubicBezTo>
                    <a:cubicBezTo>
                      <a:pt x="36" y="75"/>
                      <a:pt x="44" y="67"/>
                      <a:pt x="53" y="59"/>
                    </a:cubicBezTo>
                    <a:cubicBezTo>
                      <a:pt x="55" y="55"/>
                      <a:pt x="59" y="51"/>
                      <a:pt x="62" y="47"/>
                    </a:cubicBezTo>
                    <a:cubicBezTo>
                      <a:pt x="64" y="45"/>
                      <a:pt x="65" y="42"/>
                      <a:pt x="67" y="39"/>
                    </a:cubicBezTo>
                    <a:cubicBezTo>
                      <a:pt x="67" y="38"/>
                      <a:pt x="68" y="37"/>
                      <a:pt x="68" y="36"/>
                    </a:cubicBezTo>
                    <a:cubicBezTo>
                      <a:pt x="68" y="35"/>
                      <a:pt x="69" y="34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0"/>
                      <a:pt x="69" y="29"/>
                      <a:pt x="69" y="28"/>
                    </a:cubicBezTo>
                    <a:lnTo>
                      <a:pt x="69" y="27"/>
                    </a:lnTo>
                    <a:cubicBezTo>
                      <a:pt x="69" y="26"/>
                      <a:pt x="69" y="26"/>
                      <a:pt x="69" y="26"/>
                    </a:cubicBezTo>
                    <a:lnTo>
                      <a:pt x="69" y="25"/>
                    </a:ln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6" y="24"/>
                      <a:pt x="66" y="24"/>
                      <a:pt x="65" y="24"/>
                    </a:cubicBezTo>
                    <a:cubicBezTo>
                      <a:pt x="64" y="24"/>
                      <a:pt x="62" y="24"/>
                      <a:pt x="61" y="24"/>
                    </a:cubicBezTo>
                    <a:cubicBezTo>
                      <a:pt x="60" y="24"/>
                      <a:pt x="59" y="24"/>
                      <a:pt x="58" y="24"/>
                    </a:cubicBezTo>
                    <a:cubicBezTo>
                      <a:pt x="59" y="27"/>
                      <a:pt x="59" y="29"/>
                      <a:pt x="58" y="31"/>
                    </a:cubicBezTo>
                    <a:cubicBezTo>
                      <a:pt x="57" y="38"/>
                      <a:pt x="50" y="42"/>
                      <a:pt x="43" y="40"/>
                    </a:cubicBezTo>
                    <a:cubicBezTo>
                      <a:pt x="41" y="39"/>
                      <a:pt x="39" y="39"/>
                      <a:pt x="37" y="38"/>
                    </a:cubicBezTo>
                    <a:cubicBezTo>
                      <a:pt x="35" y="37"/>
                      <a:pt x="32" y="36"/>
                      <a:pt x="30" y="35"/>
                    </a:cubicBezTo>
                    <a:cubicBezTo>
                      <a:pt x="28" y="34"/>
                      <a:pt x="26" y="31"/>
                      <a:pt x="25" y="29"/>
                    </a:cubicBezTo>
                    <a:cubicBezTo>
                      <a:pt x="22" y="24"/>
                      <a:pt x="23" y="18"/>
                      <a:pt x="26" y="14"/>
                    </a:cubicBezTo>
                    <a:cubicBezTo>
                      <a:pt x="29" y="9"/>
                      <a:pt x="35" y="6"/>
                      <a:pt x="40" y="3"/>
                    </a:cubicBezTo>
                    <a:cubicBezTo>
                      <a:pt x="45" y="2"/>
                      <a:pt x="51" y="0"/>
                      <a:pt x="57" y="0"/>
                    </a:cubicBezTo>
                    <a:cubicBezTo>
                      <a:pt x="60" y="0"/>
                      <a:pt x="63" y="0"/>
                      <a:pt x="67" y="0"/>
                    </a:cubicBezTo>
                    <a:cubicBezTo>
                      <a:pt x="71" y="0"/>
                      <a:pt x="74" y="1"/>
                      <a:pt x="78" y="2"/>
                    </a:cubicBezTo>
                    <a:cubicBezTo>
                      <a:pt x="83" y="5"/>
                      <a:pt x="88" y="9"/>
                      <a:pt x="90" y="14"/>
                    </a:cubicBezTo>
                    <a:cubicBezTo>
                      <a:pt x="92" y="16"/>
                      <a:pt x="93" y="20"/>
                      <a:pt x="93" y="23"/>
                    </a:cubicBezTo>
                    <a:cubicBezTo>
                      <a:pt x="94" y="26"/>
                      <a:pt x="94" y="30"/>
                      <a:pt x="94" y="33"/>
                    </a:cubicBezTo>
                    <a:cubicBezTo>
                      <a:pt x="92" y="46"/>
                      <a:pt x="85" y="58"/>
                      <a:pt x="76" y="67"/>
                    </a:cubicBezTo>
                    <a:cubicBezTo>
                      <a:pt x="71" y="74"/>
                      <a:pt x="65" y="80"/>
                      <a:pt x="58" y="86"/>
                    </a:cubicBezTo>
                    <a:cubicBezTo>
                      <a:pt x="51" y="94"/>
                      <a:pt x="43" y="101"/>
                      <a:pt x="36" y="108"/>
                    </a:cubicBezTo>
                    <a:lnTo>
                      <a:pt x="36" y="109"/>
                    </a:lnTo>
                    <a:lnTo>
                      <a:pt x="35" y="109"/>
                    </a:lnTo>
                    <a:cubicBezTo>
                      <a:pt x="34" y="110"/>
                      <a:pt x="33" y="112"/>
                      <a:pt x="32" y="112"/>
                    </a:cubicBezTo>
                    <a:lnTo>
                      <a:pt x="33" y="112"/>
                    </a:lnTo>
                    <a:cubicBezTo>
                      <a:pt x="31" y="114"/>
                      <a:pt x="29" y="116"/>
                      <a:pt x="27" y="118"/>
                    </a:cubicBezTo>
                    <a:cubicBezTo>
                      <a:pt x="27" y="119"/>
                      <a:pt x="26" y="120"/>
                      <a:pt x="26" y="121"/>
                    </a:cubicBezTo>
                    <a:cubicBezTo>
                      <a:pt x="26" y="120"/>
                      <a:pt x="26" y="120"/>
                      <a:pt x="26" y="119"/>
                    </a:cubicBezTo>
                    <a:cubicBezTo>
                      <a:pt x="26" y="120"/>
                      <a:pt x="25" y="121"/>
                      <a:pt x="25" y="122"/>
                    </a:cubicBezTo>
                    <a:cubicBezTo>
                      <a:pt x="25" y="123"/>
                      <a:pt x="25" y="123"/>
                      <a:pt x="25" y="123"/>
                    </a:cubicBezTo>
                    <a:lnTo>
                      <a:pt x="25" y="124"/>
                    </a:lnTo>
                    <a:lnTo>
                      <a:pt x="25" y="125"/>
                    </a:lnTo>
                    <a:cubicBezTo>
                      <a:pt x="26" y="125"/>
                      <a:pt x="26" y="126"/>
                      <a:pt x="27" y="126"/>
                    </a:cubicBezTo>
                    <a:cubicBezTo>
                      <a:pt x="26" y="126"/>
                      <a:pt x="26" y="126"/>
                      <a:pt x="26" y="126"/>
                    </a:cubicBez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cubicBezTo>
                      <a:pt x="26" y="126"/>
                      <a:pt x="26" y="126"/>
                      <a:pt x="26" y="125"/>
                    </a:cubicBezTo>
                    <a:cubicBezTo>
                      <a:pt x="26" y="126"/>
                      <a:pt x="27" y="126"/>
                      <a:pt x="28" y="126"/>
                    </a:cubicBezTo>
                    <a:cubicBezTo>
                      <a:pt x="28" y="126"/>
                      <a:pt x="29" y="126"/>
                      <a:pt x="30" y="127"/>
                    </a:cubicBezTo>
                    <a:cubicBezTo>
                      <a:pt x="32" y="127"/>
                      <a:pt x="33" y="127"/>
                      <a:pt x="35" y="127"/>
                    </a:cubicBezTo>
                    <a:cubicBezTo>
                      <a:pt x="37" y="127"/>
                      <a:pt x="40" y="127"/>
                      <a:pt x="43" y="127"/>
                    </a:cubicBezTo>
                    <a:cubicBezTo>
                      <a:pt x="47" y="127"/>
                      <a:pt x="53" y="126"/>
                      <a:pt x="58" y="126"/>
                    </a:cubicBezTo>
                    <a:cubicBezTo>
                      <a:pt x="68" y="123"/>
                      <a:pt x="79" y="120"/>
                      <a:pt x="90" y="117"/>
                    </a:cubicBezTo>
                    <a:cubicBezTo>
                      <a:pt x="96" y="115"/>
                      <a:pt x="103" y="119"/>
                      <a:pt x="104" y="126"/>
                    </a:cubicBezTo>
                    <a:cubicBezTo>
                      <a:pt x="106" y="133"/>
                      <a:pt x="102" y="139"/>
                      <a:pt x="96" y="141"/>
                    </a:cubicBezTo>
                    <a:cubicBezTo>
                      <a:pt x="82" y="144"/>
                      <a:pt x="69" y="148"/>
                      <a:pt x="55" y="150"/>
                    </a:cubicBezTo>
                    <a:cubicBezTo>
                      <a:pt x="50" y="151"/>
                      <a:pt x="44" y="152"/>
                      <a:pt x="39" y="152"/>
                    </a:cubicBezTo>
                    <a:cubicBezTo>
                      <a:pt x="31" y="152"/>
                      <a:pt x="23" y="151"/>
                      <a:pt x="16" y="1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14"/>
              <p:cNvSpPr/>
              <p:nvPr/>
            </p:nvSpPr>
            <p:spPr>
              <a:xfrm>
                <a:off x="885600" y="520920"/>
                <a:ext cx="4428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42" extrusionOk="0">
                    <a:moveTo>
                      <a:pt x="12" y="40"/>
                    </a:moveTo>
                    <a:cubicBezTo>
                      <a:pt x="5" y="38"/>
                      <a:pt x="0" y="30"/>
                      <a:pt x="3" y="23"/>
                    </a:cubicBezTo>
                    <a:cubicBezTo>
                      <a:pt x="6" y="17"/>
                      <a:pt x="12" y="15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34" y="15"/>
                      <a:pt x="46" y="12"/>
                      <a:pt x="60" y="10"/>
                    </a:cubicBezTo>
                    <a:cubicBezTo>
                      <a:pt x="74" y="8"/>
                      <a:pt x="88" y="5"/>
                      <a:pt x="102" y="2"/>
                    </a:cubicBezTo>
                    <a:lnTo>
                      <a:pt x="101" y="2"/>
                    </a:lnTo>
                    <a:cubicBezTo>
                      <a:pt x="103" y="2"/>
                      <a:pt x="105" y="2"/>
                      <a:pt x="107" y="1"/>
                    </a:cubicBezTo>
                    <a:cubicBezTo>
                      <a:pt x="113" y="0"/>
                      <a:pt x="119" y="3"/>
                      <a:pt x="121" y="9"/>
                    </a:cubicBezTo>
                    <a:cubicBezTo>
                      <a:pt x="122" y="15"/>
                      <a:pt x="119" y="22"/>
                      <a:pt x="113" y="23"/>
                    </a:cubicBezTo>
                    <a:cubicBezTo>
                      <a:pt x="96" y="27"/>
                      <a:pt x="79" y="30"/>
                      <a:pt x="62" y="34"/>
                    </a:cubicBezTo>
                    <a:cubicBezTo>
                      <a:pt x="55" y="35"/>
                      <a:pt x="48" y="37"/>
                      <a:pt x="40" y="38"/>
                    </a:cubicBezTo>
                    <a:cubicBezTo>
                      <a:pt x="37" y="38"/>
                      <a:pt x="32" y="39"/>
                      <a:pt x="28" y="40"/>
                    </a:cubicBezTo>
                    <a:cubicBezTo>
                      <a:pt x="27" y="40"/>
                      <a:pt x="25" y="40"/>
                      <a:pt x="23" y="40"/>
                    </a:cubicBezTo>
                    <a:cubicBezTo>
                      <a:pt x="21" y="41"/>
                      <a:pt x="18" y="41"/>
                      <a:pt x="17" y="41"/>
                    </a:cubicBezTo>
                    <a:cubicBezTo>
                      <a:pt x="15" y="41"/>
                      <a:pt x="13" y="41"/>
                      <a:pt x="12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14"/>
              <p:cNvSpPr/>
              <p:nvPr/>
            </p:nvSpPr>
            <p:spPr>
              <a:xfrm>
                <a:off x="1006200" y="502200"/>
                <a:ext cx="2592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28" extrusionOk="0">
                    <a:moveTo>
                      <a:pt x="4" y="23"/>
                    </a:moveTo>
                    <a:cubicBezTo>
                      <a:pt x="0" y="19"/>
                      <a:pt x="0" y="14"/>
                      <a:pt x="2" y="9"/>
                    </a:cubicBezTo>
                    <a:cubicBezTo>
                      <a:pt x="3" y="7"/>
                      <a:pt x="4" y="5"/>
                      <a:pt x="6" y="4"/>
                    </a:cubicBezTo>
                    <a:cubicBezTo>
                      <a:pt x="9" y="2"/>
                      <a:pt x="12" y="1"/>
                      <a:pt x="16" y="2"/>
                    </a:cubicBezTo>
                    <a:cubicBezTo>
                      <a:pt x="23" y="2"/>
                      <a:pt x="29" y="1"/>
                      <a:pt x="36" y="1"/>
                    </a:cubicBezTo>
                    <a:cubicBezTo>
                      <a:pt x="44" y="1"/>
                      <a:pt x="51" y="0"/>
                      <a:pt x="59" y="0"/>
                    </a:cubicBezTo>
                    <a:cubicBezTo>
                      <a:pt x="65" y="0"/>
                      <a:pt x="71" y="6"/>
                      <a:pt x="71" y="12"/>
                    </a:cubicBezTo>
                    <a:cubicBezTo>
                      <a:pt x="71" y="19"/>
                      <a:pt x="65" y="24"/>
                      <a:pt x="59" y="24"/>
                    </a:cubicBezTo>
                    <a:cubicBezTo>
                      <a:pt x="54" y="25"/>
                      <a:pt x="50" y="25"/>
                      <a:pt x="46" y="25"/>
                    </a:cubicBezTo>
                    <a:cubicBezTo>
                      <a:pt x="40" y="25"/>
                      <a:pt x="35" y="25"/>
                      <a:pt x="29" y="26"/>
                    </a:cubicBezTo>
                    <a:cubicBezTo>
                      <a:pt x="26" y="26"/>
                      <a:pt x="23" y="26"/>
                      <a:pt x="20" y="27"/>
                    </a:cubicBezTo>
                    <a:cubicBezTo>
                      <a:pt x="19" y="27"/>
                      <a:pt x="17" y="27"/>
                      <a:pt x="16" y="27"/>
                    </a:cubicBezTo>
                    <a:cubicBezTo>
                      <a:pt x="12" y="27"/>
                      <a:pt x="7" y="26"/>
                      <a:pt x="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14"/>
              <p:cNvSpPr/>
              <p:nvPr/>
            </p:nvSpPr>
            <p:spPr>
              <a:xfrm>
                <a:off x="1006200" y="516960"/>
                <a:ext cx="399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5" extrusionOk="0">
                    <a:moveTo>
                      <a:pt x="10" y="33"/>
                    </a:moveTo>
                    <a:cubicBezTo>
                      <a:pt x="4" y="31"/>
                      <a:pt x="0" y="24"/>
                      <a:pt x="2" y="17"/>
                    </a:cubicBezTo>
                    <a:cubicBezTo>
                      <a:pt x="4" y="11"/>
                      <a:pt x="11" y="6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3" y="9"/>
                      <a:pt x="26" y="9"/>
                      <a:pt x="29" y="9"/>
                    </a:cubicBezTo>
                    <a:cubicBezTo>
                      <a:pt x="28" y="9"/>
                      <a:pt x="28" y="9"/>
                      <a:pt x="27" y="9"/>
                    </a:cubicBezTo>
                    <a:cubicBezTo>
                      <a:pt x="38" y="9"/>
                      <a:pt x="49" y="7"/>
                      <a:pt x="60" y="6"/>
                    </a:cubicBezTo>
                    <a:cubicBezTo>
                      <a:pt x="73" y="4"/>
                      <a:pt x="85" y="3"/>
                      <a:pt x="97" y="1"/>
                    </a:cubicBezTo>
                    <a:cubicBezTo>
                      <a:pt x="103" y="0"/>
                      <a:pt x="109" y="5"/>
                      <a:pt x="109" y="11"/>
                    </a:cubicBezTo>
                    <a:cubicBezTo>
                      <a:pt x="110" y="17"/>
                      <a:pt x="106" y="23"/>
                      <a:pt x="100" y="24"/>
                    </a:cubicBezTo>
                    <a:cubicBezTo>
                      <a:pt x="87" y="26"/>
                      <a:pt x="74" y="27"/>
                      <a:pt x="62" y="29"/>
                    </a:cubicBezTo>
                    <a:cubicBezTo>
                      <a:pt x="55" y="30"/>
                      <a:pt x="49" y="31"/>
                      <a:pt x="43" y="32"/>
                    </a:cubicBezTo>
                    <a:cubicBezTo>
                      <a:pt x="39" y="33"/>
                      <a:pt x="35" y="33"/>
                      <a:pt x="31" y="33"/>
                    </a:cubicBezTo>
                    <a:cubicBezTo>
                      <a:pt x="27" y="34"/>
                      <a:pt x="24" y="34"/>
                      <a:pt x="20" y="34"/>
                    </a:cubicBezTo>
                    <a:cubicBezTo>
                      <a:pt x="17" y="34"/>
                      <a:pt x="14" y="34"/>
                      <a:pt x="10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9" name="Google Shape;1149;p14"/>
            <p:cNvGrpSpPr/>
            <p:nvPr/>
          </p:nvGrpSpPr>
          <p:grpSpPr>
            <a:xfrm>
              <a:off x="7006130" y="4604012"/>
              <a:ext cx="2501532" cy="631966"/>
              <a:chOff x="720" y="669960"/>
              <a:chExt cx="1162800" cy="293760"/>
            </a:xfrm>
          </p:grpSpPr>
          <p:sp>
            <p:nvSpPr>
              <p:cNvPr id="1150" name="Google Shape;1150;p14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14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14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14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14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14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14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14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14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14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14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14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14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14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14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14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14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14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14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14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14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14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14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14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14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14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14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14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14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14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14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14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14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14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14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14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14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14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14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14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14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14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14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14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94" name="Google Shape;1194;p14"/>
            <p:cNvGrpSpPr/>
            <p:nvPr/>
          </p:nvGrpSpPr>
          <p:grpSpPr>
            <a:xfrm>
              <a:off x="8010849" y="-266677"/>
              <a:ext cx="1352996" cy="945625"/>
              <a:chOff x="2379960" y="470880"/>
              <a:chExt cx="628920" cy="439560"/>
            </a:xfrm>
          </p:grpSpPr>
          <p:sp>
            <p:nvSpPr>
              <p:cNvPr id="1195" name="Google Shape;1195;p14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14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14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14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14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14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14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14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14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14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14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14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14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14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14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14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14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14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14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14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14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14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14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14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14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14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14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14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14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14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14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14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14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14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14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14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14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14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14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14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14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14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14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14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14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14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14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14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14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14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14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6" name="Google Shape;1246;p14"/>
            <p:cNvGrpSpPr/>
            <p:nvPr/>
          </p:nvGrpSpPr>
          <p:grpSpPr>
            <a:xfrm>
              <a:off x="4021187" y="4603993"/>
              <a:ext cx="1517957" cy="954145"/>
              <a:chOff x="7180" y="3374638"/>
              <a:chExt cx="705600" cy="443520"/>
            </a:xfrm>
          </p:grpSpPr>
          <p:sp>
            <p:nvSpPr>
              <p:cNvPr id="1247" name="Google Shape;1247;p14"/>
              <p:cNvSpPr/>
              <p:nvPr/>
            </p:nvSpPr>
            <p:spPr>
              <a:xfrm>
                <a:off x="116260" y="3465357"/>
                <a:ext cx="7560" cy="349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970" extrusionOk="0">
                    <a:moveTo>
                      <a:pt x="9" y="969"/>
                    </a:moveTo>
                    <a:cubicBezTo>
                      <a:pt x="4" y="969"/>
                      <a:pt x="0" y="964"/>
                      <a:pt x="0" y="95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958"/>
                      <a:pt x="20" y="958"/>
                      <a:pt x="20" y="958"/>
                    </a:cubicBezTo>
                    <a:cubicBezTo>
                      <a:pt x="20" y="964"/>
                      <a:pt x="15" y="969"/>
                      <a:pt x="9" y="9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14"/>
              <p:cNvSpPr/>
              <p:nvPr/>
            </p:nvSpPr>
            <p:spPr>
              <a:xfrm>
                <a:off x="122740" y="3800158"/>
                <a:ext cx="5029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50" extrusionOk="0">
                    <a:moveTo>
                      <a:pt x="490" y="49"/>
                    </a:moveTo>
                    <a:cubicBezTo>
                      <a:pt x="326" y="49"/>
                      <a:pt x="167" y="44"/>
                      <a:pt x="10" y="35"/>
                    </a:cubicBezTo>
                    <a:cubicBezTo>
                      <a:pt x="4" y="35"/>
                      <a:pt x="0" y="30"/>
                      <a:pt x="0" y="25"/>
                    </a:cubicBezTo>
                    <a:cubicBezTo>
                      <a:pt x="1" y="19"/>
                      <a:pt x="5" y="15"/>
                      <a:pt x="11" y="15"/>
                    </a:cubicBezTo>
                    <a:cubicBezTo>
                      <a:pt x="396" y="36"/>
                      <a:pt x="797" y="32"/>
                      <a:pt x="1237" y="0"/>
                    </a:cubicBezTo>
                    <a:cubicBezTo>
                      <a:pt x="1386" y="0"/>
                      <a:pt x="1386" y="0"/>
                      <a:pt x="1386" y="0"/>
                    </a:cubicBezTo>
                    <a:cubicBezTo>
                      <a:pt x="1392" y="0"/>
                      <a:pt x="1396" y="4"/>
                      <a:pt x="1396" y="9"/>
                    </a:cubicBezTo>
                    <a:cubicBezTo>
                      <a:pt x="1396" y="15"/>
                      <a:pt x="1392" y="20"/>
                      <a:pt x="1386" y="20"/>
                    </a:cubicBezTo>
                    <a:cubicBezTo>
                      <a:pt x="1238" y="20"/>
                      <a:pt x="1238" y="20"/>
                      <a:pt x="1238" y="20"/>
                    </a:cubicBezTo>
                    <a:cubicBezTo>
                      <a:pt x="976" y="39"/>
                      <a:pt x="728" y="49"/>
                      <a:pt x="490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14"/>
              <p:cNvSpPr/>
              <p:nvPr/>
            </p:nvSpPr>
            <p:spPr>
              <a:xfrm>
                <a:off x="123100" y="3478678"/>
                <a:ext cx="443160" cy="309600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860" extrusionOk="0">
                    <a:moveTo>
                      <a:pt x="11" y="859"/>
                    </a:moveTo>
                    <a:cubicBezTo>
                      <a:pt x="9" y="859"/>
                      <a:pt x="6" y="858"/>
                      <a:pt x="4" y="856"/>
                    </a:cubicBezTo>
                    <a:cubicBezTo>
                      <a:pt x="0" y="852"/>
                      <a:pt x="0" y="846"/>
                      <a:pt x="4" y="842"/>
                    </a:cubicBezTo>
                    <a:cubicBezTo>
                      <a:pt x="363" y="502"/>
                      <a:pt x="771" y="220"/>
                      <a:pt x="1214" y="3"/>
                    </a:cubicBezTo>
                    <a:cubicBezTo>
                      <a:pt x="1219" y="0"/>
                      <a:pt x="1225" y="2"/>
                      <a:pt x="1227" y="7"/>
                    </a:cubicBezTo>
                    <a:cubicBezTo>
                      <a:pt x="1230" y="12"/>
                      <a:pt x="1228" y="18"/>
                      <a:pt x="1223" y="21"/>
                    </a:cubicBezTo>
                    <a:cubicBezTo>
                      <a:pt x="781" y="237"/>
                      <a:pt x="376" y="519"/>
                      <a:pt x="18" y="856"/>
                    </a:cubicBezTo>
                    <a:cubicBezTo>
                      <a:pt x="17" y="859"/>
                      <a:pt x="14" y="859"/>
                      <a:pt x="11" y="8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14"/>
              <p:cNvSpPr/>
              <p:nvPr/>
            </p:nvSpPr>
            <p:spPr>
              <a:xfrm>
                <a:off x="479140" y="3471838"/>
                <a:ext cx="106200" cy="882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45" extrusionOk="0">
                    <a:moveTo>
                      <a:pt x="155" y="244"/>
                    </a:moveTo>
                    <a:cubicBezTo>
                      <a:pt x="153" y="244"/>
                      <a:pt x="151" y="243"/>
                      <a:pt x="149" y="243"/>
                    </a:cubicBezTo>
                    <a:cubicBezTo>
                      <a:pt x="145" y="240"/>
                      <a:pt x="143" y="233"/>
                      <a:pt x="146" y="229"/>
                    </a:cubicBezTo>
                    <a:cubicBezTo>
                      <a:pt x="265" y="22"/>
                      <a:pt x="265" y="22"/>
                      <a:pt x="265" y="22"/>
                    </a:cubicBezTo>
                    <a:cubicBezTo>
                      <a:pt x="256" y="23"/>
                      <a:pt x="248" y="23"/>
                      <a:pt x="239" y="24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0" y="98"/>
                      <a:pt x="5" y="96"/>
                      <a:pt x="2" y="91"/>
                    </a:cubicBezTo>
                    <a:cubicBezTo>
                      <a:pt x="0" y="87"/>
                      <a:pt x="2" y="81"/>
                      <a:pt x="7" y="78"/>
                    </a:cubicBezTo>
                    <a:cubicBezTo>
                      <a:pt x="76" y="36"/>
                      <a:pt x="154" y="11"/>
                      <a:pt x="235" y="4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51" y="1"/>
                      <a:pt x="254" y="3"/>
                    </a:cubicBezTo>
                    <a:cubicBezTo>
                      <a:pt x="263" y="2"/>
                      <a:pt x="273" y="2"/>
                      <a:pt x="283" y="2"/>
                    </a:cubicBezTo>
                    <a:cubicBezTo>
                      <a:pt x="287" y="2"/>
                      <a:pt x="290" y="4"/>
                      <a:pt x="292" y="7"/>
                    </a:cubicBezTo>
                    <a:cubicBezTo>
                      <a:pt x="294" y="10"/>
                      <a:pt x="294" y="14"/>
                      <a:pt x="292" y="17"/>
                    </a:cubicBezTo>
                    <a:cubicBezTo>
                      <a:pt x="163" y="239"/>
                      <a:pt x="163" y="239"/>
                      <a:pt x="163" y="239"/>
                    </a:cubicBezTo>
                    <a:cubicBezTo>
                      <a:pt x="162" y="242"/>
                      <a:pt x="158" y="244"/>
                      <a:pt x="155" y="2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14"/>
              <p:cNvSpPr/>
              <p:nvPr/>
            </p:nvSpPr>
            <p:spPr>
              <a:xfrm>
                <a:off x="222820" y="3725998"/>
                <a:ext cx="32400" cy="8856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46" extrusionOk="0">
                    <a:moveTo>
                      <a:pt x="66" y="245"/>
                    </a:moveTo>
                    <a:lnTo>
                      <a:pt x="65" y="244"/>
                    </a:lnTo>
                    <a:cubicBezTo>
                      <a:pt x="60" y="243"/>
                      <a:pt x="56" y="238"/>
                      <a:pt x="57" y="233"/>
                    </a:cubicBezTo>
                    <a:cubicBezTo>
                      <a:pt x="68" y="157"/>
                      <a:pt x="48" y="79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0"/>
                      <a:pt x="19" y="5"/>
                    </a:cubicBezTo>
                    <a:cubicBezTo>
                      <a:pt x="68" y="71"/>
                      <a:pt x="89" y="155"/>
                      <a:pt x="76" y="236"/>
                    </a:cubicBezTo>
                    <a:cubicBezTo>
                      <a:pt x="76" y="241"/>
                      <a:pt x="72" y="245"/>
                      <a:pt x="66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14"/>
              <p:cNvSpPr/>
              <p:nvPr/>
            </p:nvSpPr>
            <p:spPr>
              <a:xfrm>
                <a:off x="298780" y="3663718"/>
                <a:ext cx="612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39" extrusionOk="0">
                    <a:moveTo>
                      <a:pt x="71" y="138"/>
                    </a:moveTo>
                    <a:cubicBezTo>
                      <a:pt x="46" y="138"/>
                      <a:pt x="21" y="128"/>
                      <a:pt x="4" y="110"/>
                    </a:cubicBezTo>
                    <a:cubicBezTo>
                      <a:pt x="0" y="106"/>
                      <a:pt x="0" y="100"/>
                      <a:pt x="4" y="96"/>
                    </a:cubicBezTo>
                    <a:cubicBezTo>
                      <a:pt x="8" y="92"/>
                      <a:pt x="15" y="92"/>
                      <a:pt x="19" y="96"/>
                    </a:cubicBezTo>
                    <a:cubicBezTo>
                      <a:pt x="40" y="119"/>
                      <a:pt x="79" y="124"/>
                      <a:pt x="106" y="109"/>
                    </a:cubicBezTo>
                    <a:cubicBezTo>
                      <a:pt x="132" y="93"/>
                      <a:pt x="146" y="59"/>
                      <a:pt x="139" y="29"/>
                    </a:cubicBezTo>
                    <a:cubicBezTo>
                      <a:pt x="121" y="20"/>
                      <a:pt x="101" y="28"/>
                      <a:pt x="89" y="38"/>
                    </a:cubicBezTo>
                    <a:cubicBezTo>
                      <a:pt x="75" y="49"/>
                      <a:pt x="62" y="68"/>
                      <a:pt x="71" y="88"/>
                    </a:cubicBezTo>
                    <a:cubicBezTo>
                      <a:pt x="73" y="94"/>
                      <a:pt x="70" y="99"/>
                      <a:pt x="65" y="101"/>
                    </a:cubicBezTo>
                    <a:cubicBezTo>
                      <a:pt x="59" y="103"/>
                      <a:pt x="54" y="101"/>
                      <a:pt x="52" y="96"/>
                    </a:cubicBezTo>
                    <a:cubicBezTo>
                      <a:pt x="42" y="71"/>
                      <a:pt x="51" y="42"/>
                      <a:pt x="76" y="22"/>
                    </a:cubicBezTo>
                    <a:cubicBezTo>
                      <a:pt x="101" y="3"/>
                      <a:pt x="131" y="0"/>
                      <a:pt x="153" y="15"/>
                    </a:cubicBezTo>
                    <a:cubicBezTo>
                      <a:pt x="155" y="16"/>
                      <a:pt x="156" y="18"/>
                      <a:pt x="157" y="20"/>
                    </a:cubicBezTo>
                    <a:cubicBezTo>
                      <a:pt x="169" y="60"/>
                      <a:pt x="151" y="105"/>
                      <a:pt x="116" y="126"/>
                    </a:cubicBezTo>
                    <a:cubicBezTo>
                      <a:pt x="102" y="134"/>
                      <a:pt x="86" y="138"/>
                      <a:pt x="71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14"/>
              <p:cNvSpPr/>
              <p:nvPr/>
            </p:nvSpPr>
            <p:spPr>
              <a:xfrm>
                <a:off x="7180" y="3374638"/>
                <a:ext cx="63720" cy="18684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519" extrusionOk="0">
                    <a:moveTo>
                      <a:pt x="128" y="518"/>
                    </a:moveTo>
                    <a:cubicBezTo>
                      <a:pt x="100" y="517"/>
                      <a:pt x="73" y="503"/>
                      <a:pt x="53" y="480"/>
                    </a:cubicBezTo>
                    <a:cubicBezTo>
                      <a:pt x="33" y="458"/>
                      <a:pt x="23" y="429"/>
                      <a:pt x="25" y="401"/>
                    </a:cubicBezTo>
                    <a:cubicBezTo>
                      <a:pt x="28" y="374"/>
                      <a:pt x="42" y="347"/>
                      <a:pt x="65" y="328"/>
                    </a:cubicBezTo>
                    <a:cubicBezTo>
                      <a:pt x="85" y="311"/>
                      <a:pt x="109" y="302"/>
                      <a:pt x="134" y="302"/>
                    </a:cubicBezTo>
                    <a:cubicBezTo>
                      <a:pt x="148" y="97"/>
                      <a:pt x="148" y="97"/>
                      <a:pt x="148" y="97"/>
                    </a:cubicBezTo>
                    <a:cubicBezTo>
                      <a:pt x="142" y="106"/>
                      <a:pt x="134" y="114"/>
                      <a:pt x="126" y="121"/>
                    </a:cubicBezTo>
                    <a:cubicBezTo>
                      <a:pt x="92" y="150"/>
                      <a:pt x="48" y="162"/>
                      <a:pt x="8" y="153"/>
                    </a:cubicBezTo>
                    <a:cubicBezTo>
                      <a:pt x="3" y="151"/>
                      <a:pt x="0" y="146"/>
                      <a:pt x="1" y="140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2"/>
                      <a:pt x="30" y="28"/>
                      <a:pt x="36" y="29"/>
                    </a:cubicBezTo>
                    <a:cubicBezTo>
                      <a:pt x="41" y="30"/>
                      <a:pt x="44" y="36"/>
                      <a:pt x="43" y="41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53" y="139"/>
                      <a:pt x="86" y="128"/>
                      <a:pt x="113" y="106"/>
                    </a:cubicBezTo>
                    <a:cubicBezTo>
                      <a:pt x="133" y="88"/>
                      <a:pt x="146" y="66"/>
                      <a:pt x="152" y="43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5" y="4"/>
                      <a:pt x="159" y="0"/>
                      <a:pt x="164" y="0"/>
                    </a:cubicBezTo>
                    <a:cubicBezTo>
                      <a:pt x="170" y="0"/>
                      <a:pt x="174" y="4"/>
                      <a:pt x="175" y="9"/>
                    </a:cubicBezTo>
                    <a:cubicBezTo>
                      <a:pt x="176" y="22"/>
                      <a:pt x="175" y="34"/>
                      <a:pt x="172" y="46"/>
                    </a:cubicBezTo>
                    <a:cubicBezTo>
                      <a:pt x="153" y="309"/>
                      <a:pt x="153" y="309"/>
                      <a:pt x="153" y="309"/>
                    </a:cubicBezTo>
                    <a:cubicBezTo>
                      <a:pt x="153" y="311"/>
                      <a:pt x="154" y="312"/>
                      <a:pt x="153" y="313"/>
                    </a:cubicBezTo>
                    <a:cubicBezTo>
                      <a:pt x="153" y="315"/>
                      <a:pt x="153" y="316"/>
                      <a:pt x="152" y="318"/>
                    </a:cubicBezTo>
                    <a:cubicBezTo>
                      <a:pt x="139" y="509"/>
                      <a:pt x="139" y="509"/>
                      <a:pt x="139" y="509"/>
                    </a:cubicBezTo>
                    <a:cubicBezTo>
                      <a:pt x="138" y="514"/>
                      <a:pt x="134" y="518"/>
                      <a:pt x="128" y="518"/>
                    </a:cubicBezTo>
                    <a:moveTo>
                      <a:pt x="132" y="322"/>
                    </a:moveTo>
                    <a:cubicBezTo>
                      <a:pt x="113" y="323"/>
                      <a:pt x="94" y="330"/>
                      <a:pt x="78" y="344"/>
                    </a:cubicBezTo>
                    <a:cubicBezTo>
                      <a:pt x="59" y="359"/>
                      <a:pt x="47" y="381"/>
                      <a:pt x="46" y="403"/>
                    </a:cubicBezTo>
                    <a:cubicBezTo>
                      <a:pt x="44" y="425"/>
                      <a:pt x="52" y="449"/>
                      <a:pt x="68" y="467"/>
                    </a:cubicBezTo>
                    <a:cubicBezTo>
                      <a:pt x="82" y="482"/>
                      <a:pt x="100" y="493"/>
                      <a:pt x="119" y="496"/>
                    </a:cubicBezTo>
                    <a:lnTo>
                      <a:pt x="132" y="3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14"/>
              <p:cNvSpPr/>
              <p:nvPr/>
            </p:nvSpPr>
            <p:spPr>
              <a:xfrm>
                <a:off x="657340" y="3705838"/>
                <a:ext cx="55440" cy="349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97" extrusionOk="0">
                    <a:moveTo>
                      <a:pt x="142" y="96"/>
                    </a:moveTo>
                    <a:cubicBezTo>
                      <a:pt x="140" y="96"/>
                      <a:pt x="139" y="96"/>
                      <a:pt x="137" y="9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7" y="3"/>
                    </a:cubicBezTo>
                    <a:cubicBezTo>
                      <a:pt x="147" y="77"/>
                      <a:pt x="147" y="77"/>
                      <a:pt x="147" y="77"/>
                    </a:cubicBezTo>
                    <a:cubicBezTo>
                      <a:pt x="152" y="80"/>
                      <a:pt x="153" y="86"/>
                      <a:pt x="151" y="91"/>
                    </a:cubicBezTo>
                    <a:cubicBezTo>
                      <a:pt x="149" y="94"/>
                      <a:pt x="146" y="96"/>
                      <a:pt x="142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14"/>
              <p:cNvSpPr/>
              <p:nvPr/>
            </p:nvSpPr>
            <p:spPr>
              <a:xfrm>
                <a:off x="657340" y="3681357"/>
                <a:ext cx="489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20" extrusionOk="0">
                    <a:moveTo>
                      <a:pt x="12" y="219"/>
                    </a:moveTo>
                    <a:cubicBezTo>
                      <a:pt x="10" y="219"/>
                      <a:pt x="8" y="219"/>
                      <a:pt x="7" y="218"/>
                    </a:cubicBezTo>
                    <a:cubicBezTo>
                      <a:pt x="2" y="215"/>
                      <a:pt x="0" y="210"/>
                      <a:pt x="3" y="205"/>
                    </a:cubicBezTo>
                    <a:cubicBezTo>
                      <a:pt x="96" y="40"/>
                      <a:pt x="96" y="40"/>
                      <a:pt x="96" y="40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2" y="91"/>
                      <a:pt x="6" y="90"/>
                      <a:pt x="3" y="85"/>
                    </a:cubicBezTo>
                    <a:cubicBezTo>
                      <a:pt x="0" y="80"/>
                      <a:pt x="2" y="74"/>
                      <a:pt x="6" y="71"/>
                    </a:cubicBezTo>
                    <a:cubicBezTo>
                      <a:pt x="119" y="3"/>
                      <a:pt x="119" y="3"/>
                      <a:pt x="119" y="3"/>
                    </a:cubicBezTo>
                    <a:cubicBezTo>
                      <a:pt x="122" y="0"/>
                      <a:pt x="128" y="0"/>
                      <a:pt x="131" y="4"/>
                    </a:cubicBezTo>
                    <a:cubicBezTo>
                      <a:pt x="134" y="7"/>
                      <a:pt x="135" y="12"/>
                      <a:pt x="133" y="16"/>
                    </a:cubicBezTo>
                    <a:cubicBezTo>
                      <a:pt x="20" y="215"/>
                      <a:pt x="20" y="215"/>
                      <a:pt x="20" y="215"/>
                    </a:cubicBezTo>
                    <a:cubicBezTo>
                      <a:pt x="19" y="218"/>
                      <a:pt x="15" y="219"/>
                      <a:pt x="12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56" name="Google Shape;1256;p14"/>
            <p:cNvGrpSpPr/>
            <p:nvPr/>
          </p:nvGrpSpPr>
          <p:grpSpPr>
            <a:xfrm>
              <a:off x="2301121" y="-105835"/>
              <a:ext cx="1169447" cy="374068"/>
              <a:chOff x="1605960" y="528480"/>
              <a:chExt cx="543600" cy="173880"/>
            </a:xfrm>
          </p:grpSpPr>
          <p:sp>
            <p:nvSpPr>
              <p:cNvPr id="1257" name="Google Shape;1257;p14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14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14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14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14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14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14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14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Google Shape;1870;p2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871" name="Google Shape;1871;p20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872" name="Google Shape;1872;p20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3" name="Google Shape;1873;p20"/>
          <p:cNvGrpSpPr/>
          <p:nvPr/>
        </p:nvGrpSpPr>
        <p:grpSpPr>
          <a:xfrm>
            <a:off x="-7" y="12"/>
            <a:ext cx="9605575" cy="5173996"/>
            <a:chOff x="-7" y="12"/>
            <a:chExt cx="9605575" cy="5173996"/>
          </a:xfrm>
        </p:grpSpPr>
        <p:grpSp>
          <p:nvGrpSpPr>
            <p:cNvPr id="1874" name="Google Shape;1874;p20"/>
            <p:cNvGrpSpPr/>
            <p:nvPr/>
          </p:nvGrpSpPr>
          <p:grpSpPr>
            <a:xfrm>
              <a:off x="-7" y="12"/>
              <a:ext cx="2501532" cy="631966"/>
              <a:chOff x="720" y="669960"/>
              <a:chExt cx="1162800" cy="293760"/>
            </a:xfrm>
          </p:grpSpPr>
          <p:sp>
            <p:nvSpPr>
              <p:cNvPr id="1875" name="Google Shape;1875;p2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2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2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2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2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2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2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2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2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2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2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2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2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2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2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2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2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2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2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2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2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2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2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2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2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2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2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2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2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2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2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2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2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2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2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2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2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2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2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2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2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2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2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2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19" name="Google Shape;1919;p20"/>
            <p:cNvGrpSpPr/>
            <p:nvPr/>
          </p:nvGrpSpPr>
          <p:grpSpPr>
            <a:xfrm>
              <a:off x="6826002" y="4604000"/>
              <a:ext cx="2779566" cy="570008"/>
              <a:chOff x="3240" y="1231560"/>
              <a:chExt cx="1292040" cy="264960"/>
            </a:xfrm>
          </p:grpSpPr>
          <p:sp>
            <p:nvSpPr>
              <p:cNvPr id="1920" name="Google Shape;1920;p20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20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20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20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20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20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20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20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20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20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20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20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20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20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20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20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20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20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20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20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20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20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20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20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20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20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20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20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20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20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20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20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20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20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20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2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8" name="Google Shape;2108;p2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109" name="Google Shape;2109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110" name="Google Shape;2110;p23"/>
          <p:cNvSpPr txBox="1">
            <a:spLocks noGrp="1"/>
          </p:cNvSpPr>
          <p:nvPr>
            <p:ph type="subTitle" idx="1"/>
          </p:nvPr>
        </p:nvSpPr>
        <p:spPr>
          <a:xfrm>
            <a:off x="4864542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23"/>
          <p:cNvSpPr txBox="1">
            <a:spLocks noGrp="1"/>
          </p:cNvSpPr>
          <p:nvPr>
            <p:ph type="subTitle" idx="2"/>
          </p:nvPr>
        </p:nvSpPr>
        <p:spPr>
          <a:xfrm>
            <a:off x="1178658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12" name="Google Shape;2112;p23"/>
          <p:cNvGrpSpPr/>
          <p:nvPr/>
        </p:nvGrpSpPr>
        <p:grpSpPr>
          <a:xfrm>
            <a:off x="-1297484" y="35713"/>
            <a:ext cx="10815796" cy="5107785"/>
            <a:chOff x="-1297484" y="35713"/>
            <a:chExt cx="10815796" cy="5107785"/>
          </a:xfrm>
        </p:grpSpPr>
        <p:grpSp>
          <p:nvGrpSpPr>
            <p:cNvPr id="2113" name="Google Shape;2113;p23"/>
            <p:cNvGrpSpPr/>
            <p:nvPr/>
          </p:nvGrpSpPr>
          <p:grpSpPr>
            <a:xfrm>
              <a:off x="-1297484" y="35713"/>
              <a:ext cx="2017489" cy="1007583"/>
              <a:chOff x="54720" y="2121120"/>
              <a:chExt cx="937800" cy="468360"/>
            </a:xfrm>
          </p:grpSpPr>
          <p:sp>
            <p:nvSpPr>
              <p:cNvPr id="2114" name="Google Shape;2114;p23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23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23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23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23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23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23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23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23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23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23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23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23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23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23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23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23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23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23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23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23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23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23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23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8" name="Google Shape;2138;p23"/>
            <p:cNvGrpSpPr/>
            <p:nvPr/>
          </p:nvGrpSpPr>
          <p:grpSpPr>
            <a:xfrm>
              <a:off x="8423989" y="3653422"/>
              <a:ext cx="1094323" cy="1490076"/>
              <a:chOff x="4084200" y="3439800"/>
              <a:chExt cx="508680" cy="692640"/>
            </a:xfrm>
          </p:grpSpPr>
          <p:sp>
            <p:nvSpPr>
              <p:cNvPr id="2139" name="Google Shape;2139;p23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23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23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23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23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23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23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23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23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23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23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23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23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23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2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7" name="Google Shape;2717;p2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718" name="Google Shape;2718;p29"/>
          <p:cNvSpPr txBox="1">
            <a:spLocks noGrp="1"/>
          </p:cNvSpPr>
          <p:nvPr>
            <p:ph type="title"/>
          </p:nvPr>
        </p:nvSpPr>
        <p:spPr>
          <a:xfrm>
            <a:off x="2347950" y="925600"/>
            <a:ext cx="4448100" cy="918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719" name="Google Shape;2719;p29"/>
          <p:cNvSpPr txBox="1">
            <a:spLocks noGrp="1"/>
          </p:cNvSpPr>
          <p:nvPr>
            <p:ph type="subTitle" idx="1"/>
          </p:nvPr>
        </p:nvSpPr>
        <p:spPr>
          <a:xfrm>
            <a:off x="2347950" y="1682450"/>
            <a:ext cx="4448100" cy="124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20" name="Google Shape;2720;p29"/>
          <p:cNvGrpSpPr/>
          <p:nvPr/>
        </p:nvGrpSpPr>
        <p:grpSpPr>
          <a:xfrm>
            <a:off x="2874146" y="4777965"/>
            <a:ext cx="1169447" cy="374068"/>
            <a:chOff x="1605960" y="528480"/>
            <a:chExt cx="543600" cy="173880"/>
          </a:xfrm>
        </p:grpSpPr>
        <p:sp>
          <p:nvSpPr>
            <p:cNvPr id="2721" name="Google Shape;2721;p29"/>
            <p:cNvSpPr/>
            <p:nvPr/>
          </p:nvSpPr>
          <p:spPr>
            <a:xfrm>
              <a:off x="1732680" y="531720"/>
              <a:ext cx="416880" cy="128880"/>
            </a:xfrm>
            <a:custGeom>
              <a:avLst/>
              <a:gdLst/>
              <a:ahLst/>
              <a:cxnLst/>
              <a:rect l="l" t="t" r="r" b="b"/>
              <a:pathLst>
                <a:path w="1158" h="358" extrusionOk="0">
                  <a:moveTo>
                    <a:pt x="124" y="357"/>
                  </a:moveTo>
                  <a:cubicBezTo>
                    <a:pt x="119" y="357"/>
                    <a:pt x="115" y="353"/>
                    <a:pt x="114" y="349"/>
                  </a:cubicBezTo>
                  <a:cubicBezTo>
                    <a:pt x="106" y="268"/>
                    <a:pt x="65" y="192"/>
                    <a:pt x="4" y="140"/>
                  </a:cubicBezTo>
                  <a:cubicBezTo>
                    <a:pt x="0" y="135"/>
                    <a:pt x="0" y="129"/>
                    <a:pt x="4" y="125"/>
                  </a:cubicBezTo>
                  <a:cubicBezTo>
                    <a:pt x="7" y="121"/>
                    <a:pt x="14" y="120"/>
                    <a:pt x="18" y="124"/>
                  </a:cubicBezTo>
                  <a:cubicBezTo>
                    <a:pt x="64" y="164"/>
                    <a:pt x="99" y="218"/>
                    <a:pt x="119" y="27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6" y="18"/>
                    <a:pt x="141" y="14"/>
                    <a:pt x="146" y="14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8" y="0"/>
                    <a:pt x="1150" y="1"/>
                    <a:pt x="1152" y="3"/>
                  </a:cubicBezTo>
                  <a:cubicBezTo>
                    <a:pt x="1154" y="5"/>
                    <a:pt x="1155" y="7"/>
                    <a:pt x="1156" y="10"/>
                  </a:cubicBezTo>
                  <a:cubicBezTo>
                    <a:pt x="1157" y="167"/>
                    <a:pt x="1157" y="167"/>
                    <a:pt x="1157" y="167"/>
                  </a:cubicBezTo>
                  <a:cubicBezTo>
                    <a:pt x="1157" y="173"/>
                    <a:pt x="1152" y="178"/>
                    <a:pt x="1146" y="178"/>
                  </a:cubicBezTo>
                  <a:cubicBezTo>
                    <a:pt x="1141" y="178"/>
                    <a:pt x="1136" y="173"/>
                    <a:pt x="1136" y="167"/>
                  </a:cubicBezTo>
                  <a:cubicBezTo>
                    <a:pt x="1135" y="20"/>
                    <a:pt x="1135" y="20"/>
                    <a:pt x="1135" y="20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34" y="348"/>
                    <a:pt x="134" y="348"/>
                    <a:pt x="134" y="348"/>
                  </a:cubicBezTo>
                  <a:cubicBezTo>
                    <a:pt x="134" y="353"/>
                    <a:pt x="129" y="357"/>
                    <a:pt x="124" y="3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1605960" y="528480"/>
              <a:ext cx="128160" cy="121680"/>
            </a:xfrm>
            <a:custGeom>
              <a:avLst/>
              <a:gdLst/>
              <a:ahLst/>
              <a:cxnLst/>
              <a:rect l="l" t="t" r="r" b="b"/>
              <a:pathLst>
                <a:path w="356" h="338" extrusionOk="0">
                  <a:moveTo>
                    <a:pt x="53" y="337"/>
                  </a:moveTo>
                  <a:cubicBezTo>
                    <a:pt x="49" y="337"/>
                    <a:pt x="46" y="334"/>
                    <a:pt x="44" y="331"/>
                  </a:cubicBezTo>
                  <a:cubicBezTo>
                    <a:pt x="42" y="327"/>
                    <a:pt x="44" y="323"/>
                    <a:pt x="46" y="320"/>
                  </a:cubicBezTo>
                  <a:cubicBezTo>
                    <a:pt x="118" y="241"/>
                    <a:pt x="148" y="128"/>
                    <a:pt x="128" y="23"/>
                  </a:cubicBezTo>
                  <a:cubicBezTo>
                    <a:pt x="84" y="38"/>
                    <a:pt x="45" y="69"/>
                    <a:pt x="21" y="109"/>
                  </a:cubicBezTo>
                  <a:cubicBezTo>
                    <a:pt x="18" y="114"/>
                    <a:pt x="11" y="115"/>
                    <a:pt x="7" y="112"/>
                  </a:cubicBezTo>
                  <a:cubicBezTo>
                    <a:pt x="2" y="109"/>
                    <a:pt x="0" y="103"/>
                    <a:pt x="3" y="98"/>
                  </a:cubicBezTo>
                  <a:cubicBezTo>
                    <a:pt x="32" y="51"/>
                    <a:pt x="80" y="16"/>
                    <a:pt x="133" y="1"/>
                  </a:cubicBezTo>
                  <a:cubicBezTo>
                    <a:pt x="135" y="0"/>
                    <a:pt x="138" y="1"/>
                    <a:pt x="140" y="2"/>
                  </a:cubicBezTo>
                  <a:cubicBezTo>
                    <a:pt x="143" y="3"/>
                    <a:pt x="144" y="5"/>
                    <a:pt x="145" y="8"/>
                  </a:cubicBezTo>
                  <a:cubicBezTo>
                    <a:pt x="170" y="115"/>
                    <a:pt x="143" y="231"/>
                    <a:pt x="76" y="316"/>
                  </a:cubicBezTo>
                  <a:cubicBezTo>
                    <a:pt x="345" y="315"/>
                    <a:pt x="345" y="315"/>
                    <a:pt x="345" y="315"/>
                  </a:cubicBezTo>
                  <a:cubicBezTo>
                    <a:pt x="350" y="315"/>
                    <a:pt x="355" y="320"/>
                    <a:pt x="355" y="326"/>
                  </a:cubicBezTo>
                  <a:cubicBezTo>
                    <a:pt x="355" y="331"/>
                    <a:pt x="350" y="336"/>
                    <a:pt x="345" y="336"/>
                  </a:cubicBezTo>
                  <a:cubicBezTo>
                    <a:pt x="53" y="337"/>
                    <a:pt x="53" y="337"/>
                    <a:pt x="53" y="3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1826640" y="581400"/>
              <a:ext cx="48600" cy="120960"/>
            </a:xfrm>
            <a:custGeom>
              <a:avLst/>
              <a:gdLst/>
              <a:ahLst/>
              <a:cxnLst/>
              <a:rect l="l" t="t" r="r" b="b"/>
              <a:pathLst>
                <a:path w="135" h="336" extrusionOk="0">
                  <a:moveTo>
                    <a:pt x="99" y="335"/>
                  </a:moveTo>
                  <a:cubicBezTo>
                    <a:pt x="98" y="335"/>
                    <a:pt x="98" y="335"/>
                    <a:pt x="98" y="335"/>
                  </a:cubicBezTo>
                  <a:cubicBezTo>
                    <a:pt x="71" y="335"/>
                    <a:pt x="45" y="317"/>
                    <a:pt x="31" y="288"/>
                  </a:cubicBezTo>
                  <a:cubicBezTo>
                    <a:pt x="18" y="259"/>
                    <a:pt x="20" y="228"/>
                    <a:pt x="37" y="207"/>
                  </a:cubicBezTo>
                  <a:cubicBezTo>
                    <a:pt x="41" y="202"/>
                    <a:pt x="47" y="201"/>
                    <a:pt x="51" y="205"/>
                  </a:cubicBezTo>
                  <a:cubicBezTo>
                    <a:pt x="56" y="208"/>
                    <a:pt x="57" y="215"/>
                    <a:pt x="53" y="219"/>
                  </a:cubicBezTo>
                  <a:cubicBezTo>
                    <a:pt x="38" y="237"/>
                    <a:pt x="42" y="263"/>
                    <a:pt x="50" y="279"/>
                  </a:cubicBezTo>
                  <a:cubicBezTo>
                    <a:pt x="57" y="294"/>
                    <a:pt x="70" y="310"/>
                    <a:pt x="89" y="314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1" y="141"/>
                    <a:pt x="100" y="142"/>
                    <a:pt x="100" y="143"/>
                  </a:cubicBezTo>
                  <a:cubicBezTo>
                    <a:pt x="73" y="168"/>
                    <a:pt x="37" y="177"/>
                    <a:pt x="7" y="166"/>
                  </a:cubicBezTo>
                  <a:cubicBezTo>
                    <a:pt x="2" y="165"/>
                    <a:pt x="0" y="160"/>
                    <a:pt x="0" y="155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4"/>
                    <a:pt x="19" y="0"/>
                    <a:pt x="25" y="0"/>
                  </a:cubicBezTo>
                  <a:cubicBezTo>
                    <a:pt x="30" y="1"/>
                    <a:pt x="35" y="6"/>
                    <a:pt x="34" y="1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6" y="155"/>
                    <a:pt x="71" y="143"/>
                    <a:pt x="86" y="128"/>
                  </a:cubicBezTo>
                  <a:cubicBezTo>
                    <a:pt x="93" y="121"/>
                    <a:pt x="99" y="113"/>
                    <a:pt x="104" y="103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8" y="48"/>
                    <a:pt x="112" y="44"/>
                    <a:pt x="117" y="43"/>
                  </a:cubicBezTo>
                  <a:cubicBezTo>
                    <a:pt x="121" y="43"/>
                    <a:pt x="126" y="46"/>
                    <a:pt x="127" y="50"/>
                  </a:cubicBezTo>
                  <a:cubicBezTo>
                    <a:pt x="134" y="69"/>
                    <a:pt x="132" y="89"/>
                    <a:pt x="124" y="108"/>
                  </a:cubicBezTo>
                  <a:cubicBezTo>
                    <a:pt x="109" y="326"/>
                    <a:pt x="109" y="326"/>
                    <a:pt x="109" y="326"/>
                  </a:cubicBezTo>
                  <a:cubicBezTo>
                    <a:pt x="108" y="331"/>
                    <a:pt x="104" y="335"/>
                    <a:pt x="9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1889280" y="572040"/>
              <a:ext cx="46440" cy="44280"/>
            </a:xfrm>
            <a:custGeom>
              <a:avLst/>
              <a:gdLst/>
              <a:ahLst/>
              <a:cxnLst/>
              <a:rect l="l" t="t" r="r" b="b"/>
              <a:pathLst>
                <a:path w="129" h="123" extrusionOk="0">
                  <a:moveTo>
                    <a:pt x="37" y="122"/>
                  </a:moveTo>
                  <a:cubicBezTo>
                    <a:pt x="27" y="122"/>
                    <a:pt x="17" y="121"/>
                    <a:pt x="8" y="118"/>
                  </a:cubicBezTo>
                  <a:cubicBezTo>
                    <a:pt x="3" y="117"/>
                    <a:pt x="0" y="113"/>
                    <a:pt x="0" y="108"/>
                  </a:cubicBezTo>
                  <a:cubicBezTo>
                    <a:pt x="1" y="103"/>
                    <a:pt x="4" y="99"/>
                    <a:pt x="9" y="99"/>
                  </a:cubicBezTo>
                  <a:cubicBezTo>
                    <a:pt x="42" y="92"/>
                    <a:pt x="68" y="62"/>
                    <a:pt x="70" y="29"/>
                  </a:cubicBezTo>
                  <a:cubicBezTo>
                    <a:pt x="56" y="24"/>
                    <a:pt x="38" y="29"/>
                    <a:pt x="29" y="41"/>
                  </a:cubicBezTo>
                  <a:cubicBezTo>
                    <a:pt x="26" y="46"/>
                    <a:pt x="20" y="46"/>
                    <a:pt x="15" y="43"/>
                  </a:cubicBezTo>
                  <a:cubicBezTo>
                    <a:pt x="10" y="40"/>
                    <a:pt x="10" y="33"/>
                    <a:pt x="13" y="29"/>
                  </a:cubicBezTo>
                  <a:cubicBezTo>
                    <a:pt x="29" y="7"/>
                    <a:pt x="61" y="0"/>
                    <a:pt x="85" y="14"/>
                  </a:cubicBezTo>
                  <a:cubicBezTo>
                    <a:pt x="88" y="15"/>
                    <a:pt x="90" y="18"/>
                    <a:pt x="90" y="22"/>
                  </a:cubicBezTo>
                  <a:cubicBezTo>
                    <a:pt x="91" y="52"/>
                    <a:pt x="76" y="82"/>
                    <a:pt x="52" y="100"/>
                  </a:cubicBezTo>
                  <a:cubicBezTo>
                    <a:pt x="74" y="97"/>
                    <a:pt x="95" y="85"/>
                    <a:pt x="109" y="68"/>
                  </a:cubicBezTo>
                  <a:cubicBezTo>
                    <a:pt x="113" y="64"/>
                    <a:pt x="119" y="63"/>
                    <a:pt x="123" y="67"/>
                  </a:cubicBezTo>
                  <a:cubicBezTo>
                    <a:pt x="127" y="71"/>
                    <a:pt x="128" y="77"/>
                    <a:pt x="124" y="81"/>
                  </a:cubicBezTo>
                  <a:cubicBezTo>
                    <a:pt x="103" y="107"/>
                    <a:pt x="70" y="122"/>
                    <a:pt x="37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1947240" y="627480"/>
              <a:ext cx="48240" cy="14760"/>
            </a:xfrm>
            <a:custGeom>
              <a:avLst/>
              <a:gdLst/>
              <a:ahLst/>
              <a:cxnLst/>
              <a:rect l="l" t="t" r="r" b="b"/>
              <a:pathLst>
                <a:path w="134" h="41" extrusionOk="0">
                  <a:moveTo>
                    <a:pt x="11" y="40"/>
                  </a:moveTo>
                  <a:cubicBezTo>
                    <a:pt x="6" y="40"/>
                    <a:pt x="2" y="37"/>
                    <a:pt x="1" y="31"/>
                  </a:cubicBezTo>
                  <a:cubicBezTo>
                    <a:pt x="0" y="26"/>
                    <a:pt x="4" y="21"/>
                    <a:pt x="9" y="20"/>
                  </a:cubicBezTo>
                  <a:cubicBezTo>
                    <a:pt x="121" y="1"/>
                    <a:pt x="121" y="1"/>
                    <a:pt x="121" y="1"/>
                  </a:cubicBezTo>
                  <a:cubicBezTo>
                    <a:pt x="126" y="0"/>
                    <a:pt x="131" y="3"/>
                    <a:pt x="132" y="9"/>
                  </a:cubicBezTo>
                  <a:cubicBezTo>
                    <a:pt x="133" y="15"/>
                    <a:pt x="130" y="20"/>
                    <a:pt x="124" y="20"/>
                  </a:cubicBezTo>
                  <a:cubicBezTo>
                    <a:pt x="12" y="40"/>
                    <a:pt x="12" y="40"/>
                    <a:pt x="12" y="40"/>
                  </a:cubicBezTo>
                  <a:lnTo>
                    <a:pt x="11" y="4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1995480" y="606960"/>
              <a:ext cx="73800" cy="43560"/>
            </a:xfrm>
            <a:custGeom>
              <a:avLst/>
              <a:gdLst/>
              <a:ahLst/>
              <a:cxnLst/>
              <a:rect l="l" t="t" r="r" b="b"/>
              <a:pathLst>
                <a:path w="205" h="121" extrusionOk="0">
                  <a:moveTo>
                    <a:pt x="193" y="120"/>
                  </a:moveTo>
                  <a:lnTo>
                    <a:pt x="192" y="120"/>
                  </a:lnTo>
                  <a:cubicBezTo>
                    <a:pt x="118" y="116"/>
                    <a:pt x="47" y="78"/>
                    <a:pt x="2" y="18"/>
                  </a:cubicBezTo>
                  <a:cubicBezTo>
                    <a:pt x="0" y="13"/>
                    <a:pt x="0" y="7"/>
                    <a:pt x="5" y="4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60" y="62"/>
                    <a:pt x="125" y="97"/>
                    <a:pt x="194" y="101"/>
                  </a:cubicBezTo>
                  <a:cubicBezTo>
                    <a:pt x="199" y="101"/>
                    <a:pt x="204" y="105"/>
                    <a:pt x="203" y="111"/>
                  </a:cubicBezTo>
                  <a:cubicBezTo>
                    <a:pt x="203" y="116"/>
                    <a:pt x="198" y="120"/>
                    <a:pt x="193" y="1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1994040" y="603000"/>
              <a:ext cx="49320" cy="65160"/>
            </a:xfrm>
            <a:custGeom>
              <a:avLst/>
              <a:gdLst/>
              <a:ahLst/>
              <a:cxnLst/>
              <a:rect l="l" t="t" r="r" b="b"/>
              <a:pathLst>
                <a:path w="137" h="181" extrusionOk="0">
                  <a:moveTo>
                    <a:pt x="24" y="180"/>
                  </a:moveTo>
                  <a:cubicBezTo>
                    <a:pt x="22" y="180"/>
                    <a:pt x="20" y="180"/>
                    <a:pt x="19" y="179"/>
                  </a:cubicBezTo>
                  <a:cubicBezTo>
                    <a:pt x="14" y="176"/>
                    <a:pt x="12" y="170"/>
                    <a:pt x="15" y="165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6" y="34"/>
                    <a:pt x="1" y="29"/>
                    <a:pt x="1" y="24"/>
                  </a:cubicBezTo>
                  <a:cubicBezTo>
                    <a:pt x="0" y="18"/>
                    <a:pt x="4" y="13"/>
                    <a:pt x="10" y="13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8" y="0"/>
                    <a:pt x="132" y="3"/>
                    <a:pt x="134" y="6"/>
                  </a:cubicBezTo>
                  <a:cubicBezTo>
                    <a:pt x="136" y="9"/>
                    <a:pt x="136" y="13"/>
                    <a:pt x="134" y="17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9"/>
                    <a:pt x="27" y="180"/>
                    <a:pt x="24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2088360" y="596880"/>
              <a:ext cx="24840" cy="40680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11" y="112"/>
                  </a:moveTo>
                  <a:cubicBezTo>
                    <a:pt x="7" y="112"/>
                    <a:pt x="3" y="109"/>
                    <a:pt x="2" y="105"/>
                  </a:cubicBezTo>
                  <a:cubicBezTo>
                    <a:pt x="0" y="101"/>
                    <a:pt x="2" y="94"/>
                    <a:pt x="7" y="93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7"/>
                    <a:pt x="32" y="28"/>
                    <a:pt x="31" y="29"/>
                  </a:cubicBezTo>
                  <a:cubicBezTo>
                    <a:pt x="31" y="31"/>
                    <a:pt x="29" y="37"/>
                    <a:pt x="32" y="39"/>
                  </a:cubicBezTo>
                  <a:cubicBezTo>
                    <a:pt x="37" y="41"/>
                    <a:pt x="39" y="47"/>
                    <a:pt x="37" y="52"/>
                  </a:cubicBezTo>
                  <a:cubicBezTo>
                    <a:pt x="35" y="57"/>
                    <a:pt x="28" y="59"/>
                    <a:pt x="24" y="57"/>
                  </a:cubicBezTo>
                  <a:cubicBezTo>
                    <a:pt x="11" y="51"/>
                    <a:pt x="7" y="36"/>
                    <a:pt x="13" y="21"/>
                  </a:cubicBezTo>
                  <a:cubicBezTo>
                    <a:pt x="18" y="7"/>
                    <a:pt x="32" y="0"/>
                    <a:pt x="45" y="4"/>
                  </a:cubicBezTo>
                  <a:cubicBezTo>
                    <a:pt x="48" y="5"/>
                    <a:pt x="51" y="8"/>
                    <a:pt x="52" y="12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8" y="84"/>
                    <a:pt x="66" y="88"/>
                    <a:pt x="61" y="9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2"/>
                    <a:pt x="11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9" name="Google Shape;2729;p29"/>
          <p:cNvSpPr txBox="1"/>
          <p:nvPr/>
        </p:nvSpPr>
        <p:spPr>
          <a:xfrm>
            <a:off x="2496150" y="3752134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includes icons, infographics &amp; images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 u="sng"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1" name="Google Shape;2731;p3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2732" name="Google Shape;2732;p30"/>
          <p:cNvGrpSpPr/>
          <p:nvPr/>
        </p:nvGrpSpPr>
        <p:grpSpPr>
          <a:xfrm>
            <a:off x="4183727" y="3964681"/>
            <a:ext cx="5871235" cy="2167323"/>
            <a:chOff x="4183727" y="3964681"/>
            <a:chExt cx="5871235" cy="2167323"/>
          </a:xfrm>
        </p:grpSpPr>
        <p:grpSp>
          <p:nvGrpSpPr>
            <p:cNvPr id="2733" name="Google Shape;2733;p30"/>
            <p:cNvGrpSpPr/>
            <p:nvPr/>
          </p:nvGrpSpPr>
          <p:grpSpPr>
            <a:xfrm>
              <a:off x="4183727" y="4270183"/>
              <a:ext cx="2304042" cy="1861821"/>
              <a:chOff x="1245600" y="2050920"/>
              <a:chExt cx="1071000" cy="865440"/>
            </a:xfrm>
          </p:grpSpPr>
          <p:sp>
            <p:nvSpPr>
              <p:cNvPr id="2734" name="Google Shape;2734;p3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3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3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3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3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3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3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3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3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3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3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3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3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3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3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3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3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3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3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3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3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3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3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3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3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3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3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3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3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3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3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3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3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3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3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3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3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3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3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3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3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3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3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3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3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3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3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3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2" name="Google Shape;2782;p30"/>
            <p:cNvGrpSpPr/>
            <p:nvPr/>
          </p:nvGrpSpPr>
          <p:grpSpPr>
            <a:xfrm>
              <a:off x="7396987" y="3964681"/>
              <a:ext cx="2657974" cy="1278647"/>
              <a:chOff x="3368880" y="572760"/>
              <a:chExt cx="1235520" cy="594360"/>
            </a:xfrm>
          </p:grpSpPr>
          <p:sp>
            <p:nvSpPr>
              <p:cNvPr id="2783" name="Google Shape;2783;p30"/>
              <p:cNvSpPr/>
              <p:nvPr/>
            </p:nvSpPr>
            <p:spPr>
              <a:xfrm>
                <a:off x="3565800" y="572760"/>
                <a:ext cx="13680" cy="59436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651" extrusionOk="0">
                    <a:moveTo>
                      <a:pt x="0" y="1638"/>
                    </a:moveTo>
                    <a:cubicBezTo>
                      <a:pt x="0" y="1621"/>
                      <a:pt x="0" y="1604"/>
                      <a:pt x="0" y="1587"/>
                    </a:cubicBezTo>
                    <a:cubicBezTo>
                      <a:pt x="1" y="1570"/>
                      <a:pt x="1" y="1553"/>
                      <a:pt x="2" y="1536"/>
                    </a:cubicBezTo>
                    <a:cubicBezTo>
                      <a:pt x="2" y="1500"/>
                      <a:pt x="2" y="1465"/>
                      <a:pt x="3" y="1429"/>
                    </a:cubicBezTo>
                    <a:cubicBezTo>
                      <a:pt x="3" y="1359"/>
                      <a:pt x="4" y="1290"/>
                      <a:pt x="4" y="1220"/>
                    </a:cubicBezTo>
                    <a:cubicBezTo>
                      <a:pt x="5" y="1149"/>
                      <a:pt x="6" y="1078"/>
                      <a:pt x="6" y="1006"/>
                    </a:cubicBezTo>
                    <a:cubicBezTo>
                      <a:pt x="7" y="935"/>
                      <a:pt x="8" y="864"/>
                      <a:pt x="9" y="793"/>
                    </a:cubicBezTo>
                    <a:cubicBezTo>
                      <a:pt x="9" y="722"/>
                      <a:pt x="10" y="651"/>
                      <a:pt x="10" y="580"/>
                    </a:cubicBezTo>
                    <a:cubicBezTo>
                      <a:pt x="11" y="509"/>
                      <a:pt x="11" y="438"/>
                      <a:pt x="12" y="367"/>
                    </a:cubicBezTo>
                    <a:cubicBezTo>
                      <a:pt x="13" y="297"/>
                      <a:pt x="13" y="227"/>
                      <a:pt x="14" y="157"/>
                    </a:cubicBezTo>
                    <a:cubicBezTo>
                      <a:pt x="14" y="132"/>
                      <a:pt x="14" y="106"/>
                      <a:pt x="14" y="80"/>
                    </a:cubicBezTo>
                    <a:cubicBezTo>
                      <a:pt x="14" y="81"/>
                      <a:pt x="14" y="81"/>
                      <a:pt x="14" y="82"/>
                    </a:cubicBezTo>
                    <a:cubicBezTo>
                      <a:pt x="14" y="76"/>
                      <a:pt x="14" y="70"/>
                      <a:pt x="14" y="65"/>
                    </a:cubicBezTo>
                    <a:lnTo>
                      <a:pt x="14" y="66"/>
                    </a:lnTo>
                    <a:cubicBezTo>
                      <a:pt x="14" y="65"/>
                      <a:pt x="14" y="65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59"/>
                      <a:pt x="14" y="53"/>
                      <a:pt x="14" y="48"/>
                    </a:cubicBezTo>
                    <a:lnTo>
                      <a:pt x="14" y="49"/>
                    </a:lnTo>
                    <a:cubicBezTo>
                      <a:pt x="14" y="42"/>
                      <a:pt x="14" y="34"/>
                      <a:pt x="14" y="27"/>
                    </a:cubicBezTo>
                    <a:cubicBezTo>
                      <a:pt x="14" y="21"/>
                      <a:pt x="14" y="16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9"/>
                      <a:pt x="16" y="6"/>
                      <a:pt x="17" y="4"/>
                    </a:cubicBezTo>
                    <a:cubicBezTo>
                      <a:pt x="19" y="2"/>
                      <a:pt x="22" y="0"/>
                      <a:pt x="25" y="0"/>
                    </a:cubicBezTo>
                    <a:cubicBezTo>
                      <a:pt x="31" y="0"/>
                      <a:pt x="37" y="5"/>
                      <a:pt x="37" y="10"/>
                    </a:cubicBezTo>
                    <a:cubicBezTo>
                      <a:pt x="37" y="17"/>
                      <a:pt x="36" y="24"/>
                      <a:pt x="36" y="31"/>
                    </a:cubicBezTo>
                    <a:cubicBezTo>
                      <a:pt x="36" y="40"/>
                      <a:pt x="36" y="48"/>
                      <a:pt x="35" y="56"/>
                    </a:cubicBezTo>
                    <a:cubicBezTo>
                      <a:pt x="35" y="74"/>
                      <a:pt x="35" y="91"/>
                      <a:pt x="35" y="109"/>
                    </a:cubicBezTo>
                    <a:cubicBezTo>
                      <a:pt x="35" y="144"/>
                      <a:pt x="34" y="179"/>
                      <a:pt x="34" y="214"/>
                    </a:cubicBezTo>
                    <a:cubicBezTo>
                      <a:pt x="34" y="249"/>
                      <a:pt x="33" y="284"/>
                      <a:pt x="33" y="320"/>
                    </a:cubicBezTo>
                    <a:cubicBezTo>
                      <a:pt x="33" y="354"/>
                      <a:pt x="32" y="389"/>
                      <a:pt x="32" y="423"/>
                    </a:cubicBezTo>
                    <a:cubicBezTo>
                      <a:pt x="32" y="493"/>
                      <a:pt x="31" y="563"/>
                      <a:pt x="30" y="633"/>
                    </a:cubicBezTo>
                    <a:cubicBezTo>
                      <a:pt x="30" y="705"/>
                      <a:pt x="29" y="778"/>
                      <a:pt x="28" y="850"/>
                    </a:cubicBezTo>
                    <a:cubicBezTo>
                      <a:pt x="28" y="920"/>
                      <a:pt x="27" y="992"/>
                      <a:pt x="27" y="1062"/>
                    </a:cubicBezTo>
                    <a:cubicBezTo>
                      <a:pt x="26" y="1133"/>
                      <a:pt x="25" y="1204"/>
                      <a:pt x="25" y="1274"/>
                    </a:cubicBezTo>
                    <a:cubicBezTo>
                      <a:pt x="24" y="1344"/>
                      <a:pt x="24" y="1414"/>
                      <a:pt x="23" y="1483"/>
                    </a:cubicBezTo>
                    <a:cubicBezTo>
                      <a:pt x="23" y="1507"/>
                      <a:pt x="23" y="1530"/>
                      <a:pt x="23" y="1554"/>
                    </a:cubicBezTo>
                    <a:lnTo>
                      <a:pt x="23" y="1553"/>
                    </a:lnTo>
                    <a:cubicBezTo>
                      <a:pt x="23" y="1556"/>
                      <a:pt x="23" y="1560"/>
                      <a:pt x="23" y="1563"/>
                    </a:cubicBezTo>
                    <a:cubicBezTo>
                      <a:pt x="23" y="1562"/>
                      <a:pt x="23" y="1562"/>
                      <a:pt x="23" y="1561"/>
                    </a:cubicBezTo>
                    <a:cubicBezTo>
                      <a:pt x="23" y="1578"/>
                      <a:pt x="23" y="1593"/>
                      <a:pt x="23" y="1609"/>
                    </a:cubicBezTo>
                    <a:lnTo>
                      <a:pt x="23" y="1608"/>
                    </a:lnTo>
                    <a:cubicBezTo>
                      <a:pt x="23" y="1615"/>
                      <a:pt x="23" y="1623"/>
                      <a:pt x="23" y="1631"/>
                    </a:cubicBezTo>
                    <a:cubicBezTo>
                      <a:pt x="23" y="1633"/>
                      <a:pt x="23" y="1635"/>
                      <a:pt x="23" y="1638"/>
                    </a:cubicBezTo>
                    <a:cubicBezTo>
                      <a:pt x="23" y="1644"/>
                      <a:pt x="18" y="1649"/>
                      <a:pt x="12" y="1650"/>
                    </a:cubicBezTo>
                    <a:cubicBezTo>
                      <a:pt x="11" y="1650"/>
                      <a:pt x="11" y="1650"/>
                      <a:pt x="11" y="1650"/>
                    </a:cubicBezTo>
                    <a:cubicBezTo>
                      <a:pt x="4" y="1650"/>
                      <a:pt x="0" y="1644"/>
                      <a:pt x="0" y="16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30"/>
              <p:cNvSpPr/>
              <p:nvPr/>
            </p:nvSpPr>
            <p:spPr>
              <a:xfrm>
                <a:off x="3555720" y="574560"/>
                <a:ext cx="5328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205" extrusionOk="0">
                    <a:moveTo>
                      <a:pt x="125" y="196"/>
                    </a:moveTo>
                    <a:cubicBezTo>
                      <a:pt x="120" y="181"/>
                      <a:pt x="115" y="165"/>
                      <a:pt x="109" y="149"/>
                    </a:cubicBezTo>
                    <a:cubicBezTo>
                      <a:pt x="106" y="145"/>
                      <a:pt x="105" y="140"/>
                      <a:pt x="103" y="135"/>
                    </a:cubicBezTo>
                    <a:cubicBezTo>
                      <a:pt x="98" y="124"/>
                      <a:pt x="93" y="114"/>
                      <a:pt x="88" y="103"/>
                    </a:cubicBezTo>
                    <a:cubicBezTo>
                      <a:pt x="86" y="98"/>
                      <a:pt x="83" y="93"/>
                      <a:pt x="80" y="88"/>
                    </a:cubicBezTo>
                    <a:cubicBezTo>
                      <a:pt x="77" y="82"/>
                      <a:pt x="74" y="78"/>
                      <a:pt x="72" y="72"/>
                    </a:cubicBezTo>
                    <a:cubicBezTo>
                      <a:pt x="72" y="73"/>
                      <a:pt x="72" y="74"/>
                      <a:pt x="72" y="74"/>
                    </a:cubicBezTo>
                    <a:cubicBezTo>
                      <a:pt x="66" y="64"/>
                      <a:pt x="60" y="54"/>
                      <a:pt x="53" y="44"/>
                    </a:cubicBezTo>
                    <a:cubicBezTo>
                      <a:pt x="49" y="65"/>
                      <a:pt x="45" y="86"/>
                      <a:pt x="40" y="106"/>
                    </a:cubicBezTo>
                    <a:cubicBezTo>
                      <a:pt x="35" y="129"/>
                      <a:pt x="31" y="152"/>
                      <a:pt x="26" y="175"/>
                    </a:cubicBezTo>
                    <a:cubicBezTo>
                      <a:pt x="25" y="181"/>
                      <a:pt x="24" y="187"/>
                      <a:pt x="22" y="192"/>
                    </a:cubicBezTo>
                    <a:cubicBezTo>
                      <a:pt x="21" y="198"/>
                      <a:pt x="16" y="201"/>
                      <a:pt x="11" y="201"/>
                    </a:cubicBezTo>
                    <a:cubicBezTo>
                      <a:pt x="6" y="201"/>
                      <a:pt x="0" y="195"/>
                      <a:pt x="1" y="189"/>
                    </a:cubicBezTo>
                    <a:cubicBezTo>
                      <a:pt x="2" y="183"/>
                      <a:pt x="3" y="177"/>
                      <a:pt x="5" y="170"/>
                    </a:cubicBezTo>
                    <a:cubicBezTo>
                      <a:pt x="6" y="164"/>
                      <a:pt x="7" y="159"/>
                      <a:pt x="7" y="153"/>
                    </a:cubicBezTo>
                    <a:cubicBezTo>
                      <a:pt x="10" y="142"/>
                      <a:pt x="12" y="132"/>
                      <a:pt x="13" y="121"/>
                    </a:cubicBezTo>
                    <a:cubicBezTo>
                      <a:pt x="17" y="97"/>
                      <a:pt x="20" y="74"/>
                      <a:pt x="24" y="50"/>
                    </a:cubicBezTo>
                    <a:cubicBezTo>
                      <a:pt x="25" y="44"/>
                      <a:pt x="25" y="37"/>
                      <a:pt x="27" y="31"/>
                    </a:cubicBezTo>
                    <a:cubicBezTo>
                      <a:pt x="28" y="24"/>
                      <a:pt x="30" y="16"/>
                      <a:pt x="31" y="9"/>
                    </a:cubicBezTo>
                    <a:cubicBezTo>
                      <a:pt x="31" y="9"/>
                      <a:pt x="31" y="10"/>
                      <a:pt x="31" y="11"/>
                    </a:cubicBezTo>
                    <a:lnTo>
                      <a:pt x="31" y="12"/>
                    </a:lnTo>
                    <a:cubicBezTo>
                      <a:pt x="31" y="8"/>
                      <a:pt x="31" y="5"/>
                      <a:pt x="34" y="2"/>
                    </a:cubicBezTo>
                    <a:cubicBezTo>
                      <a:pt x="37" y="0"/>
                      <a:pt x="41" y="0"/>
                      <a:pt x="44" y="0"/>
                    </a:cubicBezTo>
                    <a:cubicBezTo>
                      <a:pt x="47" y="1"/>
                      <a:pt x="50" y="3"/>
                      <a:pt x="52" y="6"/>
                    </a:cubicBezTo>
                    <a:cubicBezTo>
                      <a:pt x="53" y="9"/>
                      <a:pt x="53" y="13"/>
                      <a:pt x="51" y="16"/>
                    </a:cubicBezTo>
                    <a:cubicBezTo>
                      <a:pt x="52" y="16"/>
                      <a:pt x="52" y="15"/>
                      <a:pt x="52" y="15"/>
                    </a:cubicBezTo>
                    <a:lnTo>
                      <a:pt x="52" y="14"/>
                    </a:lnTo>
                    <a:cubicBezTo>
                      <a:pt x="52" y="15"/>
                      <a:pt x="52" y="15"/>
                      <a:pt x="52" y="16"/>
                    </a:cubicBezTo>
                    <a:cubicBezTo>
                      <a:pt x="52" y="16"/>
                      <a:pt x="53" y="16"/>
                      <a:pt x="54" y="17"/>
                    </a:cubicBezTo>
                    <a:cubicBezTo>
                      <a:pt x="58" y="18"/>
                      <a:pt x="61" y="20"/>
                      <a:pt x="63" y="23"/>
                    </a:cubicBezTo>
                    <a:cubicBezTo>
                      <a:pt x="69" y="28"/>
                      <a:pt x="73" y="33"/>
                      <a:pt x="76" y="39"/>
                    </a:cubicBezTo>
                    <a:cubicBezTo>
                      <a:pt x="78" y="42"/>
                      <a:pt x="80" y="45"/>
                      <a:pt x="81" y="48"/>
                    </a:cubicBezTo>
                    <a:cubicBezTo>
                      <a:pt x="84" y="53"/>
                      <a:pt x="87" y="57"/>
                      <a:pt x="90" y="62"/>
                    </a:cubicBezTo>
                    <a:cubicBezTo>
                      <a:pt x="102" y="82"/>
                      <a:pt x="112" y="104"/>
                      <a:pt x="122" y="125"/>
                    </a:cubicBezTo>
                    <a:cubicBezTo>
                      <a:pt x="122" y="126"/>
                      <a:pt x="122" y="126"/>
                      <a:pt x="122" y="127"/>
                    </a:cubicBezTo>
                    <a:lnTo>
                      <a:pt x="122" y="126"/>
                    </a:lnTo>
                    <a:cubicBezTo>
                      <a:pt x="124" y="131"/>
                      <a:pt x="126" y="136"/>
                      <a:pt x="129" y="142"/>
                    </a:cubicBezTo>
                    <a:cubicBezTo>
                      <a:pt x="132" y="149"/>
                      <a:pt x="134" y="157"/>
                      <a:pt x="137" y="164"/>
                    </a:cubicBezTo>
                    <a:cubicBezTo>
                      <a:pt x="140" y="173"/>
                      <a:pt x="143" y="181"/>
                      <a:pt x="146" y="189"/>
                    </a:cubicBezTo>
                    <a:cubicBezTo>
                      <a:pt x="147" y="195"/>
                      <a:pt x="144" y="202"/>
                      <a:pt x="139" y="203"/>
                    </a:cubicBezTo>
                    <a:cubicBezTo>
                      <a:pt x="137" y="204"/>
                      <a:pt x="137" y="204"/>
                      <a:pt x="136" y="204"/>
                    </a:cubicBezTo>
                    <a:cubicBezTo>
                      <a:pt x="131" y="204"/>
                      <a:pt x="126" y="201"/>
                      <a:pt x="12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30"/>
              <p:cNvSpPr/>
              <p:nvPr/>
            </p:nvSpPr>
            <p:spPr>
              <a:xfrm>
                <a:off x="3502440" y="582120"/>
                <a:ext cx="44280" cy="1328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69" extrusionOk="0">
                    <a:moveTo>
                      <a:pt x="99" y="346"/>
                    </a:moveTo>
                    <a:cubicBezTo>
                      <a:pt x="99" y="346"/>
                      <a:pt x="99" y="344"/>
                      <a:pt x="100" y="343"/>
                    </a:cubicBezTo>
                    <a:cubicBezTo>
                      <a:pt x="100" y="336"/>
                      <a:pt x="101" y="328"/>
                      <a:pt x="101" y="320"/>
                    </a:cubicBezTo>
                    <a:cubicBezTo>
                      <a:pt x="101" y="321"/>
                      <a:pt x="101" y="321"/>
                      <a:pt x="101" y="322"/>
                    </a:cubicBezTo>
                    <a:cubicBezTo>
                      <a:pt x="101" y="317"/>
                      <a:pt x="101" y="313"/>
                      <a:pt x="101" y="308"/>
                    </a:cubicBezTo>
                    <a:lnTo>
                      <a:pt x="101" y="309"/>
                    </a:lnTo>
                    <a:cubicBezTo>
                      <a:pt x="101" y="308"/>
                      <a:pt x="101" y="308"/>
                      <a:pt x="101" y="308"/>
                    </a:cubicBezTo>
                    <a:cubicBezTo>
                      <a:pt x="101" y="286"/>
                      <a:pt x="100" y="265"/>
                      <a:pt x="99" y="243"/>
                    </a:cubicBezTo>
                    <a:cubicBezTo>
                      <a:pt x="98" y="221"/>
                      <a:pt x="96" y="199"/>
                      <a:pt x="95" y="177"/>
                    </a:cubicBezTo>
                    <a:cubicBezTo>
                      <a:pt x="94" y="161"/>
                      <a:pt x="93" y="145"/>
                      <a:pt x="92" y="129"/>
                    </a:cubicBezTo>
                    <a:cubicBezTo>
                      <a:pt x="92" y="123"/>
                      <a:pt x="92" y="117"/>
                      <a:pt x="91" y="111"/>
                    </a:cubicBezTo>
                    <a:cubicBezTo>
                      <a:pt x="91" y="106"/>
                      <a:pt x="91" y="100"/>
                      <a:pt x="91" y="94"/>
                    </a:cubicBezTo>
                    <a:cubicBezTo>
                      <a:pt x="91" y="95"/>
                      <a:pt x="91" y="96"/>
                      <a:pt x="90" y="97"/>
                    </a:cubicBezTo>
                    <a:cubicBezTo>
                      <a:pt x="87" y="107"/>
                      <a:pt x="83" y="116"/>
                      <a:pt x="79" y="125"/>
                    </a:cubicBezTo>
                    <a:cubicBezTo>
                      <a:pt x="75" y="135"/>
                      <a:pt x="69" y="145"/>
                      <a:pt x="60" y="152"/>
                    </a:cubicBezTo>
                    <a:cubicBezTo>
                      <a:pt x="65" y="153"/>
                      <a:pt x="69" y="157"/>
                      <a:pt x="68" y="162"/>
                    </a:cubicBezTo>
                    <a:cubicBezTo>
                      <a:pt x="66" y="176"/>
                      <a:pt x="65" y="191"/>
                      <a:pt x="65" y="205"/>
                    </a:cubicBezTo>
                    <a:cubicBezTo>
                      <a:pt x="64" y="220"/>
                      <a:pt x="62" y="235"/>
                      <a:pt x="62" y="250"/>
                    </a:cubicBezTo>
                    <a:cubicBezTo>
                      <a:pt x="62" y="259"/>
                      <a:pt x="63" y="268"/>
                      <a:pt x="64" y="276"/>
                    </a:cubicBezTo>
                    <a:lnTo>
                      <a:pt x="64" y="277"/>
                    </a:lnTo>
                    <a:cubicBezTo>
                      <a:pt x="65" y="286"/>
                      <a:pt x="66" y="294"/>
                      <a:pt x="69" y="302"/>
                    </a:cubicBezTo>
                    <a:cubicBezTo>
                      <a:pt x="70" y="307"/>
                      <a:pt x="72" y="311"/>
                      <a:pt x="73" y="315"/>
                    </a:cubicBezTo>
                    <a:cubicBezTo>
                      <a:pt x="75" y="319"/>
                      <a:pt x="76" y="322"/>
                      <a:pt x="78" y="325"/>
                    </a:cubicBezTo>
                    <a:cubicBezTo>
                      <a:pt x="80" y="328"/>
                      <a:pt x="81" y="330"/>
                      <a:pt x="83" y="333"/>
                    </a:cubicBezTo>
                    <a:cubicBezTo>
                      <a:pt x="85" y="335"/>
                      <a:pt x="86" y="337"/>
                      <a:pt x="89" y="339"/>
                    </a:cubicBezTo>
                    <a:cubicBezTo>
                      <a:pt x="90" y="340"/>
                      <a:pt x="91" y="342"/>
                      <a:pt x="92" y="343"/>
                    </a:cubicBezTo>
                    <a:cubicBezTo>
                      <a:pt x="93" y="343"/>
                      <a:pt x="94" y="344"/>
                      <a:pt x="95" y="344"/>
                    </a:cubicBezTo>
                    <a:cubicBezTo>
                      <a:pt x="96" y="345"/>
                      <a:pt x="97" y="346"/>
                      <a:pt x="97" y="346"/>
                    </a:cubicBezTo>
                    <a:cubicBezTo>
                      <a:pt x="98" y="346"/>
                      <a:pt x="98" y="346"/>
                      <a:pt x="98" y="346"/>
                    </a:cubicBezTo>
                    <a:lnTo>
                      <a:pt x="99" y="346"/>
                    </a:lnTo>
                    <a:moveTo>
                      <a:pt x="70" y="350"/>
                    </a:moveTo>
                    <a:cubicBezTo>
                      <a:pt x="61" y="340"/>
                      <a:pt x="54" y="326"/>
                      <a:pt x="50" y="312"/>
                    </a:cubicBezTo>
                    <a:cubicBezTo>
                      <a:pt x="48" y="305"/>
                      <a:pt x="47" y="298"/>
                      <a:pt x="45" y="291"/>
                    </a:cubicBezTo>
                    <a:cubicBezTo>
                      <a:pt x="44" y="284"/>
                      <a:pt x="44" y="276"/>
                      <a:pt x="43" y="269"/>
                    </a:cubicBezTo>
                    <a:cubicBezTo>
                      <a:pt x="42" y="257"/>
                      <a:pt x="42" y="245"/>
                      <a:pt x="43" y="233"/>
                    </a:cubicBezTo>
                    <a:cubicBezTo>
                      <a:pt x="45" y="209"/>
                      <a:pt x="47" y="185"/>
                      <a:pt x="50" y="161"/>
                    </a:cubicBezTo>
                    <a:cubicBezTo>
                      <a:pt x="50" y="159"/>
                      <a:pt x="50" y="158"/>
                      <a:pt x="50" y="157"/>
                    </a:cubicBezTo>
                    <a:cubicBezTo>
                      <a:pt x="48" y="157"/>
                      <a:pt x="47" y="158"/>
                      <a:pt x="44" y="158"/>
                    </a:cubicBezTo>
                    <a:cubicBezTo>
                      <a:pt x="42" y="158"/>
                      <a:pt x="38" y="158"/>
                      <a:pt x="36" y="157"/>
                    </a:cubicBezTo>
                    <a:cubicBezTo>
                      <a:pt x="33" y="156"/>
                      <a:pt x="31" y="155"/>
                      <a:pt x="29" y="152"/>
                    </a:cubicBezTo>
                    <a:cubicBezTo>
                      <a:pt x="26" y="150"/>
                      <a:pt x="24" y="147"/>
                      <a:pt x="23" y="143"/>
                    </a:cubicBezTo>
                    <a:cubicBezTo>
                      <a:pt x="20" y="137"/>
                      <a:pt x="17" y="129"/>
                      <a:pt x="15" y="122"/>
                    </a:cubicBezTo>
                    <a:cubicBezTo>
                      <a:pt x="13" y="117"/>
                      <a:pt x="12" y="111"/>
                      <a:pt x="11" y="106"/>
                    </a:cubicBezTo>
                    <a:lnTo>
                      <a:pt x="11" y="105"/>
                    </a:lnTo>
                    <a:lnTo>
                      <a:pt x="11" y="104"/>
                    </a:lnTo>
                    <a:cubicBezTo>
                      <a:pt x="10" y="104"/>
                      <a:pt x="10" y="103"/>
                      <a:pt x="10" y="103"/>
                    </a:cubicBezTo>
                    <a:cubicBezTo>
                      <a:pt x="6" y="89"/>
                      <a:pt x="3" y="74"/>
                      <a:pt x="1" y="60"/>
                    </a:cubicBezTo>
                    <a:cubicBezTo>
                      <a:pt x="1" y="53"/>
                      <a:pt x="0" y="46"/>
                      <a:pt x="1" y="39"/>
                    </a:cubicBezTo>
                    <a:cubicBezTo>
                      <a:pt x="1" y="33"/>
                      <a:pt x="1" y="26"/>
                      <a:pt x="2" y="20"/>
                    </a:cubicBezTo>
                    <a:cubicBezTo>
                      <a:pt x="3" y="18"/>
                      <a:pt x="4" y="15"/>
                      <a:pt x="7" y="13"/>
                    </a:cubicBezTo>
                    <a:cubicBezTo>
                      <a:pt x="10" y="11"/>
                      <a:pt x="13" y="11"/>
                      <a:pt x="17" y="12"/>
                    </a:cubicBezTo>
                    <a:cubicBezTo>
                      <a:pt x="22" y="14"/>
                      <a:pt x="25" y="19"/>
                      <a:pt x="24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2" y="30"/>
                    </a:cubicBezTo>
                    <a:cubicBezTo>
                      <a:pt x="22" y="36"/>
                      <a:pt x="22" y="42"/>
                      <a:pt x="22" y="48"/>
                    </a:cubicBezTo>
                    <a:cubicBezTo>
                      <a:pt x="22" y="53"/>
                      <a:pt x="22" y="58"/>
                      <a:pt x="23" y="63"/>
                    </a:cubicBezTo>
                    <a:cubicBezTo>
                      <a:pt x="23" y="68"/>
                      <a:pt x="24" y="73"/>
                      <a:pt x="25" y="78"/>
                    </a:cubicBezTo>
                    <a:cubicBezTo>
                      <a:pt x="26" y="83"/>
                      <a:pt x="27" y="89"/>
                      <a:pt x="29" y="94"/>
                    </a:cubicBezTo>
                    <a:cubicBezTo>
                      <a:pt x="32" y="107"/>
                      <a:pt x="36" y="119"/>
                      <a:pt x="41" y="131"/>
                    </a:cubicBezTo>
                    <a:cubicBezTo>
                      <a:pt x="41" y="132"/>
                      <a:pt x="42" y="134"/>
                      <a:pt x="43" y="135"/>
                    </a:cubicBez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8" y="135"/>
                      <a:pt x="48" y="134"/>
                      <a:pt x="49" y="134"/>
                    </a:cubicBezTo>
                    <a:cubicBezTo>
                      <a:pt x="50" y="132"/>
                      <a:pt x="51" y="131"/>
                      <a:pt x="52" y="130"/>
                    </a:cubicBezTo>
                    <a:cubicBezTo>
                      <a:pt x="54" y="128"/>
                      <a:pt x="55" y="127"/>
                      <a:pt x="56" y="125"/>
                    </a:cubicBezTo>
                    <a:cubicBezTo>
                      <a:pt x="59" y="120"/>
                      <a:pt x="62" y="114"/>
                      <a:pt x="64" y="108"/>
                    </a:cubicBezTo>
                    <a:cubicBezTo>
                      <a:pt x="65" y="108"/>
                      <a:pt x="65" y="107"/>
                      <a:pt x="65" y="107"/>
                    </a:cubicBezTo>
                    <a:lnTo>
                      <a:pt x="65" y="108"/>
                    </a:lnTo>
                    <a:cubicBezTo>
                      <a:pt x="73" y="87"/>
                      <a:pt x="80" y="65"/>
                      <a:pt x="86" y="43"/>
                    </a:cubicBezTo>
                    <a:cubicBezTo>
                      <a:pt x="87" y="38"/>
                      <a:pt x="89" y="32"/>
                      <a:pt x="90" y="27"/>
                    </a:cubicBezTo>
                    <a:cubicBezTo>
                      <a:pt x="92" y="20"/>
                      <a:pt x="93" y="14"/>
                      <a:pt x="96" y="8"/>
                    </a:cubicBezTo>
                    <a:cubicBezTo>
                      <a:pt x="97" y="2"/>
                      <a:pt x="103" y="0"/>
                      <a:pt x="107" y="1"/>
                    </a:cubicBezTo>
                    <a:cubicBezTo>
                      <a:pt x="110" y="1"/>
                      <a:pt x="112" y="3"/>
                      <a:pt x="114" y="5"/>
                    </a:cubicBezTo>
                    <a:cubicBezTo>
                      <a:pt x="115" y="8"/>
                      <a:pt x="116" y="11"/>
                      <a:pt x="115" y="13"/>
                    </a:cubicBezTo>
                    <a:cubicBezTo>
                      <a:pt x="115" y="15"/>
                      <a:pt x="115" y="16"/>
                      <a:pt x="115" y="18"/>
                    </a:cubicBezTo>
                    <a:cubicBezTo>
                      <a:pt x="115" y="18"/>
                      <a:pt x="115" y="17"/>
                      <a:pt x="115" y="16"/>
                    </a:cubicBezTo>
                    <a:cubicBezTo>
                      <a:pt x="113" y="32"/>
                      <a:pt x="112" y="47"/>
                      <a:pt x="111" y="62"/>
                    </a:cubicBezTo>
                    <a:cubicBezTo>
                      <a:pt x="111" y="71"/>
                      <a:pt x="111" y="81"/>
                      <a:pt x="111" y="90"/>
                    </a:cubicBezTo>
                    <a:cubicBezTo>
                      <a:pt x="111" y="96"/>
                      <a:pt x="111" y="101"/>
                      <a:pt x="111" y="107"/>
                    </a:cubicBezTo>
                    <a:cubicBezTo>
                      <a:pt x="111" y="112"/>
                      <a:pt x="111" y="117"/>
                      <a:pt x="112" y="121"/>
                    </a:cubicBezTo>
                    <a:cubicBezTo>
                      <a:pt x="112" y="132"/>
                      <a:pt x="112" y="143"/>
                      <a:pt x="113" y="154"/>
                    </a:cubicBezTo>
                    <a:cubicBezTo>
                      <a:pt x="114" y="177"/>
                      <a:pt x="116" y="200"/>
                      <a:pt x="118" y="223"/>
                    </a:cubicBezTo>
                    <a:cubicBezTo>
                      <a:pt x="119" y="245"/>
                      <a:pt x="120" y="268"/>
                      <a:pt x="121" y="291"/>
                    </a:cubicBezTo>
                    <a:cubicBezTo>
                      <a:pt x="121" y="302"/>
                      <a:pt x="122" y="312"/>
                      <a:pt x="122" y="323"/>
                    </a:cubicBezTo>
                    <a:cubicBezTo>
                      <a:pt x="121" y="330"/>
                      <a:pt x="121" y="336"/>
                      <a:pt x="121" y="342"/>
                    </a:cubicBezTo>
                    <a:cubicBezTo>
                      <a:pt x="121" y="348"/>
                      <a:pt x="120" y="354"/>
                      <a:pt x="117" y="359"/>
                    </a:cubicBezTo>
                    <a:cubicBezTo>
                      <a:pt x="113" y="364"/>
                      <a:pt x="108" y="367"/>
                      <a:pt x="102" y="368"/>
                    </a:cubicBezTo>
                    <a:cubicBezTo>
                      <a:pt x="101" y="368"/>
                      <a:pt x="101" y="368"/>
                      <a:pt x="100" y="368"/>
                    </a:cubicBezTo>
                    <a:cubicBezTo>
                      <a:pt x="88" y="368"/>
                      <a:pt x="78" y="359"/>
                      <a:pt x="70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30"/>
              <p:cNvSpPr/>
              <p:nvPr/>
            </p:nvSpPr>
            <p:spPr>
              <a:xfrm>
                <a:off x="3510720" y="736560"/>
                <a:ext cx="2484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24" extrusionOk="0">
                    <a:moveTo>
                      <a:pt x="46" y="213"/>
                    </a:moveTo>
                    <a:cubicBezTo>
                      <a:pt x="45" y="188"/>
                      <a:pt x="45" y="163"/>
                      <a:pt x="45" y="138"/>
                    </a:cubicBezTo>
                    <a:cubicBezTo>
                      <a:pt x="45" y="125"/>
                      <a:pt x="45" y="113"/>
                      <a:pt x="45" y="100"/>
                    </a:cubicBezTo>
                    <a:cubicBezTo>
                      <a:pt x="45" y="90"/>
                      <a:pt x="46" y="79"/>
                      <a:pt x="46" y="68"/>
                    </a:cubicBezTo>
                    <a:cubicBezTo>
                      <a:pt x="46" y="67"/>
                      <a:pt x="46" y="66"/>
                      <a:pt x="46" y="65"/>
                    </a:cubicBezTo>
                    <a:cubicBezTo>
                      <a:pt x="45" y="69"/>
                      <a:pt x="43" y="73"/>
                      <a:pt x="42" y="77"/>
                    </a:cubicBezTo>
                    <a:cubicBezTo>
                      <a:pt x="36" y="94"/>
                      <a:pt x="29" y="111"/>
                      <a:pt x="24" y="128"/>
                    </a:cubicBezTo>
                    <a:cubicBezTo>
                      <a:pt x="24" y="130"/>
                      <a:pt x="23" y="133"/>
                      <a:pt x="22" y="136"/>
                    </a:cubicBezTo>
                    <a:cubicBezTo>
                      <a:pt x="21" y="142"/>
                      <a:pt x="15" y="146"/>
                      <a:pt x="10" y="144"/>
                    </a:cubicBezTo>
                    <a:cubicBezTo>
                      <a:pt x="4" y="143"/>
                      <a:pt x="0" y="137"/>
                      <a:pt x="1" y="131"/>
                    </a:cubicBezTo>
                    <a:cubicBezTo>
                      <a:pt x="2" y="127"/>
                      <a:pt x="3" y="122"/>
                      <a:pt x="5" y="118"/>
                    </a:cubicBezTo>
                    <a:cubicBezTo>
                      <a:pt x="7" y="112"/>
                      <a:pt x="8" y="107"/>
                      <a:pt x="10" y="102"/>
                    </a:cubicBezTo>
                    <a:cubicBezTo>
                      <a:pt x="14" y="91"/>
                      <a:pt x="18" y="82"/>
                      <a:pt x="21" y="72"/>
                    </a:cubicBezTo>
                    <a:cubicBezTo>
                      <a:pt x="25" y="62"/>
                      <a:pt x="28" y="54"/>
                      <a:pt x="32" y="44"/>
                    </a:cubicBezTo>
                    <a:cubicBezTo>
                      <a:pt x="34" y="38"/>
                      <a:pt x="35" y="33"/>
                      <a:pt x="38" y="28"/>
                    </a:cubicBezTo>
                    <a:cubicBezTo>
                      <a:pt x="40" y="21"/>
                      <a:pt x="42" y="14"/>
                      <a:pt x="45" y="8"/>
                    </a:cubicBezTo>
                    <a:cubicBezTo>
                      <a:pt x="48" y="2"/>
                      <a:pt x="56" y="0"/>
                      <a:pt x="61" y="3"/>
                    </a:cubicBezTo>
                    <a:cubicBezTo>
                      <a:pt x="62" y="5"/>
                      <a:pt x="63" y="5"/>
                      <a:pt x="64" y="6"/>
                    </a:cubicBezTo>
                    <a:cubicBezTo>
                      <a:pt x="66" y="8"/>
                      <a:pt x="66" y="10"/>
                      <a:pt x="67" y="11"/>
                    </a:cubicBezTo>
                    <a:cubicBezTo>
                      <a:pt x="68" y="15"/>
                      <a:pt x="67" y="19"/>
                      <a:pt x="67" y="22"/>
                    </a:cubicBezTo>
                    <a:cubicBezTo>
                      <a:pt x="68" y="33"/>
                      <a:pt x="67" y="44"/>
                      <a:pt x="67" y="55"/>
                    </a:cubicBezTo>
                    <a:cubicBezTo>
                      <a:pt x="67" y="62"/>
                      <a:pt x="66" y="70"/>
                      <a:pt x="66" y="77"/>
                    </a:cubicBezTo>
                    <a:cubicBezTo>
                      <a:pt x="66" y="90"/>
                      <a:pt x="66" y="104"/>
                      <a:pt x="65" y="117"/>
                    </a:cubicBezTo>
                    <a:lnTo>
                      <a:pt x="65" y="116"/>
                    </a:lnTo>
                    <a:cubicBezTo>
                      <a:pt x="65" y="148"/>
                      <a:pt x="65" y="180"/>
                      <a:pt x="67" y="212"/>
                    </a:cubicBezTo>
                    <a:cubicBezTo>
                      <a:pt x="67" y="218"/>
                      <a:pt x="63" y="223"/>
                      <a:pt x="57" y="223"/>
                    </a:cubicBezTo>
                    <a:lnTo>
                      <a:pt x="56" y="223"/>
                    </a:lnTo>
                    <a:cubicBezTo>
                      <a:pt x="51" y="223"/>
                      <a:pt x="46" y="219"/>
                      <a:pt x="46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30"/>
              <p:cNvSpPr/>
              <p:nvPr/>
            </p:nvSpPr>
            <p:spPr>
              <a:xfrm>
                <a:off x="3503880" y="915120"/>
                <a:ext cx="3924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7" extrusionOk="0">
                    <a:moveTo>
                      <a:pt x="41" y="85"/>
                    </a:moveTo>
                    <a:cubicBezTo>
                      <a:pt x="42" y="85"/>
                      <a:pt x="43" y="85"/>
                      <a:pt x="43" y="85"/>
                    </a:cubicBezTo>
                    <a:lnTo>
                      <a:pt x="44" y="85"/>
                    </a:lnTo>
                    <a:cubicBezTo>
                      <a:pt x="46" y="84"/>
                      <a:pt x="47" y="84"/>
                      <a:pt x="48" y="84"/>
                    </a:cubicBezTo>
                    <a:cubicBezTo>
                      <a:pt x="50" y="83"/>
                      <a:pt x="51" y="82"/>
                      <a:pt x="53" y="81"/>
                    </a:cubicBezTo>
                    <a:cubicBezTo>
                      <a:pt x="54" y="80"/>
                      <a:pt x="56" y="80"/>
                      <a:pt x="57" y="78"/>
                    </a:cubicBezTo>
                    <a:cubicBezTo>
                      <a:pt x="59" y="77"/>
                      <a:pt x="61" y="75"/>
                      <a:pt x="62" y="74"/>
                    </a:cubicBezTo>
                    <a:lnTo>
                      <a:pt x="62" y="75"/>
                    </a:lnTo>
                    <a:cubicBezTo>
                      <a:pt x="62" y="74"/>
                      <a:pt x="64" y="73"/>
                      <a:pt x="65" y="71"/>
                    </a:cubicBezTo>
                    <a:cubicBezTo>
                      <a:pt x="66" y="70"/>
                      <a:pt x="67" y="68"/>
                      <a:pt x="68" y="66"/>
                    </a:cubicBezTo>
                    <a:cubicBezTo>
                      <a:pt x="68" y="67"/>
                      <a:pt x="68" y="67"/>
                      <a:pt x="68" y="67"/>
                    </a:cubicBezTo>
                    <a:lnTo>
                      <a:pt x="68" y="66"/>
                    </a:lnTo>
                    <a:cubicBezTo>
                      <a:pt x="74" y="56"/>
                      <a:pt x="79" y="46"/>
                      <a:pt x="84" y="35"/>
                    </a:cubicBezTo>
                    <a:cubicBezTo>
                      <a:pt x="85" y="33"/>
                      <a:pt x="86" y="31"/>
                      <a:pt x="86" y="28"/>
                    </a:cubicBezTo>
                    <a:lnTo>
                      <a:pt x="87" y="27"/>
                    </a:lnTo>
                    <a:cubicBezTo>
                      <a:pt x="87" y="26"/>
                      <a:pt x="87" y="25"/>
                      <a:pt x="87" y="25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3"/>
                      <a:pt x="87" y="22"/>
                      <a:pt x="86" y="22"/>
                    </a:cubicBezTo>
                    <a:cubicBezTo>
                      <a:pt x="85" y="22"/>
                      <a:pt x="83" y="22"/>
                      <a:pt x="82" y="23"/>
                    </a:cubicBezTo>
                    <a:cubicBezTo>
                      <a:pt x="81" y="23"/>
                      <a:pt x="79" y="24"/>
                      <a:pt x="78" y="24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6"/>
                      <a:pt x="74" y="27"/>
                      <a:pt x="72" y="27"/>
                    </a:cubicBezTo>
                    <a:cubicBezTo>
                      <a:pt x="71" y="29"/>
                      <a:pt x="69" y="30"/>
                      <a:pt x="68" y="32"/>
                    </a:cubicBezTo>
                    <a:cubicBezTo>
                      <a:pt x="65" y="34"/>
                      <a:pt x="64" y="36"/>
                      <a:pt x="61" y="39"/>
                    </a:cubicBezTo>
                    <a:cubicBezTo>
                      <a:pt x="56" y="46"/>
                      <a:pt x="51" y="53"/>
                      <a:pt x="46" y="61"/>
                    </a:cubicBezTo>
                    <a:cubicBezTo>
                      <a:pt x="43" y="66"/>
                      <a:pt x="40" y="71"/>
                      <a:pt x="37" y="75"/>
                    </a:cubicBezTo>
                    <a:cubicBezTo>
                      <a:pt x="38" y="75"/>
                      <a:pt x="38" y="75"/>
                      <a:pt x="38" y="74"/>
                    </a:cubicBezTo>
                    <a:cubicBezTo>
                      <a:pt x="36" y="77"/>
                      <a:pt x="35" y="80"/>
                      <a:pt x="33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4"/>
                      <a:pt x="36" y="84"/>
                      <a:pt x="36" y="84"/>
                    </a:cubicBezTo>
                    <a:lnTo>
                      <a:pt x="37" y="85"/>
                    </a:lnTo>
                    <a:cubicBezTo>
                      <a:pt x="37" y="85"/>
                      <a:pt x="38" y="85"/>
                      <a:pt x="39" y="85"/>
                    </a:cubicBezTo>
                    <a:cubicBezTo>
                      <a:pt x="40" y="85"/>
                      <a:pt x="41" y="85"/>
                      <a:pt x="41" y="85"/>
                    </a:cubicBezTo>
                    <a:moveTo>
                      <a:pt x="30" y="105"/>
                    </a:moveTo>
                    <a:cubicBezTo>
                      <a:pt x="26" y="103"/>
                      <a:pt x="23" y="102"/>
                      <a:pt x="20" y="99"/>
                    </a:cubicBezTo>
                    <a:cubicBezTo>
                      <a:pt x="18" y="100"/>
                      <a:pt x="15" y="99"/>
                      <a:pt x="13" y="98"/>
                    </a:cubicBezTo>
                    <a:cubicBezTo>
                      <a:pt x="8" y="96"/>
                      <a:pt x="6" y="90"/>
                      <a:pt x="9" y="85"/>
                    </a:cubicBezTo>
                    <a:lnTo>
                      <a:pt x="9" y="84"/>
                    </a:lnTo>
                    <a:cubicBezTo>
                      <a:pt x="8" y="82"/>
                      <a:pt x="8" y="80"/>
                      <a:pt x="7" y="77"/>
                    </a:cubicBezTo>
                    <a:cubicBezTo>
                      <a:pt x="4" y="70"/>
                      <a:pt x="2" y="63"/>
                      <a:pt x="2" y="56"/>
                    </a:cubicBezTo>
                    <a:cubicBezTo>
                      <a:pt x="1" y="49"/>
                      <a:pt x="0" y="43"/>
                      <a:pt x="1" y="36"/>
                    </a:cubicBezTo>
                    <a:cubicBezTo>
                      <a:pt x="2" y="30"/>
                      <a:pt x="8" y="26"/>
                      <a:pt x="14" y="27"/>
                    </a:cubicBezTo>
                    <a:cubicBezTo>
                      <a:pt x="20" y="28"/>
                      <a:pt x="23" y="35"/>
                      <a:pt x="22" y="41"/>
                    </a:cubicBezTo>
                    <a:lnTo>
                      <a:pt x="22" y="42"/>
                    </a:lnTo>
                    <a:lnTo>
                      <a:pt x="22" y="43"/>
                    </a:lnTo>
                    <a:cubicBezTo>
                      <a:pt x="22" y="48"/>
                      <a:pt x="22" y="51"/>
                      <a:pt x="23" y="54"/>
                    </a:cubicBezTo>
                    <a:cubicBezTo>
                      <a:pt x="23" y="56"/>
                      <a:pt x="23" y="58"/>
                      <a:pt x="24" y="59"/>
                    </a:cubicBezTo>
                    <a:cubicBezTo>
                      <a:pt x="26" y="56"/>
                      <a:pt x="28" y="52"/>
                      <a:pt x="30" y="49"/>
                    </a:cubicBezTo>
                    <a:cubicBezTo>
                      <a:pt x="36" y="39"/>
                      <a:pt x="42" y="29"/>
                      <a:pt x="49" y="21"/>
                    </a:cubicBezTo>
                    <a:cubicBezTo>
                      <a:pt x="54" y="16"/>
                      <a:pt x="59" y="11"/>
                      <a:pt x="65" y="8"/>
                    </a:cubicBezTo>
                    <a:cubicBezTo>
                      <a:pt x="70" y="4"/>
                      <a:pt x="78" y="2"/>
                      <a:pt x="84" y="1"/>
                    </a:cubicBezTo>
                    <a:cubicBezTo>
                      <a:pt x="90" y="0"/>
                      <a:pt x="97" y="1"/>
                      <a:pt x="101" y="6"/>
                    </a:cubicBezTo>
                    <a:cubicBezTo>
                      <a:pt x="103" y="8"/>
                      <a:pt x="105" y="10"/>
                      <a:pt x="106" y="13"/>
                    </a:cubicBezTo>
                    <a:cubicBezTo>
                      <a:pt x="107" y="17"/>
                      <a:pt x="108" y="20"/>
                      <a:pt x="108" y="24"/>
                    </a:cubicBezTo>
                    <a:cubicBezTo>
                      <a:pt x="108" y="31"/>
                      <a:pt x="106" y="36"/>
                      <a:pt x="104" y="42"/>
                    </a:cubicBezTo>
                    <a:cubicBezTo>
                      <a:pt x="101" y="47"/>
                      <a:pt x="100" y="51"/>
                      <a:pt x="97" y="55"/>
                    </a:cubicBezTo>
                    <a:cubicBezTo>
                      <a:pt x="96" y="59"/>
                      <a:pt x="94" y="62"/>
                      <a:pt x="92" y="66"/>
                    </a:cubicBezTo>
                    <a:cubicBezTo>
                      <a:pt x="89" y="73"/>
                      <a:pt x="85" y="79"/>
                      <a:pt x="81" y="85"/>
                    </a:cubicBezTo>
                    <a:cubicBezTo>
                      <a:pt x="76" y="91"/>
                      <a:pt x="71" y="95"/>
                      <a:pt x="65" y="99"/>
                    </a:cubicBezTo>
                    <a:cubicBezTo>
                      <a:pt x="62" y="101"/>
                      <a:pt x="59" y="102"/>
                      <a:pt x="55" y="103"/>
                    </a:cubicBezTo>
                    <a:cubicBezTo>
                      <a:pt x="52" y="105"/>
                      <a:pt x="48" y="106"/>
                      <a:pt x="44" y="106"/>
                    </a:cubicBezTo>
                    <a:cubicBezTo>
                      <a:pt x="44" y="106"/>
                      <a:pt x="43" y="106"/>
                      <a:pt x="41" y="106"/>
                    </a:cubicBezTo>
                    <a:cubicBezTo>
                      <a:pt x="37" y="106"/>
                      <a:pt x="33" y="106"/>
                      <a:pt x="30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30"/>
              <p:cNvSpPr/>
              <p:nvPr/>
            </p:nvSpPr>
            <p:spPr>
              <a:xfrm>
                <a:off x="3470760" y="1025280"/>
                <a:ext cx="4032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" extrusionOk="0">
                    <a:moveTo>
                      <a:pt x="20" y="40"/>
                    </a:moveTo>
                    <a:cubicBezTo>
                      <a:pt x="19" y="40"/>
                      <a:pt x="18" y="40"/>
                      <a:pt x="17" y="40"/>
                    </a:cubicBezTo>
                    <a:cubicBezTo>
                      <a:pt x="16" y="40"/>
                      <a:pt x="14" y="40"/>
                      <a:pt x="13" y="40"/>
                    </a:cubicBezTo>
                    <a:cubicBezTo>
                      <a:pt x="4" y="39"/>
                      <a:pt x="0" y="29"/>
                      <a:pt x="6" y="22"/>
                    </a:cubicBezTo>
                    <a:cubicBezTo>
                      <a:pt x="9" y="18"/>
                      <a:pt x="16" y="16"/>
                      <a:pt x="21" y="14"/>
                    </a:cubicBezTo>
                    <a:cubicBezTo>
                      <a:pt x="24" y="13"/>
                      <a:pt x="28" y="12"/>
                      <a:pt x="31" y="11"/>
                    </a:cubicBezTo>
                    <a:cubicBezTo>
                      <a:pt x="38" y="10"/>
                      <a:pt x="45" y="8"/>
                      <a:pt x="53" y="7"/>
                    </a:cubicBezTo>
                    <a:cubicBezTo>
                      <a:pt x="59" y="6"/>
                      <a:pt x="66" y="5"/>
                      <a:pt x="73" y="4"/>
                    </a:cubicBezTo>
                    <a:cubicBezTo>
                      <a:pt x="82" y="3"/>
                      <a:pt x="91" y="2"/>
                      <a:pt x="100" y="1"/>
                    </a:cubicBezTo>
                    <a:cubicBezTo>
                      <a:pt x="105" y="0"/>
                      <a:pt x="111" y="5"/>
                      <a:pt x="111" y="10"/>
                    </a:cubicBezTo>
                    <a:cubicBezTo>
                      <a:pt x="111" y="16"/>
                      <a:pt x="106" y="20"/>
                      <a:pt x="101" y="21"/>
                    </a:cubicBezTo>
                    <a:cubicBezTo>
                      <a:pt x="100" y="21"/>
                      <a:pt x="98" y="21"/>
                      <a:pt x="96" y="22"/>
                    </a:cubicBezTo>
                    <a:lnTo>
                      <a:pt x="97" y="22"/>
                    </a:lnTo>
                    <a:cubicBezTo>
                      <a:pt x="86" y="23"/>
                      <a:pt x="74" y="25"/>
                      <a:pt x="63" y="26"/>
                    </a:cubicBezTo>
                    <a:cubicBezTo>
                      <a:pt x="58" y="28"/>
                      <a:pt x="52" y="29"/>
                      <a:pt x="46" y="29"/>
                    </a:cubicBezTo>
                    <a:cubicBezTo>
                      <a:pt x="41" y="30"/>
                      <a:pt x="37" y="32"/>
                      <a:pt x="32" y="33"/>
                    </a:cubicBezTo>
                    <a:lnTo>
                      <a:pt x="33" y="33"/>
                    </a:lnTo>
                    <a:cubicBezTo>
                      <a:pt x="32" y="33"/>
                      <a:pt x="31" y="33"/>
                      <a:pt x="31" y="33"/>
                    </a:cubicBezTo>
                    <a:cubicBezTo>
                      <a:pt x="29" y="37"/>
                      <a:pt x="25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30"/>
              <p:cNvSpPr/>
              <p:nvPr/>
            </p:nvSpPr>
            <p:spPr>
              <a:xfrm>
                <a:off x="3512520" y="1025640"/>
                <a:ext cx="2052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35" y="243"/>
                    </a:moveTo>
                    <a:cubicBezTo>
                      <a:pt x="35" y="223"/>
                      <a:pt x="35" y="204"/>
                      <a:pt x="36" y="184"/>
                    </a:cubicBezTo>
                    <a:lnTo>
                      <a:pt x="36" y="185"/>
                    </a:lnTo>
                    <a:cubicBezTo>
                      <a:pt x="36" y="177"/>
                      <a:pt x="36" y="171"/>
                      <a:pt x="36" y="163"/>
                    </a:cubicBezTo>
                    <a:cubicBezTo>
                      <a:pt x="36" y="164"/>
                      <a:pt x="36" y="164"/>
                      <a:pt x="36" y="164"/>
                    </a:cubicBezTo>
                    <a:cubicBezTo>
                      <a:pt x="36" y="155"/>
                      <a:pt x="36" y="147"/>
                      <a:pt x="36" y="137"/>
                    </a:cubicBezTo>
                    <a:cubicBezTo>
                      <a:pt x="36" y="138"/>
                      <a:pt x="36" y="138"/>
                      <a:pt x="36" y="139"/>
                    </a:cubicBezTo>
                    <a:cubicBezTo>
                      <a:pt x="36" y="138"/>
                      <a:pt x="36" y="138"/>
                      <a:pt x="36" y="137"/>
                    </a:cubicBezTo>
                    <a:lnTo>
                      <a:pt x="36" y="138"/>
                    </a:lnTo>
                    <a:cubicBezTo>
                      <a:pt x="37" y="129"/>
                      <a:pt x="37" y="119"/>
                      <a:pt x="37" y="109"/>
                    </a:cubicBezTo>
                    <a:cubicBezTo>
                      <a:pt x="37" y="94"/>
                      <a:pt x="36" y="78"/>
                      <a:pt x="36" y="62"/>
                    </a:cubicBezTo>
                    <a:cubicBezTo>
                      <a:pt x="36" y="61"/>
                      <a:pt x="36" y="60"/>
                      <a:pt x="36" y="59"/>
                    </a:cubicBezTo>
                    <a:cubicBezTo>
                      <a:pt x="32" y="69"/>
                      <a:pt x="28" y="80"/>
                      <a:pt x="25" y="91"/>
                    </a:cubicBezTo>
                    <a:cubicBezTo>
                      <a:pt x="25" y="92"/>
                      <a:pt x="24" y="93"/>
                      <a:pt x="24" y="94"/>
                    </a:cubicBezTo>
                    <a:cubicBezTo>
                      <a:pt x="24" y="98"/>
                      <a:pt x="23" y="103"/>
                      <a:pt x="18" y="105"/>
                    </a:cubicBezTo>
                    <a:cubicBezTo>
                      <a:pt x="14" y="106"/>
                      <a:pt x="9" y="106"/>
                      <a:pt x="5" y="102"/>
                    </a:cubicBezTo>
                    <a:cubicBezTo>
                      <a:pt x="0" y="96"/>
                      <a:pt x="3" y="89"/>
                      <a:pt x="5" y="83"/>
                    </a:cubicBezTo>
                    <a:cubicBezTo>
                      <a:pt x="6" y="79"/>
                      <a:pt x="8" y="75"/>
                      <a:pt x="9" y="71"/>
                    </a:cubicBezTo>
                    <a:cubicBezTo>
                      <a:pt x="11" y="64"/>
                      <a:pt x="13" y="59"/>
                      <a:pt x="16" y="53"/>
                    </a:cubicBezTo>
                    <a:cubicBezTo>
                      <a:pt x="18" y="46"/>
                      <a:pt x="21" y="39"/>
                      <a:pt x="23" y="32"/>
                    </a:cubicBezTo>
                    <a:cubicBezTo>
                      <a:pt x="24" y="28"/>
                      <a:pt x="25" y="25"/>
                      <a:pt x="27" y="22"/>
                    </a:cubicBezTo>
                    <a:cubicBezTo>
                      <a:pt x="29" y="16"/>
                      <a:pt x="31" y="8"/>
                      <a:pt x="37" y="3"/>
                    </a:cubicBezTo>
                    <a:cubicBezTo>
                      <a:pt x="39" y="2"/>
                      <a:pt x="41" y="0"/>
                      <a:pt x="44" y="1"/>
                    </a:cubicBezTo>
                    <a:cubicBezTo>
                      <a:pt x="47" y="1"/>
                      <a:pt x="50" y="2"/>
                      <a:pt x="52" y="4"/>
                    </a:cubicBezTo>
                    <a:cubicBezTo>
                      <a:pt x="53" y="6"/>
                      <a:pt x="54" y="7"/>
                      <a:pt x="55" y="9"/>
                    </a:cubicBezTo>
                    <a:cubicBezTo>
                      <a:pt x="55" y="12"/>
                      <a:pt x="56" y="14"/>
                      <a:pt x="56" y="17"/>
                    </a:cubicBezTo>
                    <a:cubicBezTo>
                      <a:pt x="56" y="20"/>
                      <a:pt x="56" y="23"/>
                      <a:pt x="56" y="26"/>
                    </a:cubicBezTo>
                    <a:cubicBezTo>
                      <a:pt x="56" y="31"/>
                      <a:pt x="56" y="35"/>
                      <a:pt x="56" y="41"/>
                    </a:cubicBezTo>
                    <a:cubicBezTo>
                      <a:pt x="56" y="51"/>
                      <a:pt x="56" y="62"/>
                      <a:pt x="56" y="73"/>
                    </a:cubicBezTo>
                    <a:cubicBezTo>
                      <a:pt x="56" y="94"/>
                      <a:pt x="56" y="116"/>
                      <a:pt x="56" y="138"/>
                    </a:cubicBezTo>
                    <a:lnTo>
                      <a:pt x="56" y="137"/>
                    </a:lnTo>
                    <a:cubicBezTo>
                      <a:pt x="56" y="138"/>
                      <a:pt x="56" y="138"/>
                      <a:pt x="56" y="139"/>
                    </a:cubicBezTo>
                    <a:lnTo>
                      <a:pt x="56" y="138"/>
                    </a:lnTo>
                    <a:cubicBezTo>
                      <a:pt x="56" y="139"/>
                      <a:pt x="56" y="140"/>
                      <a:pt x="56" y="141"/>
                    </a:cubicBezTo>
                    <a:cubicBezTo>
                      <a:pt x="56" y="141"/>
                      <a:pt x="56" y="143"/>
                      <a:pt x="56" y="144"/>
                    </a:cubicBezTo>
                    <a:cubicBezTo>
                      <a:pt x="56" y="145"/>
                      <a:pt x="56" y="147"/>
                      <a:pt x="56" y="148"/>
                    </a:cubicBezTo>
                    <a:cubicBezTo>
                      <a:pt x="56" y="147"/>
                      <a:pt x="56" y="147"/>
                      <a:pt x="56" y="147"/>
                    </a:cubicBezTo>
                    <a:cubicBezTo>
                      <a:pt x="56" y="149"/>
                      <a:pt x="56" y="151"/>
                      <a:pt x="56" y="154"/>
                    </a:cubicBezTo>
                    <a:cubicBezTo>
                      <a:pt x="56" y="155"/>
                      <a:pt x="56" y="155"/>
                      <a:pt x="56" y="156"/>
                    </a:cubicBezTo>
                    <a:cubicBezTo>
                      <a:pt x="56" y="158"/>
                      <a:pt x="56" y="159"/>
                      <a:pt x="56" y="161"/>
                    </a:cubicBezTo>
                    <a:cubicBezTo>
                      <a:pt x="56" y="162"/>
                      <a:pt x="56" y="162"/>
                      <a:pt x="56" y="163"/>
                    </a:cubicBezTo>
                    <a:cubicBezTo>
                      <a:pt x="56" y="165"/>
                      <a:pt x="56" y="168"/>
                      <a:pt x="56" y="169"/>
                    </a:cubicBezTo>
                    <a:lnTo>
                      <a:pt x="56" y="168"/>
                    </a:lnTo>
                    <a:cubicBezTo>
                      <a:pt x="56" y="172"/>
                      <a:pt x="56" y="176"/>
                      <a:pt x="56" y="180"/>
                    </a:cubicBezTo>
                    <a:cubicBezTo>
                      <a:pt x="56" y="182"/>
                      <a:pt x="56" y="183"/>
                      <a:pt x="56" y="184"/>
                    </a:cubicBezTo>
                    <a:cubicBezTo>
                      <a:pt x="56" y="203"/>
                      <a:pt x="56" y="222"/>
                      <a:pt x="56" y="242"/>
                    </a:cubicBezTo>
                    <a:cubicBezTo>
                      <a:pt x="56" y="247"/>
                      <a:pt x="52" y="253"/>
                      <a:pt x="46" y="253"/>
                    </a:cubicBezTo>
                    <a:cubicBezTo>
                      <a:pt x="41" y="253"/>
                      <a:pt x="35" y="249"/>
                      <a:pt x="35" y="2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30"/>
              <p:cNvSpPr/>
              <p:nvPr/>
            </p:nvSpPr>
            <p:spPr>
              <a:xfrm>
                <a:off x="3368880" y="893520"/>
                <a:ext cx="10360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40" extrusionOk="0">
                    <a:moveTo>
                      <a:pt x="2865" y="39"/>
                    </a:moveTo>
                    <a:cubicBezTo>
                      <a:pt x="2836" y="39"/>
                      <a:pt x="2807" y="38"/>
                      <a:pt x="2778" y="38"/>
                    </a:cubicBezTo>
                    <a:cubicBezTo>
                      <a:pt x="2747" y="38"/>
                      <a:pt x="2716" y="38"/>
                      <a:pt x="2685" y="38"/>
                    </a:cubicBezTo>
                    <a:cubicBezTo>
                      <a:pt x="2623" y="37"/>
                      <a:pt x="2562" y="36"/>
                      <a:pt x="2501" y="36"/>
                    </a:cubicBezTo>
                    <a:cubicBezTo>
                      <a:pt x="2489" y="36"/>
                      <a:pt x="2477" y="36"/>
                      <a:pt x="2465" y="36"/>
                    </a:cubicBezTo>
                    <a:cubicBezTo>
                      <a:pt x="2466" y="36"/>
                      <a:pt x="2466" y="36"/>
                      <a:pt x="2467" y="36"/>
                    </a:cubicBezTo>
                    <a:cubicBezTo>
                      <a:pt x="2465" y="36"/>
                      <a:pt x="2463" y="36"/>
                      <a:pt x="2461" y="36"/>
                    </a:cubicBezTo>
                    <a:lnTo>
                      <a:pt x="2462" y="36"/>
                    </a:lnTo>
                    <a:cubicBezTo>
                      <a:pt x="2457" y="36"/>
                      <a:pt x="2451" y="36"/>
                      <a:pt x="2445" y="36"/>
                    </a:cubicBezTo>
                    <a:cubicBezTo>
                      <a:pt x="2444" y="36"/>
                      <a:pt x="2443" y="36"/>
                      <a:pt x="2441" y="36"/>
                    </a:cubicBezTo>
                    <a:cubicBezTo>
                      <a:pt x="2440" y="36"/>
                      <a:pt x="2440" y="36"/>
                      <a:pt x="2439" y="36"/>
                    </a:cubicBezTo>
                    <a:cubicBezTo>
                      <a:pt x="2440" y="36"/>
                      <a:pt x="2440" y="36"/>
                      <a:pt x="2440" y="36"/>
                    </a:cubicBezTo>
                    <a:cubicBezTo>
                      <a:pt x="2429" y="36"/>
                      <a:pt x="2417" y="36"/>
                      <a:pt x="2405" y="35"/>
                    </a:cubicBezTo>
                    <a:cubicBezTo>
                      <a:pt x="2406" y="35"/>
                      <a:pt x="2407" y="35"/>
                      <a:pt x="2407" y="35"/>
                    </a:cubicBezTo>
                    <a:cubicBezTo>
                      <a:pt x="2346" y="35"/>
                      <a:pt x="2285" y="35"/>
                      <a:pt x="2225" y="34"/>
                    </a:cubicBezTo>
                    <a:cubicBezTo>
                      <a:pt x="2164" y="34"/>
                      <a:pt x="2104" y="34"/>
                      <a:pt x="2044" y="33"/>
                    </a:cubicBezTo>
                    <a:cubicBezTo>
                      <a:pt x="1981" y="33"/>
                      <a:pt x="1918" y="32"/>
                      <a:pt x="1856" y="32"/>
                    </a:cubicBezTo>
                    <a:cubicBezTo>
                      <a:pt x="1793" y="32"/>
                      <a:pt x="1730" y="31"/>
                      <a:pt x="1667" y="31"/>
                    </a:cubicBezTo>
                    <a:cubicBezTo>
                      <a:pt x="1545" y="30"/>
                      <a:pt x="1422" y="29"/>
                      <a:pt x="1299" y="29"/>
                    </a:cubicBezTo>
                    <a:cubicBezTo>
                      <a:pt x="1177" y="28"/>
                      <a:pt x="1055" y="27"/>
                      <a:pt x="934" y="27"/>
                    </a:cubicBezTo>
                    <a:cubicBezTo>
                      <a:pt x="810" y="26"/>
                      <a:pt x="687" y="25"/>
                      <a:pt x="563" y="24"/>
                    </a:cubicBezTo>
                    <a:cubicBezTo>
                      <a:pt x="449" y="24"/>
                      <a:pt x="334" y="23"/>
                      <a:pt x="219" y="22"/>
                    </a:cubicBezTo>
                    <a:cubicBezTo>
                      <a:pt x="220" y="22"/>
                      <a:pt x="221" y="22"/>
                      <a:pt x="221" y="22"/>
                    </a:cubicBezTo>
                    <a:cubicBezTo>
                      <a:pt x="183" y="22"/>
                      <a:pt x="146" y="22"/>
                      <a:pt x="109" y="22"/>
                    </a:cubicBezTo>
                    <a:cubicBezTo>
                      <a:pt x="91" y="22"/>
                      <a:pt x="74" y="22"/>
                      <a:pt x="56" y="22"/>
                    </a:cubicBezTo>
                    <a:cubicBezTo>
                      <a:pt x="47" y="22"/>
                      <a:pt x="38" y="22"/>
                      <a:pt x="28" y="22"/>
                    </a:cubicBezTo>
                    <a:cubicBezTo>
                      <a:pt x="22" y="22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7" y="1"/>
                      <a:pt x="9" y="0"/>
                      <a:pt x="12" y="0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4" y="1"/>
                      <a:pt x="42" y="1"/>
                      <a:pt x="50" y="1"/>
                    </a:cubicBezTo>
                    <a:cubicBezTo>
                      <a:pt x="65" y="1"/>
                      <a:pt x="81" y="1"/>
                      <a:pt x="96" y="1"/>
                    </a:cubicBezTo>
                    <a:cubicBezTo>
                      <a:pt x="127" y="1"/>
                      <a:pt x="158" y="2"/>
                      <a:pt x="189" y="3"/>
                    </a:cubicBezTo>
                    <a:cubicBezTo>
                      <a:pt x="250" y="3"/>
                      <a:pt x="312" y="3"/>
                      <a:pt x="374" y="4"/>
                    </a:cubicBezTo>
                    <a:cubicBezTo>
                      <a:pt x="497" y="4"/>
                      <a:pt x="620" y="6"/>
                      <a:pt x="743" y="6"/>
                    </a:cubicBezTo>
                    <a:cubicBezTo>
                      <a:pt x="864" y="7"/>
                      <a:pt x="987" y="8"/>
                      <a:pt x="1109" y="8"/>
                    </a:cubicBezTo>
                    <a:cubicBezTo>
                      <a:pt x="1113" y="8"/>
                      <a:pt x="1117" y="8"/>
                      <a:pt x="1121" y="8"/>
                    </a:cubicBezTo>
                    <a:lnTo>
                      <a:pt x="1120" y="8"/>
                    </a:lnTo>
                    <a:cubicBezTo>
                      <a:pt x="1241" y="8"/>
                      <a:pt x="1363" y="9"/>
                      <a:pt x="1484" y="10"/>
                    </a:cubicBezTo>
                    <a:cubicBezTo>
                      <a:pt x="1575" y="11"/>
                      <a:pt x="1666" y="11"/>
                      <a:pt x="1756" y="12"/>
                    </a:cubicBezTo>
                    <a:lnTo>
                      <a:pt x="1755" y="12"/>
                    </a:lnTo>
                    <a:cubicBezTo>
                      <a:pt x="1878" y="12"/>
                      <a:pt x="2001" y="13"/>
                      <a:pt x="2125" y="14"/>
                    </a:cubicBezTo>
                    <a:cubicBezTo>
                      <a:pt x="2150" y="14"/>
                      <a:pt x="2176" y="14"/>
                      <a:pt x="2202" y="14"/>
                    </a:cubicBezTo>
                    <a:cubicBezTo>
                      <a:pt x="2202" y="14"/>
                      <a:pt x="2201" y="14"/>
                      <a:pt x="2200" y="14"/>
                    </a:cubicBezTo>
                    <a:cubicBezTo>
                      <a:pt x="2202" y="14"/>
                      <a:pt x="2203" y="14"/>
                      <a:pt x="2204" y="14"/>
                    </a:cubicBezTo>
                    <a:lnTo>
                      <a:pt x="2203" y="14"/>
                    </a:lnTo>
                    <a:cubicBezTo>
                      <a:pt x="2211" y="14"/>
                      <a:pt x="2218" y="14"/>
                      <a:pt x="2226" y="14"/>
                    </a:cubicBezTo>
                    <a:cubicBezTo>
                      <a:pt x="2225" y="14"/>
                      <a:pt x="2225" y="14"/>
                      <a:pt x="2225" y="14"/>
                    </a:cubicBezTo>
                    <a:cubicBezTo>
                      <a:pt x="2277" y="14"/>
                      <a:pt x="2330" y="15"/>
                      <a:pt x="2383" y="15"/>
                    </a:cubicBezTo>
                    <a:cubicBezTo>
                      <a:pt x="2438" y="15"/>
                      <a:pt x="2493" y="16"/>
                      <a:pt x="2549" y="16"/>
                    </a:cubicBezTo>
                    <a:cubicBezTo>
                      <a:pt x="2548" y="16"/>
                      <a:pt x="2548" y="16"/>
                      <a:pt x="2547" y="16"/>
                    </a:cubicBezTo>
                    <a:cubicBezTo>
                      <a:pt x="2630" y="17"/>
                      <a:pt x="2713" y="17"/>
                      <a:pt x="2795" y="17"/>
                    </a:cubicBezTo>
                    <a:lnTo>
                      <a:pt x="2794" y="17"/>
                    </a:lnTo>
                    <a:cubicBezTo>
                      <a:pt x="2817" y="17"/>
                      <a:pt x="2841" y="17"/>
                      <a:pt x="2865" y="17"/>
                    </a:cubicBezTo>
                    <a:cubicBezTo>
                      <a:pt x="2871" y="17"/>
                      <a:pt x="2876" y="21"/>
                      <a:pt x="2877" y="27"/>
                    </a:cubicBezTo>
                    <a:cubicBezTo>
                      <a:pt x="2877" y="31"/>
                      <a:pt x="2876" y="34"/>
                      <a:pt x="2874" y="36"/>
                    </a:cubicBezTo>
                    <a:cubicBezTo>
                      <a:pt x="2872" y="38"/>
                      <a:pt x="2869" y="39"/>
                      <a:pt x="286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30"/>
              <p:cNvSpPr/>
              <p:nvPr/>
            </p:nvSpPr>
            <p:spPr>
              <a:xfrm>
                <a:off x="4346640" y="891000"/>
                <a:ext cx="9468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9" extrusionOk="0">
                    <a:moveTo>
                      <a:pt x="66" y="77"/>
                    </a:moveTo>
                    <a:cubicBezTo>
                      <a:pt x="66" y="71"/>
                      <a:pt x="71" y="66"/>
                      <a:pt x="76" y="66"/>
                    </a:cubicBezTo>
                    <a:cubicBezTo>
                      <a:pt x="94" y="64"/>
                      <a:pt x="111" y="63"/>
                      <a:pt x="128" y="61"/>
                    </a:cubicBezTo>
                    <a:cubicBezTo>
                      <a:pt x="144" y="60"/>
                      <a:pt x="159" y="59"/>
                      <a:pt x="174" y="57"/>
                    </a:cubicBezTo>
                    <a:cubicBezTo>
                      <a:pt x="181" y="57"/>
                      <a:pt x="186" y="56"/>
                      <a:pt x="192" y="54"/>
                    </a:cubicBezTo>
                    <a:cubicBezTo>
                      <a:pt x="195" y="54"/>
                      <a:pt x="198" y="54"/>
                      <a:pt x="201" y="53"/>
                    </a:cubicBezTo>
                    <a:cubicBezTo>
                      <a:pt x="204" y="52"/>
                      <a:pt x="207" y="52"/>
                      <a:pt x="211" y="50"/>
                    </a:cubicBezTo>
                    <a:cubicBezTo>
                      <a:pt x="216" y="49"/>
                      <a:pt x="220" y="48"/>
                      <a:pt x="224" y="46"/>
                    </a:cubicBezTo>
                    <a:cubicBezTo>
                      <a:pt x="227" y="45"/>
                      <a:pt x="230" y="43"/>
                      <a:pt x="232" y="42"/>
                    </a:cubicBezTo>
                    <a:cubicBezTo>
                      <a:pt x="233" y="42"/>
                      <a:pt x="234" y="42"/>
                      <a:pt x="234" y="41"/>
                    </a:cubicBezTo>
                    <a:cubicBezTo>
                      <a:pt x="230" y="41"/>
                      <a:pt x="225" y="40"/>
                      <a:pt x="221" y="39"/>
                    </a:cubicBezTo>
                    <a:cubicBezTo>
                      <a:pt x="176" y="34"/>
                      <a:pt x="131" y="31"/>
                      <a:pt x="86" y="27"/>
                    </a:cubicBezTo>
                    <a:cubicBezTo>
                      <a:pt x="64" y="25"/>
                      <a:pt x="41" y="23"/>
                      <a:pt x="19" y="22"/>
                    </a:cubicBezTo>
                    <a:cubicBezTo>
                      <a:pt x="17" y="24"/>
                      <a:pt x="15" y="25"/>
                      <a:pt x="12" y="25"/>
                    </a:cubicBezTo>
                    <a:cubicBezTo>
                      <a:pt x="6" y="26"/>
                      <a:pt x="1" y="21"/>
                      <a:pt x="1" y="15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5" y="1"/>
                      <a:pt x="12" y="0"/>
                      <a:pt x="18" y="1"/>
                    </a:cubicBezTo>
                    <a:cubicBezTo>
                      <a:pt x="24" y="1"/>
                      <a:pt x="30" y="1"/>
                      <a:pt x="36" y="1"/>
                    </a:cubicBezTo>
                    <a:cubicBezTo>
                      <a:pt x="47" y="3"/>
                      <a:pt x="59" y="4"/>
                      <a:pt x="70" y="4"/>
                    </a:cubicBezTo>
                    <a:cubicBezTo>
                      <a:pt x="94" y="7"/>
                      <a:pt x="118" y="9"/>
                      <a:pt x="142" y="11"/>
                    </a:cubicBezTo>
                    <a:cubicBezTo>
                      <a:pt x="164" y="13"/>
                      <a:pt x="187" y="15"/>
                      <a:pt x="209" y="17"/>
                    </a:cubicBezTo>
                    <a:cubicBezTo>
                      <a:pt x="215" y="18"/>
                      <a:pt x="220" y="18"/>
                      <a:pt x="225" y="19"/>
                    </a:cubicBezTo>
                    <a:cubicBezTo>
                      <a:pt x="228" y="19"/>
                      <a:pt x="231" y="20"/>
                      <a:pt x="234" y="20"/>
                    </a:cubicBezTo>
                    <a:cubicBezTo>
                      <a:pt x="239" y="21"/>
                      <a:pt x="245" y="21"/>
                      <a:pt x="251" y="23"/>
                    </a:cubicBezTo>
                    <a:cubicBezTo>
                      <a:pt x="256" y="25"/>
                      <a:pt x="260" y="29"/>
                      <a:pt x="262" y="35"/>
                    </a:cubicBezTo>
                    <a:cubicBezTo>
                      <a:pt x="262" y="38"/>
                      <a:pt x="262" y="40"/>
                      <a:pt x="262" y="43"/>
                    </a:cubicBezTo>
                    <a:cubicBezTo>
                      <a:pt x="260" y="46"/>
                      <a:pt x="259" y="49"/>
                      <a:pt x="256" y="51"/>
                    </a:cubicBezTo>
                    <a:cubicBezTo>
                      <a:pt x="255" y="53"/>
                      <a:pt x="252" y="55"/>
                      <a:pt x="249" y="57"/>
                    </a:cubicBezTo>
                    <a:cubicBezTo>
                      <a:pt x="246" y="59"/>
                      <a:pt x="243" y="60"/>
                      <a:pt x="240" y="62"/>
                    </a:cubicBezTo>
                    <a:cubicBezTo>
                      <a:pt x="235" y="65"/>
                      <a:pt x="230" y="67"/>
                      <a:pt x="224" y="68"/>
                    </a:cubicBezTo>
                    <a:cubicBezTo>
                      <a:pt x="214" y="72"/>
                      <a:pt x="203" y="75"/>
                      <a:pt x="191" y="76"/>
                    </a:cubicBezTo>
                    <a:cubicBezTo>
                      <a:pt x="180" y="78"/>
                      <a:pt x="168" y="79"/>
                      <a:pt x="157" y="80"/>
                    </a:cubicBezTo>
                    <a:cubicBezTo>
                      <a:pt x="134" y="82"/>
                      <a:pt x="111" y="84"/>
                      <a:pt x="89" y="87"/>
                    </a:cubicBezTo>
                    <a:cubicBezTo>
                      <a:pt x="85" y="87"/>
                      <a:pt x="82" y="87"/>
                      <a:pt x="78" y="88"/>
                    </a:cubicBezTo>
                    <a:lnTo>
                      <a:pt x="77" y="88"/>
                    </a:lnTo>
                    <a:cubicBezTo>
                      <a:pt x="71" y="88"/>
                      <a:pt x="66" y="82"/>
                      <a:pt x="6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30"/>
              <p:cNvSpPr/>
              <p:nvPr/>
            </p:nvSpPr>
            <p:spPr>
              <a:xfrm>
                <a:off x="4155480" y="630720"/>
                <a:ext cx="23040" cy="519480"/>
              </a:xfrm>
              <a:custGeom>
                <a:avLst/>
                <a:gdLst/>
                <a:ahLst/>
                <a:cxnLst/>
                <a:rect l="l" t="t" r="r" b="b"/>
                <a:pathLst>
                  <a:path w="64" h="1443" extrusionOk="0">
                    <a:moveTo>
                      <a:pt x="41" y="1432"/>
                    </a:moveTo>
                    <a:cubicBezTo>
                      <a:pt x="40" y="1401"/>
                      <a:pt x="39" y="1370"/>
                      <a:pt x="38" y="1339"/>
                    </a:cubicBezTo>
                    <a:cubicBezTo>
                      <a:pt x="38" y="1308"/>
                      <a:pt x="36" y="1278"/>
                      <a:pt x="36" y="1248"/>
                    </a:cubicBezTo>
                    <a:cubicBezTo>
                      <a:pt x="35" y="1216"/>
                      <a:pt x="35" y="1184"/>
                      <a:pt x="35" y="1152"/>
                    </a:cubicBezTo>
                    <a:cubicBezTo>
                      <a:pt x="35" y="1153"/>
                      <a:pt x="35" y="1153"/>
                      <a:pt x="35" y="1153"/>
                    </a:cubicBezTo>
                    <a:cubicBezTo>
                      <a:pt x="35" y="1152"/>
                      <a:pt x="35" y="1150"/>
                      <a:pt x="35" y="1148"/>
                    </a:cubicBezTo>
                    <a:lnTo>
                      <a:pt x="35" y="1149"/>
                    </a:lnTo>
                    <a:cubicBezTo>
                      <a:pt x="35" y="1145"/>
                      <a:pt x="35" y="1142"/>
                      <a:pt x="35" y="1138"/>
                    </a:cubicBezTo>
                    <a:cubicBezTo>
                      <a:pt x="35" y="1107"/>
                      <a:pt x="34" y="1076"/>
                      <a:pt x="33" y="1046"/>
                    </a:cubicBezTo>
                    <a:cubicBezTo>
                      <a:pt x="32" y="1016"/>
                      <a:pt x="30" y="986"/>
                      <a:pt x="28" y="956"/>
                    </a:cubicBezTo>
                    <a:cubicBezTo>
                      <a:pt x="27" y="925"/>
                      <a:pt x="24" y="894"/>
                      <a:pt x="22" y="863"/>
                    </a:cubicBezTo>
                    <a:cubicBezTo>
                      <a:pt x="20" y="831"/>
                      <a:pt x="17" y="799"/>
                      <a:pt x="14" y="767"/>
                    </a:cubicBezTo>
                    <a:cubicBezTo>
                      <a:pt x="11" y="737"/>
                      <a:pt x="9" y="706"/>
                      <a:pt x="8" y="676"/>
                    </a:cubicBezTo>
                    <a:cubicBezTo>
                      <a:pt x="7" y="646"/>
                      <a:pt x="6" y="616"/>
                      <a:pt x="6" y="586"/>
                    </a:cubicBezTo>
                    <a:cubicBezTo>
                      <a:pt x="6" y="525"/>
                      <a:pt x="6" y="463"/>
                      <a:pt x="5" y="402"/>
                    </a:cubicBezTo>
                    <a:cubicBezTo>
                      <a:pt x="4" y="359"/>
                      <a:pt x="4" y="315"/>
                      <a:pt x="4" y="273"/>
                    </a:cubicBezTo>
                    <a:lnTo>
                      <a:pt x="4" y="274"/>
                    </a:lnTo>
                    <a:cubicBezTo>
                      <a:pt x="4" y="254"/>
                      <a:pt x="5" y="234"/>
                      <a:pt x="6" y="214"/>
                    </a:cubicBezTo>
                    <a:cubicBezTo>
                      <a:pt x="6" y="194"/>
                      <a:pt x="6" y="175"/>
                      <a:pt x="6" y="155"/>
                    </a:cubicBezTo>
                    <a:cubicBezTo>
                      <a:pt x="6" y="156"/>
                      <a:pt x="6" y="156"/>
                      <a:pt x="6" y="157"/>
                    </a:cubicBezTo>
                    <a:cubicBezTo>
                      <a:pt x="6" y="132"/>
                      <a:pt x="6" y="107"/>
                      <a:pt x="4" y="82"/>
                    </a:cubicBezTo>
                    <a:cubicBezTo>
                      <a:pt x="4" y="77"/>
                      <a:pt x="4" y="71"/>
                      <a:pt x="4" y="66"/>
                    </a:cubicBezTo>
                    <a:cubicBezTo>
                      <a:pt x="4" y="59"/>
                      <a:pt x="3" y="52"/>
                      <a:pt x="3" y="46"/>
                    </a:cubicBezTo>
                    <a:cubicBezTo>
                      <a:pt x="2" y="39"/>
                      <a:pt x="2" y="33"/>
                      <a:pt x="2" y="28"/>
                    </a:cubicBezTo>
                    <a:cubicBezTo>
                      <a:pt x="1" y="22"/>
                      <a:pt x="0" y="17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9" y="1"/>
                      <a:pt x="24" y="8"/>
                      <a:pt x="23" y="14"/>
                    </a:cubicBezTo>
                    <a:lnTo>
                      <a:pt x="23" y="15"/>
                    </a:lnTo>
                    <a:cubicBezTo>
                      <a:pt x="22" y="15"/>
                      <a:pt x="22" y="17"/>
                      <a:pt x="22" y="17"/>
                    </a:cubicBezTo>
                    <a:cubicBezTo>
                      <a:pt x="23" y="35"/>
                      <a:pt x="24" y="52"/>
                      <a:pt x="25" y="70"/>
                    </a:cubicBezTo>
                    <a:cubicBezTo>
                      <a:pt x="25" y="89"/>
                      <a:pt x="26" y="109"/>
                      <a:pt x="26" y="128"/>
                    </a:cubicBezTo>
                    <a:lnTo>
                      <a:pt x="26" y="127"/>
                    </a:lnTo>
                    <a:cubicBezTo>
                      <a:pt x="26" y="136"/>
                      <a:pt x="26" y="145"/>
                      <a:pt x="26" y="154"/>
                    </a:cubicBezTo>
                    <a:lnTo>
                      <a:pt x="26" y="155"/>
                    </a:lnTo>
                    <a:cubicBezTo>
                      <a:pt x="26" y="175"/>
                      <a:pt x="25" y="195"/>
                      <a:pt x="25" y="214"/>
                    </a:cubicBezTo>
                    <a:cubicBezTo>
                      <a:pt x="25" y="234"/>
                      <a:pt x="25" y="254"/>
                      <a:pt x="24" y="274"/>
                    </a:cubicBezTo>
                    <a:cubicBezTo>
                      <a:pt x="24" y="274"/>
                      <a:pt x="24" y="273"/>
                      <a:pt x="24" y="272"/>
                    </a:cubicBezTo>
                    <a:cubicBezTo>
                      <a:pt x="24" y="280"/>
                      <a:pt x="24" y="287"/>
                      <a:pt x="24" y="294"/>
                    </a:cubicBezTo>
                    <a:cubicBezTo>
                      <a:pt x="24" y="295"/>
                      <a:pt x="24" y="296"/>
                      <a:pt x="24" y="298"/>
                    </a:cubicBezTo>
                    <a:cubicBezTo>
                      <a:pt x="24" y="297"/>
                      <a:pt x="24" y="297"/>
                      <a:pt x="24" y="297"/>
                    </a:cubicBezTo>
                    <a:cubicBezTo>
                      <a:pt x="25" y="328"/>
                      <a:pt x="25" y="359"/>
                      <a:pt x="25" y="389"/>
                    </a:cubicBezTo>
                    <a:cubicBezTo>
                      <a:pt x="25" y="420"/>
                      <a:pt x="25" y="451"/>
                      <a:pt x="25" y="482"/>
                    </a:cubicBezTo>
                    <a:cubicBezTo>
                      <a:pt x="26" y="512"/>
                      <a:pt x="26" y="542"/>
                      <a:pt x="27" y="572"/>
                    </a:cubicBezTo>
                    <a:cubicBezTo>
                      <a:pt x="27" y="588"/>
                      <a:pt x="27" y="603"/>
                      <a:pt x="27" y="618"/>
                    </a:cubicBezTo>
                    <a:cubicBezTo>
                      <a:pt x="27" y="634"/>
                      <a:pt x="27" y="649"/>
                      <a:pt x="28" y="665"/>
                    </a:cubicBezTo>
                    <a:cubicBezTo>
                      <a:pt x="29" y="682"/>
                      <a:pt x="29" y="698"/>
                      <a:pt x="30" y="715"/>
                    </a:cubicBezTo>
                    <a:cubicBezTo>
                      <a:pt x="31" y="730"/>
                      <a:pt x="32" y="745"/>
                      <a:pt x="34" y="761"/>
                    </a:cubicBezTo>
                    <a:cubicBezTo>
                      <a:pt x="36" y="790"/>
                      <a:pt x="39" y="819"/>
                      <a:pt x="41" y="849"/>
                    </a:cubicBezTo>
                    <a:cubicBezTo>
                      <a:pt x="44" y="880"/>
                      <a:pt x="46" y="911"/>
                      <a:pt x="48" y="942"/>
                    </a:cubicBezTo>
                    <a:cubicBezTo>
                      <a:pt x="50" y="975"/>
                      <a:pt x="52" y="1007"/>
                      <a:pt x="53" y="1039"/>
                    </a:cubicBezTo>
                    <a:cubicBezTo>
                      <a:pt x="55" y="1058"/>
                      <a:pt x="55" y="1076"/>
                      <a:pt x="55" y="1094"/>
                    </a:cubicBezTo>
                    <a:cubicBezTo>
                      <a:pt x="56" y="1114"/>
                      <a:pt x="56" y="1134"/>
                      <a:pt x="56" y="1154"/>
                    </a:cubicBezTo>
                    <a:cubicBezTo>
                      <a:pt x="56" y="1213"/>
                      <a:pt x="58" y="1273"/>
                      <a:pt x="59" y="1333"/>
                    </a:cubicBezTo>
                    <a:cubicBezTo>
                      <a:pt x="60" y="1366"/>
                      <a:pt x="61" y="1398"/>
                      <a:pt x="62" y="1431"/>
                    </a:cubicBezTo>
                    <a:cubicBezTo>
                      <a:pt x="63" y="1436"/>
                      <a:pt x="58" y="1442"/>
                      <a:pt x="52" y="1442"/>
                    </a:cubicBezTo>
                    <a:cubicBezTo>
                      <a:pt x="46" y="1442"/>
                      <a:pt x="41" y="1438"/>
                      <a:pt x="41" y="14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30"/>
              <p:cNvSpPr/>
              <p:nvPr/>
            </p:nvSpPr>
            <p:spPr>
              <a:xfrm>
                <a:off x="3905640" y="756720"/>
                <a:ext cx="381240" cy="29952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832" extrusionOk="0">
                    <a:moveTo>
                      <a:pt x="1044" y="831"/>
                    </a:moveTo>
                    <a:cubicBezTo>
                      <a:pt x="1027" y="828"/>
                      <a:pt x="1010" y="825"/>
                      <a:pt x="993" y="823"/>
                    </a:cubicBezTo>
                    <a:cubicBezTo>
                      <a:pt x="994" y="823"/>
                      <a:pt x="994" y="823"/>
                      <a:pt x="995" y="823"/>
                    </a:cubicBezTo>
                    <a:cubicBezTo>
                      <a:pt x="950" y="817"/>
                      <a:pt x="905" y="812"/>
                      <a:pt x="860" y="807"/>
                    </a:cubicBezTo>
                    <a:cubicBezTo>
                      <a:pt x="835" y="804"/>
                      <a:pt x="811" y="802"/>
                      <a:pt x="787" y="799"/>
                    </a:cubicBezTo>
                    <a:cubicBezTo>
                      <a:pt x="776" y="797"/>
                      <a:pt x="765" y="796"/>
                      <a:pt x="754" y="795"/>
                    </a:cubicBezTo>
                    <a:cubicBezTo>
                      <a:pt x="742" y="793"/>
                      <a:pt x="730" y="792"/>
                      <a:pt x="719" y="790"/>
                    </a:cubicBezTo>
                    <a:cubicBezTo>
                      <a:pt x="697" y="786"/>
                      <a:pt x="674" y="783"/>
                      <a:pt x="651" y="779"/>
                    </a:cubicBezTo>
                    <a:cubicBezTo>
                      <a:pt x="628" y="775"/>
                      <a:pt x="605" y="770"/>
                      <a:pt x="582" y="765"/>
                    </a:cubicBezTo>
                    <a:cubicBezTo>
                      <a:pt x="536" y="756"/>
                      <a:pt x="491" y="746"/>
                      <a:pt x="445" y="736"/>
                    </a:cubicBezTo>
                    <a:cubicBezTo>
                      <a:pt x="423" y="732"/>
                      <a:pt x="401" y="726"/>
                      <a:pt x="378" y="721"/>
                    </a:cubicBezTo>
                    <a:cubicBezTo>
                      <a:pt x="367" y="718"/>
                      <a:pt x="356" y="715"/>
                      <a:pt x="345" y="712"/>
                    </a:cubicBezTo>
                    <a:cubicBezTo>
                      <a:pt x="339" y="710"/>
                      <a:pt x="334" y="709"/>
                      <a:pt x="328" y="707"/>
                    </a:cubicBezTo>
                    <a:cubicBezTo>
                      <a:pt x="323" y="705"/>
                      <a:pt x="317" y="704"/>
                      <a:pt x="311" y="701"/>
                    </a:cubicBezTo>
                    <a:cubicBezTo>
                      <a:pt x="305" y="700"/>
                      <a:pt x="299" y="697"/>
                      <a:pt x="293" y="696"/>
                    </a:cubicBezTo>
                    <a:cubicBezTo>
                      <a:pt x="288" y="693"/>
                      <a:pt x="282" y="691"/>
                      <a:pt x="276" y="689"/>
                    </a:cubicBezTo>
                    <a:cubicBezTo>
                      <a:pt x="265" y="684"/>
                      <a:pt x="255" y="679"/>
                      <a:pt x="244" y="673"/>
                    </a:cubicBezTo>
                    <a:cubicBezTo>
                      <a:pt x="234" y="668"/>
                      <a:pt x="224" y="662"/>
                      <a:pt x="214" y="657"/>
                    </a:cubicBezTo>
                    <a:cubicBezTo>
                      <a:pt x="205" y="652"/>
                      <a:pt x="195" y="647"/>
                      <a:pt x="186" y="641"/>
                    </a:cubicBezTo>
                    <a:cubicBezTo>
                      <a:pt x="181" y="637"/>
                      <a:pt x="176" y="634"/>
                      <a:pt x="170" y="630"/>
                    </a:cubicBezTo>
                    <a:cubicBezTo>
                      <a:pt x="165" y="627"/>
                      <a:pt x="160" y="623"/>
                      <a:pt x="155" y="620"/>
                    </a:cubicBezTo>
                    <a:cubicBezTo>
                      <a:pt x="145" y="613"/>
                      <a:pt x="137" y="606"/>
                      <a:pt x="128" y="598"/>
                    </a:cubicBezTo>
                    <a:cubicBezTo>
                      <a:pt x="111" y="583"/>
                      <a:pt x="94" y="567"/>
                      <a:pt x="78" y="551"/>
                    </a:cubicBezTo>
                    <a:cubicBezTo>
                      <a:pt x="66" y="537"/>
                      <a:pt x="52" y="522"/>
                      <a:pt x="40" y="507"/>
                    </a:cubicBezTo>
                    <a:cubicBezTo>
                      <a:pt x="35" y="500"/>
                      <a:pt x="30" y="493"/>
                      <a:pt x="26" y="485"/>
                    </a:cubicBezTo>
                    <a:cubicBezTo>
                      <a:pt x="25" y="485"/>
                      <a:pt x="25" y="484"/>
                      <a:pt x="25" y="483"/>
                    </a:cubicBezTo>
                    <a:cubicBezTo>
                      <a:pt x="25" y="483"/>
                      <a:pt x="25" y="484"/>
                      <a:pt x="25" y="485"/>
                    </a:cubicBezTo>
                    <a:cubicBezTo>
                      <a:pt x="25" y="483"/>
                      <a:pt x="24" y="483"/>
                      <a:pt x="24" y="482"/>
                    </a:cubicBezTo>
                    <a:cubicBezTo>
                      <a:pt x="24" y="481"/>
                      <a:pt x="24" y="481"/>
                      <a:pt x="23" y="481"/>
                    </a:cubicBezTo>
                    <a:cubicBezTo>
                      <a:pt x="20" y="475"/>
                      <a:pt x="16" y="468"/>
                      <a:pt x="14" y="461"/>
                    </a:cubicBezTo>
                    <a:cubicBezTo>
                      <a:pt x="11" y="454"/>
                      <a:pt x="8" y="447"/>
                      <a:pt x="7" y="440"/>
                    </a:cubicBezTo>
                    <a:cubicBezTo>
                      <a:pt x="4" y="433"/>
                      <a:pt x="3" y="426"/>
                      <a:pt x="2" y="420"/>
                    </a:cubicBezTo>
                    <a:cubicBezTo>
                      <a:pt x="1" y="413"/>
                      <a:pt x="0" y="405"/>
                      <a:pt x="0" y="398"/>
                    </a:cubicBezTo>
                    <a:lnTo>
                      <a:pt x="0" y="397"/>
                    </a:lnTo>
                    <a:lnTo>
                      <a:pt x="0" y="398"/>
                    </a:lnTo>
                    <a:cubicBezTo>
                      <a:pt x="0" y="396"/>
                      <a:pt x="0" y="394"/>
                      <a:pt x="0" y="393"/>
                    </a:cubicBezTo>
                    <a:lnTo>
                      <a:pt x="0" y="394"/>
                    </a:lnTo>
                    <a:cubicBezTo>
                      <a:pt x="0" y="382"/>
                      <a:pt x="1" y="370"/>
                      <a:pt x="5" y="359"/>
                    </a:cubicBezTo>
                    <a:cubicBezTo>
                      <a:pt x="7" y="353"/>
                      <a:pt x="8" y="348"/>
                      <a:pt x="11" y="342"/>
                    </a:cubicBezTo>
                    <a:cubicBezTo>
                      <a:pt x="14" y="337"/>
                      <a:pt x="17" y="331"/>
                      <a:pt x="20" y="327"/>
                    </a:cubicBezTo>
                    <a:cubicBezTo>
                      <a:pt x="26" y="317"/>
                      <a:pt x="33" y="308"/>
                      <a:pt x="42" y="300"/>
                    </a:cubicBezTo>
                    <a:cubicBezTo>
                      <a:pt x="49" y="292"/>
                      <a:pt x="57" y="284"/>
                      <a:pt x="66" y="277"/>
                    </a:cubicBezTo>
                    <a:cubicBezTo>
                      <a:pt x="74" y="270"/>
                      <a:pt x="82" y="262"/>
                      <a:pt x="91" y="255"/>
                    </a:cubicBezTo>
                    <a:cubicBezTo>
                      <a:pt x="94" y="253"/>
                      <a:pt x="96" y="250"/>
                      <a:pt x="99" y="248"/>
                    </a:cubicBezTo>
                    <a:cubicBezTo>
                      <a:pt x="104" y="245"/>
                      <a:pt x="109" y="242"/>
                      <a:pt x="114" y="239"/>
                    </a:cubicBezTo>
                    <a:cubicBezTo>
                      <a:pt x="119" y="237"/>
                      <a:pt x="124" y="235"/>
                      <a:pt x="130" y="232"/>
                    </a:cubicBezTo>
                    <a:cubicBezTo>
                      <a:pt x="141" y="228"/>
                      <a:pt x="152" y="225"/>
                      <a:pt x="163" y="221"/>
                    </a:cubicBezTo>
                    <a:cubicBezTo>
                      <a:pt x="175" y="217"/>
                      <a:pt x="186" y="214"/>
                      <a:pt x="197" y="210"/>
                    </a:cubicBezTo>
                    <a:cubicBezTo>
                      <a:pt x="219" y="203"/>
                      <a:pt x="240" y="196"/>
                      <a:pt x="261" y="189"/>
                    </a:cubicBezTo>
                    <a:cubicBezTo>
                      <a:pt x="285" y="182"/>
                      <a:pt x="307" y="174"/>
                      <a:pt x="331" y="165"/>
                    </a:cubicBezTo>
                    <a:cubicBezTo>
                      <a:pt x="373" y="150"/>
                      <a:pt x="414" y="131"/>
                      <a:pt x="457" y="119"/>
                    </a:cubicBezTo>
                    <a:cubicBezTo>
                      <a:pt x="503" y="105"/>
                      <a:pt x="549" y="93"/>
                      <a:pt x="595" y="81"/>
                    </a:cubicBezTo>
                    <a:cubicBezTo>
                      <a:pt x="617" y="76"/>
                      <a:pt x="639" y="71"/>
                      <a:pt x="661" y="66"/>
                    </a:cubicBezTo>
                    <a:cubicBezTo>
                      <a:pt x="684" y="60"/>
                      <a:pt x="707" y="55"/>
                      <a:pt x="730" y="51"/>
                    </a:cubicBezTo>
                    <a:cubicBezTo>
                      <a:pt x="748" y="47"/>
                      <a:pt x="765" y="44"/>
                      <a:pt x="783" y="40"/>
                    </a:cubicBezTo>
                    <a:cubicBezTo>
                      <a:pt x="803" y="36"/>
                      <a:pt x="821" y="32"/>
                      <a:pt x="840" y="28"/>
                    </a:cubicBezTo>
                    <a:lnTo>
                      <a:pt x="839" y="28"/>
                    </a:lnTo>
                    <a:cubicBezTo>
                      <a:pt x="849" y="26"/>
                      <a:pt x="858" y="23"/>
                      <a:pt x="867" y="20"/>
                    </a:cubicBezTo>
                    <a:cubicBezTo>
                      <a:pt x="876" y="17"/>
                      <a:pt x="885" y="14"/>
                      <a:pt x="893" y="12"/>
                    </a:cubicBezTo>
                    <a:cubicBezTo>
                      <a:pt x="897" y="10"/>
                      <a:pt x="900" y="9"/>
                      <a:pt x="903" y="7"/>
                    </a:cubicBezTo>
                    <a:cubicBezTo>
                      <a:pt x="905" y="3"/>
                      <a:pt x="910" y="0"/>
                      <a:pt x="915" y="1"/>
                    </a:cubicBezTo>
                    <a:cubicBezTo>
                      <a:pt x="921" y="2"/>
                      <a:pt x="924" y="8"/>
                      <a:pt x="923" y="14"/>
                    </a:cubicBezTo>
                    <a:cubicBezTo>
                      <a:pt x="921" y="23"/>
                      <a:pt x="913" y="27"/>
                      <a:pt x="905" y="30"/>
                    </a:cubicBezTo>
                    <a:cubicBezTo>
                      <a:pt x="900" y="32"/>
                      <a:pt x="895" y="34"/>
                      <a:pt x="889" y="35"/>
                    </a:cubicBezTo>
                    <a:cubicBezTo>
                      <a:pt x="878" y="39"/>
                      <a:pt x="867" y="42"/>
                      <a:pt x="855" y="45"/>
                    </a:cubicBezTo>
                    <a:cubicBezTo>
                      <a:pt x="832" y="51"/>
                      <a:pt x="808" y="56"/>
                      <a:pt x="785" y="60"/>
                    </a:cubicBezTo>
                    <a:cubicBezTo>
                      <a:pt x="762" y="65"/>
                      <a:pt x="740" y="69"/>
                      <a:pt x="718" y="74"/>
                    </a:cubicBezTo>
                    <a:cubicBezTo>
                      <a:pt x="696" y="79"/>
                      <a:pt x="674" y="83"/>
                      <a:pt x="652" y="88"/>
                    </a:cubicBezTo>
                    <a:cubicBezTo>
                      <a:pt x="619" y="97"/>
                      <a:pt x="585" y="105"/>
                      <a:pt x="552" y="113"/>
                    </a:cubicBezTo>
                    <a:lnTo>
                      <a:pt x="553" y="113"/>
                    </a:lnTo>
                    <a:cubicBezTo>
                      <a:pt x="530" y="119"/>
                      <a:pt x="508" y="125"/>
                      <a:pt x="486" y="132"/>
                    </a:cubicBezTo>
                    <a:cubicBezTo>
                      <a:pt x="475" y="135"/>
                      <a:pt x="464" y="139"/>
                      <a:pt x="452" y="142"/>
                    </a:cubicBezTo>
                    <a:cubicBezTo>
                      <a:pt x="441" y="146"/>
                      <a:pt x="430" y="150"/>
                      <a:pt x="419" y="153"/>
                    </a:cubicBezTo>
                    <a:cubicBezTo>
                      <a:pt x="398" y="161"/>
                      <a:pt x="377" y="169"/>
                      <a:pt x="356" y="177"/>
                    </a:cubicBezTo>
                    <a:cubicBezTo>
                      <a:pt x="334" y="186"/>
                      <a:pt x="310" y="194"/>
                      <a:pt x="288" y="202"/>
                    </a:cubicBezTo>
                    <a:cubicBezTo>
                      <a:pt x="267" y="209"/>
                      <a:pt x="246" y="215"/>
                      <a:pt x="226" y="222"/>
                    </a:cubicBezTo>
                    <a:cubicBezTo>
                      <a:pt x="203" y="229"/>
                      <a:pt x="180" y="237"/>
                      <a:pt x="158" y="245"/>
                    </a:cubicBezTo>
                    <a:cubicBezTo>
                      <a:pt x="151" y="247"/>
                      <a:pt x="145" y="249"/>
                      <a:pt x="138" y="252"/>
                    </a:cubicBezTo>
                    <a:cubicBezTo>
                      <a:pt x="132" y="254"/>
                      <a:pt x="126" y="257"/>
                      <a:pt x="120" y="261"/>
                    </a:cubicBezTo>
                    <a:cubicBezTo>
                      <a:pt x="117" y="263"/>
                      <a:pt x="114" y="264"/>
                      <a:pt x="112" y="266"/>
                    </a:cubicBezTo>
                    <a:cubicBezTo>
                      <a:pt x="95" y="279"/>
                      <a:pt x="80" y="293"/>
                      <a:pt x="64" y="307"/>
                    </a:cubicBezTo>
                    <a:cubicBezTo>
                      <a:pt x="57" y="314"/>
                      <a:pt x="51" y="321"/>
                      <a:pt x="45" y="328"/>
                    </a:cubicBezTo>
                    <a:cubicBezTo>
                      <a:pt x="42" y="333"/>
                      <a:pt x="39" y="338"/>
                      <a:pt x="36" y="343"/>
                    </a:cubicBezTo>
                    <a:cubicBezTo>
                      <a:pt x="34" y="346"/>
                      <a:pt x="32" y="349"/>
                      <a:pt x="31" y="352"/>
                    </a:cubicBezTo>
                    <a:cubicBezTo>
                      <a:pt x="29" y="357"/>
                      <a:pt x="27" y="362"/>
                      <a:pt x="26" y="366"/>
                    </a:cubicBezTo>
                    <a:cubicBezTo>
                      <a:pt x="25" y="369"/>
                      <a:pt x="25" y="372"/>
                      <a:pt x="24" y="376"/>
                    </a:cubicBezTo>
                    <a:cubicBezTo>
                      <a:pt x="23" y="381"/>
                      <a:pt x="22" y="387"/>
                      <a:pt x="22" y="393"/>
                    </a:cubicBezTo>
                    <a:cubicBezTo>
                      <a:pt x="22" y="400"/>
                      <a:pt x="23" y="406"/>
                      <a:pt x="24" y="412"/>
                    </a:cubicBezTo>
                    <a:cubicBezTo>
                      <a:pt x="24" y="416"/>
                      <a:pt x="25" y="419"/>
                      <a:pt x="25" y="422"/>
                    </a:cubicBezTo>
                    <a:cubicBezTo>
                      <a:pt x="26" y="426"/>
                      <a:pt x="27" y="430"/>
                      <a:pt x="28" y="433"/>
                    </a:cubicBezTo>
                    <a:cubicBezTo>
                      <a:pt x="29" y="437"/>
                      <a:pt x="29" y="440"/>
                      <a:pt x="31" y="443"/>
                    </a:cubicBezTo>
                    <a:cubicBezTo>
                      <a:pt x="32" y="447"/>
                      <a:pt x="33" y="450"/>
                      <a:pt x="35" y="454"/>
                    </a:cubicBezTo>
                    <a:cubicBezTo>
                      <a:pt x="36" y="457"/>
                      <a:pt x="38" y="461"/>
                      <a:pt x="39" y="464"/>
                    </a:cubicBezTo>
                    <a:cubicBezTo>
                      <a:pt x="41" y="468"/>
                      <a:pt x="43" y="471"/>
                      <a:pt x="45" y="474"/>
                    </a:cubicBezTo>
                    <a:cubicBezTo>
                      <a:pt x="47" y="478"/>
                      <a:pt x="50" y="482"/>
                      <a:pt x="52" y="486"/>
                    </a:cubicBezTo>
                    <a:cubicBezTo>
                      <a:pt x="55" y="490"/>
                      <a:pt x="57" y="493"/>
                      <a:pt x="60" y="497"/>
                    </a:cubicBezTo>
                    <a:cubicBezTo>
                      <a:pt x="65" y="503"/>
                      <a:pt x="71" y="510"/>
                      <a:pt x="76" y="515"/>
                    </a:cubicBezTo>
                    <a:cubicBezTo>
                      <a:pt x="82" y="522"/>
                      <a:pt x="88" y="529"/>
                      <a:pt x="95" y="536"/>
                    </a:cubicBezTo>
                    <a:cubicBezTo>
                      <a:pt x="115" y="556"/>
                      <a:pt x="135" y="576"/>
                      <a:pt x="158" y="594"/>
                    </a:cubicBezTo>
                    <a:cubicBezTo>
                      <a:pt x="164" y="599"/>
                      <a:pt x="170" y="604"/>
                      <a:pt x="177" y="609"/>
                    </a:cubicBezTo>
                    <a:cubicBezTo>
                      <a:pt x="184" y="613"/>
                      <a:pt x="191" y="618"/>
                      <a:pt x="199" y="623"/>
                    </a:cubicBezTo>
                    <a:lnTo>
                      <a:pt x="200" y="623"/>
                    </a:lnTo>
                    <a:cubicBezTo>
                      <a:pt x="200" y="624"/>
                      <a:pt x="200" y="624"/>
                      <a:pt x="201" y="624"/>
                    </a:cubicBezTo>
                    <a:cubicBezTo>
                      <a:pt x="200" y="624"/>
                      <a:pt x="200" y="624"/>
                      <a:pt x="200" y="623"/>
                    </a:cubicBezTo>
                    <a:cubicBezTo>
                      <a:pt x="202" y="625"/>
                      <a:pt x="205" y="626"/>
                      <a:pt x="207" y="628"/>
                    </a:cubicBezTo>
                    <a:cubicBezTo>
                      <a:pt x="208" y="628"/>
                      <a:pt x="208" y="629"/>
                      <a:pt x="208" y="629"/>
                    </a:cubicBezTo>
                    <a:lnTo>
                      <a:pt x="209" y="629"/>
                    </a:lnTo>
                    <a:cubicBezTo>
                      <a:pt x="208" y="629"/>
                      <a:pt x="208" y="629"/>
                      <a:pt x="208" y="629"/>
                    </a:cubicBezTo>
                    <a:cubicBezTo>
                      <a:pt x="209" y="629"/>
                      <a:pt x="209" y="629"/>
                      <a:pt x="209" y="629"/>
                    </a:cubicBezTo>
                    <a:cubicBezTo>
                      <a:pt x="210" y="630"/>
                      <a:pt x="211" y="630"/>
                      <a:pt x="211" y="630"/>
                    </a:cubicBezTo>
                    <a:cubicBezTo>
                      <a:pt x="223" y="637"/>
                      <a:pt x="236" y="644"/>
                      <a:pt x="248" y="651"/>
                    </a:cubicBezTo>
                    <a:cubicBezTo>
                      <a:pt x="254" y="654"/>
                      <a:pt x="260" y="657"/>
                      <a:pt x="267" y="660"/>
                    </a:cubicBezTo>
                    <a:cubicBezTo>
                      <a:pt x="272" y="663"/>
                      <a:pt x="278" y="665"/>
                      <a:pt x="284" y="668"/>
                    </a:cubicBezTo>
                    <a:cubicBezTo>
                      <a:pt x="289" y="670"/>
                      <a:pt x="295" y="673"/>
                      <a:pt x="301" y="675"/>
                    </a:cubicBezTo>
                    <a:cubicBezTo>
                      <a:pt x="307" y="677"/>
                      <a:pt x="313" y="679"/>
                      <a:pt x="318" y="682"/>
                    </a:cubicBezTo>
                    <a:cubicBezTo>
                      <a:pt x="324" y="684"/>
                      <a:pt x="331" y="686"/>
                      <a:pt x="336" y="687"/>
                    </a:cubicBezTo>
                    <a:cubicBezTo>
                      <a:pt x="342" y="689"/>
                      <a:pt x="348" y="691"/>
                      <a:pt x="354" y="693"/>
                    </a:cubicBezTo>
                    <a:cubicBezTo>
                      <a:pt x="398" y="704"/>
                      <a:pt x="444" y="714"/>
                      <a:pt x="489" y="723"/>
                    </a:cubicBezTo>
                    <a:cubicBezTo>
                      <a:pt x="534" y="733"/>
                      <a:pt x="578" y="743"/>
                      <a:pt x="623" y="752"/>
                    </a:cubicBezTo>
                    <a:cubicBezTo>
                      <a:pt x="641" y="756"/>
                      <a:pt x="657" y="759"/>
                      <a:pt x="675" y="762"/>
                    </a:cubicBezTo>
                    <a:cubicBezTo>
                      <a:pt x="691" y="764"/>
                      <a:pt x="707" y="767"/>
                      <a:pt x="723" y="769"/>
                    </a:cubicBezTo>
                    <a:lnTo>
                      <a:pt x="722" y="769"/>
                    </a:lnTo>
                    <a:cubicBezTo>
                      <a:pt x="768" y="775"/>
                      <a:pt x="815" y="781"/>
                      <a:pt x="862" y="786"/>
                    </a:cubicBezTo>
                    <a:cubicBezTo>
                      <a:pt x="907" y="791"/>
                      <a:pt x="952" y="796"/>
                      <a:pt x="997" y="802"/>
                    </a:cubicBezTo>
                    <a:cubicBezTo>
                      <a:pt x="1014" y="804"/>
                      <a:pt x="1031" y="806"/>
                      <a:pt x="1048" y="809"/>
                    </a:cubicBezTo>
                    <a:cubicBezTo>
                      <a:pt x="1054" y="810"/>
                      <a:pt x="1058" y="816"/>
                      <a:pt x="1057" y="822"/>
                    </a:cubicBezTo>
                    <a:cubicBezTo>
                      <a:pt x="1056" y="827"/>
                      <a:pt x="1051" y="831"/>
                      <a:pt x="1046" y="831"/>
                    </a:cubicBezTo>
                    <a:lnTo>
                      <a:pt x="1044" y="8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30"/>
              <p:cNvSpPr/>
              <p:nvPr/>
            </p:nvSpPr>
            <p:spPr>
              <a:xfrm>
                <a:off x="3659040" y="926640"/>
                <a:ext cx="34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43" extrusionOk="0">
                    <a:moveTo>
                      <a:pt x="67" y="142"/>
                    </a:moveTo>
                    <a:cubicBezTo>
                      <a:pt x="61" y="141"/>
                      <a:pt x="56" y="136"/>
                      <a:pt x="57" y="130"/>
                    </a:cubicBezTo>
                    <a:cubicBezTo>
                      <a:pt x="58" y="111"/>
                      <a:pt x="60" y="92"/>
                      <a:pt x="61" y="73"/>
                    </a:cubicBezTo>
                    <a:cubicBezTo>
                      <a:pt x="63" y="66"/>
                      <a:pt x="63" y="59"/>
                      <a:pt x="64" y="52"/>
                    </a:cubicBezTo>
                    <a:cubicBezTo>
                      <a:pt x="62" y="54"/>
                      <a:pt x="59" y="57"/>
                      <a:pt x="57" y="59"/>
                    </a:cubicBezTo>
                    <a:cubicBezTo>
                      <a:pt x="51" y="64"/>
                      <a:pt x="46" y="70"/>
                      <a:pt x="40" y="74"/>
                    </a:cubicBezTo>
                    <a:cubicBezTo>
                      <a:pt x="33" y="80"/>
                      <a:pt x="28" y="85"/>
                      <a:pt x="21" y="91"/>
                    </a:cubicBezTo>
                    <a:cubicBezTo>
                      <a:pt x="19" y="95"/>
                      <a:pt x="14" y="97"/>
                      <a:pt x="10" y="96"/>
                    </a:cubicBezTo>
                    <a:cubicBezTo>
                      <a:pt x="4" y="95"/>
                      <a:pt x="0" y="89"/>
                      <a:pt x="1" y="83"/>
                    </a:cubicBezTo>
                    <a:cubicBezTo>
                      <a:pt x="3" y="77"/>
                      <a:pt x="8" y="74"/>
                      <a:pt x="13" y="70"/>
                    </a:cubicBezTo>
                    <a:cubicBezTo>
                      <a:pt x="17" y="66"/>
                      <a:pt x="21" y="63"/>
                      <a:pt x="25" y="59"/>
                    </a:cubicBezTo>
                    <a:cubicBezTo>
                      <a:pt x="32" y="53"/>
                      <a:pt x="39" y="46"/>
                      <a:pt x="46" y="41"/>
                    </a:cubicBezTo>
                    <a:cubicBezTo>
                      <a:pt x="52" y="34"/>
                      <a:pt x="58" y="28"/>
                      <a:pt x="63" y="21"/>
                    </a:cubicBezTo>
                    <a:cubicBezTo>
                      <a:pt x="65" y="19"/>
                      <a:pt x="66" y="17"/>
                      <a:pt x="67" y="16"/>
                    </a:cubicBezTo>
                    <a:cubicBezTo>
                      <a:pt x="70" y="13"/>
                      <a:pt x="72" y="9"/>
                      <a:pt x="75" y="6"/>
                    </a:cubicBezTo>
                    <a:cubicBezTo>
                      <a:pt x="82" y="0"/>
                      <a:pt x="93" y="5"/>
                      <a:pt x="94" y="14"/>
                    </a:cubicBezTo>
                    <a:cubicBezTo>
                      <a:pt x="94" y="16"/>
                      <a:pt x="94" y="17"/>
                      <a:pt x="94" y="18"/>
                    </a:cubicBezTo>
                    <a:cubicBezTo>
                      <a:pt x="93" y="21"/>
                      <a:pt x="92" y="22"/>
                      <a:pt x="92" y="25"/>
                    </a:cubicBezTo>
                    <a:cubicBezTo>
                      <a:pt x="91" y="27"/>
                      <a:pt x="91" y="28"/>
                      <a:pt x="91" y="30"/>
                    </a:cubicBezTo>
                    <a:cubicBezTo>
                      <a:pt x="89" y="34"/>
                      <a:pt x="89" y="37"/>
                      <a:pt x="88" y="41"/>
                    </a:cubicBezTo>
                    <a:cubicBezTo>
                      <a:pt x="87" y="47"/>
                      <a:pt x="85" y="54"/>
                      <a:pt x="84" y="61"/>
                    </a:cubicBezTo>
                    <a:cubicBezTo>
                      <a:pt x="81" y="84"/>
                      <a:pt x="79" y="108"/>
                      <a:pt x="78" y="132"/>
                    </a:cubicBezTo>
                    <a:cubicBezTo>
                      <a:pt x="78" y="137"/>
                      <a:pt x="73" y="142"/>
                      <a:pt x="67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30"/>
              <p:cNvSpPr/>
              <p:nvPr/>
            </p:nvSpPr>
            <p:spPr>
              <a:xfrm>
                <a:off x="3857760" y="930240"/>
                <a:ext cx="45720" cy="7344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4" extrusionOk="0">
                    <a:moveTo>
                      <a:pt x="18" y="202"/>
                    </a:moveTo>
                    <a:cubicBezTo>
                      <a:pt x="15" y="202"/>
                      <a:pt x="12" y="201"/>
                      <a:pt x="9" y="200"/>
                    </a:cubicBezTo>
                    <a:cubicBezTo>
                      <a:pt x="3" y="198"/>
                      <a:pt x="0" y="191"/>
                      <a:pt x="2" y="186"/>
                    </a:cubicBezTo>
                    <a:cubicBezTo>
                      <a:pt x="4" y="180"/>
                      <a:pt x="10" y="177"/>
                      <a:pt x="16" y="179"/>
                    </a:cubicBezTo>
                    <a:cubicBezTo>
                      <a:pt x="17" y="179"/>
                      <a:pt x="18" y="180"/>
                      <a:pt x="20" y="180"/>
                    </a:cubicBezTo>
                    <a:lnTo>
                      <a:pt x="21" y="180"/>
                    </a:lnTo>
                    <a:cubicBezTo>
                      <a:pt x="23" y="180"/>
                      <a:pt x="24" y="180"/>
                      <a:pt x="27" y="180"/>
                    </a:cubicBezTo>
                    <a:cubicBezTo>
                      <a:pt x="26" y="180"/>
                      <a:pt x="25" y="180"/>
                      <a:pt x="25" y="180"/>
                    </a:cubicBezTo>
                    <a:cubicBezTo>
                      <a:pt x="28" y="180"/>
                      <a:pt x="31" y="180"/>
                      <a:pt x="34" y="180"/>
                    </a:cubicBezTo>
                    <a:cubicBezTo>
                      <a:pt x="42" y="180"/>
                      <a:pt x="51" y="180"/>
                      <a:pt x="59" y="179"/>
                    </a:cubicBezTo>
                    <a:cubicBezTo>
                      <a:pt x="65" y="178"/>
                      <a:pt x="70" y="177"/>
                      <a:pt x="76" y="176"/>
                    </a:cubicBezTo>
                    <a:cubicBezTo>
                      <a:pt x="79" y="174"/>
                      <a:pt x="82" y="173"/>
                      <a:pt x="85" y="172"/>
                    </a:cubicBezTo>
                    <a:cubicBezTo>
                      <a:pt x="87" y="172"/>
                      <a:pt x="88" y="170"/>
                      <a:pt x="90" y="170"/>
                    </a:cubicBezTo>
                    <a:cubicBezTo>
                      <a:pt x="92" y="169"/>
                      <a:pt x="93" y="167"/>
                      <a:pt x="95" y="167"/>
                    </a:cubicBezTo>
                    <a:cubicBezTo>
                      <a:pt x="95" y="166"/>
                      <a:pt x="96" y="166"/>
                      <a:pt x="97" y="165"/>
                    </a:cubicBezTo>
                    <a:cubicBezTo>
                      <a:pt x="97" y="165"/>
                      <a:pt x="98" y="164"/>
                      <a:pt x="98" y="163"/>
                    </a:cubicBezTo>
                    <a:cubicBezTo>
                      <a:pt x="99" y="163"/>
                      <a:pt x="99" y="162"/>
                      <a:pt x="100" y="160"/>
                    </a:cubicBezTo>
                    <a:cubicBezTo>
                      <a:pt x="101" y="159"/>
                      <a:pt x="101" y="159"/>
                      <a:pt x="102" y="158"/>
                    </a:cubicBezTo>
                    <a:cubicBezTo>
                      <a:pt x="102" y="156"/>
                      <a:pt x="102" y="156"/>
                      <a:pt x="102" y="155"/>
                    </a:cubicBezTo>
                    <a:cubicBezTo>
                      <a:pt x="103" y="152"/>
                      <a:pt x="104" y="151"/>
                      <a:pt x="104" y="148"/>
                    </a:cubicBezTo>
                    <a:cubicBezTo>
                      <a:pt x="104" y="147"/>
                      <a:pt x="104" y="145"/>
                      <a:pt x="104" y="144"/>
                    </a:cubicBezTo>
                    <a:cubicBezTo>
                      <a:pt x="104" y="144"/>
                      <a:pt x="104" y="143"/>
                      <a:pt x="104" y="142"/>
                    </a:cubicBezTo>
                    <a:cubicBezTo>
                      <a:pt x="104" y="141"/>
                      <a:pt x="104" y="139"/>
                      <a:pt x="104" y="138"/>
                    </a:cubicBezTo>
                    <a:cubicBezTo>
                      <a:pt x="103" y="136"/>
                      <a:pt x="102" y="135"/>
                      <a:pt x="102" y="134"/>
                    </a:cubicBezTo>
                    <a:cubicBezTo>
                      <a:pt x="101" y="132"/>
                      <a:pt x="100" y="130"/>
                      <a:pt x="99" y="128"/>
                    </a:cubicBezTo>
                    <a:lnTo>
                      <a:pt x="100" y="129"/>
                    </a:lnTo>
                    <a:cubicBezTo>
                      <a:pt x="98" y="126"/>
                      <a:pt x="96" y="123"/>
                      <a:pt x="94" y="120"/>
                    </a:cubicBezTo>
                    <a:cubicBezTo>
                      <a:pt x="92" y="117"/>
                      <a:pt x="90" y="114"/>
                      <a:pt x="88" y="112"/>
                    </a:cubicBezTo>
                    <a:cubicBezTo>
                      <a:pt x="86" y="110"/>
                      <a:pt x="84" y="109"/>
                      <a:pt x="82" y="107"/>
                    </a:cubicBezTo>
                    <a:cubicBezTo>
                      <a:pt x="75" y="102"/>
                      <a:pt x="67" y="97"/>
                      <a:pt x="60" y="91"/>
                    </a:cubicBezTo>
                    <a:cubicBezTo>
                      <a:pt x="57" y="89"/>
                      <a:pt x="55" y="87"/>
                      <a:pt x="53" y="84"/>
                    </a:cubicBezTo>
                    <a:cubicBezTo>
                      <a:pt x="51" y="81"/>
                      <a:pt x="51" y="78"/>
                      <a:pt x="51" y="74"/>
                    </a:cubicBezTo>
                    <a:cubicBezTo>
                      <a:pt x="51" y="71"/>
                      <a:pt x="52" y="68"/>
                      <a:pt x="55" y="65"/>
                    </a:cubicBezTo>
                    <a:cubicBezTo>
                      <a:pt x="56" y="63"/>
                      <a:pt x="59" y="60"/>
                      <a:pt x="62" y="58"/>
                    </a:cubicBezTo>
                    <a:cubicBezTo>
                      <a:pt x="64" y="56"/>
                      <a:pt x="66" y="53"/>
                      <a:pt x="68" y="50"/>
                    </a:cubicBezTo>
                    <a:cubicBezTo>
                      <a:pt x="70" y="48"/>
                      <a:pt x="72" y="45"/>
                      <a:pt x="73" y="43"/>
                    </a:cubicBezTo>
                    <a:cubicBezTo>
                      <a:pt x="75" y="40"/>
                      <a:pt x="76" y="38"/>
                      <a:pt x="77" y="35"/>
                    </a:cubicBezTo>
                    <a:cubicBezTo>
                      <a:pt x="78" y="34"/>
                      <a:pt x="79" y="32"/>
                      <a:pt x="79" y="31"/>
                    </a:cubicBezTo>
                    <a:cubicBezTo>
                      <a:pt x="79" y="29"/>
                      <a:pt x="79" y="28"/>
                      <a:pt x="80" y="28"/>
                    </a:cubicBezTo>
                    <a:cubicBezTo>
                      <a:pt x="80" y="28"/>
                      <a:pt x="79" y="28"/>
                      <a:pt x="79" y="29"/>
                    </a:cubicBezTo>
                    <a:cubicBezTo>
                      <a:pt x="79" y="28"/>
                      <a:pt x="80" y="27"/>
                      <a:pt x="80" y="26"/>
                    </a:cubicBezTo>
                    <a:cubicBezTo>
                      <a:pt x="80" y="26"/>
                      <a:pt x="79" y="26"/>
                      <a:pt x="79" y="25"/>
                    </a:cubicBezTo>
                    <a:cubicBezTo>
                      <a:pt x="79" y="24"/>
                      <a:pt x="79" y="24"/>
                      <a:pt x="78" y="24"/>
                    </a:cubicBezTo>
                    <a:lnTo>
                      <a:pt x="77" y="23"/>
                    </a:lnTo>
                    <a:cubicBezTo>
                      <a:pt x="77" y="22"/>
                      <a:pt x="76" y="22"/>
                      <a:pt x="76" y="22"/>
                    </a:cubicBezTo>
                    <a:lnTo>
                      <a:pt x="77" y="22"/>
                    </a:lnTo>
                    <a:lnTo>
                      <a:pt x="76" y="22"/>
                    </a:lnTo>
                    <a:cubicBezTo>
                      <a:pt x="77" y="22"/>
                      <a:pt x="77" y="22"/>
                      <a:pt x="77" y="22"/>
                    </a:cubicBezTo>
                    <a:lnTo>
                      <a:pt x="76" y="22"/>
                    </a:lnTo>
                    <a:cubicBezTo>
                      <a:pt x="76" y="22"/>
                      <a:pt x="75" y="22"/>
                      <a:pt x="74" y="22"/>
                    </a:cubicBezTo>
                    <a:lnTo>
                      <a:pt x="73" y="22"/>
                    </a:lnTo>
                    <a:lnTo>
                      <a:pt x="72" y="22"/>
                    </a:lnTo>
                    <a:cubicBezTo>
                      <a:pt x="69" y="22"/>
                      <a:pt x="67" y="22"/>
                      <a:pt x="65" y="23"/>
                    </a:cubicBezTo>
                    <a:cubicBezTo>
                      <a:pt x="60" y="24"/>
                      <a:pt x="55" y="26"/>
                      <a:pt x="51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5" y="34"/>
                      <a:pt x="45" y="36"/>
                      <a:pt x="45" y="39"/>
                    </a:cubicBezTo>
                    <a:cubicBezTo>
                      <a:pt x="45" y="45"/>
                      <a:pt x="39" y="50"/>
                      <a:pt x="34" y="49"/>
                    </a:cubicBezTo>
                    <a:cubicBezTo>
                      <a:pt x="28" y="49"/>
                      <a:pt x="23" y="47"/>
                      <a:pt x="20" y="43"/>
                    </a:cubicBezTo>
                    <a:cubicBezTo>
                      <a:pt x="18" y="42"/>
                      <a:pt x="17" y="40"/>
                      <a:pt x="16" y="38"/>
                    </a:cubicBezTo>
                    <a:cubicBezTo>
                      <a:pt x="16" y="35"/>
                      <a:pt x="16" y="33"/>
                      <a:pt x="16" y="31"/>
                    </a:cubicBezTo>
                    <a:cubicBezTo>
                      <a:pt x="17" y="25"/>
                      <a:pt x="22" y="21"/>
                      <a:pt x="25" y="18"/>
                    </a:cubicBezTo>
                    <a:cubicBezTo>
                      <a:pt x="37" y="9"/>
                      <a:pt x="52" y="3"/>
                      <a:pt x="67" y="0"/>
                    </a:cubicBezTo>
                    <a:cubicBezTo>
                      <a:pt x="69" y="0"/>
                      <a:pt x="72" y="0"/>
                      <a:pt x="74" y="0"/>
                    </a:cubicBezTo>
                    <a:cubicBezTo>
                      <a:pt x="77" y="0"/>
                      <a:pt x="80" y="1"/>
                      <a:pt x="83" y="1"/>
                    </a:cubicBezTo>
                    <a:cubicBezTo>
                      <a:pt x="87" y="3"/>
                      <a:pt x="91" y="6"/>
                      <a:pt x="95" y="10"/>
                    </a:cubicBezTo>
                    <a:cubicBezTo>
                      <a:pt x="98" y="13"/>
                      <a:pt x="101" y="18"/>
                      <a:pt x="101" y="24"/>
                    </a:cubicBezTo>
                    <a:cubicBezTo>
                      <a:pt x="101" y="30"/>
                      <a:pt x="99" y="36"/>
                      <a:pt x="97" y="43"/>
                    </a:cubicBezTo>
                    <a:cubicBezTo>
                      <a:pt x="95" y="48"/>
                      <a:pt x="92" y="53"/>
                      <a:pt x="89" y="58"/>
                    </a:cubicBezTo>
                    <a:cubicBezTo>
                      <a:pt x="88" y="60"/>
                      <a:pt x="87" y="61"/>
                      <a:pt x="85" y="64"/>
                    </a:cubicBezTo>
                    <a:cubicBezTo>
                      <a:pt x="84" y="66"/>
                      <a:pt x="82" y="68"/>
                      <a:pt x="80" y="70"/>
                    </a:cubicBezTo>
                    <a:cubicBezTo>
                      <a:pt x="79" y="71"/>
                      <a:pt x="77" y="74"/>
                      <a:pt x="75" y="75"/>
                    </a:cubicBezTo>
                    <a:cubicBezTo>
                      <a:pt x="80" y="79"/>
                      <a:pt x="84" y="82"/>
                      <a:pt x="90" y="86"/>
                    </a:cubicBezTo>
                    <a:cubicBezTo>
                      <a:pt x="93" y="89"/>
                      <a:pt x="97" y="91"/>
                      <a:pt x="99" y="94"/>
                    </a:cubicBezTo>
                    <a:cubicBezTo>
                      <a:pt x="104" y="99"/>
                      <a:pt x="108" y="103"/>
                      <a:pt x="112" y="109"/>
                    </a:cubicBezTo>
                    <a:cubicBezTo>
                      <a:pt x="120" y="119"/>
                      <a:pt x="125" y="131"/>
                      <a:pt x="126" y="143"/>
                    </a:cubicBezTo>
                    <a:cubicBezTo>
                      <a:pt x="126" y="150"/>
                      <a:pt x="125" y="157"/>
                      <a:pt x="122" y="163"/>
                    </a:cubicBezTo>
                    <a:cubicBezTo>
                      <a:pt x="120" y="169"/>
                      <a:pt x="118" y="174"/>
                      <a:pt x="113" y="179"/>
                    </a:cubicBezTo>
                    <a:cubicBezTo>
                      <a:pt x="110" y="183"/>
                      <a:pt x="105" y="186"/>
                      <a:pt x="101" y="188"/>
                    </a:cubicBezTo>
                    <a:cubicBezTo>
                      <a:pt x="94" y="192"/>
                      <a:pt x="87" y="194"/>
                      <a:pt x="81" y="197"/>
                    </a:cubicBezTo>
                    <a:cubicBezTo>
                      <a:pt x="70" y="199"/>
                      <a:pt x="59" y="201"/>
                      <a:pt x="49" y="201"/>
                    </a:cubicBezTo>
                    <a:cubicBezTo>
                      <a:pt x="44" y="202"/>
                      <a:pt x="39" y="202"/>
                      <a:pt x="34" y="203"/>
                    </a:cubicBezTo>
                    <a:cubicBezTo>
                      <a:pt x="32" y="203"/>
                      <a:pt x="29" y="203"/>
                      <a:pt x="26" y="203"/>
                    </a:cubicBezTo>
                    <a:cubicBezTo>
                      <a:pt x="25" y="203"/>
                      <a:pt x="24" y="203"/>
                      <a:pt x="24" y="203"/>
                    </a:cubicBezTo>
                    <a:cubicBezTo>
                      <a:pt x="22" y="203"/>
                      <a:pt x="20" y="203"/>
                      <a:pt x="18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30"/>
              <p:cNvSpPr/>
              <p:nvPr/>
            </p:nvSpPr>
            <p:spPr>
              <a:xfrm>
                <a:off x="4181760" y="941040"/>
                <a:ext cx="3312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96" extrusionOk="0">
                    <a:moveTo>
                      <a:pt x="30" y="194"/>
                    </a:moveTo>
                    <a:cubicBezTo>
                      <a:pt x="27" y="194"/>
                      <a:pt x="24" y="193"/>
                      <a:pt x="21" y="193"/>
                    </a:cubicBezTo>
                    <a:cubicBezTo>
                      <a:pt x="19" y="192"/>
                      <a:pt x="18" y="192"/>
                      <a:pt x="16" y="191"/>
                    </a:cubicBezTo>
                    <a:cubicBezTo>
                      <a:pt x="13" y="191"/>
                      <a:pt x="10" y="189"/>
                      <a:pt x="8" y="188"/>
                    </a:cubicBezTo>
                    <a:cubicBezTo>
                      <a:pt x="2" y="185"/>
                      <a:pt x="0" y="178"/>
                      <a:pt x="3" y="172"/>
                    </a:cubicBezTo>
                    <a:cubicBezTo>
                      <a:pt x="5" y="167"/>
                      <a:pt x="12" y="164"/>
                      <a:pt x="18" y="167"/>
                    </a:cubicBezTo>
                    <a:cubicBezTo>
                      <a:pt x="19" y="168"/>
                      <a:pt x="20" y="168"/>
                      <a:pt x="21" y="168"/>
                    </a:cubicBezTo>
                    <a:cubicBezTo>
                      <a:pt x="22" y="169"/>
                      <a:pt x="23" y="169"/>
                      <a:pt x="24" y="170"/>
                    </a:cubicBezTo>
                    <a:cubicBezTo>
                      <a:pt x="28" y="171"/>
                      <a:pt x="33" y="172"/>
                      <a:pt x="37" y="172"/>
                    </a:cubicBezTo>
                    <a:cubicBezTo>
                      <a:pt x="39" y="172"/>
                      <a:pt x="41" y="172"/>
                      <a:pt x="43" y="172"/>
                    </a:cubicBezTo>
                    <a:cubicBezTo>
                      <a:pt x="45" y="172"/>
                      <a:pt x="47" y="172"/>
                      <a:pt x="50" y="172"/>
                    </a:cubicBezTo>
                    <a:cubicBezTo>
                      <a:pt x="51" y="172"/>
                      <a:pt x="53" y="172"/>
                      <a:pt x="55" y="171"/>
                    </a:cubicBezTo>
                    <a:cubicBezTo>
                      <a:pt x="56" y="171"/>
                      <a:pt x="57" y="171"/>
                      <a:pt x="58" y="171"/>
                    </a:cubicBezTo>
                    <a:cubicBezTo>
                      <a:pt x="58" y="170"/>
                      <a:pt x="59" y="170"/>
                      <a:pt x="60" y="170"/>
                    </a:cubicBezTo>
                    <a:cubicBezTo>
                      <a:pt x="60" y="169"/>
                      <a:pt x="61" y="169"/>
                      <a:pt x="61" y="168"/>
                    </a:cubicBezTo>
                    <a:cubicBezTo>
                      <a:pt x="62" y="168"/>
                      <a:pt x="63" y="168"/>
                      <a:pt x="63" y="167"/>
                    </a:cubicBezTo>
                    <a:cubicBezTo>
                      <a:pt x="63" y="167"/>
                      <a:pt x="64" y="166"/>
                      <a:pt x="64" y="165"/>
                    </a:cubicBezTo>
                    <a:cubicBezTo>
                      <a:pt x="65" y="165"/>
                      <a:pt x="65" y="165"/>
                      <a:pt x="65" y="164"/>
                    </a:cubicBezTo>
                    <a:lnTo>
                      <a:pt x="66" y="163"/>
                    </a:lnTo>
                    <a:cubicBezTo>
                      <a:pt x="67" y="162"/>
                      <a:pt x="67" y="161"/>
                      <a:pt x="67" y="160"/>
                    </a:cubicBezTo>
                    <a:cubicBezTo>
                      <a:pt x="67" y="159"/>
                      <a:pt x="68" y="158"/>
                      <a:pt x="68" y="157"/>
                    </a:cubicBezTo>
                    <a:cubicBezTo>
                      <a:pt x="68" y="154"/>
                      <a:pt x="68" y="153"/>
                      <a:pt x="68" y="150"/>
                    </a:cubicBezTo>
                    <a:cubicBezTo>
                      <a:pt x="68" y="143"/>
                      <a:pt x="67" y="136"/>
                      <a:pt x="66" y="129"/>
                    </a:cubicBezTo>
                    <a:cubicBezTo>
                      <a:pt x="65" y="123"/>
                      <a:pt x="64" y="119"/>
                      <a:pt x="63" y="114"/>
                    </a:cubicBezTo>
                    <a:cubicBezTo>
                      <a:pt x="62" y="110"/>
                      <a:pt x="61" y="107"/>
                      <a:pt x="60" y="103"/>
                    </a:cubicBezTo>
                    <a:cubicBezTo>
                      <a:pt x="58" y="100"/>
                      <a:pt x="57" y="98"/>
                      <a:pt x="56" y="95"/>
                    </a:cubicBezTo>
                    <a:cubicBezTo>
                      <a:pt x="54" y="93"/>
                      <a:pt x="53" y="91"/>
                      <a:pt x="52" y="89"/>
                    </a:cubicBezTo>
                    <a:cubicBezTo>
                      <a:pt x="51" y="88"/>
                      <a:pt x="50" y="86"/>
                      <a:pt x="48" y="85"/>
                    </a:cubicBezTo>
                    <a:cubicBezTo>
                      <a:pt x="47" y="84"/>
                      <a:pt x="46" y="83"/>
                      <a:pt x="45" y="82"/>
                    </a:cubicBezTo>
                    <a:cubicBezTo>
                      <a:pt x="44" y="82"/>
                      <a:pt x="43" y="80"/>
                      <a:pt x="42" y="80"/>
                    </a:cubicBezTo>
                    <a:cubicBezTo>
                      <a:pt x="41" y="79"/>
                      <a:pt x="40" y="79"/>
                      <a:pt x="40" y="79"/>
                    </a:cubicBezTo>
                    <a:cubicBezTo>
                      <a:pt x="39" y="79"/>
                      <a:pt x="37" y="78"/>
                      <a:pt x="36" y="77"/>
                    </a:cubicBezTo>
                    <a:lnTo>
                      <a:pt x="35" y="77"/>
                    </a:lnTo>
                    <a:cubicBezTo>
                      <a:pt x="33" y="77"/>
                      <a:pt x="32" y="77"/>
                      <a:pt x="31" y="77"/>
                    </a:cubicBezTo>
                    <a:cubicBezTo>
                      <a:pt x="32" y="77"/>
                      <a:pt x="32" y="77"/>
                      <a:pt x="33" y="77"/>
                    </a:cubicBezTo>
                    <a:cubicBezTo>
                      <a:pt x="32" y="77"/>
                      <a:pt x="30" y="77"/>
                      <a:pt x="29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29" y="77"/>
                      <a:pt x="28" y="77"/>
                    </a:cubicBezTo>
                    <a:cubicBezTo>
                      <a:pt x="27" y="77"/>
                      <a:pt x="27" y="77"/>
                      <a:pt x="26" y="78"/>
                    </a:cubicBezTo>
                    <a:cubicBezTo>
                      <a:pt x="25" y="80"/>
                      <a:pt x="22" y="82"/>
                      <a:pt x="20" y="83"/>
                    </a:cubicBezTo>
                    <a:cubicBezTo>
                      <a:pt x="14" y="86"/>
                      <a:pt x="8" y="83"/>
                      <a:pt x="5" y="77"/>
                    </a:cubicBezTo>
                    <a:cubicBezTo>
                      <a:pt x="3" y="73"/>
                      <a:pt x="4" y="69"/>
                      <a:pt x="5" y="66"/>
                    </a:cubicBezTo>
                    <a:cubicBezTo>
                      <a:pt x="7" y="64"/>
                      <a:pt x="9" y="62"/>
                      <a:pt x="11" y="61"/>
                    </a:cubicBezTo>
                    <a:cubicBezTo>
                      <a:pt x="12" y="60"/>
                      <a:pt x="12" y="59"/>
                      <a:pt x="13" y="58"/>
                    </a:cubicBezTo>
                    <a:cubicBezTo>
                      <a:pt x="14" y="57"/>
                      <a:pt x="14" y="56"/>
                      <a:pt x="15" y="55"/>
                    </a:cubicBezTo>
                    <a:lnTo>
                      <a:pt x="14" y="56"/>
                    </a:lnTo>
                    <a:cubicBezTo>
                      <a:pt x="17" y="52"/>
                      <a:pt x="18" y="48"/>
                      <a:pt x="20" y="44"/>
                    </a:cubicBezTo>
                    <a:cubicBezTo>
                      <a:pt x="22" y="40"/>
                      <a:pt x="24" y="35"/>
                      <a:pt x="25" y="30"/>
                    </a:cubicBezTo>
                    <a:cubicBezTo>
                      <a:pt x="26" y="27"/>
                      <a:pt x="27" y="23"/>
                      <a:pt x="28" y="20"/>
                    </a:cubicBezTo>
                    <a:cubicBezTo>
                      <a:pt x="29" y="15"/>
                      <a:pt x="30" y="9"/>
                      <a:pt x="32" y="5"/>
                    </a:cubicBezTo>
                    <a:cubicBezTo>
                      <a:pt x="35" y="2"/>
                      <a:pt x="39" y="0"/>
                      <a:pt x="42" y="1"/>
                    </a:cubicBezTo>
                    <a:cubicBezTo>
                      <a:pt x="47" y="1"/>
                      <a:pt x="50" y="3"/>
                      <a:pt x="51" y="8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2"/>
                      <a:pt x="52" y="16"/>
                      <a:pt x="51" y="18"/>
                    </a:cubicBezTo>
                    <a:cubicBezTo>
                      <a:pt x="50" y="18"/>
                      <a:pt x="50" y="19"/>
                      <a:pt x="50" y="19"/>
                    </a:cubicBezTo>
                    <a:cubicBezTo>
                      <a:pt x="48" y="29"/>
                      <a:pt x="46" y="39"/>
                      <a:pt x="42" y="48"/>
                    </a:cubicBezTo>
                    <a:cubicBezTo>
                      <a:pt x="41" y="51"/>
                      <a:pt x="40" y="53"/>
                      <a:pt x="39" y="56"/>
                    </a:cubicBezTo>
                    <a:cubicBezTo>
                      <a:pt x="51" y="58"/>
                      <a:pt x="61" y="66"/>
                      <a:pt x="69" y="76"/>
                    </a:cubicBezTo>
                    <a:cubicBezTo>
                      <a:pt x="78" y="87"/>
                      <a:pt x="83" y="101"/>
                      <a:pt x="86" y="116"/>
                    </a:cubicBezTo>
                    <a:cubicBezTo>
                      <a:pt x="88" y="123"/>
                      <a:pt x="89" y="130"/>
                      <a:pt x="89" y="137"/>
                    </a:cubicBezTo>
                    <a:cubicBezTo>
                      <a:pt x="90" y="147"/>
                      <a:pt x="91" y="158"/>
                      <a:pt x="88" y="168"/>
                    </a:cubicBezTo>
                    <a:cubicBezTo>
                      <a:pt x="86" y="174"/>
                      <a:pt x="83" y="178"/>
                      <a:pt x="79" y="183"/>
                    </a:cubicBezTo>
                    <a:cubicBezTo>
                      <a:pt x="74" y="188"/>
                      <a:pt x="68" y="191"/>
                      <a:pt x="61" y="193"/>
                    </a:cubicBezTo>
                    <a:cubicBezTo>
                      <a:pt x="56" y="195"/>
                      <a:pt x="50" y="195"/>
                      <a:pt x="44" y="195"/>
                    </a:cubicBezTo>
                    <a:cubicBezTo>
                      <a:pt x="39" y="195"/>
                      <a:pt x="35" y="195"/>
                      <a:pt x="3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30"/>
              <p:cNvSpPr/>
              <p:nvPr/>
            </p:nvSpPr>
            <p:spPr>
              <a:xfrm>
                <a:off x="4196520" y="928080"/>
                <a:ext cx="5940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90" extrusionOk="0">
                    <a:moveTo>
                      <a:pt x="0" y="79"/>
                    </a:moveTo>
                    <a:cubicBezTo>
                      <a:pt x="0" y="77"/>
                      <a:pt x="0" y="76"/>
                      <a:pt x="0" y="74"/>
                    </a:cubicBezTo>
                    <a:cubicBezTo>
                      <a:pt x="0" y="72"/>
                      <a:pt x="0" y="69"/>
                      <a:pt x="0" y="66"/>
                    </a:cubicBezTo>
                    <a:cubicBezTo>
                      <a:pt x="2" y="60"/>
                      <a:pt x="4" y="55"/>
                      <a:pt x="8" y="50"/>
                    </a:cubicBezTo>
                    <a:cubicBezTo>
                      <a:pt x="17" y="39"/>
                      <a:pt x="29" y="32"/>
                      <a:pt x="41" y="27"/>
                    </a:cubicBezTo>
                    <a:cubicBezTo>
                      <a:pt x="50" y="24"/>
                      <a:pt x="59" y="21"/>
                      <a:pt x="67" y="18"/>
                    </a:cubicBezTo>
                    <a:cubicBezTo>
                      <a:pt x="73" y="17"/>
                      <a:pt x="78" y="16"/>
                      <a:pt x="83" y="14"/>
                    </a:cubicBezTo>
                    <a:cubicBezTo>
                      <a:pt x="105" y="9"/>
                      <a:pt x="129" y="5"/>
                      <a:pt x="151" y="2"/>
                    </a:cubicBezTo>
                    <a:cubicBezTo>
                      <a:pt x="157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42" y="23"/>
                      <a:pt x="129" y="25"/>
                      <a:pt x="116" y="28"/>
                    </a:cubicBezTo>
                    <a:cubicBezTo>
                      <a:pt x="104" y="31"/>
                      <a:pt x="93" y="33"/>
                      <a:pt x="82" y="36"/>
                    </a:cubicBezTo>
                    <a:cubicBezTo>
                      <a:pt x="73" y="39"/>
                      <a:pt x="63" y="42"/>
                      <a:pt x="54" y="45"/>
                    </a:cubicBezTo>
                    <a:lnTo>
                      <a:pt x="55" y="45"/>
                    </a:ln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9" y="47"/>
                      <a:pt x="45" y="49"/>
                      <a:pt x="40" y="52"/>
                    </a:cubicBezTo>
                    <a:cubicBezTo>
                      <a:pt x="37" y="53"/>
                      <a:pt x="34" y="55"/>
                      <a:pt x="31" y="58"/>
                    </a:cubicBezTo>
                    <a:cubicBezTo>
                      <a:pt x="30" y="59"/>
                      <a:pt x="29" y="59"/>
                      <a:pt x="28" y="60"/>
                    </a:cubicBezTo>
                    <a:cubicBezTo>
                      <a:pt x="27" y="62"/>
                      <a:pt x="26" y="63"/>
                      <a:pt x="25" y="63"/>
                    </a:cubicBezTo>
                    <a:cubicBezTo>
                      <a:pt x="24" y="65"/>
                      <a:pt x="24" y="66"/>
                      <a:pt x="23" y="67"/>
                    </a:cubicBezTo>
                    <a:lnTo>
                      <a:pt x="22" y="68"/>
                    </a:lnTo>
                    <a:lnTo>
                      <a:pt x="22" y="69"/>
                    </a:lnTo>
                    <a:cubicBezTo>
                      <a:pt x="21" y="70"/>
                      <a:pt x="21" y="70"/>
                      <a:pt x="21" y="71"/>
                    </a:cubicBezTo>
                    <a:cubicBezTo>
                      <a:pt x="21" y="73"/>
                      <a:pt x="22" y="75"/>
                      <a:pt x="22" y="77"/>
                    </a:cubicBezTo>
                    <a:cubicBezTo>
                      <a:pt x="23" y="83"/>
                      <a:pt x="17" y="88"/>
                      <a:pt x="11" y="89"/>
                    </a:cubicBezTo>
                    <a:cubicBezTo>
                      <a:pt x="6" y="89"/>
                      <a:pt x="0" y="84"/>
                      <a:pt x="0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30"/>
              <p:cNvSpPr/>
              <p:nvPr/>
            </p:nvSpPr>
            <p:spPr>
              <a:xfrm>
                <a:off x="4221720" y="681120"/>
                <a:ext cx="3960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2" extrusionOk="0">
                    <a:moveTo>
                      <a:pt x="89" y="136"/>
                    </a:moveTo>
                    <a:cubicBezTo>
                      <a:pt x="82" y="125"/>
                      <a:pt x="75" y="114"/>
                      <a:pt x="67" y="104"/>
                    </a:cubicBezTo>
                    <a:cubicBezTo>
                      <a:pt x="63" y="99"/>
                      <a:pt x="59" y="93"/>
                      <a:pt x="54" y="88"/>
                    </a:cubicBezTo>
                    <a:cubicBezTo>
                      <a:pt x="49" y="82"/>
                      <a:pt x="45" y="76"/>
                      <a:pt x="41" y="71"/>
                    </a:cubicBezTo>
                    <a:cubicBezTo>
                      <a:pt x="35" y="65"/>
                      <a:pt x="29" y="59"/>
                      <a:pt x="24" y="53"/>
                    </a:cubicBezTo>
                    <a:cubicBezTo>
                      <a:pt x="20" y="47"/>
                      <a:pt x="15" y="41"/>
                      <a:pt x="11" y="35"/>
                    </a:cubicBezTo>
                    <a:cubicBezTo>
                      <a:pt x="8" y="32"/>
                      <a:pt x="6" y="27"/>
                      <a:pt x="3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9"/>
                      <a:pt x="0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2"/>
                      <a:pt x="22" y="5"/>
                    </a:cubicBezTo>
                    <a:cubicBezTo>
                      <a:pt x="27" y="8"/>
                      <a:pt x="28" y="14"/>
                      <a:pt x="25" y="19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45" y="45"/>
                      <a:pt x="59" y="61"/>
                      <a:pt x="71" y="76"/>
                    </a:cubicBezTo>
                    <a:cubicBezTo>
                      <a:pt x="84" y="92"/>
                      <a:pt x="96" y="107"/>
                      <a:pt x="106" y="124"/>
                    </a:cubicBezTo>
                    <a:cubicBezTo>
                      <a:pt x="109" y="129"/>
                      <a:pt x="108" y="136"/>
                      <a:pt x="103" y="139"/>
                    </a:cubicBezTo>
                    <a:cubicBezTo>
                      <a:pt x="102" y="140"/>
                      <a:pt x="99" y="141"/>
                      <a:pt x="98" y="141"/>
                    </a:cubicBezTo>
                    <a:cubicBezTo>
                      <a:pt x="94" y="141"/>
                      <a:pt x="91" y="139"/>
                      <a:pt x="89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30"/>
              <p:cNvSpPr/>
              <p:nvPr/>
            </p:nvSpPr>
            <p:spPr>
              <a:xfrm>
                <a:off x="4224240" y="676440"/>
                <a:ext cx="439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1" extrusionOk="0">
                    <a:moveTo>
                      <a:pt x="6" y="179"/>
                    </a:moveTo>
                    <a:cubicBezTo>
                      <a:pt x="1" y="175"/>
                      <a:pt x="0" y="169"/>
                      <a:pt x="3" y="163"/>
                    </a:cubicBezTo>
                    <a:cubicBezTo>
                      <a:pt x="10" y="152"/>
                      <a:pt x="18" y="140"/>
                      <a:pt x="25" y="129"/>
                    </a:cubicBezTo>
                    <a:lnTo>
                      <a:pt x="24" y="130"/>
                    </a:lnTo>
                    <a:cubicBezTo>
                      <a:pt x="27" y="126"/>
                      <a:pt x="29" y="121"/>
                      <a:pt x="32" y="116"/>
                    </a:cubicBezTo>
                    <a:cubicBezTo>
                      <a:pt x="44" y="97"/>
                      <a:pt x="55" y="77"/>
                      <a:pt x="66" y="57"/>
                    </a:cubicBezTo>
                    <a:cubicBezTo>
                      <a:pt x="70" y="48"/>
                      <a:pt x="75" y="39"/>
                      <a:pt x="80" y="30"/>
                    </a:cubicBezTo>
                    <a:cubicBezTo>
                      <a:pt x="83" y="25"/>
                      <a:pt x="86" y="21"/>
                      <a:pt x="89" y="17"/>
                    </a:cubicBezTo>
                    <a:cubicBezTo>
                      <a:pt x="94" y="10"/>
                      <a:pt x="101" y="0"/>
                      <a:pt x="111" y="3"/>
                    </a:cubicBezTo>
                    <a:cubicBezTo>
                      <a:pt x="117" y="4"/>
                      <a:pt x="121" y="11"/>
                      <a:pt x="119" y="17"/>
                    </a:cubicBezTo>
                    <a:cubicBezTo>
                      <a:pt x="117" y="21"/>
                      <a:pt x="114" y="24"/>
                      <a:pt x="110" y="24"/>
                    </a:cubicBezTo>
                    <a:cubicBezTo>
                      <a:pt x="109" y="25"/>
                      <a:pt x="108" y="27"/>
                      <a:pt x="108" y="27"/>
                    </a:cubicBezTo>
                    <a:cubicBezTo>
                      <a:pt x="106" y="29"/>
                      <a:pt x="104" y="32"/>
                      <a:pt x="103" y="34"/>
                    </a:cubicBezTo>
                    <a:cubicBezTo>
                      <a:pt x="101" y="38"/>
                      <a:pt x="98" y="41"/>
                      <a:pt x="96" y="44"/>
                    </a:cubicBezTo>
                    <a:cubicBezTo>
                      <a:pt x="92" y="52"/>
                      <a:pt x="88" y="59"/>
                      <a:pt x="84" y="66"/>
                    </a:cubicBezTo>
                    <a:cubicBezTo>
                      <a:pt x="80" y="75"/>
                      <a:pt x="74" y="85"/>
                      <a:pt x="69" y="94"/>
                    </a:cubicBezTo>
                    <a:cubicBezTo>
                      <a:pt x="60" y="110"/>
                      <a:pt x="50" y="126"/>
                      <a:pt x="41" y="142"/>
                    </a:cubicBezTo>
                    <a:cubicBezTo>
                      <a:pt x="40" y="144"/>
                      <a:pt x="38" y="147"/>
                      <a:pt x="37" y="149"/>
                    </a:cubicBezTo>
                    <a:lnTo>
                      <a:pt x="37" y="148"/>
                    </a:lnTo>
                    <a:cubicBezTo>
                      <a:pt x="37" y="149"/>
                      <a:pt x="36" y="149"/>
                      <a:pt x="36" y="150"/>
                    </a:cubicBezTo>
                    <a:lnTo>
                      <a:pt x="36" y="149"/>
                    </a:lnTo>
                    <a:cubicBezTo>
                      <a:pt x="31" y="158"/>
                      <a:pt x="26" y="167"/>
                      <a:pt x="21" y="176"/>
                    </a:cubicBezTo>
                    <a:cubicBezTo>
                      <a:pt x="19" y="179"/>
                      <a:pt x="15" y="180"/>
                      <a:pt x="12" y="180"/>
                    </a:cubicBezTo>
                    <a:cubicBezTo>
                      <a:pt x="10" y="180"/>
                      <a:pt x="8" y="180"/>
                      <a:pt x="6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30"/>
              <p:cNvSpPr/>
              <p:nvPr/>
            </p:nvSpPr>
            <p:spPr>
              <a:xfrm>
                <a:off x="4281480" y="690120"/>
                <a:ext cx="273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33" extrusionOk="0">
                    <a:moveTo>
                      <a:pt x="13" y="31"/>
                    </a:moveTo>
                    <a:cubicBezTo>
                      <a:pt x="8" y="30"/>
                      <a:pt x="4" y="28"/>
                      <a:pt x="2" y="23"/>
                    </a:cubicBezTo>
                    <a:cubicBezTo>
                      <a:pt x="0" y="18"/>
                      <a:pt x="2" y="13"/>
                      <a:pt x="4" y="9"/>
                    </a:cubicBezTo>
                    <a:cubicBezTo>
                      <a:pt x="7" y="7"/>
                      <a:pt x="10" y="6"/>
                      <a:pt x="14" y="5"/>
                    </a:cubicBezTo>
                    <a:lnTo>
                      <a:pt x="13" y="5"/>
                    </a:lnTo>
                    <a:cubicBezTo>
                      <a:pt x="16" y="4"/>
                      <a:pt x="18" y="3"/>
                      <a:pt x="20" y="2"/>
                    </a:cubicBezTo>
                    <a:cubicBezTo>
                      <a:pt x="25" y="0"/>
                      <a:pt x="32" y="1"/>
                      <a:pt x="34" y="7"/>
                    </a:cubicBezTo>
                    <a:cubicBezTo>
                      <a:pt x="35" y="8"/>
                      <a:pt x="35" y="9"/>
                      <a:pt x="35" y="11"/>
                    </a:cubicBezTo>
                    <a:cubicBezTo>
                      <a:pt x="45" y="11"/>
                      <a:pt x="54" y="9"/>
                      <a:pt x="63" y="9"/>
                    </a:cubicBezTo>
                    <a:cubicBezTo>
                      <a:pt x="69" y="9"/>
                      <a:pt x="74" y="13"/>
                      <a:pt x="75" y="19"/>
                    </a:cubicBezTo>
                    <a:cubicBezTo>
                      <a:pt x="75" y="25"/>
                      <a:pt x="71" y="30"/>
                      <a:pt x="65" y="30"/>
                    </a:cubicBezTo>
                    <a:cubicBezTo>
                      <a:pt x="53" y="31"/>
                      <a:pt x="42" y="32"/>
                      <a:pt x="30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2" y="32"/>
                      <a:pt x="17" y="32"/>
                      <a:pt x="1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30"/>
              <p:cNvSpPr/>
              <p:nvPr/>
            </p:nvSpPr>
            <p:spPr>
              <a:xfrm>
                <a:off x="4272840" y="708480"/>
                <a:ext cx="4824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5" extrusionOk="0">
                    <a:moveTo>
                      <a:pt x="7" y="42"/>
                    </a:moveTo>
                    <a:cubicBezTo>
                      <a:pt x="3" y="41"/>
                      <a:pt x="0" y="36"/>
                      <a:pt x="0" y="32"/>
                    </a:cubicBezTo>
                    <a:cubicBezTo>
                      <a:pt x="2" y="25"/>
                      <a:pt x="7" y="20"/>
                      <a:pt x="14" y="22"/>
                    </a:cubicBezTo>
                    <a:lnTo>
                      <a:pt x="15" y="22"/>
                    </a:lnTo>
                    <a:cubicBezTo>
                      <a:pt x="16" y="22"/>
                      <a:pt x="17" y="22"/>
                      <a:pt x="19" y="22"/>
                    </a:cubicBezTo>
                    <a:cubicBezTo>
                      <a:pt x="27" y="21"/>
                      <a:pt x="36" y="19"/>
                      <a:pt x="44" y="17"/>
                    </a:cubicBezTo>
                    <a:cubicBezTo>
                      <a:pt x="53" y="16"/>
                      <a:pt x="62" y="14"/>
                      <a:pt x="70" y="12"/>
                    </a:cubicBezTo>
                    <a:cubicBezTo>
                      <a:pt x="87" y="9"/>
                      <a:pt x="104" y="5"/>
                      <a:pt x="121" y="2"/>
                    </a:cubicBezTo>
                    <a:cubicBezTo>
                      <a:pt x="126" y="0"/>
                      <a:pt x="132" y="4"/>
                      <a:pt x="132" y="9"/>
                    </a:cubicBezTo>
                    <a:cubicBezTo>
                      <a:pt x="133" y="14"/>
                      <a:pt x="130" y="20"/>
                      <a:pt x="125" y="21"/>
                    </a:cubicBezTo>
                    <a:cubicBezTo>
                      <a:pt x="105" y="25"/>
                      <a:pt x="85" y="30"/>
                      <a:pt x="65" y="34"/>
                    </a:cubicBezTo>
                    <a:cubicBezTo>
                      <a:pt x="57" y="37"/>
                      <a:pt x="49" y="38"/>
                      <a:pt x="41" y="39"/>
                    </a:cubicBezTo>
                    <a:cubicBezTo>
                      <a:pt x="34" y="41"/>
                      <a:pt x="27" y="43"/>
                      <a:pt x="20" y="44"/>
                    </a:cubicBezTo>
                    <a:cubicBezTo>
                      <a:pt x="18" y="44"/>
                      <a:pt x="16" y="44"/>
                      <a:pt x="14" y="44"/>
                    </a:cubicBezTo>
                    <a:cubicBezTo>
                      <a:pt x="12" y="44"/>
                      <a:pt x="9" y="44"/>
                      <a:pt x="7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30"/>
              <p:cNvSpPr/>
              <p:nvPr/>
            </p:nvSpPr>
            <p:spPr>
              <a:xfrm>
                <a:off x="4314240" y="670320"/>
                <a:ext cx="58320" cy="8676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41" extrusionOk="0">
                    <a:moveTo>
                      <a:pt x="13" y="240"/>
                    </a:moveTo>
                    <a:cubicBezTo>
                      <a:pt x="10" y="240"/>
                      <a:pt x="7" y="239"/>
                      <a:pt x="5" y="236"/>
                    </a:cubicBezTo>
                    <a:cubicBezTo>
                      <a:pt x="2" y="231"/>
                      <a:pt x="0" y="226"/>
                      <a:pt x="1" y="220"/>
                    </a:cubicBezTo>
                    <a:cubicBezTo>
                      <a:pt x="2" y="213"/>
                      <a:pt x="6" y="207"/>
                      <a:pt x="9" y="201"/>
                    </a:cubicBezTo>
                    <a:cubicBezTo>
                      <a:pt x="16" y="192"/>
                      <a:pt x="24" y="184"/>
                      <a:pt x="34" y="178"/>
                    </a:cubicBezTo>
                    <a:cubicBezTo>
                      <a:pt x="42" y="173"/>
                      <a:pt x="53" y="169"/>
                      <a:pt x="63" y="169"/>
                    </a:cubicBezTo>
                    <a:cubicBezTo>
                      <a:pt x="66" y="167"/>
                      <a:pt x="68" y="164"/>
                      <a:pt x="70" y="161"/>
                    </a:cubicBezTo>
                    <a:cubicBezTo>
                      <a:pt x="76" y="155"/>
                      <a:pt x="80" y="149"/>
                      <a:pt x="86" y="143"/>
                    </a:cubicBezTo>
                    <a:cubicBezTo>
                      <a:pt x="90" y="137"/>
                      <a:pt x="95" y="130"/>
                      <a:pt x="100" y="124"/>
                    </a:cubicBezTo>
                    <a:cubicBezTo>
                      <a:pt x="102" y="122"/>
                      <a:pt x="103" y="119"/>
                      <a:pt x="105" y="117"/>
                    </a:cubicBezTo>
                    <a:cubicBezTo>
                      <a:pt x="107" y="113"/>
                      <a:pt x="110" y="110"/>
                      <a:pt x="112" y="106"/>
                    </a:cubicBezTo>
                    <a:cubicBezTo>
                      <a:pt x="115" y="102"/>
                      <a:pt x="118" y="98"/>
                      <a:pt x="120" y="93"/>
                    </a:cubicBezTo>
                    <a:cubicBezTo>
                      <a:pt x="125" y="84"/>
                      <a:pt x="129" y="76"/>
                      <a:pt x="133" y="67"/>
                    </a:cubicBezTo>
                    <a:cubicBezTo>
                      <a:pt x="134" y="63"/>
                      <a:pt x="136" y="59"/>
                      <a:pt x="137" y="55"/>
                    </a:cubicBezTo>
                    <a:cubicBezTo>
                      <a:pt x="138" y="52"/>
                      <a:pt x="139" y="49"/>
                      <a:pt x="139" y="46"/>
                    </a:cubicBezTo>
                    <a:cubicBezTo>
                      <a:pt x="139" y="43"/>
                      <a:pt x="139" y="39"/>
                      <a:pt x="139" y="35"/>
                    </a:cubicBezTo>
                    <a:cubicBezTo>
                      <a:pt x="139" y="33"/>
                      <a:pt x="139" y="31"/>
                      <a:pt x="139" y="29"/>
                    </a:cubicBezTo>
                    <a:lnTo>
                      <a:pt x="139" y="28"/>
                    </a:lnTo>
                    <a:cubicBezTo>
                      <a:pt x="139" y="29"/>
                      <a:pt x="139" y="29"/>
                      <a:pt x="139" y="30"/>
                    </a:cubicBezTo>
                    <a:cubicBezTo>
                      <a:pt x="138" y="30"/>
                      <a:pt x="137" y="31"/>
                      <a:pt x="137" y="32"/>
                    </a:cubicBezTo>
                    <a:cubicBezTo>
                      <a:pt x="137" y="33"/>
                      <a:pt x="136" y="34"/>
                      <a:pt x="136" y="34"/>
                    </a:cubicBezTo>
                    <a:cubicBezTo>
                      <a:pt x="140" y="38"/>
                      <a:pt x="140" y="44"/>
                      <a:pt x="137" y="48"/>
                    </a:cubicBezTo>
                    <a:cubicBezTo>
                      <a:pt x="134" y="52"/>
                      <a:pt x="126" y="54"/>
                      <a:pt x="122" y="51"/>
                    </a:cubicBezTo>
                    <a:cubicBezTo>
                      <a:pt x="118" y="48"/>
                      <a:pt x="115" y="44"/>
                      <a:pt x="115" y="39"/>
                    </a:cubicBezTo>
                    <a:cubicBezTo>
                      <a:pt x="113" y="33"/>
                      <a:pt x="115" y="27"/>
                      <a:pt x="118" y="21"/>
                    </a:cubicBezTo>
                    <a:cubicBezTo>
                      <a:pt x="120" y="16"/>
                      <a:pt x="124" y="11"/>
                      <a:pt x="129" y="7"/>
                    </a:cubicBezTo>
                    <a:cubicBezTo>
                      <a:pt x="133" y="3"/>
                      <a:pt x="140" y="0"/>
                      <a:pt x="146" y="3"/>
                    </a:cubicBezTo>
                    <a:cubicBezTo>
                      <a:pt x="149" y="4"/>
                      <a:pt x="151" y="5"/>
                      <a:pt x="153" y="7"/>
                    </a:cubicBezTo>
                    <a:cubicBezTo>
                      <a:pt x="155" y="9"/>
                      <a:pt x="157" y="11"/>
                      <a:pt x="158" y="14"/>
                    </a:cubicBezTo>
                    <a:cubicBezTo>
                      <a:pt x="161" y="21"/>
                      <a:pt x="161" y="29"/>
                      <a:pt x="161" y="36"/>
                    </a:cubicBezTo>
                    <a:cubicBezTo>
                      <a:pt x="161" y="44"/>
                      <a:pt x="160" y="52"/>
                      <a:pt x="158" y="59"/>
                    </a:cubicBezTo>
                    <a:cubicBezTo>
                      <a:pt x="155" y="67"/>
                      <a:pt x="152" y="75"/>
                      <a:pt x="148" y="83"/>
                    </a:cubicBezTo>
                    <a:cubicBezTo>
                      <a:pt x="146" y="90"/>
                      <a:pt x="141" y="97"/>
                      <a:pt x="138" y="104"/>
                    </a:cubicBezTo>
                    <a:cubicBezTo>
                      <a:pt x="136" y="106"/>
                      <a:pt x="135" y="108"/>
                      <a:pt x="133" y="111"/>
                    </a:cubicBezTo>
                    <a:cubicBezTo>
                      <a:pt x="132" y="113"/>
                      <a:pt x="130" y="116"/>
                      <a:pt x="129" y="118"/>
                    </a:cubicBezTo>
                    <a:cubicBezTo>
                      <a:pt x="125" y="123"/>
                      <a:pt x="122" y="129"/>
                      <a:pt x="118" y="134"/>
                    </a:cubicBezTo>
                    <a:cubicBezTo>
                      <a:pt x="115" y="139"/>
                      <a:pt x="111" y="143"/>
                      <a:pt x="107" y="148"/>
                    </a:cubicBezTo>
                    <a:cubicBezTo>
                      <a:pt x="100" y="157"/>
                      <a:pt x="93" y="166"/>
                      <a:pt x="85" y="175"/>
                    </a:cubicBezTo>
                    <a:cubicBezTo>
                      <a:pt x="88" y="177"/>
                      <a:pt x="91" y="179"/>
                      <a:pt x="95" y="181"/>
                    </a:cubicBezTo>
                    <a:cubicBezTo>
                      <a:pt x="101" y="185"/>
                      <a:pt x="106" y="190"/>
                      <a:pt x="111" y="196"/>
                    </a:cubicBezTo>
                    <a:cubicBezTo>
                      <a:pt x="115" y="200"/>
                      <a:pt x="115" y="207"/>
                      <a:pt x="110" y="211"/>
                    </a:cubicBezTo>
                    <a:cubicBezTo>
                      <a:pt x="108" y="212"/>
                      <a:pt x="105" y="214"/>
                      <a:pt x="102" y="214"/>
                    </a:cubicBezTo>
                    <a:cubicBezTo>
                      <a:pt x="100" y="213"/>
                      <a:pt x="97" y="212"/>
                      <a:pt x="95" y="210"/>
                    </a:cubicBezTo>
                    <a:cubicBezTo>
                      <a:pt x="94" y="209"/>
                      <a:pt x="94" y="208"/>
                      <a:pt x="93" y="208"/>
                    </a:cubicBezTo>
                    <a:cubicBezTo>
                      <a:pt x="91" y="205"/>
                      <a:pt x="88" y="203"/>
                      <a:pt x="86" y="201"/>
                    </a:cubicBezTo>
                    <a:cubicBezTo>
                      <a:pt x="83" y="199"/>
                      <a:pt x="81" y="198"/>
                      <a:pt x="79" y="196"/>
                    </a:cubicBezTo>
                    <a:cubicBezTo>
                      <a:pt x="77" y="196"/>
                      <a:pt x="76" y="194"/>
                      <a:pt x="74" y="194"/>
                    </a:cubicBezTo>
                    <a:cubicBezTo>
                      <a:pt x="73" y="193"/>
                      <a:pt x="72" y="193"/>
                      <a:pt x="70" y="193"/>
                    </a:cubicBezTo>
                    <a:cubicBezTo>
                      <a:pt x="67" y="196"/>
                      <a:pt x="65" y="199"/>
                      <a:pt x="62" y="202"/>
                    </a:cubicBezTo>
                    <a:cubicBezTo>
                      <a:pt x="53" y="211"/>
                      <a:pt x="45" y="219"/>
                      <a:pt x="37" y="229"/>
                    </a:cubicBezTo>
                    <a:cubicBezTo>
                      <a:pt x="32" y="233"/>
                      <a:pt x="28" y="238"/>
                      <a:pt x="22" y="239"/>
                    </a:cubicBezTo>
                    <a:cubicBezTo>
                      <a:pt x="20" y="240"/>
                      <a:pt x="18" y="240"/>
                      <a:pt x="16" y="240"/>
                    </a:cubicBezTo>
                    <a:cubicBezTo>
                      <a:pt x="15" y="240"/>
                      <a:pt x="14" y="240"/>
                      <a:pt x="13" y="2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30"/>
              <p:cNvSpPr/>
              <p:nvPr/>
            </p:nvSpPr>
            <p:spPr>
              <a:xfrm>
                <a:off x="4379760" y="692280"/>
                <a:ext cx="52200" cy="1483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12" extrusionOk="0">
                    <a:moveTo>
                      <a:pt x="47" y="410"/>
                    </a:moveTo>
                    <a:cubicBezTo>
                      <a:pt x="43" y="410"/>
                      <a:pt x="40" y="408"/>
                      <a:pt x="38" y="405"/>
                    </a:cubicBezTo>
                    <a:cubicBezTo>
                      <a:pt x="32" y="403"/>
                      <a:pt x="27" y="397"/>
                      <a:pt x="24" y="393"/>
                    </a:cubicBezTo>
                    <a:cubicBezTo>
                      <a:pt x="19" y="386"/>
                      <a:pt x="16" y="380"/>
                      <a:pt x="13" y="373"/>
                    </a:cubicBezTo>
                    <a:cubicBezTo>
                      <a:pt x="7" y="359"/>
                      <a:pt x="4" y="343"/>
                      <a:pt x="2" y="327"/>
                    </a:cubicBezTo>
                    <a:cubicBezTo>
                      <a:pt x="0" y="311"/>
                      <a:pt x="0" y="295"/>
                      <a:pt x="3" y="279"/>
                    </a:cubicBezTo>
                    <a:cubicBezTo>
                      <a:pt x="5" y="265"/>
                      <a:pt x="10" y="252"/>
                      <a:pt x="15" y="240"/>
                    </a:cubicBezTo>
                    <a:cubicBezTo>
                      <a:pt x="18" y="235"/>
                      <a:pt x="20" y="230"/>
                      <a:pt x="23" y="224"/>
                    </a:cubicBezTo>
                    <a:cubicBezTo>
                      <a:pt x="27" y="216"/>
                      <a:pt x="32" y="207"/>
                      <a:pt x="36" y="199"/>
                    </a:cubicBezTo>
                    <a:cubicBezTo>
                      <a:pt x="39" y="194"/>
                      <a:pt x="45" y="192"/>
                      <a:pt x="50" y="195"/>
                    </a:cubicBezTo>
                    <a:cubicBezTo>
                      <a:pt x="55" y="197"/>
                      <a:pt x="57" y="203"/>
                      <a:pt x="54" y="209"/>
                    </a:cubicBezTo>
                    <a:cubicBezTo>
                      <a:pt x="50" y="216"/>
                      <a:pt x="46" y="224"/>
                      <a:pt x="42" y="231"/>
                    </a:cubicBezTo>
                    <a:cubicBezTo>
                      <a:pt x="39" y="238"/>
                      <a:pt x="36" y="244"/>
                      <a:pt x="33" y="250"/>
                    </a:cubicBezTo>
                    <a:cubicBezTo>
                      <a:pt x="31" y="257"/>
                      <a:pt x="28" y="263"/>
                      <a:pt x="26" y="270"/>
                    </a:cubicBezTo>
                    <a:cubicBezTo>
                      <a:pt x="25" y="276"/>
                      <a:pt x="24" y="282"/>
                      <a:pt x="22" y="288"/>
                    </a:cubicBezTo>
                    <a:cubicBezTo>
                      <a:pt x="22" y="294"/>
                      <a:pt x="21" y="301"/>
                      <a:pt x="21" y="307"/>
                    </a:cubicBezTo>
                    <a:cubicBezTo>
                      <a:pt x="21" y="313"/>
                      <a:pt x="22" y="320"/>
                      <a:pt x="22" y="327"/>
                    </a:cubicBezTo>
                    <a:cubicBezTo>
                      <a:pt x="24" y="334"/>
                      <a:pt x="25" y="341"/>
                      <a:pt x="26" y="348"/>
                    </a:cubicBezTo>
                    <a:cubicBezTo>
                      <a:pt x="28" y="354"/>
                      <a:pt x="30" y="359"/>
                      <a:pt x="32" y="364"/>
                    </a:cubicBezTo>
                    <a:cubicBezTo>
                      <a:pt x="33" y="367"/>
                      <a:pt x="35" y="370"/>
                      <a:pt x="36" y="373"/>
                    </a:cubicBezTo>
                    <a:cubicBezTo>
                      <a:pt x="38" y="376"/>
                      <a:pt x="39" y="378"/>
                      <a:pt x="41" y="380"/>
                    </a:cubicBezTo>
                    <a:cubicBezTo>
                      <a:pt x="42" y="382"/>
                      <a:pt x="43" y="382"/>
                      <a:pt x="43" y="383"/>
                    </a:cubicBezTo>
                    <a:cubicBezTo>
                      <a:pt x="45" y="384"/>
                      <a:pt x="46" y="386"/>
                      <a:pt x="47" y="386"/>
                    </a:cubicBezTo>
                    <a:cubicBezTo>
                      <a:pt x="47" y="387"/>
                      <a:pt x="48" y="387"/>
                      <a:pt x="49" y="388"/>
                    </a:cubicBezTo>
                    <a:cubicBezTo>
                      <a:pt x="50" y="389"/>
                      <a:pt x="51" y="389"/>
                      <a:pt x="52" y="389"/>
                    </a:cubicBezTo>
                    <a:cubicBezTo>
                      <a:pt x="52" y="390"/>
                      <a:pt x="52" y="390"/>
                      <a:pt x="52" y="390"/>
                    </a:cubicBezTo>
                    <a:cubicBezTo>
                      <a:pt x="53" y="390"/>
                      <a:pt x="53" y="390"/>
                      <a:pt x="53" y="390"/>
                    </a:cubicBezTo>
                    <a:cubicBezTo>
                      <a:pt x="54" y="390"/>
                      <a:pt x="54" y="390"/>
                      <a:pt x="55" y="390"/>
                    </a:cubicBezTo>
                    <a:lnTo>
                      <a:pt x="56" y="390"/>
                    </a:lnTo>
                    <a:cubicBezTo>
                      <a:pt x="56" y="389"/>
                      <a:pt x="56" y="389"/>
                      <a:pt x="57" y="389"/>
                    </a:cubicBezTo>
                    <a:lnTo>
                      <a:pt x="58" y="389"/>
                    </a:lnTo>
                    <a:cubicBezTo>
                      <a:pt x="58" y="388"/>
                      <a:pt x="59" y="387"/>
                      <a:pt x="59" y="387"/>
                    </a:cubicBezTo>
                    <a:cubicBezTo>
                      <a:pt x="60" y="386"/>
                      <a:pt x="60" y="386"/>
                      <a:pt x="61" y="384"/>
                    </a:cubicBezTo>
                    <a:cubicBezTo>
                      <a:pt x="63" y="381"/>
                      <a:pt x="63" y="378"/>
                      <a:pt x="64" y="375"/>
                    </a:cubicBezTo>
                    <a:lnTo>
                      <a:pt x="64" y="376"/>
                    </a:lnTo>
                    <a:cubicBezTo>
                      <a:pt x="66" y="366"/>
                      <a:pt x="67" y="357"/>
                      <a:pt x="69" y="347"/>
                    </a:cubicBezTo>
                    <a:cubicBezTo>
                      <a:pt x="70" y="340"/>
                      <a:pt x="71" y="333"/>
                      <a:pt x="72" y="326"/>
                    </a:cubicBezTo>
                    <a:cubicBezTo>
                      <a:pt x="75" y="305"/>
                      <a:pt x="78" y="283"/>
                      <a:pt x="80" y="262"/>
                    </a:cubicBezTo>
                    <a:cubicBezTo>
                      <a:pt x="81" y="250"/>
                      <a:pt x="82" y="239"/>
                      <a:pt x="84" y="228"/>
                    </a:cubicBezTo>
                    <a:cubicBezTo>
                      <a:pt x="85" y="220"/>
                      <a:pt x="85" y="212"/>
                      <a:pt x="86" y="205"/>
                    </a:cubicBezTo>
                    <a:cubicBezTo>
                      <a:pt x="87" y="199"/>
                      <a:pt x="87" y="194"/>
                      <a:pt x="88" y="189"/>
                    </a:cubicBezTo>
                    <a:cubicBezTo>
                      <a:pt x="90" y="176"/>
                      <a:pt x="92" y="163"/>
                      <a:pt x="93" y="150"/>
                    </a:cubicBezTo>
                    <a:cubicBezTo>
                      <a:pt x="95" y="139"/>
                      <a:pt x="98" y="128"/>
                      <a:pt x="100" y="117"/>
                    </a:cubicBezTo>
                    <a:cubicBezTo>
                      <a:pt x="102" y="109"/>
                      <a:pt x="104" y="100"/>
                      <a:pt x="106" y="91"/>
                    </a:cubicBezTo>
                    <a:cubicBezTo>
                      <a:pt x="97" y="100"/>
                      <a:pt x="86" y="106"/>
                      <a:pt x="75" y="108"/>
                    </a:cubicBezTo>
                    <a:cubicBezTo>
                      <a:pt x="63" y="111"/>
                      <a:pt x="49" y="108"/>
                      <a:pt x="42" y="97"/>
                    </a:cubicBezTo>
                    <a:cubicBezTo>
                      <a:pt x="39" y="92"/>
                      <a:pt x="37" y="87"/>
                      <a:pt x="36" y="82"/>
                    </a:cubicBezTo>
                    <a:cubicBezTo>
                      <a:pt x="35" y="75"/>
                      <a:pt x="35" y="68"/>
                      <a:pt x="35" y="61"/>
                    </a:cubicBezTo>
                    <a:cubicBezTo>
                      <a:pt x="36" y="57"/>
                      <a:pt x="36" y="52"/>
                      <a:pt x="38" y="48"/>
                    </a:cubicBezTo>
                    <a:cubicBezTo>
                      <a:pt x="38" y="43"/>
                      <a:pt x="39" y="39"/>
                      <a:pt x="40" y="35"/>
                    </a:cubicBezTo>
                    <a:cubicBezTo>
                      <a:pt x="44" y="22"/>
                      <a:pt x="50" y="9"/>
                      <a:pt x="62" y="3"/>
                    </a:cubicBezTo>
                    <a:cubicBezTo>
                      <a:pt x="67" y="0"/>
                      <a:pt x="74" y="0"/>
                      <a:pt x="79" y="3"/>
                    </a:cubicBezTo>
                    <a:cubicBezTo>
                      <a:pt x="82" y="5"/>
                      <a:pt x="86" y="9"/>
                      <a:pt x="89" y="12"/>
                    </a:cubicBezTo>
                    <a:cubicBezTo>
                      <a:pt x="92" y="17"/>
                      <a:pt x="91" y="24"/>
                      <a:pt x="86" y="27"/>
                    </a:cubicBezTo>
                    <a:cubicBezTo>
                      <a:pt x="81" y="31"/>
                      <a:pt x="74" y="30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0" y="24"/>
                      <a:pt x="68" y="25"/>
                      <a:pt x="68" y="26"/>
                    </a:cubicBezTo>
                    <a:cubicBezTo>
                      <a:pt x="67" y="27"/>
                      <a:pt x="67" y="28"/>
                      <a:pt x="66" y="29"/>
                    </a:cubicBezTo>
                    <a:cubicBezTo>
                      <a:pt x="66" y="30"/>
                      <a:pt x="65" y="31"/>
                      <a:pt x="64" y="33"/>
                    </a:cubicBezTo>
                    <a:cubicBezTo>
                      <a:pt x="63" y="36"/>
                      <a:pt x="61" y="40"/>
                      <a:pt x="60" y="43"/>
                    </a:cubicBezTo>
                    <a:cubicBezTo>
                      <a:pt x="59" y="49"/>
                      <a:pt x="58" y="54"/>
                      <a:pt x="57" y="60"/>
                    </a:cubicBezTo>
                    <a:cubicBezTo>
                      <a:pt x="57" y="62"/>
                      <a:pt x="57" y="65"/>
                      <a:pt x="57" y="68"/>
                    </a:cubicBezTo>
                    <a:cubicBezTo>
                      <a:pt x="57" y="70"/>
                      <a:pt x="57" y="72"/>
                      <a:pt x="57" y="75"/>
                    </a:cubicBezTo>
                    <a:cubicBezTo>
                      <a:pt x="57" y="77"/>
                      <a:pt x="58" y="79"/>
                      <a:pt x="59" y="81"/>
                    </a:cubicBezTo>
                    <a:cubicBezTo>
                      <a:pt x="59" y="82"/>
                      <a:pt x="59" y="82"/>
                      <a:pt x="59" y="83"/>
                    </a:cubicBezTo>
                    <a:cubicBezTo>
                      <a:pt x="59" y="84"/>
                      <a:pt x="60" y="84"/>
                      <a:pt x="60" y="84"/>
                    </a:cubicBezTo>
                    <a:cubicBezTo>
                      <a:pt x="60" y="84"/>
                      <a:pt x="60" y="85"/>
                      <a:pt x="61" y="85"/>
                    </a:cubicBezTo>
                    <a:lnTo>
                      <a:pt x="61" y="86"/>
                    </a:lnTo>
                    <a:cubicBezTo>
                      <a:pt x="62" y="86"/>
                      <a:pt x="63" y="86"/>
                      <a:pt x="63" y="87"/>
                    </a:cubicBezTo>
                    <a:lnTo>
                      <a:pt x="64" y="87"/>
                    </a:lnTo>
                    <a:cubicBezTo>
                      <a:pt x="64" y="87"/>
                      <a:pt x="65" y="87"/>
                      <a:pt x="66" y="87"/>
                    </a:cubicBezTo>
                    <a:lnTo>
                      <a:pt x="67" y="87"/>
                    </a:ln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4" y="86"/>
                    </a:cubicBezTo>
                    <a:cubicBezTo>
                      <a:pt x="74" y="86"/>
                      <a:pt x="75" y="86"/>
                      <a:pt x="76" y="86"/>
                    </a:cubicBezTo>
                    <a:cubicBezTo>
                      <a:pt x="78" y="84"/>
                      <a:pt x="80" y="84"/>
                      <a:pt x="82" y="83"/>
                    </a:cubicBezTo>
                    <a:cubicBezTo>
                      <a:pt x="84" y="82"/>
                      <a:pt x="86" y="80"/>
                      <a:pt x="88" y="79"/>
                    </a:cubicBezTo>
                    <a:cubicBezTo>
                      <a:pt x="91" y="76"/>
                      <a:pt x="95" y="73"/>
                      <a:pt x="98" y="70"/>
                    </a:cubicBezTo>
                    <a:cubicBezTo>
                      <a:pt x="104" y="65"/>
                      <a:pt x="109" y="59"/>
                      <a:pt x="114" y="52"/>
                    </a:cubicBezTo>
                    <a:cubicBezTo>
                      <a:pt x="116" y="50"/>
                      <a:pt x="118" y="47"/>
                      <a:pt x="120" y="44"/>
                    </a:cubicBezTo>
                    <a:cubicBezTo>
                      <a:pt x="121" y="43"/>
                      <a:pt x="121" y="41"/>
                      <a:pt x="122" y="40"/>
                    </a:cubicBezTo>
                    <a:cubicBezTo>
                      <a:pt x="125" y="35"/>
                      <a:pt x="131" y="33"/>
                      <a:pt x="137" y="36"/>
                    </a:cubicBezTo>
                    <a:cubicBezTo>
                      <a:pt x="142" y="38"/>
                      <a:pt x="144" y="45"/>
                      <a:pt x="141" y="50"/>
                    </a:cubicBezTo>
                    <a:cubicBezTo>
                      <a:pt x="141" y="51"/>
                      <a:pt x="141" y="52"/>
                      <a:pt x="140" y="54"/>
                    </a:cubicBezTo>
                    <a:cubicBezTo>
                      <a:pt x="140" y="53"/>
                      <a:pt x="140" y="53"/>
                      <a:pt x="141" y="52"/>
                    </a:cubicBezTo>
                    <a:cubicBezTo>
                      <a:pt x="139" y="57"/>
                      <a:pt x="137" y="62"/>
                      <a:pt x="135" y="66"/>
                    </a:cubicBezTo>
                    <a:cubicBezTo>
                      <a:pt x="134" y="72"/>
                      <a:pt x="131" y="79"/>
                      <a:pt x="130" y="85"/>
                    </a:cubicBezTo>
                    <a:cubicBezTo>
                      <a:pt x="127" y="94"/>
                      <a:pt x="125" y="104"/>
                      <a:pt x="122" y="113"/>
                    </a:cubicBezTo>
                    <a:cubicBezTo>
                      <a:pt x="121" y="115"/>
                      <a:pt x="121" y="118"/>
                      <a:pt x="120" y="121"/>
                    </a:cubicBezTo>
                    <a:cubicBezTo>
                      <a:pt x="119" y="127"/>
                      <a:pt x="118" y="133"/>
                      <a:pt x="117" y="140"/>
                    </a:cubicBezTo>
                    <a:cubicBezTo>
                      <a:pt x="116" y="144"/>
                      <a:pt x="115" y="147"/>
                      <a:pt x="114" y="151"/>
                    </a:cubicBezTo>
                    <a:cubicBezTo>
                      <a:pt x="113" y="154"/>
                      <a:pt x="113" y="158"/>
                      <a:pt x="113" y="161"/>
                    </a:cubicBezTo>
                    <a:cubicBezTo>
                      <a:pt x="111" y="172"/>
                      <a:pt x="109" y="182"/>
                      <a:pt x="108" y="192"/>
                    </a:cubicBezTo>
                    <a:cubicBezTo>
                      <a:pt x="106" y="205"/>
                      <a:pt x="104" y="217"/>
                      <a:pt x="103" y="230"/>
                    </a:cubicBezTo>
                    <a:cubicBezTo>
                      <a:pt x="102" y="241"/>
                      <a:pt x="101" y="252"/>
                      <a:pt x="99" y="263"/>
                    </a:cubicBezTo>
                    <a:cubicBezTo>
                      <a:pt x="97" y="285"/>
                      <a:pt x="95" y="307"/>
                      <a:pt x="92" y="329"/>
                    </a:cubicBezTo>
                    <a:lnTo>
                      <a:pt x="92" y="330"/>
                    </a:lnTo>
                    <a:cubicBezTo>
                      <a:pt x="91" y="337"/>
                      <a:pt x="90" y="344"/>
                      <a:pt x="89" y="351"/>
                    </a:cubicBezTo>
                    <a:cubicBezTo>
                      <a:pt x="88" y="357"/>
                      <a:pt x="87" y="362"/>
                      <a:pt x="86" y="368"/>
                    </a:cubicBezTo>
                    <a:cubicBezTo>
                      <a:pt x="85" y="375"/>
                      <a:pt x="84" y="380"/>
                      <a:pt x="82" y="387"/>
                    </a:cubicBezTo>
                    <a:cubicBezTo>
                      <a:pt x="81" y="393"/>
                      <a:pt x="77" y="399"/>
                      <a:pt x="72" y="404"/>
                    </a:cubicBezTo>
                    <a:cubicBezTo>
                      <a:pt x="68" y="408"/>
                      <a:pt x="63" y="411"/>
                      <a:pt x="56" y="411"/>
                    </a:cubicBezTo>
                    <a:cubicBezTo>
                      <a:pt x="56" y="411"/>
                      <a:pt x="55" y="411"/>
                      <a:pt x="54" y="411"/>
                    </a:cubicBezTo>
                    <a:cubicBezTo>
                      <a:pt x="52" y="411"/>
                      <a:pt x="49" y="411"/>
                      <a:pt x="47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30"/>
              <p:cNvSpPr/>
              <p:nvPr/>
            </p:nvSpPr>
            <p:spPr>
              <a:xfrm>
                <a:off x="4446360" y="669240"/>
                <a:ext cx="29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8" extrusionOk="0">
                    <a:moveTo>
                      <a:pt x="56" y="31"/>
                    </a:moveTo>
                    <a:lnTo>
                      <a:pt x="57" y="31"/>
                    </a:ln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8"/>
                      <a:pt x="57" y="28"/>
                      <a:pt x="56" y="27"/>
                    </a:cubicBezTo>
                    <a:lnTo>
                      <a:pt x="56" y="26"/>
                    </a:lnTo>
                    <a:cubicBezTo>
                      <a:pt x="56" y="25"/>
                      <a:pt x="55" y="25"/>
                      <a:pt x="55" y="24"/>
                    </a:cubicBezTo>
                    <a:cubicBezTo>
                      <a:pt x="54" y="24"/>
                      <a:pt x="54" y="23"/>
                      <a:pt x="54" y="23"/>
                    </a:cubicBezTo>
                    <a:lnTo>
                      <a:pt x="53" y="23"/>
                    </a:lnTo>
                    <a:lnTo>
                      <a:pt x="52" y="23"/>
                    </a:lnTo>
                    <a:cubicBezTo>
                      <a:pt x="52" y="24"/>
                      <a:pt x="52" y="24"/>
                      <a:pt x="51" y="24"/>
                    </a:cubicBezTo>
                    <a:cubicBezTo>
                      <a:pt x="51" y="24"/>
                      <a:pt x="50" y="24"/>
                      <a:pt x="50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8" y="27"/>
                    </a:cubicBezTo>
                    <a:lnTo>
                      <a:pt x="48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9" y="30"/>
                    </a:lnTo>
                    <a:cubicBezTo>
                      <a:pt x="50" y="30"/>
                      <a:pt x="50" y="30"/>
                      <a:pt x="50" y="30"/>
                    </a:cubicBezTo>
                    <a:lnTo>
                      <a:pt x="51" y="30"/>
                    </a:lnTo>
                    <a:cubicBezTo>
                      <a:pt x="52" y="31"/>
                      <a:pt x="54" y="31"/>
                      <a:pt x="56" y="31"/>
                    </a:cubicBezTo>
                    <a:moveTo>
                      <a:pt x="32" y="157"/>
                    </a:moveTo>
                    <a:cubicBezTo>
                      <a:pt x="29" y="156"/>
                      <a:pt x="26" y="155"/>
                      <a:pt x="23" y="155"/>
                    </a:cubicBezTo>
                    <a:cubicBezTo>
                      <a:pt x="18" y="154"/>
                      <a:pt x="12" y="153"/>
                      <a:pt x="7" y="150"/>
                    </a:cubicBezTo>
                    <a:cubicBezTo>
                      <a:pt x="6" y="148"/>
                      <a:pt x="4" y="146"/>
                      <a:pt x="3" y="144"/>
                    </a:cubicBezTo>
                    <a:cubicBezTo>
                      <a:pt x="1" y="142"/>
                      <a:pt x="1" y="140"/>
                      <a:pt x="0" y="137"/>
                    </a:cubicBezTo>
                    <a:cubicBezTo>
                      <a:pt x="0" y="132"/>
                      <a:pt x="3" y="126"/>
                      <a:pt x="7" y="123"/>
                    </a:cubicBezTo>
                    <a:cubicBezTo>
                      <a:pt x="10" y="118"/>
                      <a:pt x="14" y="114"/>
                      <a:pt x="18" y="109"/>
                    </a:cubicBezTo>
                    <a:cubicBezTo>
                      <a:pt x="21" y="106"/>
                      <a:pt x="24" y="102"/>
                      <a:pt x="27" y="99"/>
                    </a:cubicBezTo>
                    <a:cubicBezTo>
                      <a:pt x="33" y="91"/>
                      <a:pt x="39" y="82"/>
                      <a:pt x="45" y="73"/>
                    </a:cubicBezTo>
                    <a:cubicBezTo>
                      <a:pt x="48" y="69"/>
                      <a:pt x="50" y="63"/>
                      <a:pt x="53" y="59"/>
                    </a:cubicBezTo>
                    <a:cubicBezTo>
                      <a:pt x="53" y="56"/>
                      <a:pt x="54" y="55"/>
                      <a:pt x="55" y="53"/>
                    </a:cubicBezTo>
                    <a:cubicBezTo>
                      <a:pt x="51" y="53"/>
                      <a:pt x="48" y="52"/>
                      <a:pt x="45" y="52"/>
                    </a:cubicBezTo>
                    <a:cubicBezTo>
                      <a:pt x="32" y="49"/>
                      <a:pt x="23" y="36"/>
                      <a:pt x="26" y="24"/>
                    </a:cubicBezTo>
                    <a:cubicBezTo>
                      <a:pt x="27" y="17"/>
                      <a:pt x="30" y="13"/>
                      <a:pt x="35" y="8"/>
                    </a:cubicBezTo>
                    <a:cubicBezTo>
                      <a:pt x="40" y="4"/>
                      <a:pt x="46" y="1"/>
                      <a:pt x="52" y="0"/>
                    </a:cubicBezTo>
                    <a:cubicBezTo>
                      <a:pt x="59" y="0"/>
                      <a:pt x="64" y="3"/>
                      <a:pt x="69" y="7"/>
                    </a:cubicBezTo>
                    <a:cubicBezTo>
                      <a:pt x="74" y="12"/>
                      <a:pt x="77" y="18"/>
                      <a:pt x="78" y="24"/>
                    </a:cubicBezTo>
                    <a:cubicBezTo>
                      <a:pt x="80" y="31"/>
                      <a:pt x="80" y="38"/>
                      <a:pt x="79" y="45"/>
                    </a:cubicBezTo>
                    <a:cubicBezTo>
                      <a:pt x="78" y="53"/>
                      <a:pt x="75" y="60"/>
                      <a:pt x="72" y="68"/>
                    </a:cubicBezTo>
                    <a:cubicBezTo>
                      <a:pt x="67" y="79"/>
                      <a:pt x="61" y="89"/>
                      <a:pt x="54" y="98"/>
                    </a:cubicBezTo>
                    <a:cubicBezTo>
                      <a:pt x="47" y="108"/>
                      <a:pt x="40" y="118"/>
                      <a:pt x="32" y="128"/>
                    </a:cubicBezTo>
                    <a:cubicBezTo>
                      <a:pt x="31" y="129"/>
                      <a:pt x="29" y="132"/>
                      <a:pt x="27" y="133"/>
                    </a:cubicBezTo>
                    <a:cubicBezTo>
                      <a:pt x="30" y="134"/>
                      <a:pt x="33" y="134"/>
                      <a:pt x="36" y="135"/>
                    </a:cubicBezTo>
                    <a:cubicBezTo>
                      <a:pt x="42" y="136"/>
                      <a:pt x="46" y="142"/>
                      <a:pt x="45" y="148"/>
                    </a:cubicBezTo>
                    <a:cubicBezTo>
                      <a:pt x="43" y="154"/>
                      <a:pt x="39" y="157"/>
                      <a:pt x="34" y="157"/>
                    </a:cubicBezTo>
                    <a:cubicBezTo>
                      <a:pt x="33" y="157"/>
                      <a:pt x="32" y="157"/>
                      <a:pt x="3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30"/>
              <p:cNvSpPr/>
              <p:nvPr/>
            </p:nvSpPr>
            <p:spPr>
              <a:xfrm>
                <a:off x="4500000" y="709200"/>
                <a:ext cx="291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5" y="23"/>
                    </a:moveTo>
                    <a:cubicBezTo>
                      <a:pt x="4" y="22"/>
                      <a:pt x="3" y="21"/>
                      <a:pt x="3" y="19"/>
                    </a:cubicBezTo>
                    <a:cubicBezTo>
                      <a:pt x="0" y="15"/>
                      <a:pt x="2" y="11"/>
                      <a:pt x="4" y="8"/>
                    </a:cubicBezTo>
                    <a:cubicBezTo>
                      <a:pt x="7" y="4"/>
                      <a:pt x="11" y="3"/>
                      <a:pt x="14" y="3"/>
                    </a:cubicBezTo>
                    <a:cubicBezTo>
                      <a:pt x="18" y="2"/>
                      <a:pt x="21" y="2"/>
                      <a:pt x="25" y="1"/>
                    </a:cubicBezTo>
                    <a:cubicBezTo>
                      <a:pt x="30" y="1"/>
                      <a:pt x="34" y="1"/>
                      <a:pt x="38" y="1"/>
                    </a:cubicBezTo>
                    <a:cubicBezTo>
                      <a:pt x="48" y="1"/>
                      <a:pt x="58" y="1"/>
                      <a:pt x="68" y="0"/>
                    </a:cubicBezTo>
                    <a:cubicBezTo>
                      <a:pt x="74" y="0"/>
                      <a:pt x="79" y="4"/>
                      <a:pt x="80" y="10"/>
                    </a:cubicBezTo>
                    <a:cubicBezTo>
                      <a:pt x="80" y="16"/>
                      <a:pt x="76" y="22"/>
                      <a:pt x="70" y="22"/>
                    </a:cubicBezTo>
                    <a:cubicBezTo>
                      <a:pt x="61" y="22"/>
                      <a:pt x="52" y="22"/>
                      <a:pt x="44" y="22"/>
                    </a:cubicBezTo>
                    <a:cubicBezTo>
                      <a:pt x="37" y="23"/>
                      <a:pt x="29" y="23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7" y="26"/>
                      <a:pt x="15" y="27"/>
                      <a:pt x="13" y="27"/>
                    </a:cubicBezTo>
                    <a:cubicBezTo>
                      <a:pt x="10" y="27"/>
                      <a:pt x="7" y="25"/>
                      <a:pt x="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30"/>
              <p:cNvSpPr/>
              <p:nvPr/>
            </p:nvSpPr>
            <p:spPr>
              <a:xfrm>
                <a:off x="4510080" y="684720"/>
                <a:ext cx="1296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7" extrusionOk="0">
                    <a:moveTo>
                      <a:pt x="0" y="126"/>
                    </a:moveTo>
                    <a:cubicBezTo>
                      <a:pt x="0" y="106"/>
                      <a:pt x="1" y="86"/>
                      <a:pt x="3" y="67"/>
                    </a:cubicBezTo>
                    <a:cubicBezTo>
                      <a:pt x="5" y="57"/>
                      <a:pt x="6" y="48"/>
                      <a:pt x="7" y="38"/>
                    </a:cubicBezTo>
                    <a:cubicBezTo>
                      <a:pt x="8" y="33"/>
                      <a:pt x="9" y="29"/>
                      <a:pt x="10" y="23"/>
                    </a:cubicBezTo>
                    <a:cubicBezTo>
                      <a:pt x="11" y="19"/>
                      <a:pt x="12" y="15"/>
                      <a:pt x="12" y="11"/>
                    </a:cubicBezTo>
                    <a:lnTo>
                      <a:pt x="12" y="10"/>
                    </a:lnTo>
                    <a:lnTo>
                      <a:pt x="12" y="11"/>
                    </a:lnTo>
                    <a:cubicBezTo>
                      <a:pt x="14" y="4"/>
                      <a:pt x="20" y="0"/>
                      <a:pt x="26" y="1"/>
                    </a:cubicBezTo>
                    <a:cubicBezTo>
                      <a:pt x="28" y="2"/>
                      <a:pt x="31" y="4"/>
                      <a:pt x="32" y="6"/>
                    </a:cubicBezTo>
                    <a:cubicBezTo>
                      <a:pt x="34" y="9"/>
                      <a:pt x="35" y="12"/>
                      <a:pt x="34" y="16"/>
                    </a:cubicBezTo>
                    <a:cubicBezTo>
                      <a:pt x="32" y="22"/>
                      <a:pt x="31" y="29"/>
                      <a:pt x="30" y="35"/>
                    </a:cubicBezTo>
                    <a:cubicBezTo>
                      <a:pt x="28" y="43"/>
                      <a:pt x="27" y="51"/>
                      <a:pt x="26" y="58"/>
                    </a:cubicBezTo>
                    <a:cubicBezTo>
                      <a:pt x="25" y="68"/>
                      <a:pt x="24" y="77"/>
                      <a:pt x="23" y="87"/>
                    </a:cubicBezTo>
                    <a:cubicBezTo>
                      <a:pt x="23" y="91"/>
                      <a:pt x="22" y="97"/>
                      <a:pt x="21" y="101"/>
                    </a:cubicBezTo>
                    <a:cubicBezTo>
                      <a:pt x="21" y="107"/>
                      <a:pt x="21" y="112"/>
                      <a:pt x="21" y="118"/>
                    </a:cubicBezTo>
                    <a:cubicBezTo>
                      <a:pt x="21" y="120"/>
                      <a:pt x="21" y="122"/>
                      <a:pt x="21" y="125"/>
                    </a:cubicBezTo>
                    <a:cubicBezTo>
                      <a:pt x="21" y="131"/>
                      <a:pt x="17" y="136"/>
                      <a:pt x="11" y="136"/>
                    </a:cubicBezTo>
                    <a:lnTo>
                      <a:pt x="10" y="136"/>
                    </a:lnTo>
                    <a:cubicBezTo>
                      <a:pt x="5" y="136"/>
                      <a:pt x="0" y="132"/>
                      <a:pt x="0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30"/>
              <p:cNvSpPr/>
              <p:nvPr/>
            </p:nvSpPr>
            <p:spPr>
              <a:xfrm>
                <a:off x="4557600" y="667440"/>
                <a:ext cx="46800" cy="1047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91" extrusionOk="0">
                    <a:moveTo>
                      <a:pt x="1" y="281"/>
                    </a:moveTo>
                    <a:cubicBezTo>
                      <a:pt x="0" y="275"/>
                      <a:pt x="4" y="269"/>
                      <a:pt x="10" y="268"/>
                    </a:cubicBezTo>
                    <a:cubicBezTo>
                      <a:pt x="12" y="268"/>
                      <a:pt x="14" y="267"/>
                      <a:pt x="17" y="267"/>
                    </a:cubicBezTo>
                    <a:cubicBezTo>
                      <a:pt x="17" y="267"/>
                      <a:pt x="16" y="267"/>
                      <a:pt x="15" y="267"/>
                    </a:cubicBezTo>
                    <a:cubicBezTo>
                      <a:pt x="19" y="266"/>
                      <a:pt x="22" y="265"/>
                      <a:pt x="25" y="264"/>
                    </a:cubicBezTo>
                    <a:cubicBezTo>
                      <a:pt x="33" y="262"/>
                      <a:pt x="41" y="259"/>
                      <a:pt x="49" y="256"/>
                    </a:cubicBezTo>
                    <a:cubicBezTo>
                      <a:pt x="55" y="254"/>
                      <a:pt x="61" y="251"/>
                      <a:pt x="66" y="248"/>
                    </a:cubicBezTo>
                    <a:cubicBezTo>
                      <a:pt x="70" y="246"/>
                      <a:pt x="73" y="244"/>
                      <a:pt x="77" y="241"/>
                    </a:cubicBezTo>
                    <a:cubicBezTo>
                      <a:pt x="80" y="239"/>
                      <a:pt x="82" y="236"/>
                      <a:pt x="85" y="234"/>
                    </a:cubicBezTo>
                    <a:cubicBezTo>
                      <a:pt x="87" y="232"/>
                      <a:pt x="89" y="230"/>
                      <a:pt x="91" y="227"/>
                    </a:cubicBezTo>
                    <a:cubicBezTo>
                      <a:pt x="93" y="225"/>
                      <a:pt x="95" y="222"/>
                      <a:pt x="97" y="219"/>
                    </a:cubicBezTo>
                    <a:cubicBezTo>
                      <a:pt x="98" y="216"/>
                      <a:pt x="99" y="214"/>
                      <a:pt x="101" y="211"/>
                    </a:cubicBezTo>
                    <a:cubicBezTo>
                      <a:pt x="102" y="208"/>
                      <a:pt x="103" y="205"/>
                      <a:pt x="104" y="202"/>
                    </a:cubicBezTo>
                    <a:cubicBezTo>
                      <a:pt x="105" y="200"/>
                      <a:pt x="106" y="196"/>
                      <a:pt x="106" y="193"/>
                    </a:cubicBezTo>
                    <a:cubicBezTo>
                      <a:pt x="106" y="190"/>
                      <a:pt x="106" y="187"/>
                      <a:pt x="107" y="184"/>
                    </a:cubicBezTo>
                    <a:cubicBezTo>
                      <a:pt x="106" y="180"/>
                      <a:pt x="106" y="176"/>
                      <a:pt x="106" y="173"/>
                    </a:cubicBezTo>
                    <a:cubicBezTo>
                      <a:pt x="105" y="168"/>
                      <a:pt x="105" y="164"/>
                      <a:pt x="103" y="160"/>
                    </a:cubicBezTo>
                    <a:cubicBezTo>
                      <a:pt x="102" y="156"/>
                      <a:pt x="101" y="153"/>
                      <a:pt x="100" y="149"/>
                    </a:cubicBezTo>
                    <a:cubicBezTo>
                      <a:pt x="99" y="148"/>
                      <a:pt x="98" y="145"/>
                      <a:pt x="97" y="144"/>
                    </a:cubicBezTo>
                    <a:cubicBezTo>
                      <a:pt x="96" y="142"/>
                      <a:pt x="95" y="140"/>
                      <a:pt x="94" y="138"/>
                    </a:cubicBezTo>
                    <a:cubicBezTo>
                      <a:pt x="92" y="137"/>
                      <a:pt x="90" y="134"/>
                      <a:pt x="88" y="133"/>
                    </a:cubicBezTo>
                    <a:cubicBezTo>
                      <a:pt x="87" y="131"/>
                      <a:pt x="85" y="129"/>
                      <a:pt x="82" y="127"/>
                    </a:cubicBezTo>
                    <a:cubicBezTo>
                      <a:pt x="81" y="126"/>
                      <a:pt x="79" y="124"/>
                      <a:pt x="77" y="123"/>
                    </a:cubicBezTo>
                    <a:cubicBezTo>
                      <a:pt x="75" y="122"/>
                      <a:pt x="74" y="121"/>
                      <a:pt x="72" y="121"/>
                    </a:cubicBezTo>
                    <a:cubicBezTo>
                      <a:pt x="70" y="120"/>
                      <a:pt x="69" y="120"/>
                      <a:pt x="67" y="119"/>
                    </a:cubicBezTo>
                    <a:lnTo>
                      <a:pt x="66" y="119"/>
                    </a:lnTo>
                    <a:lnTo>
                      <a:pt x="64" y="120"/>
                    </a:lnTo>
                    <a:cubicBezTo>
                      <a:pt x="60" y="122"/>
                      <a:pt x="57" y="123"/>
                      <a:pt x="53" y="123"/>
                    </a:cubicBezTo>
                    <a:cubicBezTo>
                      <a:pt x="49" y="122"/>
                      <a:pt x="44" y="119"/>
                      <a:pt x="43" y="113"/>
                    </a:cubicBezTo>
                    <a:cubicBezTo>
                      <a:pt x="43" y="111"/>
                      <a:pt x="43" y="109"/>
                      <a:pt x="43" y="106"/>
                    </a:cubicBezTo>
                    <a:cubicBezTo>
                      <a:pt x="45" y="103"/>
                      <a:pt x="46" y="101"/>
                      <a:pt x="49" y="99"/>
                    </a:cubicBezTo>
                    <a:cubicBezTo>
                      <a:pt x="51" y="98"/>
                      <a:pt x="53" y="97"/>
                      <a:pt x="56" y="97"/>
                    </a:cubicBezTo>
                    <a:cubicBezTo>
                      <a:pt x="57" y="96"/>
                      <a:pt x="57" y="95"/>
                      <a:pt x="58" y="94"/>
                    </a:cubicBezTo>
                    <a:cubicBezTo>
                      <a:pt x="60" y="91"/>
                      <a:pt x="63" y="88"/>
                      <a:pt x="64" y="85"/>
                    </a:cubicBezTo>
                    <a:cubicBezTo>
                      <a:pt x="67" y="80"/>
                      <a:pt x="69" y="76"/>
                      <a:pt x="71" y="71"/>
                    </a:cubicBezTo>
                    <a:cubicBezTo>
                      <a:pt x="74" y="66"/>
                      <a:pt x="75" y="60"/>
                      <a:pt x="77" y="54"/>
                    </a:cubicBezTo>
                    <a:cubicBezTo>
                      <a:pt x="78" y="51"/>
                      <a:pt x="79" y="47"/>
                      <a:pt x="80" y="43"/>
                    </a:cubicBezTo>
                    <a:cubicBezTo>
                      <a:pt x="80" y="41"/>
                      <a:pt x="80" y="39"/>
                      <a:pt x="80" y="37"/>
                    </a:cubicBezTo>
                    <a:cubicBezTo>
                      <a:pt x="80" y="35"/>
                      <a:pt x="80" y="33"/>
                      <a:pt x="80" y="32"/>
                    </a:cubicBezTo>
                    <a:cubicBezTo>
                      <a:pt x="80" y="31"/>
                      <a:pt x="80" y="30"/>
                      <a:pt x="79" y="29"/>
                    </a:cubicBezTo>
                    <a:cubicBezTo>
                      <a:pt x="79" y="28"/>
                      <a:pt x="78" y="28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7" y="25"/>
                      <a:pt x="77" y="25"/>
                      <a:pt x="77" y="25"/>
                    </a:cubicBezTo>
                    <a:lnTo>
                      <a:pt x="77" y="24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5" y="23"/>
                    </a:ln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6"/>
                      <a:pt x="68" y="26"/>
                      <a:pt x="68" y="27"/>
                    </a:cubicBezTo>
                    <a:cubicBezTo>
                      <a:pt x="67" y="28"/>
                      <a:pt x="66" y="28"/>
                      <a:pt x="66" y="29"/>
                    </a:cubicBezTo>
                    <a:lnTo>
                      <a:pt x="66" y="30"/>
                    </a:lnTo>
                    <a:cubicBezTo>
                      <a:pt x="67" y="36"/>
                      <a:pt x="63" y="42"/>
                      <a:pt x="57" y="43"/>
                    </a:cubicBezTo>
                    <a:cubicBezTo>
                      <a:pt x="55" y="43"/>
                      <a:pt x="53" y="43"/>
                      <a:pt x="51" y="43"/>
                    </a:cubicBezTo>
                    <a:cubicBezTo>
                      <a:pt x="47" y="43"/>
                      <a:pt x="45" y="42"/>
                      <a:pt x="43" y="39"/>
                    </a:cubicBezTo>
                    <a:cubicBezTo>
                      <a:pt x="41" y="36"/>
                      <a:pt x="40" y="33"/>
                      <a:pt x="40" y="30"/>
                    </a:cubicBezTo>
                    <a:cubicBezTo>
                      <a:pt x="40" y="26"/>
                      <a:pt x="42" y="22"/>
                      <a:pt x="45" y="19"/>
                    </a:cubicBezTo>
                    <a:cubicBezTo>
                      <a:pt x="50" y="12"/>
                      <a:pt x="57" y="7"/>
                      <a:pt x="66" y="3"/>
                    </a:cubicBezTo>
                    <a:cubicBezTo>
                      <a:pt x="72" y="0"/>
                      <a:pt x="81" y="0"/>
                      <a:pt x="87" y="4"/>
                    </a:cubicBezTo>
                    <a:cubicBezTo>
                      <a:pt x="102" y="14"/>
                      <a:pt x="103" y="33"/>
                      <a:pt x="101" y="49"/>
                    </a:cubicBezTo>
                    <a:cubicBezTo>
                      <a:pt x="99" y="60"/>
                      <a:pt x="95" y="71"/>
                      <a:pt x="90" y="81"/>
                    </a:cubicBezTo>
                    <a:cubicBezTo>
                      <a:pt x="91" y="81"/>
                      <a:pt x="91" y="81"/>
                      <a:pt x="91" y="80"/>
                    </a:cubicBezTo>
                    <a:cubicBezTo>
                      <a:pt x="90" y="82"/>
                      <a:pt x="89" y="84"/>
                      <a:pt x="88" y="86"/>
                    </a:cubicBezTo>
                    <a:cubicBezTo>
                      <a:pt x="88" y="85"/>
                      <a:pt x="89" y="85"/>
                      <a:pt x="89" y="85"/>
                    </a:cubicBezTo>
                    <a:cubicBezTo>
                      <a:pt x="88" y="86"/>
                      <a:pt x="88" y="87"/>
                      <a:pt x="87" y="88"/>
                    </a:cubicBezTo>
                    <a:cubicBezTo>
                      <a:pt x="88" y="88"/>
                      <a:pt x="88" y="87"/>
                      <a:pt x="88" y="86"/>
                    </a:cubicBezTo>
                    <a:cubicBezTo>
                      <a:pt x="86" y="91"/>
                      <a:pt x="84" y="96"/>
                      <a:pt x="81" y="100"/>
                    </a:cubicBezTo>
                    <a:cubicBezTo>
                      <a:pt x="84" y="102"/>
                      <a:pt x="85" y="103"/>
                      <a:pt x="88" y="104"/>
                    </a:cubicBezTo>
                    <a:cubicBezTo>
                      <a:pt x="94" y="108"/>
                      <a:pt x="100" y="113"/>
                      <a:pt x="105" y="118"/>
                    </a:cubicBezTo>
                    <a:cubicBezTo>
                      <a:pt x="109" y="123"/>
                      <a:pt x="113" y="129"/>
                      <a:pt x="117" y="135"/>
                    </a:cubicBezTo>
                    <a:cubicBezTo>
                      <a:pt x="121" y="142"/>
                      <a:pt x="123" y="149"/>
                      <a:pt x="125" y="157"/>
                    </a:cubicBezTo>
                    <a:cubicBezTo>
                      <a:pt x="129" y="173"/>
                      <a:pt x="129" y="190"/>
                      <a:pt x="126" y="205"/>
                    </a:cubicBezTo>
                    <a:cubicBezTo>
                      <a:pt x="122" y="220"/>
                      <a:pt x="115" y="233"/>
                      <a:pt x="105" y="245"/>
                    </a:cubicBezTo>
                    <a:cubicBezTo>
                      <a:pt x="95" y="256"/>
                      <a:pt x="82" y="264"/>
                      <a:pt x="69" y="271"/>
                    </a:cubicBezTo>
                    <a:cubicBezTo>
                      <a:pt x="59" y="276"/>
                      <a:pt x="47" y="280"/>
                      <a:pt x="35" y="285"/>
                    </a:cubicBezTo>
                    <a:cubicBezTo>
                      <a:pt x="28" y="287"/>
                      <a:pt x="21" y="289"/>
                      <a:pt x="14" y="290"/>
                    </a:cubicBezTo>
                    <a:cubicBezTo>
                      <a:pt x="13" y="290"/>
                      <a:pt x="13" y="290"/>
                      <a:pt x="12" y="290"/>
                    </a:cubicBezTo>
                    <a:cubicBezTo>
                      <a:pt x="7" y="290"/>
                      <a:pt x="1" y="286"/>
                      <a:pt x="1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30"/>
              <p:cNvSpPr/>
              <p:nvPr/>
            </p:nvSpPr>
            <p:spPr>
              <a:xfrm>
                <a:off x="4394160" y="948240"/>
                <a:ext cx="4104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5" extrusionOk="0">
                    <a:moveTo>
                      <a:pt x="95" y="112"/>
                    </a:moveTo>
                    <a:cubicBezTo>
                      <a:pt x="82" y="103"/>
                      <a:pt x="70" y="92"/>
                      <a:pt x="59" y="81"/>
                    </a:cubicBezTo>
                    <a:cubicBezTo>
                      <a:pt x="49" y="70"/>
                      <a:pt x="39" y="60"/>
                      <a:pt x="29" y="49"/>
                    </a:cubicBezTo>
                    <a:cubicBezTo>
                      <a:pt x="25" y="45"/>
                      <a:pt x="21" y="40"/>
                      <a:pt x="17" y="35"/>
                    </a:cubicBezTo>
                    <a:cubicBezTo>
                      <a:pt x="15" y="33"/>
                      <a:pt x="13" y="31"/>
                      <a:pt x="10" y="28"/>
                    </a:cubicBezTo>
                    <a:cubicBezTo>
                      <a:pt x="9" y="27"/>
                      <a:pt x="8" y="25"/>
                      <a:pt x="7" y="23"/>
                    </a:cubicBezTo>
                    <a:cubicBezTo>
                      <a:pt x="5" y="21"/>
                      <a:pt x="3" y="19"/>
                      <a:pt x="2" y="17"/>
                    </a:cubicBezTo>
                    <a:cubicBezTo>
                      <a:pt x="0" y="13"/>
                      <a:pt x="0" y="8"/>
                      <a:pt x="4" y="4"/>
                    </a:cubicBezTo>
                    <a:cubicBezTo>
                      <a:pt x="7" y="1"/>
                      <a:pt x="12" y="0"/>
                      <a:pt x="16" y="2"/>
                    </a:cubicBezTo>
                    <a:cubicBezTo>
                      <a:pt x="19" y="3"/>
                      <a:pt x="21" y="5"/>
                      <a:pt x="22" y="8"/>
                    </a:cubicBezTo>
                    <a:cubicBezTo>
                      <a:pt x="29" y="17"/>
                      <a:pt x="37" y="25"/>
                      <a:pt x="44" y="34"/>
                    </a:cubicBezTo>
                    <a:cubicBezTo>
                      <a:pt x="51" y="42"/>
                      <a:pt x="57" y="49"/>
                      <a:pt x="64" y="57"/>
                    </a:cubicBezTo>
                    <a:cubicBezTo>
                      <a:pt x="70" y="62"/>
                      <a:pt x="75" y="67"/>
                      <a:pt x="80" y="73"/>
                    </a:cubicBezTo>
                    <a:cubicBezTo>
                      <a:pt x="85" y="77"/>
                      <a:pt x="91" y="81"/>
                      <a:pt x="96" y="86"/>
                    </a:cubicBezTo>
                    <a:cubicBezTo>
                      <a:pt x="99" y="89"/>
                      <a:pt x="104" y="92"/>
                      <a:pt x="108" y="95"/>
                    </a:cubicBezTo>
                    <a:cubicBezTo>
                      <a:pt x="112" y="98"/>
                      <a:pt x="113" y="105"/>
                      <a:pt x="110" y="109"/>
                    </a:cubicBezTo>
                    <a:cubicBezTo>
                      <a:pt x="108" y="112"/>
                      <a:pt x="105" y="114"/>
                      <a:pt x="101" y="114"/>
                    </a:cubicBezTo>
                    <a:cubicBezTo>
                      <a:pt x="99" y="114"/>
                      <a:pt x="97" y="113"/>
                      <a:pt x="95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30"/>
              <p:cNvSpPr/>
              <p:nvPr/>
            </p:nvSpPr>
            <p:spPr>
              <a:xfrm>
                <a:off x="4386600" y="940680"/>
                <a:ext cx="6696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27" extrusionOk="0">
                    <a:moveTo>
                      <a:pt x="7" y="225"/>
                    </a:moveTo>
                    <a:cubicBezTo>
                      <a:pt x="2" y="222"/>
                      <a:pt x="0" y="217"/>
                      <a:pt x="3" y="211"/>
                    </a:cubicBezTo>
                    <a:cubicBezTo>
                      <a:pt x="8" y="201"/>
                      <a:pt x="14" y="190"/>
                      <a:pt x="20" y="179"/>
                    </a:cubicBezTo>
                    <a:cubicBezTo>
                      <a:pt x="25" y="170"/>
                      <a:pt x="30" y="160"/>
                      <a:pt x="36" y="151"/>
                    </a:cubicBezTo>
                    <a:lnTo>
                      <a:pt x="35" y="151"/>
                    </a:lnTo>
                    <a:cubicBezTo>
                      <a:pt x="36" y="151"/>
                      <a:pt x="36" y="151"/>
                      <a:pt x="36" y="150"/>
                    </a:cubicBezTo>
                    <a:cubicBezTo>
                      <a:pt x="37" y="149"/>
                      <a:pt x="38" y="147"/>
                      <a:pt x="39" y="146"/>
                    </a:cubicBezTo>
                    <a:lnTo>
                      <a:pt x="38" y="146"/>
                    </a:lnTo>
                    <a:cubicBezTo>
                      <a:pt x="42" y="141"/>
                      <a:pt x="45" y="136"/>
                      <a:pt x="48" y="131"/>
                    </a:cubicBezTo>
                    <a:lnTo>
                      <a:pt x="47" y="131"/>
                    </a:lnTo>
                    <a:cubicBezTo>
                      <a:pt x="48" y="131"/>
                      <a:pt x="48" y="130"/>
                      <a:pt x="49" y="129"/>
                    </a:cubicBezTo>
                    <a:lnTo>
                      <a:pt x="48" y="130"/>
                    </a:lnTo>
                    <a:cubicBezTo>
                      <a:pt x="52" y="124"/>
                      <a:pt x="55" y="120"/>
                      <a:pt x="58" y="115"/>
                    </a:cubicBezTo>
                    <a:cubicBezTo>
                      <a:pt x="60" y="111"/>
                      <a:pt x="63" y="107"/>
                      <a:pt x="66" y="104"/>
                    </a:cubicBezTo>
                    <a:cubicBezTo>
                      <a:pt x="70" y="98"/>
                      <a:pt x="74" y="91"/>
                      <a:pt x="78" y="85"/>
                    </a:cubicBezTo>
                    <a:cubicBezTo>
                      <a:pt x="81" y="81"/>
                      <a:pt x="84" y="77"/>
                      <a:pt x="87" y="74"/>
                    </a:cubicBezTo>
                    <a:cubicBezTo>
                      <a:pt x="91" y="69"/>
                      <a:pt x="94" y="64"/>
                      <a:pt x="98" y="60"/>
                    </a:cubicBezTo>
                    <a:cubicBezTo>
                      <a:pt x="102" y="55"/>
                      <a:pt x="106" y="49"/>
                      <a:pt x="111" y="44"/>
                    </a:cubicBezTo>
                    <a:cubicBezTo>
                      <a:pt x="118" y="36"/>
                      <a:pt x="125" y="28"/>
                      <a:pt x="133" y="21"/>
                    </a:cubicBezTo>
                    <a:cubicBezTo>
                      <a:pt x="139" y="16"/>
                      <a:pt x="144" y="11"/>
                      <a:pt x="150" y="8"/>
                    </a:cubicBezTo>
                    <a:cubicBezTo>
                      <a:pt x="156" y="4"/>
                      <a:pt x="163" y="0"/>
                      <a:pt x="170" y="1"/>
                    </a:cubicBezTo>
                    <a:cubicBezTo>
                      <a:pt x="172" y="1"/>
                      <a:pt x="173" y="1"/>
                      <a:pt x="175" y="2"/>
                    </a:cubicBezTo>
                    <a:cubicBezTo>
                      <a:pt x="181" y="3"/>
                      <a:pt x="185" y="9"/>
                      <a:pt x="183" y="14"/>
                    </a:cubicBezTo>
                    <a:cubicBezTo>
                      <a:pt x="182" y="20"/>
                      <a:pt x="176" y="24"/>
                      <a:pt x="171" y="23"/>
                    </a:cubicBezTo>
                    <a:lnTo>
                      <a:pt x="170" y="23"/>
                    </a:lnTo>
                    <a:lnTo>
                      <a:pt x="169" y="23"/>
                    </a:lnTo>
                    <a:lnTo>
                      <a:pt x="168" y="23"/>
                    </a:lnTo>
                    <a:cubicBezTo>
                      <a:pt x="168" y="23"/>
                      <a:pt x="167" y="23"/>
                      <a:pt x="166" y="24"/>
                    </a:cubicBezTo>
                    <a:cubicBezTo>
                      <a:pt x="165" y="24"/>
                      <a:pt x="164" y="25"/>
                      <a:pt x="163" y="25"/>
                    </a:cubicBezTo>
                    <a:cubicBezTo>
                      <a:pt x="160" y="27"/>
                      <a:pt x="157" y="29"/>
                      <a:pt x="154" y="31"/>
                    </a:cubicBezTo>
                    <a:cubicBezTo>
                      <a:pt x="150" y="35"/>
                      <a:pt x="145" y="39"/>
                      <a:pt x="141" y="43"/>
                    </a:cubicBezTo>
                    <a:cubicBezTo>
                      <a:pt x="131" y="53"/>
                      <a:pt x="122" y="63"/>
                      <a:pt x="113" y="74"/>
                    </a:cubicBezTo>
                    <a:cubicBezTo>
                      <a:pt x="109" y="80"/>
                      <a:pt x="104" y="85"/>
                      <a:pt x="99" y="91"/>
                    </a:cubicBezTo>
                    <a:cubicBezTo>
                      <a:pt x="96" y="96"/>
                      <a:pt x="92" y="101"/>
                      <a:pt x="89" y="106"/>
                    </a:cubicBezTo>
                    <a:cubicBezTo>
                      <a:pt x="85" y="111"/>
                      <a:pt x="81" y="116"/>
                      <a:pt x="78" y="121"/>
                    </a:cubicBezTo>
                    <a:cubicBezTo>
                      <a:pt x="74" y="127"/>
                      <a:pt x="70" y="134"/>
                      <a:pt x="65" y="141"/>
                    </a:cubicBezTo>
                    <a:cubicBezTo>
                      <a:pt x="66" y="140"/>
                      <a:pt x="66" y="140"/>
                      <a:pt x="66" y="140"/>
                    </a:cubicBezTo>
                    <a:lnTo>
                      <a:pt x="65" y="141"/>
                    </a:lnTo>
                    <a:lnTo>
                      <a:pt x="65" y="142"/>
                    </a:lnTo>
                    <a:cubicBezTo>
                      <a:pt x="62" y="147"/>
                      <a:pt x="59" y="152"/>
                      <a:pt x="56" y="157"/>
                    </a:cubicBezTo>
                    <a:cubicBezTo>
                      <a:pt x="55" y="158"/>
                      <a:pt x="54" y="159"/>
                      <a:pt x="53" y="161"/>
                    </a:cubicBezTo>
                    <a:lnTo>
                      <a:pt x="52" y="162"/>
                    </a:lnTo>
                    <a:cubicBezTo>
                      <a:pt x="53" y="162"/>
                      <a:pt x="53" y="161"/>
                      <a:pt x="53" y="161"/>
                    </a:cubicBezTo>
                    <a:cubicBezTo>
                      <a:pt x="48" y="170"/>
                      <a:pt x="42" y="180"/>
                      <a:pt x="37" y="189"/>
                    </a:cubicBezTo>
                    <a:cubicBezTo>
                      <a:pt x="31" y="200"/>
                      <a:pt x="26" y="210"/>
                      <a:pt x="21" y="221"/>
                    </a:cubicBezTo>
                    <a:cubicBezTo>
                      <a:pt x="19" y="224"/>
                      <a:pt x="15" y="226"/>
                      <a:pt x="12" y="226"/>
                    </a:cubicBezTo>
                    <a:cubicBezTo>
                      <a:pt x="10" y="226"/>
                      <a:pt x="9" y="226"/>
                      <a:pt x="7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30"/>
              <p:cNvSpPr/>
              <p:nvPr/>
            </p:nvSpPr>
            <p:spPr>
              <a:xfrm>
                <a:off x="3907440" y="882000"/>
                <a:ext cx="124200" cy="12528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48" extrusionOk="0">
                    <a:moveTo>
                      <a:pt x="324" y="344"/>
                    </a:moveTo>
                    <a:cubicBezTo>
                      <a:pt x="322" y="341"/>
                      <a:pt x="319" y="337"/>
                      <a:pt x="315" y="334"/>
                    </a:cubicBezTo>
                    <a:cubicBezTo>
                      <a:pt x="313" y="332"/>
                      <a:pt x="311" y="330"/>
                      <a:pt x="309" y="328"/>
                    </a:cubicBezTo>
                    <a:cubicBezTo>
                      <a:pt x="301" y="323"/>
                      <a:pt x="292" y="318"/>
                      <a:pt x="285" y="313"/>
                    </a:cubicBezTo>
                    <a:cubicBezTo>
                      <a:pt x="277" y="306"/>
                      <a:pt x="270" y="299"/>
                      <a:pt x="262" y="292"/>
                    </a:cubicBezTo>
                    <a:cubicBezTo>
                      <a:pt x="262" y="293"/>
                      <a:pt x="262" y="293"/>
                      <a:pt x="262" y="293"/>
                    </a:cubicBezTo>
                    <a:cubicBezTo>
                      <a:pt x="246" y="278"/>
                      <a:pt x="231" y="262"/>
                      <a:pt x="216" y="247"/>
                    </a:cubicBezTo>
                    <a:cubicBezTo>
                      <a:pt x="200" y="232"/>
                      <a:pt x="185" y="216"/>
                      <a:pt x="171" y="200"/>
                    </a:cubicBezTo>
                    <a:cubicBezTo>
                      <a:pt x="156" y="183"/>
                      <a:pt x="140" y="166"/>
                      <a:pt x="124" y="150"/>
                    </a:cubicBezTo>
                    <a:cubicBezTo>
                      <a:pt x="109" y="134"/>
                      <a:pt x="93" y="117"/>
                      <a:pt x="78" y="100"/>
                    </a:cubicBezTo>
                    <a:cubicBezTo>
                      <a:pt x="66" y="86"/>
                      <a:pt x="53" y="72"/>
                      <a:pt x="41" y="59"/>
                    </a:cubicBezTo>
                    <a:cubicBezTo>
                      <a:pt x="35" y="52"/>
                      <a:pt x="28" y="46"/>
                      <a:pt x="23" y="39"/>
                    </a:cubicBezTo>
                    <a:cubicBezTo>
                      <a:pt x="19" y="36"/>
                      <a:pt x="16" y="32"/>
                      <a:pt x="13" y="29"/>
                    </a:cubicBezTo>
                    <a:cubicBezTo>
                      <a:pt x="10" y="25"/>
                      <a:pt x="6" y="22"/>
                      <a:pt x="4" y="18"/>
                    </a:cubicBezTo>
                    <a:cubicBezTo>
                      <a:pt x="0" y="13"/>
                      <a:pt x="2" y="5"/>
                      <a:pt x="8" y="2"/>
                    </a:cubicBezTo>
                    <a:cubicBezTo>
                      <a:pt x="10" y="0"/>
                      <a:pt x="14" y="0"/>
                      <a:pt x="17" y="1"/>
                    </a:cubicBezTo>
                    <a:cubicBezTo>
                      <a:pt x="20" y="3"/>
                      <a:pt x="22" y="5"/>
                      <a:pt x="22" y="7"/>
                    </a:cubicBezTo>
                    <a:lnTo>
                      <a:pt x="23" y="7"/>
                    </a:lnTo>
                    <a:cubicBezTo>
                      <a:pt x="24" y="10"/>
                      <a:pt x="26" y="12"/>
                      <a:pt x="28" y="15"/>
                    </a:cubicBezTo>
                    <a:cubicBezTo>
                      <a:pt x="35" y="23"/>
                      <a:pt x="43" y="32"/>
                      <a:pt x="50" y="40"/>
                    </a:cubicBezTo>
                    <a:cubicBezTo>
                      <a:pt x="57" y="47"/>
                      <a:pt x="64" y="56"/>
                      <a:pt x="71" y="64"/>
                    </a:cubicBezTo>
                    <a:cubicBezTo>
                      <a:pt x="86" y="80"/>
                      <a:pt x="101" y="97"/>
                      <a:pt x="116" y="113"/>
                    </a:cubicBezTo>
                    <a:cubicBezTo>
                      <a:pt x="132" y="130"/>
                      <a:pt x="147" y="146"/>
                      <a:pt x="163" y="163"/>
                    </a:cubicBezTo>
                    <a:cubicBezTo>
                      <a:pt x="178" y="179"/>
                      <a:pt x="192" y="195"/>
                      <a:pt x="207" y="210"/>
                    </a:cubicBezTo>
                    <a:cubicBezTo>
                      <a:pt x="217" y="220"/>
                      <a:pt x="227" y="230"/>
                      <a:pt x="237" y="240"/>
                    </a:cubicBezTo>
                    <a:cubicBezTo>
                      <a:pt x="248" y="250"/>
                      <a:pt x="259" y="260"/>
                      <a:pt x="269" y="271"/>
                    </a:cubicBezTo>
                    <a:cubicBezTo>
                      <a:pt x="280" y="280"/>
                      <a:pt x="290" y="289"/>
                      <a:pt x="301" y="297"/>
                    </a:cubicBezTo>
                    <a:cubicBezTo>
                      <a:pt x="301" y="298"/>
                      <a:pt x="302" y="298"/>
                      <a:pt x="302" y="298"/>
                    </a:cubicBezTo>
                    <a:lnTo>
                      <a:pt x="301" y="297"/>
                    </a:lnTo>
                    <a:cubicBezTo>
                      <a:pt x="308" y="302"/>
                      <a:pt x="315" y="306"/>
                      <a:pt x="321" y="311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9" y="317"/>
                      <a:pt x="334" y="322"/>
                      <a:pt x="340" y="329"/>
                    </a:cubicBezTo>
                    <a:cubicBezTo>
                      <a:pt x="344" y="334"/>
                      <a:pt x="344" y="340"/>
                      <a:pt x="340" y="344"/>
                    </a:cubicBezTo>
                    <a:cubicBezTo>
                      <a:pt x="338" y="346"/>
                      <a:pt x="335" y="347"/>
                      <a:pt x="332" y="347"/>
                    </a:cubicBezTo>
                    <a:cubicBezTo>
                      <a:pt x="329" y="347"/>
                      <a:pt x="326" y="346"/>
                      <a:pt x="3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30"/>
              <p:cNvSpPr/>
              <p:nvPr/>
            </p:nvSpPr>
            <p:spPr>
              <a:xfrm>
                <a:off x="3924720" y="854640"/>
                <a:ext cx="170280" cy="17820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95" extrusionOk="0">
                    <a:moveTo>
                      <a:pt x="452" y="491"/>
                    </a:moveTo>
                    <a:cubicBezTo>
                      <a:pt x="451" y="491"/>
                      <a:pt x="451" y="490"/>
                      <a:pt x="451" y="490"/>
                    </a:cubicBezTo>
                    <a:lnTo>
                      <a:pt x="451" y="491"/>
                    </a:lnTo>
                    <a:cubicBezTo>
                      <a:pt x="451" y="490"/>
                      <a:pt x="450" y="489"/>
                      <a:pt x="450" y="488"/>
                    </a:cubicBezTo>
                    <a:cubicBezTo>
                      <a:pt x="450" y="489"/>
                      <a:pt x="450" y="489"/>
                      <a:pt x="450" y="489"/>
                    </a:cubicBezTo>
                    <a:cubicBezTo>
                      <a:pt x="434" y="474"/>
                      <a:pt x="419" y="460"/>
                      <a:pt x="404" y="444"/>
                    </a:cubicBezTo>
                    <a:cubicBezTo>
                      <a:pt x="389" y="429"/>
                      <a:pt x="374" y="414"/>
                      <a:pt x="359" y="398"/>
                    </a:cubicBezTo>
                    <a:cubicBezTo>
                      <a:pt x="345" y="382"/>
                      <a:pt x="331" y="366"/>
                      <a:pt x="316" y="351"/>
                    </a:cubicBezTo>
                    <a:cubicBezTo>
                      <a:pt x="301" y="336"/>
                      <a:pt x="286" y="320"/>
                      <a:pt x="271" y="305"/>
                    </a:cubicBezTo>
                    <a:cubicBezTo>
                      <a:pt x="255" y="289"/>
                      <a:pt x="239" y="274"/>
                      <a:pt x="224" y="258"/>
                    </a:cubicBezTo>
                    <a:cubicBezTo>
                      <a:pt x="208" y="242"/>
                      <a:pt x="193" y="227"/>
                      <a:pt x="178" y="211"/>
                    </a:cubicBezTo>
                    <a:cubicBezTo>
                      <a:pt x="163" y="196"/>
                      <a:pt x="148" y="181"/>
                      <a:pt x="134" y="165"/>
                    </a:cubicBezTo>
                    <a:cubicBezTo>
                      <a:pt x="119" y="148"/>
                      <a:pt x="104" y="131"/>
                      <a:pt x="87" y="114"/>
                    </a:cubicBezTo>
                    <a:cubicBezTo>
                      <a:pt x="73" y="98"/>
                      <a:pt x="58" y="83"/>
                      <a:pt x="42" y="67"/>
                    </a:cubicBezTo>
                    <a:cubicBezTo>
                      <a:pt x="39" y="63"/>
                      <a:pt x="35" y="59"/>
                      <a:pt x="32" y="55"/>
                    </a:cubicBezTo>
                    <a:cubicBezTo>
                      <a:pt x="28" y="51"/>
                      <a:pt x="25" y="48"/>
                      <a:pt x="22" y="44"/>
                    </a:cubicBezTo>
                    <a:cubicBezTo>
                      <a:pt x="15" y="35"/>
                      <a:pt x="9" y="26"/>
                      <a:pt x="3" y="17"/>
                    </a:cubicBezTo>
                    <a:cubicBezTo>
                      <a:pt x="0" y="12"/>
                      <a:pt x="3" y="5"/>
                      <a:pt x="8" y="2"/>
                    </a:cubicBezTo>
                    <a:cubicBezTo>
                      <a:pt x="13" y="0"/>
                      <a:pt x="20" y="2"/>
                      <a:pt x="23" y="7"/>
                    </a:cubicBezTo>
                    <a:cubicBezTo>
                      <a:pt x="24" y="10"/>
                      <a:pt x="26" y="13"/>
                      <a:pt x="28" y="17"/>
                    </a:cubicBezTo>
                    <a:cubicBezTo>
                      <a:pt x="31" y="21"/>
                      <a:pt x="34" y="27"/>
                      <a:pt x="38" y="31"/>
                    </a:cubicBezTo>
                    <a:lnTo>
                      <a:pt x="38" y="32"/>
                    </a:lnTo>
                    <a:cubicBezTo>
                      <a:pt x="39" y="33"/>
                      <a:pt x="40" y="33"/>
                      <a:pt x="40" y="34"/>
                    </a:cubicBezTo>
                    <a:cubicBezTo>
                      <a:pt x="40" y="33"/>
                      <a:pt x="39" y="33"/>
                      <a:pt x="39" y="33"/>
                    </a:cubicBezTo>
                    <a:cubicBezTo>
                      <a:pt x="41" y="35"/>
                      <a:pt x="42" y="37"/>
                      <a:pt x="45" y="39"/>
                    </a:cubicBezTo>
                    <a:cubicBezTo>
                      <a:pt x="44" y="39"/>
                      <a:pt x="44" y="38"/>
                      <a:pt x="44" y="38"/>
                    </a:cubicBezTo>
                    <a:cubicBezTo>
                      <a:pt x="47" y="42"/>
                      <a:pt x="51" y="47"/>
                      <a:pt x="55" y="51"/>
                    </a:cubicBezTo>
                    <a:cubicBezTo>
                      <a:pt x="59" y="55"/>
                      <a:pt x="63" y="59"/>
                      <a:pt x="66" y="63"/>
                    </a:cubicBezTo>
                    <a:cubicBezTo>
                      <a:pt x="73" y="70"/>
                      <a:pt x="80" y="78"/>
                      <a:pt x="86" y="85"/>
                    </a:cubicBezTo>
                    <a:cubicBezTo>
                      <a:pt x="102" y="101"/>
                      <a:pt x="117" y="118"/>
                      <a:pt x="132" y="135"/>
                    </a:cubicBezTo>
                    <a:cubicBezTo>
                      <a:pt x="147" y="151"/>
                      <a:pt x="161" y="167"/>
                      <a:pt x="176" y="183"/>
                    </a:cubicBezTo>
                    <a:cubicBezTo>
                      <a:pt x="190" y="199"/>
                      <a:pt x="206" y="214"/>
                      <a:pt x="221" y="229"/>
                    </a:cubicBezTo>
                    <a:cubicBezTo>
                      <a:pt x="236" y="245"/>
                      <a:pt x="253" y="260"/>
                      <a:pt x="269" y="276"/>
                    </a:cubicBezTo>
                    <a:cubicBezTo>
                      <a:pt x="284" y="291"/>
                      <a:pt x="298" y="305"/>
                      <a:pt x="313" y="320"/>
                    </a:cubicBezTo>
                    <a:cubicBezTo>
                      <a:pt x="329" y="336"/>
                      <a:pt x="344" y="352"/>
                      <a:pt x="359" y="369"/>
                    </a:cubicBezTo>
                    <a:cubicBezTo>
                      <a:pt x="374" y="384"/>
                      <a:pt x="388" y="400"/>
                      <a:pt x="403" y="415"/>
                    </a:cubicBezTo>
                    <a:cubicBezTo>
                      <a:pt x="414" y="426"/>
                      <a:pt x="425" y="437"/>
                      <a:pt x="437" y="449"/>
                    </a:cubicBezTo>
                    <a:cubicBezTo>
                      <a:pt x="447" y="457"/>
                      <a:pt x="457" y="466"/>
                      <a:pt x="467" y="475"/>
                    </a:cubicBezTo>
                    <a:cubicBezTo>
                      <a:pt x="471" y="479"/>
                      <a:pt x="472" y="486"/>
                      <a:pt x="468" y="491"/>
                    </a:cubicBezTo>
                    <a:cubicBezTo>
                      <a:pt x="467" y="492"/>
                      <a:pt x="464" y="494"/>
                      <a:pt x="461" y="494"/>
                    </a:cubicBezTo>
                    <a:lnTo>
                      <a:pt x="460" y="494"/>
                    </a:lnTo>
                    <a:cubicBezTo>
                      <a:pt x="457" y="494"/>
                      <a:pt x="454" y="493"/>
                      <a:pt x="452" y="4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30"/>
              <p:cNvSpPr/>
              <p:nvPr/>
            </p:nvSpPr>
            <p:spPr>
              <a:xfrm>
                <a:off x="3954240" y="841320"/>
                <a:ext cx="173880" cy="19476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541" extrusionOk="0">
                    <a:moveTo>
                      <a:pt x="462" y="537"/>
                    </a:moveTo>
                    <a:cubicBezTo>
                      <a:pt x="458" y="532"/>
                      <a:pt x="453" y="526"/>
                      <a:pt x="448" y="521"/>
                    </a:cubicBezTo>
                    <a:cubicBezTo>
                      <a:pt x="443" y="515"/>
                      <a:pt x="439" y="511"/>
                      <a:pt x="433" y="505"/>
                    </a:cubicBezTo>
                    <a:cubicBezTo>
                      <a:pt x="423" y="495"/>
                      <a:pt x="413" y="486"/>
                      <a:pt x="403" y="476"/>
                    </a:cubicBezTo>
                    <a:lnTo>
                      <a:pt x="402" y="475"/>
                    </a:lnTo>
                    <a:cubicBezTo>
                      <a:pt x="400" y="473"/>
                      <a:pt x="398" y="472"/>
                      <a:pt x="397" y="470"/>
                    </a:cubicBezTo>
                    <a:lnTo>
                      <a:pt x="396" y="470"/>
                    </a:lnTo>
                    <a:cubicBezTo>
                      <a:pt x="396" y="469"/>
                      <a:pt x="396" y="469"/>
                      <a:pt x="396" y="469"/>
                    </a:cubicBezTo>
                    <a:cubicBezTo>
                      <a:pt x="394" y="468"/>
                      <a:pt x="393" y="466"/>
                      <a:pt x="391" y="465"/>
                    </a:cubicBezTo>
                    <a:cubicBezTo>
                      <a:pt x="390" y="465"/>
                      <a:pt x="390" y="464"/>
                      <a:pt x="390" y="464"/>
                    </a:cubicBezTo>
                    <a:cubicBezTo>
                      <a:pt x="375" y="450"/>
                      <a:pt x="360" y="436"/>
                      <a:pt x="345" y="421"/>
                    </a:cubicBezTo>
                    <a:cubicBezTo>
                      <a:pt x="338" y="414"/>
                      <a:pt x="331" y="406"/>
                      <a:pt x="324" y="398"/>
                    </a:cubicBezTo>
                    <a:cubicBezTo>
                      <a:pt x="317" y="389"/>
                      <a:pt x="310" y="381"/>
                      <a:pt x="302" y="373"/>
                    </a:cubicBezTo>
                    <a:cubicBezTo>
                      <a:pt x="288" y="356"/>
                      <a:pt x="274" y="340"/>
                      <a:pt x="260" y="324"/>
                    </a:cubicBezTo>
                    <a:cubicBezTo>
                      <a:pt x="246" y="307"/>
                      <a:pt x="231" y="292"/>
                      <a:pt x="217" y="275"/>
                    </a:cubicBezTo>
                    <a:cubicBezTo>
                      <a:pt x="196" y="252"/>
                      <a:pt x="176" y="228"/>
                      <a:pt x="157" y="204"/>
                    </a:cubicBezTo>
                    <a:cubicBezTo>
                      <a:pt x="151" y="198"/>
                      <a:pt x="146" y="191"/>
                      <a:pt x="140" y="184"/>
                    </a:cubicBezTo>
                    <a:cubicBezTo>
                      <a:pt x="135" y="177"/>
                      <a:pt x="130" y="171"/>
                      <a:pt x="124" y="164"/>
                    </a:cubicBezTo>
                    <a:lnTo>
                      <a:pt x="125" y="165"/>
                    </a:lnTo>
                    <a:cubicBezTo>
                      <a:pt x="124" y="165"/>
                      <a:pt x="124" y="164"/>
                      <a:pt x="124" y="164"/>
                    </a:cubicBezTo>
                    <a:cubicBezTo>
                      <a:pt x="124" y="164"/>
                      <a:pt x="124" y="163"/>
                      <a:pt x="123" y="163"/>
                    </a:cubicBezTo>
                    <a:cubicBezTo>
                      <a:pt x="124" y="163"/>
                      <a:pt x="124" y="164"/>
                      <a:pt x="124" y="164"/>
                    </a:cubicBezTo>
                    <a:cubicBezTo>
                      <a:pt x="123" y="162"/>
                      <a:pt x="122" y="161"/>
                      <a:pt x="120" y="160"/>
                    </a:cubicBezTo>
                    <a:cubicBezTo>
                      <a:pt x="121" y="160"/>
                      <a:pt x="121" y="160"/>
                      <a:pt x="122" y="161"/>
                    </a:cubicBezTo>
                    <a:cubicBezTo>
                      <a:pt x="120" y="160"/>
                      <a:pt x="120" y="159"/>
                      <a:pt x="119" y="158"/>
                    </a:cubicBezTo>
                    <a:lnTo>
                      <a:pt x="119" y="159"/>
                    </a:lnTo>
                    <a:cubicBezTo>
                      <a:pt x="119" y="158"/>
                      <a:pt x="118" y="157"/>
                      <a:pt x="118" y="156"/>
                    </a:cubicBezTo>
                    <a:cubicBezTo>
                      <a:pt x="116" y="155"/>
                      <a:pt x="116" y="154"/>
                      <a:pt x="115" y="153"/>
                    </a:cubicBezTo>
                    <a:cubicBezTo>
                      <a:pt x="114" y="152"/>
                      <a:pt x="114" y="151"/>
                      <a:pt x="112" y="149"/>
                    </a:cubicBezTo>
                    <a:cubicBezTo>
                      <a:pt x="112" y="150"/>
                      <a:pt x="113" y="150"/>
                      <a:pt x="113" y="151"/>
                    </a:cubicBezTo>
                    <a:cubicBezTo>
                      <a:pt x="112" y="149"/>
                      <a:pt x="111" y="149"/>
                      <a:pt x="111" y="148"/>
                    </a:cubicBezTo>
                    <a:cubicBezTo>
                      <a:pt x="111" y="148"/>
                      <a:pt x="110" y="147"/>
                      <a:pt x="109" y="146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09" y="146"/>
                      <a:pt x="109" y="145"/>
                      <a:pt x="108" y="144"/>
                    </a:cubicBezTo>
                    <a:cubicBezTo>
                      <a:pt x="94" y="128"/>
                      <a:pt x="81" y="112"/>
                      <a:pt x="67" y="96"/>
                    </a:cubicBezTo>
                    <a:cubicBezTo>
                      <a:pt x="59" y="87"/>
                      <a:pt x="51" y="78"/>
                      <a:pt x="43" y="69"/>
                    </a:cubicBezTo>
                    <a:cubicBezTo>
                      <a:pt x="36" y="61"/>
                      <a:pt x="30" y="54"/>
                      <a:pt x="23" y="46"/>
                    </a:cubicBezTo>
                    <a:cubicBezTo>
                      <a:pt x="20" y="42"/>
                      <a:pt x="17" y="39"/>
                      <a:pt x="14" y="35"/>
                    </a:cubicBezTo>
                    <a:cubicBezTo>
                      <a:pt x="11" y="29"/>
                      <a:pt x="7" y="24"/>
                      <a:pt x="3" y="18"/>
                    </a:cubicBezTo>
                    <a:cubicBezTo>
                      <a:pt x="0" y="14"/>
                      <a:pt x="1" y="7"/>
                      <a:pt x="6" y="3"/>
                    </a:cubicBezTo>
                    <a:cubicBezTo>
                      <a:pt x="10" y="0"/>
                      <a:pt x="18" y="1"/>
                      <a:pt x="21" y="6"/>
                    </a:cubicBezTo>
                    <a:cubicBezTo>
                      <a:pt x="27" y="14"/>
                      <a:pt x="33" y="23"/>
                      <a:pt x="38" y="31"/>
                    </a:cubicBezTo>
                    <a:cubicBezTo>
                      <a:pt x="44" y="38"/>
                      <a:pt x="49" y="45"/>
                      <a:pt x="55" y="52"/>
                    </a:cubicBezTo>
                    <a:cubicBezTo>
                      <a:pt x="71" y="71"/>
                      <a:pt x="87" y="90"/>
                      <a:pt x="103" y="109"/>
                    </a:cubicBezTo>
                    <a:cubicBezTo>
                      <a:pt x="109" y="116"/>
                      <a:pt x="115" y="124"/>
                      <a:pt x="120" y="131"/>
                    </a:cubicBezTo>
                    <a:cubicBezTo>
                      <a:pt x="129" y="141"/>
                      <a:pt x="137" y="151"/>
                      <a:pt x="144" y="160"/>
                    </a:cubicBezTo>
                    <a:cubicBezTo>
                      <a:pt x="153" y="172"/>
                      <a:pt x="162" y="182"/>
                      <a:pt x="171" y="192"/>
                    </a:cubicBezTo>
                    <a:cubicBezTo>
                      <a:pt x="170" y="192"/>
                      <a:pt x="170" y="192"/>
                      <a:pt x="169" y="192"/>
                    </a:cubicBezTo>
                    <a:cubicBezTo>
                      <a:pt x="175" y="198"/>
                      <a:pt x="180" y="204"/>
                      <a:pt x="185" y="211"/>
                    </a:cubicBezTo>
                    <a:cubicBezTo>
                      <a:pt x="185" y="210"/>
                      <a:pt x="185" y="210"/>
                      <a:pt x="185" y="209"/>
                    </a:cubicBezTo>
                    <a:cubicBezTo>
                      <a:pt x="212" y="243"/>
                      <a:pt x="241" y="275"/>
                      <a:pt x="270" y="307"/>
                    </a:cubicBezTo>
                    <a:cubicBezTo>
                      <a:pt x="299" y="338"/>
                      <a:pt x="327" y="371"/>
                      <a:pt x="356" y="403"/>
                    </a:cubicBezTo>
                    <a:cubicBezTo>
                      <a:pt x="363" y="411"/>
                      <a:pt x="372" y="419"/>
                      <a:pt x="380" y="426"/>
                    </a:cubicBezTo>
                    <a:cubicBezTo>
                      <a:pt x="388" y="434"/>
                      <a:pt x="396" y="441"/>
                      <a:pt x="404" y="449"/>
                    </a:cubicBezTo>
                    <a:lnTo>
                      <a:pt x="405" y="449"/>
                    </a:lnTo>
                    <a:cubicBezTo>
                      <a:pt x="404" y="449"/>
                      <a:pt x="404" y="449"/>
                      <a:pt x="404" y="449"/>
                    </a:cubicBezTo>
                    <a:cubicBezTo>
                      <a:pt x="405" y="449"/>
                      <a:pt x="405" y="449"/>
                      <a:pt x="405" y="449"/>
                    </a:cubicBezTo>
                    <a:cubicBezTo>
                      <a:pt x="407" y="451"/>
                      <a:pt x="408" y="452"/>
                      <a:pt x="410" y="454"/>
                    </a:cubicBezTo>
                    <a:lnTo>
                      <a:pt x="410" y="455"/>
                    </a:lnTo>
                    <a:cubicBezTo>
                      <a:pt x="411" y="455"/>
                      <a:pt x="411" y="455"/>
                      <a:pt x="411" y="455"/>
                    </a:cubicBezTo>
                    <a:cubicBezTo>
                      <a:pt x="412" y="456"/>
                      <a:pt x="414" y="458"/>
                      <a:pt x="416" y="461"/>
                    </a:cubicBezTo>
                    <a:cubicBezTo>
                      <a:pt x="416" y="460"/>
                      <a:pt x="416" y="460"/>
                      <a:pt x="416" y="460"/>
                    </a:cubicBezTo>
                    <a:cubicBezTo>
                      <a:pt x="427" y="470"/>
                      <a:pt x="438" y="480"/>
                      <a:pt x="448" y="491"/>
                    </a:cubicBezTo>
                    <a:cubicBezTo>
                      <a:pt x="459" y="501"/>
                      <a:pt x="469" y="512"/>
                      <a:pt x="478" y="522"/>
                    </a:cubicBezTo>
                    <a:cubicBezTo>
                      <a:pt x="482" y="526"/>
                      <a:pt x="482" y="533"/>
                      <a:pt x="478" y="537"/>
                    </a:cubicBezTo>
                    <a:cubicBezTo>
                      <a:pt x="476" y="539"/>
                      <a:pt x="474" y="540"/>
                      <a:pt x="471" y="540"/>
                    </a:cubicBezTo>
                    <a:cubicBezTo>
                      <a:pt x="468" y="540"/>
                      <a:pt x="465" y="539"/>
                      <a:pt x="462" y="5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30"/>
              <p:cNvSpPr/>
              <p:nvPr/>
            </p:nvSpPr>
            <p:spPr>
              <a:xfrm>
                <a:off x="3974760" y="827640"/>
                <a:ext cx="190800" cy="219960"/>
              </a:xfrm>
              <a:custGeom>
                <a:avLst/>
                <a:gdLst/>
                <a:ahLst/>
                <a:cxnLst/>
                <a:rect l="l" t="t" r="r" b="b"/>
                <a:pathLst>
                  <a:path w="530" h="611" extrusionOk="0">
                    <a:moveTo>
                      <a:pt x="516" y="610"/>
                    </a:moveTo>
                    <a:cubicBezTo>
                      <a:pt x="513" y="610"/>
                      <a:pt x="511" y="609"/>
                      <a:pt x="509" y="607"/>
                    </a:cubicBezTo>
                    <a:cubicBezTo>
                      <a:pt x="506" y="605"/>
                      <a:pt x="504" y="603"/>
                      <a:pt x="502" y="600"/>
                    </a:cubicBezTo>
                    <a:lnTo>
                      <a:pt x="502" y="601"/>
                    </a:lnTo>
                    <a:cubicBezTo>
                      <a:pt x="502" y="600"/>
                      <a:pt x="501" y="600"/>
                      <a:pt x="501" y="599"/>
                    </a:cubicBezTo>
                    <a:cubicBezTo>
                      <a:pt x="501" y="599"/>
                      <a:pt x="500" y="599"/>
                      <a:pt x="500" y="598"/>
                    </a:cubicBezTo>
                    <a:cubicBezTo>
                      <a:pt x="500" y="599"/>
                      <a:pt x="500" y="599"/>
                      <a:pt x="501" y="599"/>
                    </a:cubicBezTo>
                    <a:cubicBezTo>
                      <a:pt x="497" y="596"/>
                      <a:pt x="494" y="592"/>
                      <a:pt x="490" y="589"/>
                    </a:cubicBezTo>
                    <a:cubicBezTo>
                      <a:pt x="486" y="586"/>
                      <a:pt x="483" y="583"/>
                      <a:pt x="479" y="579"/>
                    </a:cubicBezTo>
                    <a:cubicBezTo>
                      <a:pt x="471" y="572"/>
                      <a:pt x="465" y="564"/>
                      <a:pt x="459" y="556"/>
                    </a:cubicBezTo>
                    <a:cubicBezTo>
                      <a:pt x="445" y="540"/>
                      <a:pt x="431" y="524"/>
                      <a:pt x="417" y="507"/>
                    </a:cubicBezTo>
                    <a:cubicBezTo>
                      <a:pt x="408" y="495"/>
                      <a:pt x="399" y="483"/>
                      <a:pt x="389" y="471"/>
                    </a:cubicBezTo>
                    <a:cubicBezTo>
                      <a:pt x="388" y="471"/>
                      <a:pt x="388" y="470"/>
                      <a:pt x="387" y="469"/>
                    </a:cubicBezTo>
                    <a:lnTo>
                      <a:pt x="388" y="469"/>
                    </a:lnTo>
                    <a:cubicBezTo>
                      <a:pt x="387" y="469"/>
                      <a:pt x="387" y="469"/>
                      <a:pt x="387" y="469"/>
                    </a:cubicBezTo>
                    <a:cubicBezTo>
                      <a:pt x="387" y="469"/>
                      <a:pt x="386" y="469"/>
                      <a:pt x="386" y="468"/>
                    </a:cubicBezTo>
                    <a:cubicBezTo>
                      <a:pt x="386" y="468"/>
                      <a:pt x="386" y="469"/>
                      <a:pt x="387" y="469"/>
                    </a:cubicBezTo>
                    <a:cubicBezTo>
                      <a:pt x="386" y="468"/>
                      <a:pt x="385" y="466"/>
                      <a:pt x="384" y="465"/>
                    </a:cubicBezTo>
                    <a:cubicBezTo>
                      <a:pt x="384" y="466"/>
                      <a:pt x="384" y="466"/>
                      <a:pt x="384" y="466"/>
                    </a:cubicBezTo>
                    <a:cubicBezTo>
                      <a:pt x="383" y="465"/>
                      <a:pt x="383" y="464"/>
                      <a:pt x="382" y="464"/>
                    </a:cubicBezTo>
                    <a:cubicBezTo>
                      <a:pt x="382" y="463"/>
                      <a:pt x="382" y="463"/>
                      <a:pt x="382" y="462"/>
                    </a:cubicBezTo>
                    <a:lnTo>
                      <a:pt x="381" y="462"/>
                    </a:lnTo>
                    <a:cubicBezTo>
                      <a:pt x="381" y="462"/>
                      <a:pt x="381" y="461"/>
                      <a:pt x="380" y="461"/>
                    </a:cubicBezTo>
                    <a:lnTo>
                      <a:pt x="381" y="461"/>
                    </a:lnTo>
                    <a:cubicBezTo>
                      <a:pt x="377" y="457"/>
                      <a:pt x="374" y="453"/>
                      <a:pt x="371" y="449"/>
                    </a:cubicBezTo>
                    <a:cubicBezTo>
                      <a:pt x="371" y="450"/>
                      <a:pt x="371" y="450"/>
                      <a:pt x="371" y="450"/>
                    </a:cubicBezTo>
                    <a:cubicBezTo>
                      <a:pt x="354" y="430"/>
                      <a:pt x="338" y="409"/>
                      <a:pt x="322" y="388"/>
                    </a:cubicBezTo>
                    <a:lnTo>
                      <a:pt x="322" y="389"/>
                    </a:lnTo>
                    <a:cubicBezTo>
                      <a:pt x="321" y="387"/>
                      <a:pt x="319" y="385"/>
                      <a:pt x="317" y="383"/>
                    </a:cubicBezTo>
                    <a:cubicBezTo>
                      <a:pt x="290" y="351"/>
                      <a:pt x="262" y="319"/>
                      <a:pt x="236" y="286"/>
                    </a:cubicBezTo>
                    <a:cubicBezTo>
                      <a:pt x="208" y="254"/>
                      <a:pt x="180" y="221"/>
                      <a:pt x="151" y="188"/>
                    </a:cubicBezTo>
                    <a:cubicBezTo>
                      <a:pt x="123" y="156"/>
                      <a:pt x="93" y="124"/>
                      <a:pt x="65" y="92"/>
                    </a:cubicBezTo>
                    <a:cubicBezTo>
                      <a:pt x="58" y="84"/>
                      <a:pt x="51" y="77"/>
                      <a:pt x="45" y="70"/>
                    </a:cubicBezTo>
                    <a:cubicBezTo>
                      <a:pt x="39" y="63"/>
                      <a:pt x="33" y="56"/>
                      <a:pt x="27" y="49"/>
                    </a:cubicBezTo>
                    <a:cubicBezTo>
                      <a:pt x="27" y="49"/>
                      <a:pt x="28" y="49"/>
                      <a:pt x="28" y="50"/>
                    </a:cubicBezTo>
                    <a:cubicBezTo>
                      <a:pt x="27" y="49"/>
                      <a:pt x="27" y="49"/>
                      <a:pt x="26" y="49"/>
                    </a:cubicBezTo>
                    <a:cubicBezTo>
                      <a:pt x="26" y="48"/>
                      <a:pt x="25" y="46"/>
                      <a:pt x="24" y="45"/>
                    </a:cubicBezTo>
                    <a:lnTo>
                      <a:pt x="23" y="45"/>
                    </a:lnTo>
                    <a:cubicBezTo>
                      <a:pt x="23" y="44"/>
                      <a:pt x="22" y="43"/>
                      <a:pt x="21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2"/>
                      <a:pt x="21" y="42"/>
                      <a:pt x="21" y="42"/>
                    </a:cubicBezTo>
                    <a:lnTo>
                      <a:pt x="21" y="41"/>
                    </a:lnTo>
                    <a:lnTo>
                      <a:pt x="20" y="41"/>
                    </a:lnTo>
                    <a:cubicBezTo>
                      <a:pt x="14" y="34"/>
                      <a:pt x="9" y="27"/>
                      <a:pt x="4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2"/>
                      <a:pt x="21" y="6"/>
                    </a:cubicBezTo>
                    <a:cubicBezTo>
                      <a:pt x="28" y="17"/>
                      <a:pt x="36" y="27"/>
                      <a:pt x="43" y="37"/>
                    </a:cubicBezTo>
                    <a:lnTo>
                      <a:pt x="43" y="36"/>
                    </a:lnTo>
                    <a:lnTo>
                      <a:pt x="43" y="37"/>
                    </a:lnTo>
                    <a:cubicBezTo>
                      <a:pt x="44" y="38"/>
                      <a:pt x="44" y="39"/>
                      <a:pt x="46" y="39"/>
                    </a:cubicBezTo>
                    <a:cubicBezTo>
                      <a:pt x="47" y="42"/>
                      <a:pt x="50" y="45"/>
                      <a:pt x="51" y="47"/>
                    </a:cubicBezTo>
                    <a:lnTo>
                      <a:pt x="51" y="46"/>
                    </a:lnTo>
                    <a:cubicBezTo>
                      <a:pt x="52" y="48"/>
                      <a:pt x="53" y="49"/>
                      <a:pt x="55" y="51"/>
                    </a:cubicBezTo>
                    <a:cubicBezTo>
                      <a:pt x="54" y="51"/>
                      <a:pt x="54" y="50"/>
                      <a:pt x="54" y="50"/>
                    </a:cubicBezTo>
                    <a:cubicBezTo>
                      <a:pt x="61" y="58"/>
                      <a:pt x="67" y="66"/>
                      <a:pt x="74" y="73"/>
                    </a:cubicBezTo>
                    <a:cubicBezTo>
                      <a:pt x="81" y="81"/>
                      <a:pt x="88" y="89"/>
                      <a:pt x="95" y="97"/>
                    </a:cubicBezTo>
                    <a:cubicBezTo>
                      <a:pt x="109" y="113"/>
                      <a:pt x="124" y="130"/>
                      <a:pt x="138" y="146"/>
                    </a:cubicBezTo>
                    <a:cubicBezTo>
                      <a:pt x="153" y="163"/>
                      <a:pt x="167" y="180"/>
                      <a:pt x="182" y="197"/>
                    </a:cubicBezTo>
                    <a:cubicBezTo>
                      <a:pt x="196" y="212"/>
                      <a:pt x="209" y="228"/>
                      <a:pt x="223" y="244"/>
                    </a:cubicBezTo>
                    <a:cubicBezTo>
                      <a:pt x="250" y="277"/>
                      <a:pt x="278" y="309"/>
                      <a:pt x="306" y="341"/>
                    </a:cubicBezTo>
                    <a:cubicBezTo>
                      <a:pt x="324" y="362"/>
                      <a:pt x="341" y="382"/>
                      <a:pt x="358" y="402"/>
                    </a:cubicBezTo>
                    <a:cubicBezTo>
                      <a:pt x="367" y="414"/>
                      <a:pt x="377" y="426"/>
                      <a:pt x="386" y="438"/>
                    </a:cubicBezTo>
                    <a:lnTo>
                      <a:pt x="387" y="438"/>
                    </a:lnTo>
                    <a:cubicBezTo>
                      <a:pt x="386" y="438"/>
                      <a:pt x="386" y="437"/>
                      <a:pt x="386" y="437"/>
                    </a:cubicBezTo>
                    <a:cubicBezTo>
                      <a:pt x="389" y="441"/>
                      <a:pt x="393" y="445"/>
                      <a:pt x="396" y="449"/>
                    </a:cubicBezTo>
                    <a:lnTo>
                      <a:pt x="395" y="448"/>
                    </a:lnTo>
                    <a:cubicBezTo>
                      <a:pt x="395" y="448"/>
                      <a:pt x="396" y="448"/>
                      <a:pt x="396" y="449"/>
                    </a:cubicBezTo>
                    <a:cubicBezTo>
                      <a:pt x="396" y="449"/>
                      <a:pt x="396" y="450"/>
                      <a:pt x="397" y="450"/>
                    </a:cubicBezTo>
                    <a:lnTo>
                      <a:pt x="396" y="450"/>
                    </a:lnTo>
                    <a:cubicBezTo>
                      <a:pt x="397" y="450"/>
                      <a:pt x="397" y="450"/>
                      <a:pt x="397" y="450"/>
                    </a:cubicBezTo>
                    <a:lnTo>
                      <a:pt x="397" y="451"/>
                    </a:lnTo>
                    <a:cubicBezTo>
                      <a:pt x="398" y="451"/>
                      <a:pt x="399" y="452"/>
                      <a:pt x="399" y="454"/>
                    </a:cubicBezTo>
                    <a:cubicBezTo>
                      <a:pt x="399" y="453"/>
                      <a:pt x="399" y="452"/>
                      <a:pt x="399" y="452"/>
                    </a:cubicBezTo>
                    <a:cubicBezTo>
                      <a:pt x="399" y="454"/>
                      <a:pt x="400" y="454"/>
                      <a:pt x="401" y="455"/>
                    </a:cubicBezTo>
                    <a:cubicBezTo>
                      <a:pt x="402" y="456"/>
                      <a:pt x="403" y="457"/>
                      <a:pt x="403" y="458"/>
                    </a:cubicBezTo>
                    <a:lnTo>
                      <a:pt x="403" y="457"/>
                    </a:lnTo>
                    <a:cubicBezTo>
                      <a:pt x="416" y="473"/>
                      <a:pt x="428" y="490"/>
                      <a:pt x="442" y="506"/>
                    </a:cubicBezTo>
                    <a:cubicBezTo>
                      <a:pt x="441" y="506"/>
                      <a:pt x="441" y="505"/>
                      <a:pt x="441" y="505"/>
                    </a:cubicBezTo>
                    <a:cubicBezTo>
                      <a:pt x="450" y="515"/>
                      <a:pt x="459" y="526"/>
                      <a:pt x="469" y="537"/>
                    </a:cubicBezTo>
                    <a:cubicBezTo>
                      <a:pt x="478" y="547"/>
                      <a:pt x="487" y="557"/>
                      <a:pt x="497" y="567"/>
                    </a:cubicBezTo>
                    <a:cubicBezTo>
                      <a:pt x="497" y="567"/>
                      <a:pt x="497" y="566"/>
                      <a:pt x="496" y="566"/>
                    </a:cubicBezTo>
                    <a:cubicBezTo>
                      <a:pt x="505" y="575"/>
                      <a:pt x="515" y="583"/>
                      <a:pt x="524" y="592"/>
                    </a:cubicBezTo>
                    <a:cubicBezTo>
                      <a:pt x="529" y="596"/>
                      <a:pt x="528" y="603"/>
                      <a:pt x="524" y="607"/>
                    </a:cubicBezTo>
                    <a:cubicBezTo>
                      <a:pt x="522" y="609"/>
                      <a:pt x="519" y="610"/>
                      <a:pt x="516" y="6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30"/>
              <p:cNvSpPr/>
              <p:nvPr/>
            </p:nvSpPr>
            <p:spPr>
              <a:xfrm>
                <a:off x="4005000" y="820800"/>
                <a:ext cx="167040" cy="200160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6" extrusionOk="0">
                    <a:moveTo>
                      <a:pt x="452" y="555"/>
                    </a:moveTo>
                    <a:cubicBezTo>
                      <a:pt x="448" y="554"/>
                      <a:pt x="446" y="552"/>
                      <a:pt x="443" y="550"/>
                    </a:cubicBezTo>
                    <a:cubicBezTo>
                      <a:pt x="443" y="549"/>
                      <a:pt x="442" y="548"/>
                      <a:pt x="442" y="547"/>
                    </a:cubicBezTo>
                    <a:cubicBezTo>
                      <a:pt x="439" y="544"/>
                      <a:pt x="435" y="540"/>
                      <a:pt x="432" y="537"/>
                    </a:cubicBezTo>
                    <a:cubicBezTo>
                      <a:pt x="429" y="533"/>
                      <a:pt x="426" y="529"/>
                      <a:pt x="423" y="526"/>
                    </a:cubicBezTo>
                    <a:lnTo>
                      <a:pt x="423" y="525"/>
                    </a:lnTo>
                    <a:lnTo>
                      <a:pt x="422" y="525"/>
                    </a:lnTo>
                    <a:lnTo>
                      <a:pt x="423" y="525"/>
                    </a:lnTo>
                    <a:cubicBezTo>
                      <a:pt x="411" y="511"/>
                      <a:pt x="399" y="498"/>
                      <a:pt x="387" y="484"/>
                    </a:cubicBezTo>
                    <a:cubicBezTo>
                      <a:pt x="388" y="484"/>
                      <a:pt x="388" y="485"/>
                      <a:pt x="388" y="485"/>
                    </a:cubicBezTo>
                    <a:cubicBezTo>
                      <a:pt x="387" y="484"/>
                      <a:pt x="386" y="482"/>
                      <a:pt x="384" y="481"/>
                    </a:cubicBezTo>
                    <a:cubicBezTo>
                      <a:pt x="384" y="480"/>
                      <a:pt x="383" y="479"/>
                      <a:pt x="383" y="478"/>
                    </a:cubicBezTo>
                    <a:lnTo>
                      <a:pt x="383" y="479"/>
                    </a:lnTo>
                    <a:cubicBezTo>
                      <a:pt x="382" y="478"/>
                      <a:pt x="381" y="477"/>
                      <a:pt x="381" y="477"/>
                    </a:cubicBezTo>
                    <a:cubicBezTo>
                      <a:pt x="368" y="460"/>
                      <a:pt x="354" y="445"/>
                      <a:pt x="340" y="429"/>
                    </a:cubicBezTo>
                    <a:cubicBezTo>
                      <a:pt x="333" y="421"/>
                      <a:pt x="326" y="413"/>
                      <a:pt x="319" y="406"/>
                    </a:cubicBezTo>
                    <a:cubicBezTo>
                      <a:pt x="312" y="397"/>
                      <a:pt x="305" y="389"/>
                      <a:pt x="298" y="381"/>
                    </a:cubicBezTo>
                    <a:cubicBezTo>
                      <a:pt x="295" y="377"/>
                      <a:pt x="292" y="374"/>
                      <a:pt x="290" y="371"/>
                    </a:cubicBezTo>
                    <a:cubicBezTo>
                      <a:pt x="290" y="371"/>
                      <a:pt x="289" y="371"/>
                      <a:pt x="289" y="370"/>
                    </a:cubicBezTo>
                    <a:cubicBezTo>
                      <a:pt x="288" y="369"/>
                      <a:pt x="288" y="368"/>
                      <a:pt x="287" y="367"/>
                    </a:cubicBezTo>
                    <a:cubicBezTo>
                      <a:pt x="286" y="366"/>
                      <a:pt x="285" y="365"/>
                      <a:pt x="284" y="364"/>
                    </a:cubicBezTo>
                    <a:cubicBezTo>
                      <a:pt x="285" y="364"/>
                      <a:pt x="285" y="364"/>
                      <a:pt x="285" y="364"/>
                    </a:cubicBezTo>
                    <a:lnTo>
                      <a:pt x="284" y="364"/>
                    </a:lnTo>
                    <a:cubicBezTo>
                      <a:pt x="284" y="363"/>
                      <a:pt x="283" y="363"/>
                      <a:pt x="282" y="361"/>
                    </a:cubicBezTo>
                    <a:cubicBezTo>
                      <a:pt x="282" y="362"/>
                      <a:pt x="283" y="363"/>
                      <a:pt x="283" y="363"/>
                    </a:cubicBezTo>
                    <a:cubicBezTo>
                      <a:pt x="269" y="346"/>
                      <a:pt x="255" y="329"/>
                      <a:pt x="241" y="312"/>
                    </a:cubicBezTo>
                    <a:cubicBezTo>
                      <a:pt x="234" y="304"/>
                      <a:pt x="226" y="295"/>
                      <a:pt x="219" y="286"/>
                    </a:cubicBezTo>
                    <a:cubicBezTo>
                      <a:pt x="213" y="277"/>
                      <a:pt x="206" y="268"/>
                      <a:pt x="200" y="259"/>
                    </a:cubicBezTo>
                    <a:cubicBezTo>
                      <a:pt x="188" y="244"/>
                      <a:pt x="178" y="227"/>
                      <a:pt x="166" y="211"/>
                    </a:cubicBezTo>
                    <a:cubicBezTo>
                      <a:pt x="160" y="202"/>
                      <a:pt x="153" y="192"/>
                      <a:pt x="146" y="184"/>
                    </a:cubicBezTo>
                    <a:cubicBezTo>
                      <a:pt x="140" y="175"/>
                      <a:pt x="134" y="168"/>
                      <a:pt x="127" y="160"/>
                    </a:cubicBezTo>
                    <a:cubicBezTo>
                      <a:pt x="128" y="160"/>
                      <a:pt x="128" y="161"/>
                      <a:pt x="128" y="161"/>
                    </a:cubicBezTo>
                    <a:cubicBezTo>
                      <a:pt x="128" y="161"/>
                      <a:pt x="128" y="160"/>
                      <a:pt x="127" y="160"/>
                    </a:cubicBezTo>
                    <a:cubicBezTo>
                      <a:pt x="127" y="160"/>
                      <a:pt x="127" y="159"/>
                      <a:pt x="126" y="159"/>
                    </a:cubicBezTo>
                    <a:lnTo>
                      <a:pt x="127" y="159"/>
                    </a:lnTo>
                    <a:cubicBezTo>
                      <a:pt x="122" y="153"/>
                      <a:pt x="116" y="147"/>
                      <a:pt x="111" y="141"/>
                    </a:cubicBezTo>
                    <a:cubicBezTo>
                      <a:pt x="112" y="141"/>
                      <a:pt x="112" y="141"/>
                      <a:pt x="112" y="142"/>
                    </a:cubicBezTo>
                    <a:cubicBezTo>
                      <a:pt x="99" y="125"/>
                      <a:pt x="85" y="110"/>
                      <a:pt x="71" y="94"/>
                    </a:cubicBezTo>
                    <a:cubicBezTo>
                      <a:pt x="56" y="78"/>
                      <a:pt x="41" y="61"/>
                      <a:pt x="26" y="45"/>
                    </a:cubicBezTo>
                    <a:cubicBezTo>
                      <a:pt x="21" y="41"/>
                      <a:pt x="18" y="37"/>
                      <a:pt x="14" y="33"/>
                    </a:cubicBezTo>
                    <a:cubicBezTo>
                      <a:pt x="12" y="30"/>
                      <a:pt x="11" y="29"/>
                      <a:pt x="9" y="26"/>
                    </a:cubicBezTo>
                    <a:cubicBezTo>
                      <a:pt x="7" y="24"/>
                      <a:pt x="6" y="21"/>
                      <a:pt x="4" y="18"/>
                    </a:cubicBezTo>
                    <a:cubicBezTo>
                      <a:pt x="0" y="13"/>
                      <a:pt x="2" y="6"/>
                      <a:pt x="8" y="2"/>
                    </a:cubicBezTo>
                    <a:cubicBezTo>
                      <a:pt x="14" y="0"/>
                      <a:pt x="21" y="2"/>
                      <a:pt x="23" y="9"/>
                    </a:cubicBezTo>
                    <a:cubicBezTo>
                      <a:pt x="23" y="9"/>
                      <a:pt x="24" y="9"/>
                      <a:pt x="24" y="10"/>
                    </a:cubicBezTo>
                    <a:lnTo>
                      <a:pt x="24" y="11"/>
                    </a:lnTo>
                    <a:lnTo>
                      <a:pt x="24" y="12"/>
                    </a:lnTo>
                    <a:cubicBezTo>
                      <a:pt x="26" y="14"/>
                      <a:pt x="27" y="16"/>
                      <a:pt x="29" y="18"/>
                    </a:cubicBezTo>
                    <a:cubicBezTo>
                      <a:pt x="31" y="21"/>
                      <a:pt x="33" y="23"/>
                      <a:pt x="35" y="25"/>
                    </a:cubicBezTo>
                    <a:cubicBezTo>
                      <a:pt x="34" y="25"/>
                      <a:pt x="34" y="25"/>
                      <a:pt x="34" y="24"/>
                    </a:cubicBezTo>
                    <a:cubicBezTo>
                      <a:pt x="34" y="25"/>
                      <a:pt x="35" y="26"/>
                      <a:pt x="36" y="26"/>
                    </a:cubicBezTo>
                    <a:cubicBezTo>
                      <a:pt x="35" y="26"/>
                      <a:pt x="35" y="26"/>
                      <a:pt x="35" y="25"/>
                    </a:cubicBezTo>
                    <a:cubicBezTo>
                      <a:pt x="48" y="39"/>
                      <a:pt x="60" y="53"/>
                      <a:pt x="73" y="68"/>
                    </a:cubicBezTo>
                    <a:cubicBezTo>
                      <a:pt x="79" y="74"/>
                      <a:pt x="84" y="81"/>
                      <a:pt x="90" y="88"/>
                    </a:cubicBezTo>
                    <a:cubicBezTo>
                      <a:pt x="97" y="95"/>
                      <a:pt x="103" y="101"/>
                      <a:pt x="109" y="109"/>
                    </a:cubicBezTo>
                    <a:lnTo>
                      <a:pt x="108" y="108"/>
                    </a:lnTo>
                    <a:cubicBezTo>
                      <a:pt x="114" y="115"/>
                      <a:pt x="120" y="122"/>
                      <a:pt x="126" y="130"/>
                    </a:cubicBez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1" y="136"/>
                      <a:pt x="136" y="143"/>
                      <a:pt x="142" y="149"/>
                    </a:cubicBezTo>
                    <a:lnTo>
                      <a:pt x="141" y="149"/>
                    </a:lnTo>
                    <a:cubicBezTo>
                      <a:pt x="155" y="166"/>
                      <a:pt x="169" y="184"/>
                      <a:pt x="182" y="201"/>
                    </a:cubicBezTo>
                    <a:cubicBezTo>
                      <a:pt x="188" y="210"/>
                      <a:pt x="194" y="219"/>
                      <a:pt x="200" y="228"/>
                    </a:cubicBezTo>
                    <a:cubicBezTo>
                      <a:pt x="207" y="237"/>
                      <a:pt x="213" y="246"/>
                      <a:pt x="219" y="255"/>
                    </a:cubicBezTo>
                    <a:cubicBezTo>
                      <a:pt x="226" y="263"/>
                      <a:pt x="233" y="272"/>
                      <a:pt x="240" y="281"/>
                    </a:cubicBezTo>
                    <a:cubicBezTo>
                      <a:pt x="239" y="281"/>
                      <a:pt x="239" y="281"/>
                      <a:pt x="239" y="281"/>
                    </a:cubicBezTo>
                    <a:cubicBezTo>
                      <a:pt x="243" y="284"/>
                      <a:pt x="246" y="289"/>
                      <a:pt x="249" y="293"/>
                    </a:cubicBezTo>
                    <a:cubicBezTo>
                      <a:pt x="249" y="292"/>
                      <a:pt x="249" y="292"/>
                      <a:pt x="249" y="291"/>
                    </a:cubicBezTo>
                    <a:cubicBezTo>
                      <a:pt x="267" y="314"/>
                      <a:pt x="287" y="336"/>
                      <a:pt x="305" y="359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307" y="361"/>
                      <a:pt x="310" y="364"/>
                      <a:pt x="313" y="368"/>
                    </a:cubicBezTo>
                    <a:lnTo>
                      <a:pt x="312" y="367"/>
                    </a:lnTo>
                    <a:cubicBezTo>
                      <a:pt x="326" y="383"/>
                      <a:pt x="340" y="399"/>
                      <a:pt x="354" y="415"/>
                    </a:cubicBezTo>
                    <a:cubicBezTo>
                      <a:pt x="369" y="431"/>
                      <a:pt x="383" y="447"/>
                      <a:pt x="397" y="463"/>
                    </a:cubicBezTo>
                    <a:cubicBezTo>
                      <a:pt x="407" y="476"/>
                      <a:pt x="418" y="488"/>
                      <a:pt x="429" y="500"/>
                    </a:cubicBezTo>
                    <a:cubicBezTo>
                      <a:pt x="439" y="512"/>
                      <a:pt x="450" y="524"/>
                      <a:pt x="460" y="536"/>
                    </a:cubicBezTo>
                    <a:cubicBezTo>
                      <a:pt x="462" y="538"/>
                      <a:pt x="463" y="541"/>
                      <a:pt x="463" y="544"/>
                    </a:cubicBezTo>
                    <a:cubicBezTo>
                      <a:pt x="463" y="547"/>
                      <a:pt x="462" y="550"/>
                      <a:pt x="460" y="552"/>
                    </a:cubicBezTo>
                    <a:cubicBezTo>
                      <a:pt x="458" y="554"/>
                      <a:pt x="455" y="555"/>
                      <a:pt x="453" y="555"/>
                    </a:cubicBezTo>
                    <a:cubicBezTo>
                      <a:pt x="452" y="555"/>
                      <a:pt x="452" y="555"/>
                      <a:pt x="452" y="5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30"/>
              <p:cNvSpPr/>
              <p:nvPr/>
            </p:nvSpPr>
            <p:spPr>
              <a:xfrm>
                <a:off x="4027320" y="813960"/>
                <a:ext cx="14652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469" extrusionOk="0">
                    <a:moveTo>
                      <a:pt x="390" y="467"/>
                    </a:moveTo>
                    <a:cubicBezTo>
                      <a:pt x="385" y="464"/>
                      <a:pt x="381" y="460"/>
                      <a:pt x="377" y="456"/>
                    </a:cubicBezTo>
                    <a:cubicBezTo>
                      <a:pt x="374" y="453"/>
                      <a:pt x="370" y="449"/>
                      <a:pt x="367" y="445"/>
                    </a:cubicBezTo>
                    <a:cubicBezTo>
                      <a:pt x="361" y="437"/>
                      <a:pt x="354" y="429"/>
                      <a:pt x="347" y="422"/>
                    </a:cubicBezTo>
                    <a:cubicBezTo>
                      <a:pt x="340" y="414"/>
                      <a:pt x="333" y="406"/>
                      <a:pt x="326" y="398"/>
                    </a:cubicBezTo>
                    <a:cubicBezTo>
                      <a:pt x="319" y="389"/>
                      <a:pt x="312" y="380"/>
                      <a:pt x="306" y="372"/>
                    </a:cubicBezTo>
                    <a:cubicBezTo>
                      <a:pt x="286" y="347"/>
                      <a:pt x="266" y="322"/>
                      <a:pt x="245" y="296"/>
                    </a:cubicBezTo>
                    <a:lnTo>
                      <a:pt x="246" y="297"/>
                    </a:lnTo>
                    <a:cubicBezTo>
                      <a:pt x="242" y="292"/>
                      <a:pt x="238" y="288"/>
                      <a:pt x="234" y="282"/>
                    </a:cubicBezTo>
                    <a:cubicBezTo>
                      <a:pt x="234" y="283"/>
                      <a:pt x="234" y="283"/>
                      <a:pt x="234" y="283"/>
                    </a:cubicBezTo>
                    <a:lnTo>
                      <a:pt x="234" y="282"/>
                    </a:lnTo>
                    <a:cubicBezTo>
                      <a:pt x="233" y="282"/>
                      <a:pt x="233" y="281"/>
                      <a:pt x="233" y="281"/>
                    </a:cubicBezTo>
                    <a:lnTo>
                      <a:pt x="233" y="282"/>
                    </a:lnTo>
                    <a:cubicBezTo>
                      <a:pt x="230" y="277"/>
                      <a:pt x="226" y="273"/>
                      <a:pt x="222" y="268"/>
                    </a:cubicBezTo>
                    <a:lnTo>
                      <a:pt x="223" y="268"/>
                    </a:lnTo>
                    <a:cubicBezTo>
                      <a:pt x="222" y="268"/>
                      <a:pt x="222" y="268"/>
                      <a:pt x="222" y="268"/>
                    </a:cubicBezTo>
                    <a:lnTo>
                      <a:pt x="222" y="267"/>
                    </a:lnTo>
                    <a:cubicBezTo>
                      <a:pt x="218" y="263"/>
                      <a:pt x="213" y="257"/>
                      <a:pt x="209" y="253"/>
                    </a:cubicBezTo>
                    <a:lnTo>
                      <a:pt x="209" y="252"/>
                    </a:lnTo>
                    <a:lnTo>
                      <a:pt x="208" y="252"/>
                    </a:ln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5" y="248"/>
                      <a:pt x="201" y="243"/>
                      <a:pt x="197" y="238"/>
                    </a:cubicBezTo>
                    <a:cubicBezTo>
                      <a:pt x="198" y="238"/>
                      <a:pt x="198" y="239"/>
                      <a:pt x="198" y="239"/>
                    </a:cubicBezTo>
                    <a:cubicBezTo>
                      <a:pt x="183" y="222"/>
                      <a:pt x="169" y="205"/>
                      <a:pt x="154" y="187"/>
                    </a:cubicBezTo>
                    <a:cubicBezTo>
                      <a:pt x="140" y="172"/>
                      <a:pt x="126" y="156"/>
                      <a:pt x="112" y="140"/>
                    </a:cubicBezTo>
                    <a:cubicBezTo>
                      <a:pt x="97" y="124"/>
                      <a:pt x="83" y="108"/>
                      <a:pt x="68" y="93"/>
                    </a:cubicBezTo>
                    <a:cubicBezTo>
                      <a:pt x="60" y="83"/>
                      <a:pt x="52" y="74"/>
                      <a:pt x="43" y="66"/>
                    </a:cubicBezTo>
                    <a:cubicBezTo>
                      <a:pt x="36" y="59"/>
                      <a:pt x="29" y="51"/>
                      <a:pt x="22" y="44"/>
                    </a:cubicBezTo>
                    <a:cubicBezTo>
                      <a:pt x="20" y="41"/>
                      <a:pt x="17" y="38"/>
                      <a:pt x="15" y="35"/>
                    </a:cubicBezTo>
                    <a:lnTo>
                      <a:pt x="14" y="34"/>
                    </a:lnTo>
                    <a:lnTo>
                      <a:pt x="15" y="35"/>
                    </a:lnTo>
                    <a:cubicBezTo>
                      <a:pt x="14" y="34"/>
                      <a:pt x="14" y="33"/>
                      <a:pt x="12" y="33"/>
                    </a:cubicBezTo>
                    <a:cubicBezTo>
                      <a:pt x="13" y="33"/>
                      <a:pt x="14" y="33"/>
                      <a:pt x="14" y="34"/>
                    </a:cubicBezTo>
                    <a:cubicBezTo>
                      <a:pt x="12" y="33"/>
                      <a:pt x="11" y="31"/>
                      <a:pt x="11" y="30"/>
                    </a:cubicBezTo>
                    <a:lnTo>
                      <a:pt x="11" y="31"/>
                    </a:lnTo>
                    <a:cubicBezTo>
                      <a:pt x="8" y="27"/>
                      <a:pt x="5" y="23"/>
                      <a:pt x="3" y="19"/>
                    </a:cubicBezTo>
                    <a:cubicBezTo>
                      <a:pt x="0" y="14"/>
                      <a:pt x="0" y="8"/>
                      <a:pt x="5" y="4"/>
                    </a:cubicBezTo>
                    <a:cubicBezTo>
                      <a:pt x="11" y="0"/>
                      <a:pt x="18" y="2"/>
                      <a:pt x="21" y="8"/>
                    </a:cubicBezTo>
                    <a:cubicBezTo>
                      <a:pt x="22" y="9"/>
                      <a:pt x="23" y="10"/>
                      <a:pt x="24" y="12"/>
                    </a:cubicBezTo>
                    <a:cubicBezTo>
                      <a:pt x="26" y="16"/>
                      <a:pt x="29" y="19"/>
                      <a:pt x="32" y="23"/>
                    </a:cubicBezTo>
                    <a:cubicBezTo>
                      <a:pt x="46" y="39"/>
                      <a:pt x="60" y="54"/>
                      <a:pt x="74" y="70"/>
                    </a:cubicBezTo>
                    <a:cubicBezTo>
                      <a:pt x="89" y="86"/>
                      <a:pt x="103" y="102"/>
                      <a:pt x="117" y="119"/>
                    </a:cubicBezTo>
                    <a:cubicBezTo>
                      <a:pt x="147" y="153"/>
                      <a:pt x="177" y="186"/>
                      <a:pt x="206" y="220"/>
                    </a:cubicBezTo>
                    <a:cubicBezTo>
                      <a:pt x="220" y="236"/>
                      <a:pt x="234" y="253"/>
                      <a:pt x="248" y="270"/>
                    </a:cubicBezTo>
                    <a:cubicBezTo>
                      <a:pt x="263" y="288"/>
                      <a:pt x="278" y="305"/>
                      <a:pt x="292" y="323"/>
                    </a:cubicBezTo>
                    <a:cubicBezTo>
                      <a:pt x="304" y="337"/>
                      <a:pt x="315" y="352"/>
                      <a:pt x="326" y="366"/>
                    </a:cubicBezTo>
                    <a:cubicBezTo>
                      <a:pt x="326" y="365"/>
                      <a:pt x="326" y="365"/>
                      <a:pt x="326" y="365"/>
                    </a:cubicBezTo>
                    <a:cubicBezTo>
                      <a:pt x="338" y="379"/>
                      <a:pt x="350" y="393"/>
                      <a:pt x="362" y="407"/>
                    </a:cubicBezTo>
                    <a:cubicBezTo>
                      <a:pt x="368" y="414"/>
                      <a:pt x="374" y="421"/>
                      <a:pt x="380" y="427"/>
                    </a:cubicBezTo>
                    <a:cubicBezTo>
                      <a:pt x="385" y="433"/>
                      <a:pt x="391" y="440"/>
                      <a:pt x="397" y="445"/>
                    </a:cubicBezTo>
                    <a:cubicBezTo>
                      <a:pt x="397" y="446"/>
                      <a:pt x="398" y="446"/>
                      <a:pt x="398" y="447"/>
                    </a:cubicBezTo>
                    <a:cubicBezTo>
                      <a:pt x="399" y="447"/>
                      <a:pt x="399" y="447"/>
                      <a:pt x="400" y="447"/>
                    </a:cubicBezTo>
                    <a:cubicBezTo>
                      <a:pt x="405" y="450"/>
                      <a:pt x="406" y="457"/>
                      <a:pt x="404" y="461"/>
                    </a:cubicBezTo>
                    <a:cubicBezTo>
                      <a:pt x="402" y="465"/>
                      <a:pt x="398" y="468"/>
                      <a:pt x="394" y="468"/>
                    </a:cubicBezTo>
                    <a:cubicBezTo>
                      <a:pt x="392" y="468"/>
                      <a:pt x="391" y="467"/>
                      <a:pt x="390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30"/>
              <p:cNvSpPr/>
              <p:nvPr/>
            </p:nvSpPr>
            <p:spPr>
              <a:xfrm>
                <a:off x="4054320" y="801720"/>
                <a:ext cx="123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80" extrusionOk="0">
                    <a:moveTo>
                      <a:pt x="329" y="378"/>
                    </a:moveTo>
                    <a:cubicBezTo>
                      <a:pt x="325" y="378"/>
                      <a:pt x="322" y="375"/>
                      <a:pt x="320" y="373"/>
                    </a:cubicBezTo>
                    <a:cubicBezTo>
                      <a:pt x="317" y="371"/>
                      <a:pt x="315" y="369"/>
                      <a:pt x="313" y="367"/>
                    </a:cubicBezTo>
                    <a:cubicBezTo>
                      <a:pt x="310" y="364"/>
                      <a:pt x="306" y="360"/>
                      <a:pt x="303" y="356"/>
                    </a:cubicBezTo>
                    <a:cubicBezTo>
                      <a:pt x="295" y="349"/>
                      <a:pt x="288" y="341"/>
                      <a:pt x="280" y="333"/>
                    </a:cubicBezTo>
                    <a:cubicBezTo>
                      <a:pt x="265" y="317"/>
                      <a:pt x="251" y="300"/>
                      <a:pt x="238" y="282"/>
                    </a:cubicBezTo>
                    <a:cubicBezTo>
                      <a:pt x="227" y="267"/>
                      <a:pt x="217" y="252"/>
                      <a:pt x="206" y="238"/>
                    </a:cubicBezTo>
                    <a:cubicBezTo>
                      <a:pt x="200" y="230"/>
                      <a:pt x="195" y="222"/>
                      <a:pt x="188" y="214"/>
                    </a:cubicBezTo>
                    <a:cubicBezTo>
                      <a:pt x="183" y="207"/>
                      <a:pt x="178" y="200"/>
                      <a:pt x="172" y="193"/>
                    </a:cubicBezTo>
                    <a:cubicBezTo>
                      <a:pt x="168" y="188"/>
                      <a:pt x="164" y="184"/>
                      <a:pt x="160" y="179"/>
                    </a:cubicBezTo>
                    <a:cubicBezTo>
                      <a:pt x="157" y="175"/>
                      <a:pt x="153" y="170"/>
                      <a:pt x="149" y="166"/>
                    </a:cubicBezTo>
                    <a:cubicBezTo>
                      <a:pt x="142" y="159"/>
                      <a:pt x="135" y="151"/>
                      <a:pt x="128" y="143"/>
                    </a:cubicBezTo>
                    <a:cubicBezTo>
                      <a:pt x="112" y="127"/>
                      <a:pt x="96" y="110"/>
                      <a:pt x="80" y="94"/>
                    </a:cubicBezTo>
                    <a:cubicBezTo>
                      <a:pt x="70" y="84"/>
                      <a:pt x="59" y="74"/>
                      <a:pt x="48" y="64"/>
                    </a:cubicBezTo>
                    <a:lnTo>
                      <a:pt x="48" y="63"/>
                    </a:lnTo>
                    <a:lnTo>
                      <a:pt x="48" y="64"/>
                    </a:lnTo>
                    <a:cubicBezTo>
                      <a:pt x="41" y="57"/>
                      <a:pt x="34" y="51"/>
                      <a:pt x="28" y="45"/>
                    </a:cubicBezTo>
                    <a:cubicBezTo>
                      <a:pt x="24" y="42"/>
                      <a:pt x="21" y="39"/>
                      <a:pt x="17" y="36"/>
                    </a:cubicBezTo>
                    <a:cubicBezTo>
                      <a:pt x="12" y="30"/>
                      <a:pt x="6" y="25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2" y="0"/>
                      <a:pt x="19" y="2"/>
                      <a:pt x="22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4" y="11"/>
                      <a:pt x="25" y="12"/>
                      <a:pt x="26" y="14"/>
                    </a:cubicBezTo>
                    <a:cubicBezTo>
                      <a:pt x="34" y="23"/>
                      <a:pt x="43" y="31"/>
                      <a:pt x="51" y="39"/>
                    </a:cubicBezTo>
                    <a:cubicBezTo>
                      <a:pt x="59" y="47"/>
                      <a:pt x="68" y="55"/>
                      <a:pt x="76" y="63"/>
                    </a:cubicBezTo>
                    <a:cubicBezTo>
                      <a:pt x="91" y="78"/>
                      <a:pt x="107" y="94"/>
                      <a:pt x="122" y="110"/>
                    </a:cubicBezTo>
                    <a:cubicBezTo>
                      <a:pt x="137" y="127"/>
                      <a:pt x="154" y="143"/>
                      <a:pt x="168" y="160"/>
                    </a:cubicBezTo>
                    <a:cubicBezTo>
                      <a:pt x="183" y="177"/>
                      <a:pt x="197" y="194"/>
                      <a:pt x="210" y="212"/>
                    </a:cubicBezTo>
                    <a:cubicBezTo>
                      <a:pt x="221" y="226"/>
                      <a:pt x="231" y="240"/>
                      <a:pt x="241" y="254"/>
                    </a:cubicBezTo>
                    <a:cubicBezTo>
                      <a:pt x="251" y="268"/>
                      <a:pt x="262" y="280"/>
                      <a:pt x="272" y="293"/>
                    </a:cubicBezTo>
                    <a:cubicBezTo>
                      <a:pt x="290" y="314"/>
                      <a:pt x="309" y="333"/>
                      <a:pt x="329" y="351"/>
                    </a:cubicBezTo>
                    <a:cubicBezTo>
                      <a:pt x="329" y="351"/>
                      <a:pt x="328" y="351"/>
                      <a:pt x="327" y="351"/>
                    </a:cubicBezTo>
                    <a:cubicBezTo>
                      <a:pt x="330" y="353"/>
                      <a:pt x="332" y="355"/>
                      <a:pt x="335" y="357"/>
                    </a:cubicBezTo>
                    <a:cubicBezTo>
                      <a:pt x="336" y="358"/>
                      <a:pt x="337" y="358"/>
                      <a:pt x="338" y="359"/>
                    </a:cubicBezTo>
                    <a:cubicBezTo>
                      <a:pt x="341" y="362"/>
                      <a:pt x="343" y="368"/>
                      <a:pt x="341" y="372"/>
                    </a:cubicBezTo>
                    <a:lnTo>
                      <a:pt x="340" y="372"/>
                    </a:lnTo>
                    <a:cubicBezTo>
                      <a:pt x="338" y="376"/>
                      <a:pt x="335" y="379"/>
                      <a:pt x="331" y="379"/>
                    </a:cubicBezTo>
                    <a:cubicBezTo>
                      <a:pt x="330" y="379"/>
                      <a:pt x="330" y="378"/>
                      <a:pt x="329" y="3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30"/>
              <p:cNvSpPr/>
              <p:nvPr/>
            </p:nvSpPr>
            <p:spPr>
              <a:xfrm>
                <a:off x="4083480" y="794880"/>
                <a:ext cx="7884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3" extrusionOk="0">
                    <a:moveTo>
                      <a:pt x="198" y="228"/>
                    </a:moveTo>
                    <a:cubicBezTo>
                      <a:pt x="193" y="222"/>
                      <a:pt x="188" y="215"/>
                      <a:pt x="183" y="209"/>
                    </a:cubicBezTo>
                    <a:cubicBezTo>
                      <a:pt x="178" y="203"/>
                      <a:pt x="173" y="196"/>
                      <a:pt x="168" y="190"/>
                    </a:cubicBezTo>
                    <a:lnTo>
                      <a:pt x="169" y="191"/>
                    </a:lnTo>
                    <a:cubicBezTo>
                      <a:pt x="162" y="183"/>
                      <a:pt x="155" y="174"/>
                      <a:pt x="148" y="166"/>
                    </a:cubicBezTo>
                    <a:cubicBezTo>
                      <a:pt x="140" y="158"/>
                      <a:pt x="133" y="150"/>
                      <a:pt x="126" y="143"/>
                    </a:cubicBezTo>
                    <a:cubicBezTo>
                      <a:pt x="109" y="126"/>
                      <a:pt x="93" y="109"/>
                      <a:pt x="77" y="93"/>
                    </a:cubicBezTo>
                    <a:cubicBezTo>
                      <a:pt x="55" y="69"/>
                      <a:pt x="32" y="45"/>
                      <a:pt x="8" y="23"/>
                    </a:cubicBezTo>
                    <a:cubicBezTo>
                      <a:pt x="7" y="23"/>
                      <a:pt x="7" y="22"/>
                      <a:pt x="6" y="21"/>
                    </a:cubicBezTo>
                    <a:cubicBezTo>
                      <a:pt x="4" y="21"/>
                      <a:pt x="3" y="19"/>
                      <a:pt x="2" y="17"/>
                    </a:cubicBezTo>
                    <a:cubicBezTo>
                      <a:pt x="0" y="14"/>
                      <a:pt x="0" y="11"/>
                      <a:pt x="0" y="8"/>
                    </a:cubicBezTo>
                    <a:cubicBezTo>
                      <a:pt x="2" y="5"/>
                      <a:pt x="4" y="2"/>
                      <a:pt x="9" y="0"/>
                    </a:cubicBezTo>
                    <a:cubicBezTo>
                      <a:pt x="12" y="0"/>
                      <a:pt x="16" y="1"/>
                      <a:pt x="18" y="4"/>
                    </a:cubicBezTo>
                    <a:cubicBezTo>
                      <a:pt x="50" y="35"/>
                      <a:pt x="80" y="68"/>
                      <a:pt x="111" y="101"/>
                    </a:cubicBezTo>
                    <a:cubicBezTo>
                      <a:pt x="126" y="116"/>
                      <a:pt x="141" y="131"/>
                      <a:pt x="156" y="147"/>
                    </a:cubicBezTo>
                    <a:cubicBezTo>
                      <a:pt x="171" y="163"/>
                      <a:pt x="186" y="179"/>
                      <a:pt x="200" y="197"/>
                    </a:cubicBezTo>
                    <a:cubicBezTo>
                      <a:pt x="201" y="198"/>
                      <a:pt x="201" y="198"/>
                      <a:pt x="201" y="199"/>
                    </a:cubicBezTo>
                    <a:lnTo>
                      <a:pt x="201" y="198"/>
                    </a:lnTo>
                    <a:cubicBezTo>
                      <a:pt x="202" y="199"/>
                      <a:pt x="203" y="200"/>
                      <a:pt x="204" y="202"/>
                    </a:cubicBezTo>
                    <a:cubicBezTo>
                      <a:pt x="204" y="201"/>
                      <a:pt x="204" y="201"/>
                      <a:pt x="204" y="201"/>
                    </a:cubicBezTo>
                    <a:cubicBezTo>
                      <a:pt x="205" y="203"/>
                      <a:pt x="206" y="204"/>
                      <a:pt x="207" y="206"/>
                    </a:cubicBezTo>
                    <a:lnTo>
                      <a:pt x="207" y="205"/>
                    </a:lnTo>
                    <a:cubicBezTo>
                      <a:pt x="209" y="208"/>
                      <a:pt x="211" y="211"/>
                      <a:pt x="214" y="214"/>
                    </a:cubicBezTo>
                    <a:cubicBezTo>
                      <a:pt x="218" y="218"/>
                      <a:pt x="218" y="225"/>
                      <a:pt x="214" y="229"/>
                    </a:cubicBezTo>
                    <a:cubicBezTo>
                      <a:pt x="212" y="231"/>
                      <a:pt x="209" y="232"/>
                      <a:pt x="206" y="232"/>
                    </a:cubicBezTo>
                    <a:cubicBezTo>
                      <a:pt x="203" y="232"/>
                      <a:pt x="201" y="231"/>
                      <a:pt x="19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30"/>
              <p:cNvSpPr/>
              <p:nvPr/>
            </p:nvSpPr>
            <p:spPr>
              <a:xfrm>
                <a:off x="4110840" y="784440"/>
                <a:ext cx="5328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49" extrusionOk="0">
                    <a:moveTo>
                      <a:pt x="128" y="145"/>
                    </a:moveTo>
                    <a:cubicBezTo>
                      <a:pt x="124" y="141"/>
                      <a:pt x="119" y="136"/>
                      <a:pt x="114" y="131"/>
                    </a:cubicBezTo>
                    <a:cubicBezTo>
                      <a:pt x="111" y="127"/>
                      <a:pt x="107" y="123"/>
                      <a:pt x="104" y="120"/>
                    </a:cubicBezTo>
                    <a:cubicBezTo>
                      <a:pt x="96" y="111"/>
                      <a:pt x="87" y="103"/>
                      <a:pt x="79" y="95"/>
                    </a:cubicBezTo>
                    <a:cubicBezTo>
                      <a:pt x="64" y="79"/>
                      <a:pt x="48" y="64"/>
                      <a:pt x="33" y="49"/>
                    </a:cubicBezTo>
                    <a:cubicBezTo>
                      <a:pt x="28" y="44"/>
                      <a:pt x="24" y="39"/>
                      <a:pt x="19" y="35"/>
                    </a:cubicBezTo>
                    <a:cubicBezTo>
                      <a:pt x="17" y="33"/>
                      <a:pt x="15" y="31"/>
                      <a:pt x="13" y="29"/>
                    </a:cubicBezTo>
                    <a:cubicBezTo>
                      <a:pt x="9" y="25"/>
                      <a:pt x="5" y="21"/>
                      <a:pt x="3" y="16"/>
                    </a:cubicBezTo>
                    <a:cubicBezTo>
                      <a:pt x="0" y="8"/>
                      <a:pt x="7" y="0"/>
                      <a:pt x="15" y="2"/>
                    </a:cubicBezTo>
                    <a:cubicBezTo>
                      <a:pt x="17" y="2"/>
                      <a:pt x="19" y="3"/>
                      <a:pt x="21" y="4"/>
                    </a:cubicBezTo>
                    <a:cubicBezTo>
                      <a:pt x="23" y="6"/>
                      <a:pt x="24" y="8"/>
                      <a:pt x="25" y="10"/>
                    </a:cubicBezTo>
                    <a:cubicBezTo>
                      <a:pt x="32" y="20"/>
                      <a:pt x="41" y="28"/>
                      <a:pt x="49" y="36"/>
                    </a:cubicBezTo>
                    <a:cubicBezTo>
                      <a:pt x="57" y="43"/>
                      <a:pt x="64" y="52"/>
                      <a:pt x="72" y="59"/>
                    </a:cubicBezTo>
                    <a:cubicBezTo>
                      <a:pt x="87" y="76"/>
                      <a:pt x="103" y="91"/>
                      <a:pt x="119" y="108"/>
                    </a:cubicBezTo>
                    <a:cubicBezTo>
                      <a:pt x="126" y="114"/>
                      <a:pt x="132" y="120"/>
                      <a:pt x="139" y="127"/>
                    </a:cubicBezTo>
                    <a:cubicBezTo>
                      <a:pt x="140" y="128"/>
                      <a:pt x="141" y="128"/>
                      <a:pt x="142" y="129"/>
                    </a:cubicBezTo>
                    <a:cubicBezTo>
                      <a:pt x="146" y="133"/>
                      <a:pt x="147" y="139"/>
                      <a:pt x="143" y="144"/>
                    </a:cubicBezTo>
                    <a:cubicBezTo>
                      <a:pt x="141" y="146"/>
                      <a:pt x="138" y="148"/>
                      <a:pt x="135" y="148"/>
                    </a:cubicBezTo>
                    <a:cubicBezTo>
                      <a:pt x="132" y="148"/>
                      <a:pt x="130" y="147"/>
                      <a:pt x="128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30"/>
              <p:cNvSpPr/>
              <p:nvPr/>
            </p:nvSpPr>
            <p:spPr>
              <a:xfrm>
                <a:off x="4136760" y="780840"/>
                <a:ext cx="23040" cy="21960"/>
              </a:xfrm>
              <a:custGeom>
                <a:avLst/>
                <a:gdLst/>
                <a:ahLst/>
                <a:cxnLst/>
                <a:rect l="l" t="t" r="r" b="b"/>
                <a:pathLst>
                  <a:path w="64" h="61" extrusionOk="0">
                    <a:moveTo>
                      <a:pt x="44" y="57"/>
                    </a:moveTo>
                    <a:cubicBezTo>
                      <a:pt x="36" y="48"/>
                      <a:pt x="28" y="39"/>
                      <a:pt x="20" y="31"/>
                    </a:cubicBezTo>
                    <a:lnTo>
                      <a:pt x="21" y="32"/>
                    </a:lnTo>
                    <a:cubicBezTo>
                      <a:pt x="17" y="28"/>
                      <a:pt x="13" y="26"/>
                      <a:pt x="9" y="22"/>
                    </a:cubicBezTo>
                    <a:cubicBezTo>
                      <a:pt x="6" y="21"/>
                      <a:pt x="3" y="19"/>
                      <a:pt x="2" y="16"/>
                    </a:cubicBezTo>
                    <a:cubicBezTo>
                      <a:pt x="0" y="9"/>
                      <a:pt x="5" y="2"/>
                      <a:pt x="12" y="1"/>
                    </a:cubicBezTo>
                    <a:cubicBezTo>
                      <a:pt x="15" y="0"/>
                      <a:pt x="19" y="2"/>
                      <a:pt x="21" y="5"/>
                    </a:cubicBezTo>
                    <a:cubicBezTo>
                      <a:pt x="23" y="6"/>
                      <a:pt x="26" y="7"/>
                      <a:pt x="27" y="9"/>
                    </a:cubicBezTo>
                    <a:cubicBezTo>
                      <a:pt x="31" y="13"/>
                      <a:pt x="34" y="16"/>
                      <a:pt x="38" y="19"/>
                    </a:cubicBezTo>
                    <a:cubicBezTo>
                      <a:pt x="45" y="27"/>
                      <a:pt x="52" y="35"/>
                      <a:pt x="59" y="42"/>
                    </a:cubicBezTo>
                    <a:cubicBezTo>
                      <a:pt x="63" y="47"/>
                      <a:pt x="63" y="53"/>
                      <a:pt x="59" y="58"/>
                    </a:cubicBezTo>
                    <a:cubicBezTo>
                      <a:pt x="57" y="59"/>
                      <a:pt x="54" y="60"/>
                      <a:pt x="51" y="60"/>
                    </a:cubicBezTo>
                    <a:cubicBezTo>
                      <a:pt x="49" y="60"/>
                      <a:pt x="46" y="59"/>
                      <a:pt x="4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30"/>
              <p:cNvSpPr/>
              <p:nvPr/>
            </p:nvSpPr>
            <p:spPr>
              <a:xfrm>
                <a:off x="3894120" y="758520"/>
                <a:ext cx="417600" cy="30168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838" extrusionOk="0">
                    <a:moveTo>
                      <a:pt x="1137" y="837"/>
                    </a:moveTo>
                    <a:cubicBezTo>
                      <a:pt x="1097" y="836"/>
                      <a:pt x="1056" y="833"/>
                      <a:pt x="1015" y="832"/>
                    </a:cubicBezTo>
                    <a:cubicBezTo>
                      <a:pt x="994" y="831"/>
                      <a:pt x="973" y="830"/>
                      <a:pt x="952" y="829"/>
                    </a:cubicBezTo>
                    <a:cubicBezTo>
                      <a:pt x="932" y="827"/>
                      <a:pt x="912" y="826"/>
                      <a:pt x="891" y="825"/>
                    </a:cubicBezTo>
                    <a:cubicBezTo>
                      <a:pt x="851" y="823"/>
                      <a:pt x="811" y="822"/>
                      <a:pt x="771" y="818"/>
                    </a:cubicBezTo>
                    <a:cubicBezTo>
                      <a:pt x="730" y="813"/>
                      <a:pt x="688" y="807"/>
                      <a:pt x="648" y="798"/>
                    </a:cubicBezTo>
                    <a:cubicBezTo>
                      <a:pt x="620" y="792"/>
                      <a:pt x="592" y="785"/>
                      <a:pt x="564" y="779"/>
                    </a:cubicBezTo>
                    <a:cubicBezTo>
                      <a:pt x="537" y="773"/>
                      <a:pt x="510" y="765"/>
                      <a:pt x="482" y="758"/>
                    </a:cubicBezTo>
                    <a:cubicBezTo>
                      <a:pt x="443" y="749"/>
                      <a:pt x="403" y="740"/>
                      <a:pt x="363" y="730"/>
                    </a:cubicBezTo>
                    <a:cubicBezTo>
                      <a:pt x="344" y="725"/>
                      <a:pt x="324" y="720"/>
                      <a:pt x="305" y="714"/>
                    </a:cubicBezTo>
                    <a:cubicBezTo>
                      <a:pt x="286" y="708"/>
                      <a:pt x="268" y="701"/>
                      <a:pt x="250" y="694"/>
                    </a:cubicBezTo>
                    <a:cubicBezTo>
                      <a:pt x="222" y="683"/>
                      <a:pt x="195" y="670"/>
                      <a:pt x="169" y="653"/>
                    </a:cubicBezTo>
                    <a:cubicBezTo>
                      <a:pt x="143" y="636"/>
                      <a:pt x="118" y="617"/>
                      <a:pt x="95" y="595"/>
                    </a:cubicBezTo>
                    <a:cubicBezTo>
                      <a:pt x="96" y="596"/>
                      <a:pt x="97" y="596"/>
                      <a:pt x="98" y="597"/>
                    </a:cubicBezTo>
                    <a:cubicBezTo>
                      <a:pt x="95" y="594"/>
                      <a:pt x="92" y="592"/>
                      <a:pt x="90" y="590"/>
                    </a:cubicBezTo>
                    <a:cubicBezTo>
                      <a:pt x="91" y="590"/>
                      <a:pt x="91" y="590"/>
                      <a:pt x="91" y="591"/>
                    </a:cubicBezTo>
                    <a:cubicBezTo>
                      <a:pt x="63" y="562"/>
                      <a:pt x="35" y="531"/>
                      <a:pt x="18" y="495"/>
                    </a:cubicBezTo>
                    <a:cubicBezTo>
                      <a:pt x="10" y="477"/>
                      <a:pt x="5" y="457"/>
                      <a:pt x="2" y="438"/>
                    </a:cubicBezTo>
                    <a:cubicBezTo>
                      <a:pt x="1" y="428"/>
                      <a:pt x="0" y="417"/>
                      <a:pt x="2" y="406"/>
                    </a:cubicBezTo>
                    <a:cubicBezTo>
                      <a:pt x="3" y="396"/>
                      <a:pt x="5" y="386"/>
                      <a:pt x="9" y="377"/>
                    </a:cubicBezTo>
                    <a:cubicBezTo>
                      <a:pt x="14" y="362"/>
                      <a:pt x="21" y="348"/>
                      <a:pt x="29" y="335"/>
                    </a:cubicBezTo>
                    <a:cubicBezTo>
                      <a:pt x="36" y="322"/>
                      <a:pt x="44" y="309"/>
                      <a:pt x="52" y="297"/>
                    </a:cubicBezTo>
                    <a:lnTo>
                      <a:pt x="53" y="297"/>
                    </a:lnTo>
                    <a:cubicBezTo>
                      <a:pt x="53" y="296"/>
                      <a:pt x="53" y="295"/>
                      <a:pt x="53" y="295"/>
                    </a:cubicBezTo>
                    <a:lnTo>
                      <a:pt x="53" y="296"/>
                    </a:lnTo>
                    <a:cubicBezTo>
                      <a:pt x="58" y="289"/>
                      <a:pt x="64" y="283"/>
                      <a:pt x="70" y="276"/>
                    </a:cubicBezTo>
                    <a:cubicBezTo>
                      <a:pt x="84" y="262"/>
                      <a:pt x="100" y="250"/>
                      <a:pt x="117" y="239"/>
                    </a:cubicBezTo>
                    <a:cubicBezTo>
                      <a:pt x="126" y="233"/>
                      <a:pt x="134" y="227"/>
                      <a:pt x="144" y="222"/>
                    </a:cubicBezTo>
                    <a:cubicBezTo>
                      <a:pt x="152" y="217"/>
                      <a:pt x="161" y="213"/>
                      <a:pt x="170" y="209"/>
                    </a:cubicBezTo>
                    <a:cubicBezTo>
                      <a:pt x="187" y="200"/>
                      <a:pt x="206" y="192"/>
                      <a:pt x="224" y="183"/>
                    </a:cubicBezTo>
                    <a:cubicBezTo>
                      <a:pt x="242" y="175"/>
                      <a:pt x="259" y="166"/>
                      <a:pt x="277" y="158"/>
                    </a:cubicBezTo>
                    <a:cubicBezTo>
                      <a:pt x="288" y="153"/>
                      <a:pt x="299" y="148"/>
                      <a:pt x="310" y="143"/>
                    </a:cubicBezTo>
                    <a:lnTo>
                      <a:pt x="309" y="143"/>
                    </a:lnTo>
                    <a:cubicBezTo>
                      <a:pt x="310" y="143"/>
                      <a:pt x="310" y="143"/>
                      <a:pt x="310" y="143"/>
                    </a:cubicBezTo>
                    <a:cubicBezTo>
                      <a:pt x="311" y="143"/>
                      <a:pt x="311" y="143"/>
                      <a:pt x="312" y="142"/>
                    </a:cubicBezTo>
                    <a:cubicBezTo>
                      <a:pt x="312" y="142"/>
                      <a:pt x="312" y="143"/>
                      <a:pt x="311" y="143"/>
                    </a:cubicBezTo>
                    <a:cubicBezTo>
                      <a:pt x="312" y="142"/>
                      <a:pt x="312" y="142"/>
                      <a:pt x="312" y="142"/>
                    </a:cubicBezTo>
                    <a:cubicBezTo>
                      <a:pt x="313" y="142"/>
                      <a:pt x="315" y="141"/>
                      <a:pt x="317" y="141"/>
                    </a:cubicBezTo>
                    <a:cubicBezTo>
                      <a:pt x="317" y="140"/>
                      <a:pt x="318" y="140"/>
                      <a:pt x="318" y="140"/>
                    </a:cubicBezTo>
                    <a:cubicBezTo>
                      <a:pt x="319" y="139"/>
                      <a:pt x="319" y="139"/>
                      <a:pt x="319" y="139"/>
                    </a:cubicBezTo>
                    <a:lnTo>
                      <a:pt x="320" y="139"/>
                    </a:lnTo>
                    <a:cubicBezTo>
                      <a:pt x="338" y="131"/>
                      <a:pt x="356" y="124"/>
                      <a:pt x="374" y="117"/>
                    </a:cubicBezTo>
                    <a:cubicBezTo>
                      <a:pt x="393" y="110"/>
                      <a:pt x="412" y="104"/>
                      <a:pt x="432" y="99"/>
                    </a:cubicBezTo>
                    <a:cubicBezTo>
                      <a:pt x="471" y="89"/>
                      <a:pt x="511" y="81"/>
                      <a:pt x="551" y="75"/>
                    </a:cubicBezTo>
                    <a:cubicBezTo>
                      <a:pt x="558" y="74"/>
                      <a:pt x="564" y="72"/>
                      <a:pt x="571" y="71"/>
                    </a:cubicBezTo>
                    <a:cubicBezTo>
                      <a:pt x="571" y="72"/>
                      <a:pt x="570" y="72"/>
                      <a:pt x="569" y="72"/>
                    </a:cubicBezTo>
                    <a:cubicBezTo>
                      <a:pt x="588" y="69"/>
                      <a:pt x="607" y="65"/>
                      <a:pt x="627" y="62"/>
                    </a:cubicBezTo>
                    <a:cubicBezTo>
                      <a:pt x="648" y="58"/>
                      <a:pt x="669" y="55"/>
                      <a:pt x="689" y="52"/>
                    </a:cubicBezTo>
                    <a:cubicBezTo>
                      <a:pt x="709" y="48"/>
                      <a:pt x="729" y="44"/>
                      <a:pt x="749" y="40"/>
                    </a:cubicBezTo>
                    <a:cubicBezTo>
                      <a:pt x="768" y="36"/>
                      <a:pt x="786" y="32"/>
                      <a:pt x="806" y="28"/>
                    </a:cubicBezTo>
                    <a:cubicBezTo>
                      <a:pt x="826" y="24"/>
                      <a:pt x="846" y="19"/>
                      <a:pt x="866" y="14"/>
                    </a:cubicBezTo>
                    <a:cubicBezTo>
                      <a:pt x="876" y="11"/>
                      <a:pt x="885" y="9"/>
                      <a:pt x="895" y="6"/>
                    </a:cubicBezTo>
                    <a:cubicBezTo>
                      <a:pt x="899" y="5"/>
                      <a:pt x="904" y="4"/>
                      <a:pt x="908" y="3"/>
                    </a:cubicBezTo>
                    <a:cubicBezTo>
                      <a:pt x="913" y="2"/>
                      <a:pt x="917" y="0"/>
                      <a:pt x="922" y="1"/>
                    </a:cubicBezTo>
                    <a:cubicBezTo>
                      <a:pt x="924" y="1"/>
                      <a:pt x="927" y="1"/>
                      <a:pt x="929" y="2"/>
                    </a:cubicBezTo>
                    <a:cubicBezTo>
                      <a:pt x="935" y="5"/>
                      <a:pt x="939" y="11"/>
                      <a:pt x="940" y="17"/>
                    </a:cubicBezTo>
                    <a:cubicBezTo>
                      <a:pt x="940" y="24"/>
                      <a:pt x="937" y="30"/>
                      <a:pt x="931" y="33"/>
                    </a:cubicBezTo>
                    <a:cubicBezTo>
                      <a:pt x="928" y="36"/>
                      <a:pt x="923" y="37"/>
                      <a:pt x="918" y="38"/>
                    </a:cubicBezTo>
                    <a:cubicBezTo>
                      <a:pt x="913" y="39"/>
                      <a:pt x="908" y="40"/>
                      <a:pt x="903" y="41"/>
                    </a:cubicBezTo>
                    <a:cubicBezTo>
                      <a:pt x="895" y="44"/>
                      <a:pt x="886" y="46"/>
                      <a:pt x="877" y="48"/>
                    </a:cubicBezTo>
                    <a:cubicBezTo>
                      <a:pt x="857" y="54"/>
                      <a:pt x="838" y="59"/>
                      <a:pt x="818" y="63"/>
                    </a:cubicBezTo>
                    <a:cubicBezTo>
                      <a:pt x="798" y="68"/>
                      <a:pt x="778" y="72"/>
                      <a:pt x="758" y="76"/>
                    </a:cubicBezTo>
                    <a:cubicBezTo>
                      <a:pt x="739" y="80"/>
                      <a:pt x="720" y="84"/>
                      <a:pt x="701" y="88"/>
                    </a:cubicBezTo>
                    <a:cubicBezTo>
                      <a:pt x="681" y="91"/>
                      <a:pt x="661" y="95"/>
                      <a:pt x="640" y="98"/>
                    </a:cubicBezTo>
                    <a:cubicBezTo>
                      <a:pt x="620" y="101"/>
                      <a:pt x="600" y="105"/>
                      <a:pt x="580" y="108"/>
                    </a:cubicBezTo>
                    <a:cubicBezTo>
                      <a:pt x="560" y="112"/>
                      <a:pt x="541" y="114"/>
                      <a:pt x="521" y="118"/>
                    </a:cubicBezTo>
                    <a:cubicBezTo>
                      <a:pt x="501" y="122"/>
                      <a:pt x="481" y="126"/>
                      <a:pt x="461" y="131"/>
                    </a:cubicBezTo>
                    <a:cubicBezTo>
                      <a:pt x="451" y="134"/>
                      <a:pt x="441" y="136"/>
                      <a:pt x="432" y="139"/>
                    </a:cubicBezTo>
                    <a:cubicBezTo>
                      <a:pt x="433" y="139"/>
                      <a:pt x="434" y="138"/>
                      <a:pt x="434" y="138"/>
                    </a:cubicBezTo>
                    <a:cubicBezTo>
                      <a:pt x="415" y="143"/>
                      <a:pt x="397" y="150"/>
                      <a:pt x="379" y="157"/>
                    </a:cubicBezTo>
                    <a:cubicBezTo>
                      <a:pt x="360" y="164"/>
                      <a:pt x="342" y="171"/>
                      <a:pt x="324" y="179"/>
                    </a:cubicBezTo>
                    <a:cubicBezTo>
                      <a:pt x="296" y="191"/>
                      <a:pt x="270" y="205"/>
                      <a:pt x="242" y="218"/>
                    </a:cubicBezTo>
                    <a:cubicBezTo>
                      <a:pt x="215" y="231"/>
                      <a:pt x="187" y="244"/>
                      <a:pt x="161" y="258"/>
                    </a:cubicBezTo>
                    <a:cubicBezTo>
                      <a:pt x="145" y="267"/>
                      <a:pt x="131" y="277"/>
                      <a:pt x="117" y="288"/>
                    </a:cubicBezTo>
                    <a:cubicBezTo>
                      <a:pt x="110" y="293"/>
                      <a:pt x="103" y="299"/>
                      <a:pt x="97" y="305"/>
                    </a:cubicBezTo>
                    <a:cubicBezTo>
                      <a:pt x="92" y="310"/>
                      <a:pt x="88" y="315"/>
                      <a:pt x="85" y="319"/>
                    </a:cubicBezTo>
                    <a:cubicBezTo>
                      <a:pt x="78" y="330"/>
                      <a:pt x="71" y="340"/>
                      <a:pt x="66" y="351"/>
                    </a:cubicBezTo>
                    <a:cubicBezTo>
                      <a:pt x="59" y="362"/>
                      <a:pt x="53" y="373"/>
                      <a:pt x="48" y="385"/>
                    </a:cubicBezTo>
                    <a:cubicBezTo>
                      <a:pt x="46" y="390"/>
                      <a:pt x="45" y="396"/>
                      <a:pt x="44" y="401"/>
                    </a:cubicBezTo>
                    <a:cubicBezTo>
                      <a:pt x="44" y="400"/>
                      <a:pt x="44" y="400"/>
                      <a:pt x="44" y="400"/>
                    </a:cubicBezTo>
                    <a:cubicBezTo>
                      <a:pt x="44" y="400"/>
                      <a:pt x="44" y="401"/>
                      <a:pt x="43" y="402"/>
                    </a:cubicBezTo>
                    <a:cubicBezTo>
                      <a:pt x="42" y="405"/>
                      <a:pt x="42" y="408"/>
                      <a:pt x="42" y="411"/>
                    </a:cubicBezTo>
                    <a:cubicBezTo>
                      <a:pt x="41" y="414"/>
                      <a:pt x="41" y="417"/>
                      <a:pt x="41" y="420"/>
                    </a:cubicBezTo>
                    <a:cubicBezTo>
                      <a:pt x="41" y="426"/>
                      <a:pt x="42" y="432"/>
                      <a:pt x="43" y="437"/>
                    </a:cubicBezTo>
                    <a:cubicBezTo>
                      <a:pt x="44" y="445"/>
                      <a:pt x="46" y="452"/>
                      <a:pt x="48" y="459"/>
                    </a:cubicBezTo>
                    <a:cubicBezTo>
                      <a:pt x="49" y="464"/>
                      <a:pt x="52" y="470"/>
                      <a:pt x="53" y="476"/>
                    </a:cubicBezTo>
                    <a:cubicBezTo>
                      <a:pt x="56" y="481"/>
                      <a:pt x="59" y="487"/>
                      <a:pt x="62" y="492"/>
                    </a:cubicBezTo>
                    <a:cubicBezTo>
                      <a:pt x="69" y="502"/>
                      <a:pt x="75" y="512"/>
                      <a:pt x="82" y="521"/>
                    </a:cubicBezTo>
                    <a:cubicBezTo>
                      <a:pt x="94" y="536"/>
                      <a:pt x="106" y="549"/>
                      <a:pt x="119" y="562"/>
                    </a:cubicBezTo>
                    <a:cubicBezTo>
                      <a:pt x="119" y="562"/>
                      <a:pt x="120" y="563"/>
                      <a:pt x="121" y="564"/>
                    </a:cubicBezTo>
                    <a:cubicBezTo>
                      <a:pt x="120" y="563"/>
                      <a:pt x="120" y="563"/>
                      <a:pt x="119" y="562"/>
                    </a:cubicBezTo>
                    <a:cubicBezTo>
                      <a:pt x="121" y="563"/>
                      <a:pt x="123" y="565"/>
                      <a:pt x="124" y="567"/>
                    </a:cubicBezTo>
                    <a:cubicBezTo>
                      <a:pt x="138" y="580"/>
                      <a:pt x="152" y="592"/>
                      <a:pt x="168" y="603"/>
                    </a:cubicBezTo>
                    <a:cubicBezTo>
                      <a:pt x="175" y="609"/>
                      <a:pt x="183" y="614"/>
                      <a:pt x="192" y="619"/>
                    </a:cubicBezTo>
                    <a:cubicBezTo>
                      <a:pt x="199" y="625"/>
                      <a:pt x="207" y="629"/>
                      <a:pt x="215" y="633"/>
                    </a:cubicBezTo>
                    <a:cubicBezTo>
                      <a:pt x="222" y="637"/>
                      <a:pt x="230" y="642"/>
                      <a:pt x="238" y="646"/>
                    </a:cubicBezTo>
                    <a:cubicBezTo>
                      <a:pt x="247" y="649"/>
                      <a:pt x="256" y="653"/>
                      <a:pt x="264" y="657"/>
                    </a:cubicBezTo>
                    <a:cubicBezTo>
                      <a:pt x="283" y="664"/>
                      <a:pt x="302" y="671"/>
                      <a:pt x="321" y="677"/>
                    </a:cubicBezTo>
                    <a:cubicBezTo>
                      <a:pt x="342" y="684"/>
                      <a:pt x="363" y="689"/>
                      <a:pt x="384" y="694"/>
                    </a:cubicBezTo>
                    <a:cubicBezTo>
                      <a:pt x="387" y="695"/>
                      <a:pt x="390" y="696"/>
                      <a:pt x="393" y="696"/>
                    </a:cubicBezTo>
                    <a:cubicBezTo>
                      <a:pt x="421" y="703"/>
                      <a:pt x="448" y="709"/>
                      <a:pt x="476" y="716"/>
                    </a:cubicBezTo>
                    <a:cubicBezTo>
                      <a:pt x="504" y="723"/>
                      <a:pt x="532" y="730"/>
                      <a:pt x="560" y="737"/>
                    </a:cubicBezTo>
                    <a:lnTo>
                      <a:pt x="559" y="737"/>
                    </a:lnTo>
                    <a:cubicBezTo>
                      <a:pt x="562" y="737"/>
                      <a:pt x="563" y="738"/>
                      <a:pt x="565" y="738"/>
                    </a:cubicBezTo>
                    <a:lnTo>
                      <a:pt x="564" y="738"/>
                    </a:lnTo>
                    <a:cubicBezTo>
                      <a:pt x="565" y="738"/>
                      <a:pt x="566" y="738"/>
                      <a:pt x="566" y="738"/>
                    </a:cubicBezTo>
                    <a:lnTo>
                      <a:pt x="567" y="739"/>
                    </a:lnTo>
                    <a:lnTo>
                      <a:pt x="566" y="738"/>
                    </a:lnTo>
                    <a:cubicBezTo>
                      <a:pt x="568" y="739"/>
                      <a:pt x="570" y="739"/>
                      <a:pt x="571" y="740"/>
                    </a:cubicBezTo>
                    <a:lnTo>
                      <a:pt x="571" y="739"/>
                    </a:lnTo>
                    <a:cubicBezTo>
                      <a:pt x="603" y="747"/>
                      <a:pt x="635" y="754"/>
                      <a:pt x="667" y="761"/>
                    </a:cubicBezTo>
                    <a:cubicBezTo>
                      <a:pt x="698" y="768"/>
                      <a:pt x="730" y="773"/>
                      <a:pt x="762" y="777"/>
                    </a:cubicBezTo>
                    <a:cubicBezTo>
                      <a:pt x="802" y="781"/>
                      <a:pt x="842" y="784"/>
                      <a:pt x="883" y="785"/>
                    </a:cubicBezTo>
                    <a:cubicBezTo>
                      <a:pt x="903" y="785"/>
                      <a:pt x="924" y="787"/>
                      <a:pt x="944" y="788"/>
                    </a:cubicBezTo>
                    <a:cubicBezTo>
                      <a:pt x="965" y="790"/>
                      <a:pt x="986" y="791"/>
                      <a:pt x="1007" y="792"/>
                    </a:cubicBezTo>
                    <a:cubicBezTo>
                      <a:pt x="1029" y="793"/>
                      <a:pt x="1051" y="794"/>
                      <a:pt x="1074" y="794"/>
                    </a:cubicBezTo>
                    <a:cubicBezTo>
                      <a:pt x="1085" y="795"/>
                      <a:pt x="1096" y="795"/>
                      <a:pt x="1108" y="795"/>
                    </a:cubicBezTo>
                    <a:cubicBezTo>
                      <a:pt x="1119" y="795"/>
                      <a:pt x="1131" y="795"/>
                      <a:pt x="1142" y="798"/>
                    </a:cubicBezTo>
                    <a:cubicBezTo>
                      <a:pt x="1151" y="799"/>
                      <a:pt x="1159" y="808"/>
                      <a:pt x="1158" y="818"/>
                    </a:cubicBezTo>
                    <a:cubicBezTo>
                      <a:pt x="1158" y="829"/>
                      <a:pt x="1149" y="837"/>
                      <a:pt x="1138" y="837"/>
                    </a:cubicBezTo>
                    <a:lnTo>
                      <a:pt x="1137" y="8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2" name="Google Shape;2822;p31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2823" name="Google Shape;2823;p31"/>
          <p:cNvGrpSpPr/>
          <p:nvPr/>
        </p:nvGrpSpPr>
        <p:grpSpPr>
          <a:xfrm>
            <a:off x="-2353038" y="2360040"/>
            <a:ext cx="4472200" cy="3618308"/>
            <a:chOff x="-2353038" y="2360040"/>
            <a:chExt cx="4472200" cy="3618308"/>
          </a:xfrm>
        </p:grpSpPr>
        <p:grpSp>
          <p:nvGrpSpPr>
            <p:cNvPr id="2824" name="Google Shape;2824;p31"/>
            <p:cNvGrpSpPr/>
            <p:nvPr/>
          </p:nvGrpSpPr>
          <p:grpSpPr>
            <a:xfrm>
              <a:off x="-1304272" y="4305826"/>
              <a:ext cx="2017489" cy="1007583"/>
              <a:chOff x="54720" y="2121120"/>
              <a:chExt cx="937800" cy="468360"/>
            </a:xfrm>
          </p:grpSpPr>
          <p:sp>
            <p:nvSpPr>
              <p:cNvPr id="2825" name="Google Shape;2825;p31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31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31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31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31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31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31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31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31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31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31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31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31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31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31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31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31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31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31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31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31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31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31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31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49" name="Google Shape;2849;p31"/>
            <p:cNvGrpSpPr/>
            <p:nvPr/>
          </p:nvGrpSpPr>
          <p:grpSpPr>
            <a:xfrm>
              <a:off x="-2353038" y="2360040"/>
              <a:ext cx="3149761" cy="2128238"/>
              <a:chOff x="3131640" y="4042440"/>
              <a:chExt cx="1464120" cy="989280"/>
            </a:xfrm>
          </p:grpSpPr>
          <p:sp>
            <p:nvSpPr>
              <p:cNvPr id="2850" name="Google Shape;2850;p31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31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31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31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31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31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31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31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31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31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31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31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31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31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31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31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31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31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31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31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31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31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31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31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31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31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31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31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31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31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31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31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31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31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31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31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31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31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31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31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31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31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31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31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31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31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31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31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31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31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31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31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31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31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31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31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31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31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31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31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31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31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31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31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31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31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31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31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31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31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31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31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31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31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31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31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31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31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31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31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31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31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31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31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31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31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31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31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31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31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31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31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31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31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31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31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31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31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31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31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31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31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31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31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31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31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31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31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31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31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31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31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31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31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31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31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31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31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31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31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31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31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2" name="Google Shape;2972;p31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3" name="Google Shape;2973;p31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31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5" name="Google Shape;2975;p31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6" name="Google Shape;2976;p31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31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31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31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31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31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31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31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4" name="Google Shape;2984;p31"/>
            <p:cNvGrpSpPr/>
            <p:nvPr/>
          </p:nvGrpSpPr>
          <p:grpSpPr>
            <a:xfrm>
              <a:off x="1024839" y="4488272"/>
              <a:ext cx="1094323" cy="1490076"/>
              <a:chOff x="4084200" y="3439800"/>
              <a:chExt cx="508680" cy="692640"/>
            </a:xfrm>
          </p:grpSpPr>
          <p:sp>
            <p:nvSpPr>
              <p:cNvPr id="2985" name="Google Shape;2985;p31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31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31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31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31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31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31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31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31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31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31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31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31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31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1_1">
    <p:spTree>
      <p:nvGrpSpPr>
        <p:cNvPr id="1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" name="Google Shape;3000;p3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3001" name="Google Shape;3001;p32"/>
          <p:cNvGrpSpPr/>
          <p:nvPr/>
        </p:nvGrpSpPr>
        <p:grpSpPr>
          <a:xfrm>
            <a:off x="7016391" y="-698437"/>
            <a:ext cx="4696708" cy="3966906"/>
            <a:chOff x="7016391" y="-698437"/>
            <a:chExt cx="4696708" cy="3966906"/>
          </a:xfrm>
        </p:grpSpPr>
        <p:grpSp>
          <p:nvGrpSpPr>
            <p:cNvPr id="3002" name="Google Shape;3002;p32"/>
            <p:cNvGrpSpPr/>
            <p:nvPr/>
          </p:nvGrpSpPr>
          <p:grpSpPr>
            <a:xfrm>
              <a:off x="7920529" y="1092988"/>
              <a:ext cx="3792570" cy="2175481"/>
              <a:chOff x="-1039340" y="3405957"/>
              <a:chExt cx="1762920" cy="1011240"/>
            </a:xfrm>
          </p:grpSpPr>
          <p:sp>
            <p:nvSpPr>
              <p:cNvPr id="3003" name="Google Shape;3003;p32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32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32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32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32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32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32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32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32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32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32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32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32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32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32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32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32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32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32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32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32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32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32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32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32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32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32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32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32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32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32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32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32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32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32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32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32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32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32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32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32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32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32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32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32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32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32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32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32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32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32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32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32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32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32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32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32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32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32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32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32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32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32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32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32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32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32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32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32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32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73" name="Google Shape;3073;p32"/>
            <p:cNvGrpSpPr/>
            <p:nvPr/>
          </p:nvGrpSpPr>
          <p:grpSpPr>
            <a:xfrm>
              <a:off x="7016391" y="-698437"/>
              <a:ext cx="2641710" cy="1889702"/>
              <a:chOff x="39600" y="2802600"/>
              <a:chExt cx="1227960" cy="878400"/>
            </a:xfrm>
          </p:grpSpPr>
          <p:sp>
            <p:nvSpPr>
              <p:cNvPr id="3074" name="Google Shape;3074;p32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32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32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32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32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32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32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32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32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32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32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32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32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32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32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32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32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32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32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32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32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32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32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32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32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32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32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32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32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32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32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32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32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32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32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32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32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32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32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32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32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32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32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32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32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32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32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32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32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32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32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32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32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32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32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32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32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32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32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32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32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32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32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32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32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32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4" r:id="rId3"/>
    <p:sldLayoutId id="2147483655" r:id="rId4"/>
    <p:sldLayoutId id="2147483656" r:id="rId5"/>
    <p:sldLayoutId id="2147483658" r:id="rId6"/>
    <p:sldLayoutId id="2147483660" r:id="rId7"/>
    <p:sldLayoutId id="2147483666" r:id="rId8"/>
    <p:sldLayoutId id="2147483669" r:id="rId9"/>
    <p:sldLayoutId id="2147483675" r:id="rId10"/>
    <p:sldLayoutId id="2147483676" r:id="rId11"/>
    <p:sldLayoutId id="2147483677" r:id="rId12"/>
    <p:sldLayoutId id="2147483678" r:id="rId1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9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9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9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9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9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9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9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9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9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9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9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9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9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9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9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8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hyperlink" Target="https://youtu.be/3kBuU7hTalM?si=t7oOp_WAkl8U1RIc" TargetMode="External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9.xml"/><Relationship Id="rId5" Type="http://schemas.openxmlformats.org/officeDocument/2006/relationships/hyperlink" Target="https://www.youtube.com/watch?v=Vw-yk-hhlXk" TargetMode="External"/><Relationship Id="rId4" Type="http://schemas.openxmlformats.org/officeDocument/2006/relationships/hyperlink" Target="https://www.youtube.com/watch?v=qhu7VSyD5Mo" TargetMode="Externa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0" name="Google Shape;3150;p36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5000" noProof="0" dirty="0"/>
              <a:t>Matemática Computacional</a:t>
            </a:r>
          </a:p>
          <a:p>
            <a:pPr lvl="0"/>
            <a:r>
              <a:rPr lang="pt-BR" sz="3400" noProof="0" dirty="0">
                <a:solidFill>
                  <a:schemeClr val="lt2"/>
                </a:solidFill>
              </a:rPr>
              <a:t>Todos os cursos C&amp;TIC</a:t>
            </a:r>
            <a:endParaRPr lang="pt-BR" sz="2400" noProof="0" dirty="0">
              <a:solidFill>
                <a:schemeClr val="lt2"/>
              </a:solidFill>
            </a:endParaRPr>
          </a:p>
        </p:txBody>
      </p:sp>
      <p:sp>
        <p:nvSpPr>
          <p:cNvPr id="3151" name="Google Shape;3151;p36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Matemática Aplicada à Computação; Matemática; </a:t>
            </a:r>
            <a:br>
              <a:rPr lang="pt-BR" noProof="0" dirty="0"/>
            </a:br>
            <a:r>
              <a:rPr lang="pt-BR" noProof="0" dirty="0"/>
              <a:t>Fundamentos de Computação; Modelagem Computacional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Dúvida...!</a:t>
            </a:r>
          </a:p>
        </p:txBody>
      </p:sp>
      <p:sp>
        <p:nvSpPr>
          <p:cNvPr id="3186" name="Google Shape;3186;p3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Por que devemos estudar Matemática Computacional???</a:t>
            </a:r>
          </a:p>
        </p:txBody>
      </p:sp>
      <p:grpSp>
        <p:nvGrpSpPr>
          <p:cNvPr id="3187" name="Google Shape;3187;p39"/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/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/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/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/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/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/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/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/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/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/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/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/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/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/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/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/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/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/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/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/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/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/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/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/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/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/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/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/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/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/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/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/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/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/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/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/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/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/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/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/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/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/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/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/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/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/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/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/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/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/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/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/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/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/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/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/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/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/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/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/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/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/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/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/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/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/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/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/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/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/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/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/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/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F089DAD9-E395-EAE6-CB80-72097A13D9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9695C8A7-2CCF-3F70-D03B-D9551E970DE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Resolução de Problemas Complexos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6D5B778A-0758-3774-21FC-13D7CD8C7484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Ferramentas numéricas e algoritmos traduzem fenômenos físicos e matemáticos pesados em soluções práticas e precisas.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DDD80AAA-A474-B777-F52F-135DCDC290A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B2D93B3E-8981-A0A5-ACB8-AE4A9CFA915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0F3C595-6E2B-EB8D-A3F8-E1F37AE9C113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16151B4-41A4-65D4-4743-8D7ADE5811D4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7C36F3B5-05B3-A554-8EC7-CB156789B1BB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CC9FB553-D89A-743C-8F32-2E4BFED2F764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B91C7E3D-05B1-B6E5-B53B-701E4B23B4FA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48F45410-9112-6EC6-B313-B4062CBEDA3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1841E607-069A-291C-404C-0F885DF178B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6BD9D1C2-EC56-4CBB-DE3C-BAFC8EF093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CA1D76D8-E5D0-4A77-FF6E-698E552135D6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4C107F8-AD4F-86B0-B939-70AA72C4C77D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C0D6407-8182-0AC3-9D77-4E09D3C3FE8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70A978E8-0F6B-7C7C-3D25-AB1EABF57514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602CBB95-DEAE-2626-2BE4-4DC0BE4607A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77551B55-1E35-4444-EB1C-C5D6BF1B5559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68F12A58-D0EA-53CE-E208-7ED44EF027B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DC71664D-C1F7-988A-25F1-36772952B2E3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079DABA-656C-BDC8-E020-182852BF11D1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F639BBD9-8F1C-0BC4-2F91-3B42A99FBD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A080CDA-4048-0AAA-1A5A-BBBBD4B2B12D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58F5BE3B-9A9E-07F8-B225-D0BE441C5FCA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CD5EF5BE-9A2C-AE5D-322E-E64B22152F97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CC9EFEF2-A485-7FF8-7242-A2A62D2EBDF4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8D8361DA-C06F-ABE1-8BB4-3240D78C57D9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EFA2246-0D3C-A806-35B8-7F6CF79FD8E6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3C0528F7-C5F8-1869-8966-2EB0506C1F7B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BAB71FB6-3F78-DD3B-778F-04CA2FC83038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019603C0-2A3F-B7C4-AB2A-9DBC67FF0297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805702E8-AE6A-94F1-54EA-0F6DAD0E06B3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309C15E8-C037-E035-5D4B-7DB53AEF8D8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90B08194-81C1-88BC-CB2C-299FE3EDC51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06ADD3E6-853A-03D2-268D-F4F44395DFAB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B45E5B2C-280D-E61C-4FA8-CCB2DE7EE530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DF06AA2B-7BB0-CE05-0449-A16312296CAA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3836DA2D-04CE-0C8E-71F8-66D26E7AEAF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CCE35A07-C08D-9885-614F-A26BB3EA4F3D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90D7FE41-EBFB-D1EC-CE69-FE93E0DE2DC4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773F099E-8840-427F-7C57-E1CC095026AB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A179E69-399E-17D8-43E3-F74F10A4AA2E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E7979191-69C7-91A6-D242-C895AB4EDB57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9E06B27A-01A9-71E5-D9F5-284C060900B6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5BBEAAED-22E8-FE23-61E5-2A90BE3C9A07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5B506A7-89F6-7689-6CC2-2D1378C10551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CD5330A-3BE4-E886-B7A7-31349926FF7C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666DCC-E084-236F-04F1-B23F690FEB5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A41AEA1-A039-E21A-A663-3D9B21583C81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D13A4F44-CA29-FA9C-F2B0-84A47CCB1355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7DB47B9E-4B85-4DD5-9F3D-1995115FA72C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AAC91B97-3E3E-1C13-025A-96C01A34A915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70FA878D-0AB1-BFDA-EA8A-466B9502CD95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377F732A-83A1-2FE1-7452-24946FD7F20F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F464D41D-5BAD-05CD-F1F1-B726C65A999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B319E59F-6177-3636-8093-C24F59BA7485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A073901-C9B9-BC01-FC88-6FDAF9D97319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14F8BB35-C6FE-6774-FBF1-E28414CD4B69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328F00E-E535-DC98-55E7-ED46A2D7D643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CAB885D8-EFF8-9A57-4A92-230AC7C398A0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3E36DDB2-7980-DBA1-BE5B-8884ABD1BCB2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7674521C-0AB5-0471-0FD8-F7738F73115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940FA7EE-6BAC-C799-8107-7F256893969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B521BF-3DD1-30F5-4BD6-394B06BF964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7B26742A-539B-5880-0A98-D7044F9FD327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6225A21E-BE5A-6D7E-B970-59C103484C4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A6D37E6E-07F7-9CEA-CD39-43A624A529EB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6D3B7E32-63D0-13A2-4377-ED49D3275EB6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9E2E3A64-E4DA-0CFC-05DD-B00E62E335D8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AA6CD19-BF92-52F1-A24C-22B6D52FF66B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113CC9FD-F046-A8F0-96EF-FCE50729D57B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37DE1E92-E579-1837-26B9-F476317BF47F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03D86B8-5840-107F-D54E-44EB283B1F64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62BC57BE-65D9-6F61-8AA1-DD1B1610077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31AD486E-3AB7-4D2E-D636-3E6B272BF02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97DA1FBF-AC9E-FFA8-3299-799A3ED2F90A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8717B11-097D-6003-625B-034108956B2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2F3D5293-FB64-40E0-74B6-81260014701D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9731592B-C2B9-A2CA-DB64-3650005482C3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441671B-B8AE-6CAB-2F1C-93FB29008E50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72D6B7AF-B20C-4C52-44CC-2C3C0CEFE9C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355356A-F797-4E11-E248-31B01A230D54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1184EB4D-0066-C7FB-34F4-DE525ABBE5B5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56AAE8A-07A2-5DDB-6DC6-4E0A7414269A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C970264A-F392-453B-912E-689B0F6583BB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93454453-8299-FB86-A20B-21C373C092CF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8391091-5548-4637-5D80-0EC4068CADDD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290D1C9-EED4-C445-AB6E-0BC14F5A5D26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A4C61312-C2FD-7F8B-E5D2-F22E76BDBCF6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D4AC8FEB-7B08-0D53-6A49-BF024A095725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C91A7E46-269C-FACD-01E2-14889064E666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AC3ACB0F-0082-C55A-F56F-91871A07670F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A5223B25-4B0F-1A7B-2743-8372C377305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DFFE95C0-18B1-FF5F-7601-5CEB6C9439DF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F02E74AB-8730-FE53-0AD1-42C3CF7C2021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BC6F68C4-0DD5-DF1C-2224-9827ABD89BA5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116B90F6-01FD-A306-0DEA-588C8F24373C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1008E214-C567-3A4C-A66B-FBCF20064E33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74E9903-859F-7F96-84B2-ECAC88743A6F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183DC647-7412-98B6-AA10-78C2E93BF293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E281160B-AEC8-0388-AA80-BD6BAE9A08CB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430B5B8B-6BE3-4183-DCB7-1E0A2ABCD38A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B74E2EC0-65DE-4313-8359-8885F32A76D1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67FDF09F-E43B-1880-B142-77D0D010EC64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40FCCDD-1D67-83A0-7F69-1DF2F0F59EF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F46443FC-5659-38EB-A664-D49F8D107ADB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C3098962-C2F9-B510-9789-43C75DAC97C2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49DC2A7C-6C5E-608B-C511-FD7B69689B7B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06A633E-2EC7-D6AC-8042-F8845E5B35EA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67309104-2897-D392-A336-DFE9C8BE4241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82F4FA5E-BC5F-A081-E17D-BA204459697E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B537ADA2-854D-38DF-B5D7-E624087C45EF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0FD6A480-6D8C-607D-FC99-F1C15A69E37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CF6FDE68-7026-F3DA-F3D0-5FA288AF9999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606B25FD-717E-F678-3C17-05218192E1DE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E148934-AE77-57C7-8946-DD7E5EC894E8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5AD2B61-E52C-3EA6-E486-9BE261221575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F3721FB-EEC0-B252-1AB8-DB00D08C47E5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DCB5DFBC-DFAD-DF54-D2D0-C94AFB4BEB40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8CA0931C-FF90-2842-808A-5B8E830F50B6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FC2AE080-B42B-12DF-C0ED-B3033609257C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CBF607B1-A352-7543-1EE7-DF9F3808F34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3E1EC37B-5998-DDA7-F076-F5E769C0FCC3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13FA87DA-170D-A2C4-3165-0B4543871BD4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E7CB172B-CB9A-A611-5DE7-323E630085B4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E9FF68DB-66AA-516B-D3FB-CA22D52C4EB5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8D349A51-254E-5716-FC28-CA34BB80CBE9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A87C127A-A3EC-A571-E6B2-D1DCF48A53F4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6FB4EFD6-4891-1F91-2D54-0192CDE93941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D031468E-2524-B774-FF11-A300AA4920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EA4F43C8-BB5F-6852-FF0F-9134DBF310EC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A481A2F4-90E5-A863-1C7A-6108ECAC96B3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0EFC1D0B-A5DF-9AEA-AF1E-34584B0EB7AB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E769152A-FC82-2CB7-8734-B0D32299A66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CACD1C31-314A-4782-0A66-57A64F76BEE1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687955AB-0C9B-15DB-CF60-44B8A8048F29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12464E71-D5BD-5AD0-631C-66B5844DEFBE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31ED1B4D-B7D0-E0AE-CD2D-9A9175D2747D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625C795B-B4B9-4FD9-D56D-37C0EF908227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7BB6B9B3-A379-E5A3-0CA8-D0E17D744577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439F6365-9EED-5986-2BEE-490DDA8099B2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D48807BF-0057-D82D-8CD4-F4A87B0FE191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963AF3A-A4E8-653E-BFA9-CC85F8F714DB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76F98C3F-75A4-0EA1-B069-EF8566756737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ECB8C097-480C-143F-6902-58DDD31743D6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791B6F00-BE8B-E027-00C4-42670D31CBA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69786B27-3D16-C97A-3551-D1909B8A9EA0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C5BCD274-499B-291F-E7D5-36944980549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B844811E-6DBD-CE90-360B-FD3FD2A65AE2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29AC994E-B9C0-A359-0828-F4144D6ED3C0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E9C2D0D1-759F-9DD2-98F8-70A6E333FDC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62E0CCD4-799C-A81D-CF33-BAB4C472C2C1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35CDDCF5-93A5-1F13-141F-EB8E06E19548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E776B7E2-0248-9F1D-8B1C-AB59F1B84C28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708F3BF7-32D1-EECF-F682-868E9629408F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D09F9E5-7C57-870A-9F92-28792B794696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1092F594-192D-44A7-F88D-DDDBC35A96CA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9AFB643D-6AA2-D50D-D1F9-70C635C75434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EC2F69D3-DC57-9B03-39B1-8944AAE1D7C1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4389DE81-02F4-840C-4989-20C9E1A2B9F7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44C6B6CC-4D9F-5F34-FCE0-DA01DD428CEB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F2C4DAC6-88D8-251A-C04F-4D1AA48CA66E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F2790FC1-E961-F5DC-C8BB-A74C2C82FBB7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5071BC60-DFCD-7FCF-298A-CA5BA9A85624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30943CD5-3749-1AF1-7B8D-05F1C58ED07C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9C2E431-4F6D-942A-F455-5B23BEF735A3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F1336DE4-2247-59BF-96A1-7EC204366A1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01070AEE-2581-FF56-8190-50C593581BC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D0C338F8-01E5-66CE-7B6D-5775A1515D95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7BB69E6-48A6-216E-1A0E-2A6FE944F1CE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7F851F1C-2CE1-F627-5CE1-C5349E7A167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67D07CAF-9670-D063-6FC0-B5C43A0E8625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55CEB518-8754-0D42-995B-B73C139B3FB1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BF338510-05EB-A129-57AD-E98894663C1B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33AF2667-2193-E3E7-669E-4CF5A0EF3F2A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8EE00FBD-9A21-151B-76A9-44CBFFCC7081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810396B5-FA9F-F826-0CE4-9B6598B426B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FB4D7617-856B-7F6D-C698-49DB1519969C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D7D4A2F0-5115-ADC1-12D8-76F3E816E3B1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97AB836-95A7-E70C-9AE4-6D819ED6C378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EDAB8D3E-4136-3114-63C9-645BEBA69398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A58FBDB8-C761-C95E-95C9-328541AC9365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39C5CF-952B-EE0D-8F3E-5AC8D1BD82C9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D360EC1-5CF7-5D1D-3A82-D98370282419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E7E75E8D-11D8-2531-C20F-E8588C5F35F8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D71C3EA3-DC8B-9054-579A-0F8FF2C0301C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5F26DA9F-7252-5062-7B3D-B717A149D933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2F8783D2-9F65-FC0A-1C68-98E8E9D71C52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E6B3089E-CE14-86C2-3AE8-CCA544A792E8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54C427D6-22C5-DFC5-8C60-66944B1EDCF8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2B87B082-D83C-2A59-B09C-1FE7C52578C1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F02AC1A7-4873-65E9-0AC0-D977A87E404A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D9680CB9-2D3E-5987-7274-619B9F64796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04A90CCA-5E6A-D74E-C2E4-A33117513C72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C760060C-6909-201C-673E-F2E1B9412683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0E2FBE10-440D-40E5-EA47-3960B87467C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663915C0-E7E3-F18D-1C7C-AFDFAC04F9A3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E4F8D89E-4446-7845-8E6C-0812960BF5BD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E9379627-C0D4-710D-ED10-0A3A2817EBA3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CE2353F1-A272-5F28-F5E4-D3C4FE3795B0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408FAB92-42F7-175B-E57E-5816C0A49A49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B9C7CCF3-3325-8146-E33E-59EFC44D7BDC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5D145FF-EC8B-06F3-3D06-48F2C83AE03F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8B735CE-82D5-FB9F-4FC4-571E74679598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DC5A895-C2DA-9788-7968-5777C83E08D5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DCB161DF-A159-84AA-2F2B-ED8377B350E3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8ACC05E5-148E-F95D-3EE8-CCB477CDC173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C9EC660A-E3F3-793C-0545-EEE16D69C2B6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CA096524-7AFC-E270-F7E9-479D75D950CA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F781045-7D13-2A7E-C8E3-3711A48FCF6F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22F0C976-1E43-7789-9AB1-9398E29DDECD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C50806CF-85DB-2BEF-F11F-269546D03F53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11A2215-5033-88A7-4632-DE8BD78ABCBE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BC8ACEB5-5142-32D7-08FD-58F1CF8DDD3C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7237218E-7B32-568B-B12C-CD02BF866E9E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023534B9-24AD-812C-A152-B29A8ABEAC44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DA0806B4-6FCB-E1CF-4136-28471E86266E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505129FD-601C-25ED-B5AA-2202C272C9FA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8359DEDF-69C5-A781-70F6-44CEA62A78DF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8A58E0B3-1E7B-212C-559C-9C12606AA88D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A7A53698-1E4D-CCAF-22B6-15E35EB85BE6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D077586C-7E49-3CAF-5D42-A00499CB5D4B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8DE1A977-473A-9E56-B3FC-8842D5D20E6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DB67651F-1DA9-349E-B2B8-25CBDD8A5013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F0270E23-E09D-E7A9-A022-C11E8432923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EF70B9D3-1C1F-19D0-7627-E6EFF6C176C2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713A684-2DD5-E8CD-CC9E-660D494A47C0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6C29F859-0403-472A-C256-C7F5BAE1DEA0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1B7844A7-F627-1B63-C1B3-25D46540E038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CA9B1AE9-C395-8EE6-75D5-74B973898A27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22F05EBE-DFD5-778B-A9EE-22B322A76F0D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7BBEE188-42AE-7B69-7CB6-D56942297943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14A3F618-AA50-7880-375F-53B9701CCCA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1BEDE1C-2D9A-1C9E-B90E-4B5C8AD60A07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8E9F09BD-78E2-3934-9D1A-7C9989ED583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B4A599EA-B5AF-CDF0-5EDB-421F41338B55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52E5470B-7CB4-82AB-0FAC-F6E705359C2D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6F3831CE-FB34-167B-7B29-D68B66ADFC6E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8B1847B2-7F32-6D7F-C5E7-76BD860C8930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290C3872-F0BB-7606-647A-32215654F83E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C8548-DD69-3CFF-340D-56E29BB3A5F4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027F01E7-091C-2346-7B77-882A74D64704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89786408-4BC0-35FA-67AB-CBAB90E8E9A9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3D6C0DD4-DA57-85FF-0783-BE2F84A8207B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1E4F998-2B99-AA42-2D52-E42EAFCC7DD2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D7D6AE40-C84F-C443-6CDB-087A919245A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1D627155-FB00-2400-2A60-0D62F08D205C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0CE91F8E-B31D-5175-D197-A09AE333DBA6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16AB7D7C-FAA9-DBE4-44F2-98F4779D3BA0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34AEB086-7DC3-FA3F-8AF3-C4DE7D6A12E5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A2695A68-723E-4F89-474E-C4B47E32817D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D8E097DA-B432-F5A8-CB57-B3900E14F3E2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A86B52B1-A1F6-5346-5AC3-E2B5CB5D607A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9D059A8-9386-1B8C-6332-A81E0BF07B9B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D5C23B6B-C479-E49F-7FB8-AC490A343FE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4376B36-E386-8C6F-8358-72E80FEC6B2C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993B761-6B72-0E38-9FF4-49FF4CFCD09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E9823E99-2ADB-2573-F5E8-CAAC0526CD03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3C407AE-C058-2E3E-00AA-FC3BFCBB8BE3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86E6DDBC-E6B6-419D-DC35-8A4EC90483C1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5BCC800C-FCE7-48E2-F526-7EC02C0340C7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6D160D22-F27B-3E6A-EFD7-CA1AA8908D8B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0294CBB-4DA1-4856-13E6-26662EA4A835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0EBDFC1-FFD4-31A0-AFC3-834949B27423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5199A0-217C-408E-6E69-0C3B5456F94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E242C023-4569-52DF-A49C-E4192CA949AA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4DF7364-2AC3-5652-763A-FCE14E31731D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74DE6970-9CF2-EB4F-4FC6-1E7AC4EDAA40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3DCC447-9690-0D81-F2F8-69495536CBA3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9D4E223-3FEC-210C-8F6E-E577A8C479C1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0CA6587C-173A-E878-A140-70F110BEE427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0587A8A7-8145-7BEB-C539-0573BF3E7FA8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90B9983-C6F5-660F-D14F-74C9CE46FCC8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B4F04DD-DACA-3C03-8FBE-54F2427115BB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741EC276-7978-DA27-97CA-D250EE190E63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3C5C1B1E-1572-5F6C-081B-71F261085940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24244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1A5A10AF-76D1-EF5F-6D93-4C26766891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6835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2FAD21FE-7135-17B7-7B13-09BF3CB7B2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F079D2E6-A90C-4674-71AF-7FE96FD874E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Fundamento para IA e Machine Learning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B8D57081-15A5-3CB4-384C-E7005C3D4B2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Compreender algoritmos exige bases sólidas em álgebra linear e cálculo para otimizar o aprendizado das máquinas.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0307D4C-8460-6A1C-AB59-B58BBA55B20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55CD52D8-D932-4D03-76CD-80A2038CEFE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473E4F6D-9247-4D1A-2D51-D4DA20B567F6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24E06B52-3018-0E2B-B325-D88DFBDC0402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DB7C2416-3FC0-FFCF-CB60-DAEF94E870F5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006DB8F5-E05C-F17B-993C-7E42E77B005F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41FA10F-3C9D-7EDB-DB80-92CA6C97FB2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0CE0818D-1D09-5295-6D44-3151D46632A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3CC6E5C6-F18D-B9DB-8616-D7129E58F48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BFD0BB9F-9934-002A-283B-94CC251F5683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9CE3996B-1E25-1A41-3085-482976ED35F0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8262BFA-C8DF-3B5B-028E-7660D23ABC9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F3FF15E-B848-1A07-8D09-19F29CAB1CF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248C531E-BFDF-1382-E568-77A62E16EE7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5D71530F-26DD-617B-1195-521A66029BEA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5F5399C4-08EB-04F3-A283-239F5D47515E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5D9E5813-0B18-8FAD-426D-D8BF0D8DE6D8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41AC1026-6731-6279-5956-37FA51695FEC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37BEFCC2-5360-C4E4-0F98-C05CA0E85277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4F3E8D5D-A986-8434-626F-FABABC35437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F972214-4AE0-900A-BDB9-A1A9E94ABFA3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AEC645D8-F02E-9D4C-81B4-9B327250FD0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3A3843CB-2B71-5AB1-67EE-0537307156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B5FB661C-99F9-7E96-04B4-6955EF169C9E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BD1ABB45-5031-8403-929A-AA89D895B785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5DF61182-FBF2-F26E-F881-9B6E5487A30E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1D63BF13-0E66-5418-AF77-404E598FC7C8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C34DBAEF-7852-F022-825D-2E686D648612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57503C7D-D8AC-2252-977D-E1FEABCEBDB9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01D1F6C5-31A5-B4DC-DE3D-81A0276D9411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69EF6BF0-C19E-7AC2-C35C-53C74C297164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AD7122BF-6CB0-45A5-8D2F-113C7897AD2F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D91A3A4E-C5FE-C61D-0636-22B3C893AE50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219AAF-237E-BD61-94CD-196703604484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CF432728-32E6-3D1B-27CD-94C2A49E9778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AE75E4F6-CC95-AB72-F055-CB4FAAB3A2C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4CE2FEED-905E-1ADB-AD19-0D301A2E9F5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397333D0-F41E-EA58-FBCA-BBDDA226FDF0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121755A4-722D-B358-1E90-88D34B2169CD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6988BF07-6E72-920E-B1F3-EDABD593268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C49E4949-21E1-A762-41CF-79F70067093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BED5ADF3-7540-90DB-A833-B6E2DF7ECFDB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DDD5E174-A765-5196-EDA8-72A995C18D79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00D00C5-B2C7-6414-BB75-6C8EC073C1FE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FAB161A1-DD62-D603-D55F-B2100CE9723B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3D90A694-9AF6-03A3-C540-377DEE62CBE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4ACCA541-1FA9-DBFA-E655-8510AFB1085E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55B82670-AF92-2BCB-DF43-ED42EA5AFAF9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F038EF14-190C-796E-0452-A52FCE4340C1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1B7DF9A4-20C8-E39A-30E2-973AACD93422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F02857D5-E334-B98F-0BB2-22A6254F3AFD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B110753B-118A-C97C-BA8F-A4207B3B03FD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1B6A9A2-5C29-4B7B-B212-1974A296043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28CEE9B2-D90C-D3A3-88A9-7CF4A26BDD9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7D98130-0887-D160-AC72-4C70E0A5BB02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A67A7012-1E0F-98DD-BCEE-BE3693D97F92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23E5130-4195-CF3A-7DA2-A6A887ED83F6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1BD699DD-263D-9138-C33E-3D2A66591699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5C0EEFAA-E3A8-DAAA-5377-BF599B14867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8C1EDFE9-21DE-F0B6-3D7A-A7B941DFCF7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953895D-E7DA-A726-DCDE-263E23A9BCD9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A907EC2B-5CCB-4EE5-1907-BAA90BF1BBA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C2461400-AA40-F95E-6A88-84CA214F59DF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41E317A9-4AFC-F7F1-6037-F0C824E4840A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EEA14949-6293-74E9-BAC0-F15EA67C96F9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000F6D7F-EC1E-1B45-0075-48D5473EA2E3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02A30FE8-89CA-F527-31AE-BE5F98C6531B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15636966-E839-F9D6-25D1-75E51B9DF72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C44BC59C-6538-E868-00C9-40287B72533C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0D830535-B0E5-D140-B598-9F6F0935E19C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C9C351C-EDEF-416B-BC71-D4025A8B9607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70324E9F-086F-5F26-788F-25BD5EDA9832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4B63AEAB-3CCD-C275-ADD0-F139E39B8F7E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E54A788C-4374-AA5B-A232-1DF494997851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10561B98-ACAD-FE9E-403C-D50F4B93B76D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E0B621C-1E4F-1020-DAA0-167B8ABAAE61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B6CB54E6-494B-ADF3-0688-CB76DD4E3F42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22EBF39-DA31-F26A-3F24-1A723A2F3A74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05EEB84A-264E-1D47-278B-A7DEF0DAF91F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7162240-34E0-E0B9-B55F-EE585B9BD9E7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40091BE0-C796-0BA6-6F6F-DC3851D379CC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EF1744D9-4EC4-BCCD-30C4-38B12CDE312D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87F48EAD-9B30-135F-B4DA-1EDB4649AC35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FFC76982-9575-F886-1834-B4EEE48F2B16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260D7F00-A628-4D3B-6E70-C822AE05E168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A79E72C-CD0E-F4F8-B446-96BEA7CD04FD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1B9EB2-A004-F264-2571-4464CF1C0B72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2ECD41CC-1F62-3815-068F-71C40F2D8A8C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DCE871E9-C7FB-7F5E-383B-53B1664C0F7E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9E604216-5A8A-E2C5-9F92-14935D349C37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BCCF6388-24D0-4E51-2835-BF3ECC7F6F0C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00FAA68E-F9F8-661E-019C-F3973EB2E732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009DA625-C4A4-B581-A771-930C4BBD09FD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241B949C-9C2F-5659-7A9E-DEBADD32839A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01235B70-AE6E-E66D-1916-A4DEA59D32EA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0B79960A-777D-71E6-7F4B-58830446D869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B6BEF593-07CE-8139-6F6B-67F92A5EB351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711E0BB8-3189-FCD3-7458-F6076D94E4A7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583045E5-39A4-8134-630E-27F970CC7887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33554A20-48BA-DBE4-D6D6-4D85EC3C5D8B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96AC11B8-336F-83EA-1F72-C82308B2CDE2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D413D807-C89D-D247-901B-004BAE192363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64B5B963-12C9-C7C0-1D7A-4B9A089E9B1D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65EA65A4-4E2E-57F4-E911-6917DBC45F7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DE31FAA0-70C1-1573-C4C4-8E8BF7F10CEB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2253E331-F2E8-6EE2-5606-41F8C2D15B57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7119C78-74DC-B67E-0B5B-FC473AFA3B0E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90A21C2E-D199-0148-DBC3-EF92F758A3BB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D582F17D-096D-E675-2E0C-7D053002C2A8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81F2D156-41E5-F0A3-E530-A9B18C4FE626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A3C5A8AF-36E7-24B1-AEED-3916EBF021C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F66DE3CD-0E8C-D618-EFD8-3607D8FF80AF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ACA12B48-E5BD-542B-79FC-A1212807D858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38433FB9-AB83-0CBE-EE57-A70207B94D90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8F8059-029A-5776-5DE0-5C9D52A166BA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E32C00DA-CE5E-85B5-9424-A6B9E0C9B6F6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1C73C0FA-50CD-C5F1-8F42-BDAA6D14192C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708D1299-77EF-C8E8-C276-3BA1699C3255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EE186781-4398-CC6A-43D0-DB204A5D4D0E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0896866D-040E-F902-B74D-35AF12BD752F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12C57CFB-B5BB-0519-FC05-2A33307E2591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9CABC67C-B3B3-E821-D0EB-DD0C3D1B0D17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FCB958F-EE9C-DE7A-93AF-9B19AEDF6EBF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048202A4-7697-F32E-890B-B07FC0DC8404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A945C83-5CEF-72C8-83B7-9CC032EBDC05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BC95F822-6F41-1742-3395-54B58B466BEB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7FB8626F-DDA9-5DFD-6B18-7BF1EE25D06A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892C8180-2076-5719-3DAA-CCD338AEF21A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9EEB2A7A-44C0-6CFA-3322-413D51801B27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CC9C069B-1DAE-0931-65AF-2728526C6F0B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F5BA3DFB-4EE1-7384-335F-9236CC5BD749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BDF07FBA-4D7E-114E-54C9-FA48AD013070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28F0707F-4BFE-8941-039E-B1213063869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AF805BCB-95E0-AC7F-BEAB-B0EC6AB3A3DC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7E7ED611-7BA8-AB3E-4F57-6579C63012AC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BA7B99F-2D20-ABAC-E769-6DE2B2847AA2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0A57F3E-18EB-FBBA-6540-40E105B3780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273915FB-FCC2-9FB6-956D-25E87AB7942C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2DC72D30-33DF-0147-1C74-577A648306D9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A4269B21-8A18-EA6D-8EF0-818B9DDDBFD0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BCAF0BB-0DE2-1C29-78EA-A98D9272F36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D073F7EF-A53B-1C04-4B00-1E4CFFA8BD85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3FD9DE26-D644-CED9-0109-A7F24270168E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2031FC47-A453-FB8E-7AB3-8B6104864472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D86AC064-11EA-22C3-2D9F-BAED3D9A5BAB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2F7F6E98-B66A-3FB1-FB46-5CE23B2A328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26F3D0A0-81A2-CF72-030A-EA06E2F7D831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1C75117F-5A84-A8D6-88E9-26FC68FD2CD5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090CA458-8996-07EA-8008-3FFD3F57D1F3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0B10FF3A-F54D-1C83-CF26-733DBC3431BA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27332611-5C17-2603-50C0-0ECD3FCE39BC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6DB6ADB3-B820-7B36-568C-69F336821C84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51A237AC-DC7C-89D2-2F5D-FAFFB4836997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68FF4AF6-5EF4-0902-1896-F7482FA50349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89E7B306-5FD8-A751-5FAF-0BBD6C87B888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3C5791BC-8384-D474-039F-7B173D189F56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932B77E2-240D-D20A-20A0-49FE578B8508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01318CB5-25B6-D386-5686-BA028B6B3B82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0D29262C-083A-B911-30D2-C45FB16A15D5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2CE7CE94-D372-CE79-694E-B975235608B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C90B9CC8-4217-9B77-BC4E-671B08CC93C5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784A201D-7D7D-98DA-882E-20B098BBF5C9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A6863FDD-8A8C-511D-0DB7-2885924C5D2B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0201F447-60BD-F30E-6965-A6D41074847B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34172E4-BFD0-C443-7319-72E9C1792033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C23DB0CC-E03F-2A31-3B95-7C33CAE1467F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991CF499-BC69-4D15-BF4E-C4285BD77BCD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CDF6015-D3BE-F060-3AFC-44A336A397C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48F7F491-3C64-4484-05BE-88735B1F904A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5199EDBE-2104-5687-2F8E-38EB7AA7BA6F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0F2CF807-733D-E813-9192-D503754784F0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164AFDE0-2D17-CC69-A740-20FE5EA1D521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E3E1AEFA-1E0A-7E3F-55FD-3FA9530C3554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79DCBD7-F60A-9BF9-C69D-37F91B7C707A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F94E21D2-ACEB-903E-A7C7-CD41960FD27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AADD8DE-A719-6F2C-D425-C0FC79403299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2D203BA-1EA4-CD5B-3B6E-205A783CA48A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50201FE-13EC-B741-1AE0-ACB7BA3F51CC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0E01CFDE-29C8-1311-7141-96A99D233192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16F242AB-20EE-9051-E2DC-C3B75463A17E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A8AF7D6E-B7EB-8FCB-FB1F-A4136E5DB8BD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3728B1DD-8F2F-E7BE-23D0-88B4DB226ACD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B5D6AD1C-0966-D6EB-6836-290999F8D171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850A89F7-55BC-F379-7D89-907F1291F02A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8B5F1815-30F4-FD42-95CF-9AA9DC336C6A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3FB38744-4E53-A0C5-2094-3BA85773ACA6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463E0E1C-8477-E04C-8761-3A956ED87CE4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D7B90F50-DBC7-DD1A-73E0-75892885656C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D4C82354-29E3-6FEF-2363-4DE19766E5D5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1202827-CBF6-D479-789E-239047E12D96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FD02350C-9A9B-AB14-597F-D2922D8CFB8B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F0D790A8-FE0A-8CF2-23D0-21309EA59F4D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FB8791CE-1D5E-A358-F780-EB0481932D2E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B4062B88-0AF6-F629-11EC-05414BB30ACD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91E24F3C-BEF5-7545-2A6F-A61D779F964F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7AD3B06F-665F-C915-80E1-5A6EAAD127B9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24175DA8-E35C-8469-CC7D-AB93E15C6D4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0A8393C6-09C4-B030-F888-C30530A812B9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0D94D668-DA4F-EC1B-52C9-5FD07C98ECF8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0EB9C145-8A0B-8A9C-FD41-1A4664C106D5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7549E55-C4A6-3E30-1E21-EDD06E067317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BF124C24-2933-A78D-4277-0444F853B78E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1DD7495-CEE0-9986-CB06-D2A47DEA1D49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2870D059-E7AB-5A9A-3D11-287EB89E73D2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CD1F5591-E29D-B647-CE6C-8FE278484F88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D7C06E81-0F6F-2008-420A-F737ECF0FA6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A142F2BD-62DC-738D-E77A-9CCD53A8EFF4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CB979ED-0287-595B-1303-4A8B58EEAA7C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74397A72-C9C7-C4A4-7A83-AB158FF997D1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53626998-B23D-E427-E81C-BC176FFBF582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41228440-137A-42B1-4066-73433C3B8850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423B45B3-EBB0-4AC1-2010-A295B3EABA86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8642C37-3BDA-35FE-2C11-28E95D289E80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17576059-81D0-011F-7BED-E37F7133A762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4962163-F3A6-0303-566C-39FF1B5A294D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B2078D8-A6BB-C78F-C5F6-FF598E3C9777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811A95-80E4-236B-73BA-FCE0E086A461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FBA44861-235F-0C5C-1A11-8AC2C5954550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6FAEE50A-9845-F537-184B-1F932939C15F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9F29209-64B1-1901-5EB9-18D3C5943DB9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621DD0EC-AEA6-E1BE-50B6-1FB394BCB338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1372BFAF-13E4-BDAB-748B-1932C4B7EE5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4A7B511D-4485-7077-AB35-6F20C04F8EB0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ACDE0501-043D-EF1D-3778-152C9985E6AF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C251BB1-77D3-3226-E2B9-BF78116E6AC8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4D7C64D1-C7B2-9975-2E52-CD1193F5FA99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AB7D9EE9-C64A-EC54-C13A-E35616D61B6B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041A4347-5F0C-D977-F43C-67479C6B56B0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6265451D-7E7A-8E2B-32CB-8B2C1B776B70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40DC5197-EA9F-871B-9295-52B6D7DD2E7C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9C82D6D4-A7EE-EBCC-4628-0871501D3A1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FDDF6B05-B01C-5208-F072-CA108F1C8FB8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738E5854-9ADE-2F8A-ED04-52FFA76BB0BC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1A41323-EEB1-4A31-2CF9-946327FABFF8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93A15549-09E1-133A-28EE-AC17C483BE8B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0C64A9B-6724-C7D1-6FA2-E6C2D4C94737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54DF7DB4-1587-42C6-62DA-6532B233F64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1AD700-4502-1A0C-0120-5F150B8E3D3C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7BFF069A-CA18-3F79-D67B-3B1BEE980901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9F00A129-EB0E-20CA-EC4F-58C044B66E1E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996D98EC-2DD1-3D84-0FC4-039A14E3DC5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73686AB2-D838-CCFA-EFAD-DA9BE6628D10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0BC4E66-2196-6985-54C0-7D398893D320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1D87CEDE-2B26-9E94-BBB4-498E0AB3D71E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85AC08E-5A1E-3135-CD7B-26658D1A8537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8F02E383-59E5-BE16-F065-16190F0A5B60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0D48AA5B-395C-EBDC-32F9-96D0497AFEA1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EB57B8F0-2F22-0DBF-56AD-70DBAC615932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B7FFE139-F49F-36FE-DB37-5CF7DF0FA919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15158C70-5849-89A4-7911-2926BB9DE84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E869B132-DABA-7AAA-C7E9-F6C5008A7452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0FB47415-2B1B-ADDC-6A9D-A07EF8CA61C5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70966197-C173-83BB-474C-83E285A269F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125EE7FB-38CE-3ABF-EB85-8AF71B6DA2B5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826206B7-4D5C-6E04-FC1F-0FCFD4695F2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429F539-D4F8-C722-6081-3DAF5FB593DB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80DB0FD-76E4-BB24-2A38-39A5CE56D7BC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4952018E-E569-002E-CE9B-706A3D628D80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22F92761-18F2-40F9-F87F-565008BA1261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27361128-CD9E-F3D8-4548-A49BCF123630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328303E-9869-936B-351B-37A80AF7EDC9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989B3942-F452-8101-1BA3-3682B71C4EC1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1A7F9931-C0C4-E8E7-01A8-46C211534EC5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BA649E01-834F-674B-C747-B080FB1307C4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FAAA723-2024-62D2-9AB0-4AE1CA767603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8A0663BC-E55D-7B40-F71D-68F66292A55D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9451DFC5-8AF2-1D33-E6C0-1D6763453594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863A67D-96D3-38C1-25DC-A0609602EABB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F644CDBC-9C74-A4CE-94E4-9026E44FC058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31182F81-A4DB-8B49-0AA4-EF47B02933D1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2CBBF53-EFFD-EE95-0A10-3205F909B251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E6267F6-A8AC-A37D-BBF3-E4A78E80E2E3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1FDC48E-F3F0-8843-F537-6036BD0E35DA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40BE17CC-6E3B-704E-FC0E-7501BBAF31A8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978658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606EC83A-D0D9-5664-C9DB-ED6E1EC2E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2DA2FBF9-9CB9-4D21-304C-AB582615B8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Otimização de Recursos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C2DA34BB-AB4C-E930-5F53-9DAC2A25DE2F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Permite criar lógicas eficientes para alocação de recursos, roteamento logístico, previsão de mercado financeiro e criptografia.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D01869B-67EC-8760-49CE-A8C07264CB07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DE61D256-8454-3F51-96E7-2572F9F4721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1B186689-4D45-C458-A280-2112F9AFFC91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A4B2F48-4D38-55EC-71FB-9CED50F3844F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0525C706-532C-AE40-7060-B223E9DEA936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E77B59FC-5824-98C9-8B8A-7BCC922F3A03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1406C3A-A9D2-DEEE-DA6A-5E20CC940FC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D573A73C-01B1-26CC-B254-B1526BB5ACD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71E42FEC-A6BF-97C3-F210-9FAA8840687D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4079598E-A750-A538-707B-981A97BC99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198B9E96-DC3D-362B-E934-BBE737543CC1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4F6B12E5-24A9-DFC6-0719-FE2279BA636E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5F83263D-D37F-92DD-B367-5C025F87852E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488CA1FA-BCC9-1805-10E4-4AA56626FEB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B2D9C142-3D52-151E-530C-848909C7C5D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D01EC339-963D-BC43-A71B-65E0CDD3DD28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702314BF-0704-F731-4F43-5B1DBEC3B95F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B5183236-30BA-DF06-40D8-C7765C9476D8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108F308-F277-1ED2-DF16-257C88B5B5B3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D7950DFF-5851-5B46-6B68-DD34F59F2C1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E2E24089-D7E8-6EA2-1729-13D10113CCE9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CA9949E4-00C0-F3C8-9627-99AD3B112522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02385C8C-C0A7-D0C5-95BF-6F10541F83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1856C793-4A0A-D14C-B3AD-BF8AF615D1CD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7D183BFF-CE7A-9813-7861-0F4F1B7A998E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1C5ABF2-9F8A-AE22-D114-50F505E988B3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74018702-3B97-5AB0-2C96-EE9648A6AE32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EFCDE22A-E258-7E09-1C63-2033F61006FA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8DFA47BB-14B4-47A1-8454-4EAF4D885C5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3BFDB5EF-5F89-295C-F76D-75D0F468398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11ED668E-42FD-76BD-9C3C-F275C417E9BD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6CCD209C-C45E-4176-97F9-A744C94BFE2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3D16F16B-BABE-D36D-FE76-616BEC615C1F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FE8E9CD3-84E1-297D-6B5A-4BB1445D8251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BEBD7F01-D096-9C52-F5BD-6E6FCF995B53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6E609909-204F-B8A4-84A9-12AE2D6DABE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D5CD923D-08A3-BED7-F818-C3D648EC2D7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F47C076A-751D-686F-CB19-9A30365B08FE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AD81182-0636-BE47-F2A8-FCF593F25BE0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592BD2EB-326A-13FE-8A47-825EDDBA575F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9B02B76D-BF94-DA1F-A868-0056970436A4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FA394F74-186A-58F7-AB82-C8819DD06A03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4DBFB9A4-6F7C-A5E3-B926-A3B9E9899E7F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7B8D0987-24DB-F84E-0AA3-07B0E0CDABB8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A1D5290-9FDF-AB4B-E61E-576FEE3701A3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2368FF8D-6E78-740F-324A-BB8DAAD81FEF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EFBA2848-BF37-3D67-C9CC-8D4B1C8DA8A3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CF6DB2A3-75A0-5F33-BF9B-09E256150033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1A1A132A-E552-32F3-9A02-0CB7A8E4920D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9585F25B-8A17-D679-AB75-7C9D60E8ECFF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49FA1E18-F50D-9A1A-EAD1-BC3432C90108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A97DD872-0990-1DE0-092D-CEA5E2486A45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39B19C9-32BF-9AD0-FCD9-4F5F2E39D46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3F4B5D7-0095-52DE-4ADC-898B76FE8467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752B3258-58EB-729B-E9FA-1F192664F927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D6CD534D-57D2-A4BF-7BEF-46BC26F56A7D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F2D2D55A-9BFB-0B3E-C447-DA5A3DAAAF00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A47B1067-6E99-FE8F-17A3-2164CE063C3E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4DE599D4-DE98-E506-1E11-7196F68D02F5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CE26DD6A-C44B-15D2-C8C9-5DBC8D52D5B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E8D10C8C-9211-97E0-255A-B94590D8DBAA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EAF7F70C-1EF2-BECB-4229-5E1BF7614784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59211746-3273-4399-E006-1A4C935E1F12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EB5B799A-4E4C-5F69-DB14-B70CF972C2EB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653CBD37-655C-AFAB-F8CA-8BB382A71CE8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D5049C06-560A-098D-1EFB-25EE2C09B2AF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8A190A65-3AED-8A4E-8804-6E9F75A427D5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9822F819-282C-106E-DE3B-A0917C763D5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4FD413FF-D051-6E06-E608-7F61D09126BF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EA90179D-0F90-D94D-9EE8-6BB41A60D5E6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8996A6AD-2AE7-6457-A910-4075635BE9BF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87926079-1ED5-FAFF-CF22-D3F250B31994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B7E39B99-E06E-7667-4DEA-61FFFDEBA6C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FD404633-126D-F78D-8560-715E73021DAD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DFF0A10-54F2-056D-8EDC-890CC883ADEF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4EC486C-7DE0-9837-81B9-44A7694D600A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C7806E8F-913F-BA05-635A-C9FCB39F829D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C3560537-6BBA-72B6-42FF-4C3C8CA519BD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9FA17685-125D-EBC2-9F5B-67B913D1D5A6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3D981D2E-CD46-6228-E17F-1D567B38BD78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BA79524D-5A91-BFC9-E75E-F21343BE92E3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078711E8-FC5B-11A0-FC75-9481D82FC51E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EFA54137-0B39-36CB-3948-28AFD0AB5B96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A73E5C1-4B28-9B87-21C9-8AEF74DA99E3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EBFB12B-9E15-FAE8-F136-F3616F9465C1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E14FB61A-6E0D-03BA-A2DD-75CE134FADAA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BED1AC-2109-362E-F6F4-F77601115F83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9D50A4AF-7031-12BC-9060-5E7889AD8C62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2F7FA707-BDAC-6E65-9291-9F0BB9FA85AB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34928BF5-034F-FD8A-4F00-529BFDDAD333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33C55469-8B53-DE9C-1E5D-F4899BCCD962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6497A859-7290-E714-89C7-666003167837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3E02ADDE-F39C-F416-3A0C-4931300A90E3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D2E93764-0F55-9B5F-6B83-F61FC6D2C8A3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264C84D4-9854-E811-2DF7-F3C7A261985E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7921CB18-5D32-1EB9-893B-B12D3B1F45A5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7267D90D-74F6-0A46-AF9B-7C231188F44C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BF6B03E-8D72-2090-F5DF-5C183CDAB3C6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22D7A348-655D-FB67-2566-800AC965FDCF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8A5B90C9-B3FE-51EB-C346-E658165AA3B1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309F03E-41CF-BC09-FA70-39496C2A188D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7791529B-A6F4-4413-6378-A87C446B63E2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1C1D60C1-7450-23C5-14F9-0D8BA3B49640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7D20D254-4934-7B1F-9F47-18927ADA214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960F2D76-AEE4-146B-B3AF-D379D9614694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61ED9D5C-2F02-03EC-C1F0-710EE3F7884C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475D7918-681C-0F15-E914-CF2769F468C9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4DCA565F-96D5-C272-CA1E-033BD176F11F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69F74F5A-CB07-3933-4CEB-DB0AC344BE5C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352CCF10-17C0-318C-0FCB-1FE632A3D03B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2DA38369-28E8-F4C7-F376-1BF4D138A00D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A6827491-C32E-4901-B747-CFE8AB789CE7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C5F580E5-90A6-39EB-25FF-272230B87700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896E3DD1-7513-6FE8-4961-C62D820EA1BE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C715AB6-6D0E-957D-5D04-CCB982750279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97F69C54-A6E1-EA3F-575D-A482DCCA7162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07989ED-F481-F805-BD3D-2465C396886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D80FEEAD-53B0-2E01-88F5-0DD1072C492A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29E57B1-51E3-8179-71EE-6DB976AB653B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1AAD97CF-A419-BDB8-01AE-A85A55C4B775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866AF125-79CA-0C3F-37FA-435287293559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D2938BE-FC5F-18AB-DC14-D88BA8D69D2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59A44C2-BF00-2856-D647-C6DAA8B2BF38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3FE62FC3-4921-CF5F-B316-FFBB518ADE89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A4C9452D-8F97-4B5B-FADA-2B8BCC99ED07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10CAE7BD-EBC1-B32C-1747-3EEEEF1F0BB7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B5A5FF67-440F-BF07-D679-132B7D8EA809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12773A1B-6665-B7CE-842D-97F0CA8FAD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36F11AF0-F6A2-06F0-960E-3105C9C1540B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52DA4500-8F83-0105-FC40-2E9F982C41D1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44AEB5C5-27AF-68D5-4B31-2C9D7CE5501D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51DA7D0-2682-B0C8-F1DB-FD58ACB14D99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F0EB4867-B7FB-F733-627C-98677D145DA2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D42DD85F-764A-3E0F-9F0F-E25CB1907D9E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A2F3E1B-D800-1166-4F01-9D1AACFABA78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9EE8AAF-9E70-23F6-2D31-728C6EDB78E6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A6DFA28-0D5D-7D70-14D4-64D3472C484E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96EB9572-6388-85F4-CDF1-9321B873457A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3DA1A761-8E32-030B-FA64-92791EA49333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C30E99A3-8873-CCC5-A247-CCFD5E8BA4A4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62E60C56-D6BD-BBA9-8ECF-15EFC9B0D50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3A80DA94-9A36-1C8F-190C-B8D23AE4F2A3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1048E3B0-F665-4817-A793-C6E8FA90D903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94E77B4A-86DA-3FE1-BDE9-77621042691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91D1A7DE-F360-2151-857A-7C95943FF22E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511B1490-2A57-BEBF-FE9F-B4A201DDD904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CAAEFED5-5F67-E7A0-897C-5D46333BC6E4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8DCFA2AB-8DCB-B6EE-D5A2-6368444B6A67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DF0F1F67-9D25-1F93-41BD-A4EB8720449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73B5C1B5-5E03-AD9C-5601-409A5EE84EA9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901D54A7-051F-92D8-6348-1F1AD63B7F3F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8E167ED8-FDA9-2601-96A7-BBEC582AEA91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44C2D635-A4AE-97AC-4FC5-6418697D6440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454B7A57-CF9D-30A5-DFDC-61C7E42D156B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5ED7195F-3D3A-960F-89F9-085AA1459E90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22F19079-D10B-438E-6669-A9E569BBFC6F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12464E86-875F-6595-1398-A90B2B19DF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96F05D47-FF69-C2A9-D871-3A075932E1FB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138D2BBA-4042-6561-C7D5-95F65B1FA8C1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75AF9F2C-0694-B69D-0B12-BD3167C151C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80E8CF2F-8248-A2DB-C0F0-E66E6A78328C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3ACDA0FF-028A-C745-F1C2-50CA4AB42C53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BA88EF2-39B0-3997-D393-029ACDC46E50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30810D93-9529-3854-7F7E-3DD2427AEF85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5188F24-C751-D7A3-293B-B6E6812CE9A0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244C4FF8-023A-4BB4-7BD0-17F7F9036B7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134802B9-D28E-ADB1-A67E-2E1274340EAB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7CDF3F07-A95F-4870-9015-EE7E5FA6FAD5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A23E6837-12FB-D07D-4310-633B4EFBFE08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E9354B86-D061-7D58-33D7-1704B2A7E654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8755459C-5A61-DD92-D790-FA1FFBC7EF6E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208796D9-37A7-E502-F2ED-DBDDC5F2DD2A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51F6F3A8-A705-CCCA-D5D4-966321E0630F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C1BFC9F-13CA-1627-9B4E-1C35AAFE4082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CE9EF024-0BB3-A8E7-32A1-7092D60BDBC6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39122828-75FE-20BA-6201-24D9F32C4732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993E77F-479B-D118-353B-1EFB44A15382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D8E69C7D-6A10-96FE-A972-642C77DC3541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C82CC438-72A3-DB94-9E3E-C6FCCECA22A1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43635DD5-575C-2A61-9F2E-11BB76C35280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85C320-F3E3-FA31-3ABA-F74EDBC3E4D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BD6F2C9-BF3B-8D0D-85A1-30F5A3BF9C0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0CFE4D57-FE79-5E13-34A3-D0C9282E3A3C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08703470-B9E5-C8E2-2BA6-39686D4938DD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F8DFEF48-AE9B-291C-B196-7C9E5EF1D08C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5BDE7BA1-D3D4-D56C-DA51-D82DC2921344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C5A289D5-61F8-FB78-3844-53EE87B2336F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FAD8444B-6F50-0D18-58BC-F5D6F5B6CFEB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84D6148E-E321-04B7-8C10-D1D02A8724CD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FBE5525-5E52-2972-542C-54747FFE8135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8B1DB5C5-42C9-D54A-501B-C4C94D14EAB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C8C84C56-ED51-EEDC-8814-95B717F33FE0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DD6A2838-AE25-90B9-901E-6B61B22FF128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D857985E-BBFC-4183-4571-15C240118B9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EA8BAD6E-A739-DA93-E9DA-47E2CD37385A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C329F81A-85D6-ED0A-01EB-BE922A24BEF0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3ECE2FBB-BAEB-18FF-56AE-E12EF9BBF5A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530308C5-D665-F7EB-E93E-BDD57B4798F8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57F65B49-F745-66CE-FC18-7036DC35FCDA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A0A55899-B5E8-CD52-CAC0-B1EA2FCE92C7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CEB76267-16B0-F1B7-CA1D-70B6C41B9A7E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3C7A33E-4BC2-C2DD-64CD-7B38FB8795D9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2419CB72-F141-48DF-ADF8-F6F4F24F3A6C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8E073B7F-D4D3-73A6-40BA-2C3C595561D0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7CCE138F-4390-AA32-78B2-0F0A3D5AB6EA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C453B9D-A68D-FE19-0524-22678B47DFBC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78DCD6AB-E8F8-2DAB-326C-46B0891C9305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529640B-CF95-2109-0AAE-3C8909CA9778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DB676F7B-1ADB-5816-8B5F-2DDFCB817B24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91E2A57D-F444-204C-6598-E8A2164714D9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6910F8E0-CA8A-1CD3-243E-B9BFA655C843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CBE3BEC1-3DE7-4ED9-AB59-C07AC5E60B65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E8CBBCF9-61F0-E256-D9D2-B4070C4117BB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41FCBC5D-6008-7217-106D-59A18920692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26DC26A-7B71-22F3-C0DB-F7B3746E117C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49D946E5-586C-C196-98B4-A980587AC411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2A30F2-D027-CC5E-1B6E-FD740F5E72D5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D2B67C14-2BF7-9F3B-3AA9-90F34C973DD4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CA31D84D-6B08-EBF0-5549-C277D7BE718E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F35B455-C837-94CB-2AD7-C3C3527255E3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F6AEC6F5-9DCD-6A86-D285-C661F1B1C1F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ECBFCE38-DBCF-3CB4-7BEE-D2ECCABF583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A23A9694-3A09-003A-DFFB-972F036FB01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D207A15-336D-DA47-9BD2-B92E936283A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35E4E154-61CA-2703-161E-7366BDB845E4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C686CF70-F702-76CF-1A87-32AECD5D11CF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D4ADB71C-B994-9929-F858-9A614C806E10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BD2418BC-5D71-B6FC-656D-D0DFB21ABFD4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445A4E73-2274-F83B-E6A5-DDD18D079137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44CD8F8-1F7A-0B8D-95F1-8E95EAF49E6D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6BB3F1C5-C8CA-B896-232F-412528C6FCDA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29B0BD11-B1BC-6B9E-CBCD-4343CAA3094C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0927BB0-979A-5210-D2B8-F4601BB4C5B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005C5E0-848D-4165-F837-F02CAF281BCC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C8D4738A-7957-0809-CE03-DB85FA1B241E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E2C5023A-55AB-D529-62EE-3ACFF6F9856D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0C06E1CE-D592-31C5-4533-164856856D1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E981B59A-87CB-93A6-1AA2-12B57E850D7F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2DA02-F99E-B4BF-46C8-AAD33C14E4ED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BDFDA9CB-8A6D-C919-39B9-2D1E52C35C5B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AC13C61-D254-6FE2-FA52-96572D642884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F528E883-B449-8C0A-F727-4A862C9A05E5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A3E63D0D-F930-9C43-FE8B-D84D6AD26354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579FE687-A16B-DACA-6F7B-B3785D85697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A3656DCA-B7E8-3B0E-2459-7AFFD782AC44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04199A0-55B4-0232-37E7-CD7D1177F2AF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1B09358-BC90-BCBD-34C7-7E3CEC1D8E4C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01498736-A816-4682-4505-19F7A1A1D900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69DFD696-67C1-5F14-C5EE-51A9DDF79FD3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FD63DC01-7765-DEF3-0831-9AB8B4F36D1B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7D3CD95F-D7C1-412F-C06B-A33390CF0F97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6AE5E38-04B7-F0BA-5356-D6E314370A81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5A4DC0A-1CF9-A5C8-47A4-30A51855BB22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7DA90CCA-A639-EFEB-687A-A37B26361B11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8941B2A-9DFF-262E-9E20-68473499B27C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577D505-5F54-3ABE-4AD5-EBB75F7E78CD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4AC89137-3689-860A-D630-103724520D21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7E7E84CA-B58F-1B02-4FA3-039B96B5B63D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AEC63A3E-11F4-F967-8EA4-03B262A0AC9F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91BF97D6-27BB-84D9-AFB5-D828E001BD5F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0CC45F22-938C-9972-9341-9D91062504FA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DC1FE3D1-6E08-C77C-0179-15FC79284209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C45040A7-CA1B-D5B9-3907-60D7A6F076E8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D72BE793-66EE-E535-751F-BF30083CD2B0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202001C0-2288-D298-3CDF-F6C6B3C02D8B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1EC3C9D9-AE84-C40F-5E6A-F4B418DD806C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8BC62B85-EFC6-C0E5-068B-D095C8749E52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ADF9461-DE82-1D3D-AF76-E3204FD4A86F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EAABAD5-56DB-5C82-2BB5-2DBBA73A073B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B1CB02F4-23B5-60EC-CFA0-7A863F3908BB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1EACBBF-D0F1-BB22-48E8-C9907358C669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22A513F-3D03-6780-BBA6-D69079551201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610873A8-BDE2-AA6D-B8DE-750B69492351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1A8A422B-27EE-B0B5-3308-70B292DC6A3D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406801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335868FE-B2C3-2ECA-C661-A3A040C4AC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70E8AFDE-7629-DC95-0439-3F33E02FD9E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Desenvolvimento do Pensamento Lógico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D1E14CC9-A51D-6336-FD30-8231E8E68E9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Melhora a capacidade de estruturar o "passo a passo" (sequências e reconhecimento de padrões) para resolver desafios.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87B0D10D-AE6A-1437-0335-DB244E5EF8F6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9BAA4A51-D9B2-1596-1796-B18F59DD90A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23DB983-2C65-F206-D564-E577FF94ABFA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59246CBC-4369-4B1A-F7EB-38429F571737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1854DB88-89DA-A65F-FAE9-F3789A6AD51D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2D5346B1-E20A-C04F-41AF-D629A19DF436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9F8CFAB-B846-C41F-B8E5-9AD1B27B5CB7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C3D2366B-BD9F-0BBC-1094-83B855CE8FC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F8717C8D-BCA1-2176-9640-C4C7EA2FBFE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813F65D1-FF03-C275-FF9B-0E7338448E82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A39F80CF-3C85-5949-EBD6-F2D594C12A19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72D2838B-C549-AAC6-069E-BCC0367D4FE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341E294D-BC2F-F97E-50CB-C3D3BC392645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CDE15E84-1ED2-15DE-8187-12D09ED477EA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004C8A53-38C1-FA4A-76FC-ABB96A12AEBE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BDECFD3E-57A5-B254-EEEC-91CF7A7BFFBA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A9C63729-E269-C690-597E-D25869F5141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E6CDF96E-1A21-79EF-8DE1-960F6EF1DEA5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B43C95CA-775D-3F3D-E131-6AD0B80AB43D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EF1010E6-F166-4445-4B8F-5D923348AE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9561F26F-573C-2C2F-86AA-AA5EF2B41B6B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3E9823F8-3DEC-1544-8BF6-0E9E7873234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8FFD0161-CD37-31CC-9694-FE5410D06D34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F3D729A1-7969-C670-18E5-CA6521031BD1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07C4BBF7-11C1-CB78-9463-5CE3A14683E2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DB91DB5F-7686-00A4-8AD9-931995158235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AA117225-019A-51F1-B331-75095C7B4100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96639E40-2286-C592-593B-D95CDB948A67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E0C6EF16-BEB7-10B3-75A2-2C69C7A8644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B5CBA099-C2CF-09A3-F0C2-FBE7BE77C9C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2BF6B847-56D8-275E-65D6-86B751088EF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C865D483-2560-1F4E-4786-59A7C37EB2E0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4B207D37-550F-4524-991C-E6D1B36C2269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E95B76-3916-1E0A-EAF5-BD5AF28E481C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69E10463-9EB3-911B-DF32-83168D737E97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C43AAED9-2F6D-74F2-3571-9459B10A2B93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AC3E3AFC-08A8-BF5F-F9F2-90389A1C353C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50FD3D74-EB14-DDC3-F356-D7C1771E93CA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595EC47-28C6-CAAB-B5FC-AB5643BA712F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45A0773-5EA5-6925-1F77-EA023EF2240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64FD03DA-11F0-DDC8-2C9F-840BD7054ED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480D3F46-5CAF-7174-94CE-0B92F5A369B2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1DDED7DC-605A-8C64-D218-8ACDAA6AAFCA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FBED421-42DB-4FE7-F06B-BA1957888923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58A473E6-0C42-B623-A3AA-5247CCBC9331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C57DF0-8E9C-4CE5-9947-A1B0E1EDC017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E06EF2B-8938-B1CA-C329-BFED71F82D3D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3517064D-1E88-27DC-187A-6AEB09AB8FE2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6B3139AA-51CB-0CB1-BD5C-9E5A15BBA9EA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FB52FACD-649B-B745-9231-8838EBAE6913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9776049E-175A-32D1-FC56-202F1D52E033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7B6696ED-9517-113D-5D64-7F1E0AA80B14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81BE217B-6EC4-EC00-BB92-FA8A87905FDD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2FD0405-F957-3256-9D9B-D67E2A5C204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BF5E909B-58CB-AC02-1AB1-A5B79885CBEA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0A352C74-F053-E94C-FF46-2D8E6445CBEF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6916A007-219F-EAF2-CB9E-0A73D81CDEDB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8456387A-CE93-3C30-D7F8-1F6A54F0C0DA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D3C658AE-4118-F248-3243-DDC5FDD2BFA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DBE91F1C-EEFD-E2CB-567E-BA084ABA183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EC1787C-C50A-4F35-C8DC-C45E7257674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DF2E68-CB6C-EB15-CAD2-B2AC560571D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ED6D5D28-A5F2-7CC1-9485-490C731CB830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9956452A-8836-E78B-283A-F57FCC7BF82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73D2D48D-10D4-744C-39AB-985A891B20AC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10846F00-23DE-201F-67BF-2244C06DC0A7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D963666D-F5F6-B545-AC9D-D56EA61EEBD9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3AB0B45-E2CC-2978-EC1A-FD42396B9330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014AFFB1-4C7D-1CB3-401A-6723B5505C88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79CE44EA-4031-8E51-95E8-058768B09390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710DC734-1630-B17D-9A0D-799A8992BA79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B2E51764-1790-3DCF-2318-C4E40579AB5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2673411D-22D0-03AD-D582-A576F0DA40E7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AC0E6606-476B-CCF2-6CC8-0F31CB611C24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57B48FE0-DE10-7352-EFF7-D0A2BF21F8B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8659881A-CCAB-B8BE-50C6-71761D562CAB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2F72D180-27B0-BC9F-C428-A5A51C1CEFDF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35E93ADC-7C21-5DA1-119A-98B3BFF28F79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D1EC6545-5D33-23A6-4B1D-FFB6A1B9420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E46606CA-EFC0-F08A-7B98-E1B5EFD71823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CD051C97-5488-4C7F-E87E-064D7AB31EE4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D2165B1-1570-BE05-3BEE-1AA96582B0B5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41B6FD2F-4155-3ABE-72F1-FCA7BEEF735E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8AFF063-AB5C-DBA2-596D-79723040E18D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889620A5-32FF-23F9-B6F1-07F20784E0A0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57037598-B62B-22A3-13FE-3E9B32B96F6E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8687916-3F14-AF0B-8367-E833770A5229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BB1CD871-8244-1E63-CD68-FA08B6714064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56E4357E-4314-CD5C-BF0D-96C178FCF46F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1D2CF4EC-2B3D-DD40-A2F8-258CC2AE01A2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1B1FB520-5E6A-2243-CED8-30A21AC1937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AC5161B1-21DD-F422-0F67-9337ECE1DB1C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D885BACA-9AD2-6706-0947-6D170CBC11E7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81BC85DB-5684-9DA7-4DE1-DFC91873C8A1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A5C856B8-A097-0538-D436-F4B973103BA1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F58EEC38-5B28-1A08-AF9B-F498A63FADC8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C3A5898-7895-F20B-17D8-A1A4C57C6C79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2656E9D-1A33-69F4-F900-A2D5154E4B69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97AE9958-1FA1-7A07-21DD-B8EF8F5E3809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DFB3202D-9085-1525-52BE-2F747F888745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CA9B6FF-612A-6541-8C27-CA644BC70CFF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9B5B3258-7C45-476F-3BD1-B66826D5A8A1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C808682-FA8F-3BDF-6167-7C4E897CAB9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DA8152D4-503A-6506-B83D-77B19F016EB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74C888DE-44E2-BAA9-33F1-7C031F12E417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312217AC-E203-4C40-C7C8-B6832FACD03F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B24E3EC3-CA42-769E-B644-AD4241F96466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57DE5649-F320-195B-5C88-8F1313F2044D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5F3E1906-6216-90EB-868F-6CEFDB8B6D7F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45736474-9509-906B-8735-640D1FF79A01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D24627D9-EAAC-94EC-77FB-6F96AA4759E4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076551BD-43D8-B8B4-748D-FF1B34C936FA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F05B7DF7-425F-B873-89EE-318220A77509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B7898ED-86A6-4EEA-E28D-916BF127E4E2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07A1A2-1ECE-E7A4-6C00-8CE14E04D543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749D237-029C-2D72-3982-5F8ACA41E53E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9516760-4344-0DFE-BA22-A9EB5744714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EDDD1FAD-E581-6269-7AE6-164CB81BD9B4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CA5C42D-3216-23A3-4929-A3CDB4EEA4B0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4BD6315E-011A-AF0A-0A83-B00773043BE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594EB958-2392-336B-104B-E28BF283F2DD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E66E2E2-2025-12DA-9AD0-AD767C7DCDD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974710DF-ECC2-AF86-5CAE-C0180A995DA9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5E1F9AFB-4014-0B8C-CF12-292731B27CB8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571161A-98CA-DF5A-4602-06CA352106D6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C9E0A385-E3F9-878A-192A-1DC49F41483F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8CF20F63-18AF-9FCD-4B2B-D0050875CC52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5ADC1C05-4C5C-57D2-94B7-B7623D9932F6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2BB8C37C-EDED-3274-B0F6-EABD5DE683B3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759C92D9-0C5B-9A7E-4045-666472569789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5A1D6300-05B5-F312-2C97-EC0DE8B94DA8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D621445-CCFC-2EE5-F326-67206D3016F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6A2462AA-71B1-303B-EEAD-9BC10AD915C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4E30F4C2-6ECF-ADF6-D91E-59BAD9C14F78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CAB5F78-0BB7-0A22-AE23-F9B74A8C9284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1BE47494-CDA1-88B8-B444-6601EE441607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A0A87E99-FA55-15B1-D311-B1CAA04D856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F159A3CC-517B-1278-AB0D-3340F3175C9B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07723422-8734-F6A6-EC43-4879230D184D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246DC1BE-E017-ECA9-74B8-698A46EBF1DD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1059EF40-3383-2323-7653-7C832C2907EA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06F026BB-7742-58BE-9E61-2B21A8F9A4FD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57E4AEF5-99A1-DEA0-A141-1C4FCF7E9F34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B5169FB1-4032-52C4-435E-66CF88BD7A67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C19F7D0F-0176-E31F-302F-0ABB74BA8791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1E57C2F7-4615-0CF9-46F4-90E74A34E8A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7019CEE2-C310-1B42-5418-D4DFDD520B1D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FB2BEC90-AA07-FD54-B10F-2AA0DCFA7DC3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FC2FC04F-669B-2955-1CDF-CC168FC12E56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F9B50272-002E-995C-1297-5DEB187B38A3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8A5BD9EE-8BD1-4801-88CA-A0A41F2D8A54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191C513C-23C5-09E7-23E9-6DDBE697506C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DD7F6E03-39D4-783B-17A6-B99CB0DEF5F4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EF35A47-914C-5E75-45AA-5CDA33C35BC3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0497DDEB-A907-4B88-C27B-D0ED00D7CF94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FF512B5B-B45F-8477-B3CB-1FA564F3DA13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B3D6DD17-5D23-AD0F-7F77-7FD1C0A127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DC3BE09B-B88A-8259-9AF0-34E20965220F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FC14BCC6-978A-8808-8A3B-25829E2C0A3D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9AF51858-7BCA-F834-40C0-22B470B18BC5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0F6A70A5-F61C-69BC-AD8E-E3E187A2C0D4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BE7506E2-5E52-FA16-7E9D-161124AC28DA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4A1C8DD-FE99-1786-0F17-6FE2D925E3CA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600EDC6-2E42-BD4C-1F5C-AA12E1ED7B04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5E13D26C-D839-375C-21F3-1F2F57060C5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6154A2E8-4EDB-A586-C1E8-2064A289A5C3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0435CA12-881A-1B63-8E96-AE4F39FD9BA6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04CB8843-E568-2F93-4BA8-FB88443B413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2C12A6CC-2163-6349-F14C-FF4B397F8E4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D6AAA196-3B14-0A1E-8260-244CCB969F52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3074CBF3-11ED-5294-C65F-BF9960B3C8D5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440E20FC-B729-E59D-163D-99555D0A8534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658EC8C4-C08D-ADEF-D343-BD1B477D8141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1DF1586A-A4CF-1289-FDAE-3DBD53FE3BF4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A4BFA91E-2A0B-B117-1E6E-CACE92C91961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F97B67E-55A9-6FF3-959B-B078B1EED088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FDE41C34-CBE1-DC5C-5383-BE13CB220946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679D0BA6-194A-5B83-6A9B-C3FDFAE2F01E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AF66D6C6-114D-5AEF-FC74-4C14E332C9ED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0E066E39-C3BB-66F0-319C-B5C79573D399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1C1261DD-7B6C-14B7-3240-1DD7B0057D3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A6430166-7F2D-DA94-58B4-86810B28C07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F980E1F9-C71D-A268-7DD2-0705D7635527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1C036E5C-89BF-BC6E-B062-57C398E64EE9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486D3C1C-CC41-4B0A-FA9F-785FB0F416AE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E2AA8F97-570A-3DAE-2F47-F24F759629BA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397153F2-0F80-D1B3-CCF1-5EB68595BA8E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00B961BF-BD60-F88F-55C5-D580C0EEEAE6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31E7CB92-E52E-5144-0CCE-EAE6A436F0D7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8A00B669-2382-2878-6BCA-59FBA2EA121B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4838A15E-EE0D-16D2-E8D5-7984FE4C7695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3E14CAF8-FF80-63D8-AB6D-8F1261A409A3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4A22F6BC-2025-63EB-941B-63C42D46B054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85C8F243-9A8E-EBEE-16B4-DD4B869C7204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58FBF4BE-D23F-4A1C-7A46-8963C604C24D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83287114-B974-D961-C5BD-3DE3D7574548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0CBCA85D-D422-50F7-A6BB-F008C1E0ACEC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BC2ED816-B9D6-DE67-F632-A2613F46A81C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B9A56BF2-FF76-AE7B-F046-37DDDF767AC1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5A27B94C-698B-2764-6509-2F0938D46212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A0E7EC1D-91F8-C51D-41BA-FE019E94DB00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60A9C7B4-6518-9245-D118-4E9A6364CD7A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94E8F5F2-86CD-104B-F731-FC19B9F8ED52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087873B8-B0EB-D995-5548-742DF7D8BCE6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E28AC13A-8622-7433-A11D-3A4A68451FAD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DA3D714-BD05-5ECF-1401-8EBFCB56770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D21E0237-BF1D-13CE-6AAA-BF98A31AD131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B23F877-415F-7EEA-30A7-A2ADE48B87F1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9C3BE061-05AC-F670-D014-C013E085846A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AB2765EE-F3CD-9943-2B07-C486AB389D51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89606C1-AB2B-0E46-9897-D2BFB930A5CB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9BDD80EF-24E9-06DE-091D-54148185D7BB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1492ED1-5BA5-1878-5E36-67A5A84D8DE8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93C1EDD7-7881-0842-7EA8-01E86A6D175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BDA52B62-B5A9-9F8D-E668-1463C4E9670F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4664232-8BCA-DBA4-52E2-4657FE4F340B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349B0AE1-5151-A69A-294D-156013A2FAB0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3C5C6C88-E27C-C630-0D45-597FB2E11AB8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F03EEB31-A2C6-3800-4FF7-83D59BDBCD71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F375300A-4D2D-6DC2-AA3A-A703E9565372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9BF70696-8FF0-5D97-0670-D2332F4EFE4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4AC9C9DC-E142-4E26-CC59-B2B8452AC0C9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CDBCB39F-23B0-6A9E-E258-B56F38413641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27C6073-D28C-0F49-F562-07E7C4E5EBD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06BF5E92-ACC5-8C2B-A96D-BD9F802E1907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E1D250AC-4BDE-DF4B-6E1E-16F25ED8E12D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BED77A03-01BD-8D9B-550E-969403DB9D05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AE89CE95-1378-F51A-66E9-6A24F3836EC8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58A3B256-BF85-1A0A-B77C-B1A262A08F72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E517507-CF14-5BEA-66CF-80822DF0959F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740F5CA4-0DF7-16A8-F1C8-C1A6B7A48B6B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8EF2F3A-FF2E-2293-70A1-E77720D71D94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A168BDE-0644-7565-0845-5403481AC4D3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16EE8FB8-B023-D6B8-F2C7-BEB26FE7C1ED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FDA1DA7D-C6C6-FA41-FA24-74E2A53044D5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8097FD3-CA1F-0344-7D73-414AB7C157F9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42C56C75-6AD1-05D5-BA4B-F9A4FD974B0B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991483-BEA0-D9AC-5D44-51746B502847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E233A5BC-84D0-D4AB-24EF-F44FBE12DB0A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1B52AC86-329C-3C62-960F-A935B990F5FD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20E330A-3207-C4A4-11F6-83B74E5491C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B537A994-1C85-E0C2-B422-03C0D737499D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5B6039AF-3DFE-4521-26EA-D8C20DEBB211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840E68BD-F895-3642-912F-7B5BE9FDCC34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3D9DB08-C84F-7526-6DA1-BD8B5BD78BF0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19F1155-E216-75A7-C5E9-507BCEF60118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881B956-36CB-D406-932E-B70ADACE9A76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695FB10F-9E6C-4913-94D4-3BFA11206EB4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CE4AA579-259C-DD07-97B5-49469D9679BE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214C97A5-3D03-D0DA-E507-7CCF4CFB24E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9B0F7344-D4AC-4CB4-F3F4-0A2241487B01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FCE83C9A-99F2-1EC3-B6F4-D8CB0D789472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8E1B7B5-B497-003F-992E-3FE76FC005C1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D153E13-1BFC-2C7D-951E-0351838BFDB7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17E00F30-FE77-C147-CAC7-9437F41E36F8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81D4F0D-3421-679E-A8A3-DE5A9C84921C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6440E25D-0682-25B2-AE3C-E584D47FDC06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2196A9A3-7C7C-A683-F83E-61D4CBEE772B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FA7C1AF1-AC8E-AF7B-282C-08BF9247DA83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529FEBAB-5EDC-5B6E-6F75-CA3B241AB281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7417F42F-EC3A-20C6-D462-785355714453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A201828-EFA0-FE27-0899-824A748E5FC7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913401-9B93-FA32-04C9-A993A04D497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AFB70B85-72E0-3885-7964-67B728102386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EC8BC180-EB67-5B93-6E28-D1FAB24C4FAC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AE55BD70-4962-C8FB-8893-7B3CF3132136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E31F0E0-9490-F6D4-D8D0-2AD882161986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DE218E5-2EE5-F449-C01D-3BB4CAC2C06E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96A42C4-EA40-931B-2635-58DB6CE4F37C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2F215051-561C-657A-CCE6-4A8DA81993DD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B59C179-ADAE-9E86-240F-57D304A9D092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168A6FD-D06C-DA4B-1EB0-DC9C2223894D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63268B3-3F8A-CE8E-1E3F-6E59C6413E76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F8110C34-76FB-A6BB-FD03-3F0C84827BCC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7902621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79D34-99D7-F419-23DE-BB8F73D3C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57A1E539-5D22-7CD4-5726-DC90E2B5E20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1873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Fundamentos</a:t>
            </a:r>
          </a:p>
        </p:txBody>
      </p:sp>
      <p:sp>
        <p:nvSpPr>
          <p:cNvPr id="3466" name="Google Shape;3466;p40"/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01</a:t>
            </a:r>
          </a:p>
        </p:txBody>
      </p:sp>
      <p:sp>
        <p:nvSpPr>
          <p:cNvPr id="3467" name="Google Shape;3467;p40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base de tudo</a:t>
            </a:r>
          </a:p>
        </p:txBody>
      </p:sp>
      <p:grpSp>
        <p:nvGrpSpPr>
          <p:cNvPr id="3468" name="Google Shape;3468;p40"/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/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1" name="Google Shape;3471;p4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2" name="Google Shape;3472;p4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3" name="Google Shape;3473;p4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4" name="Google Shape;3474;p4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5" name="Google Shape;3475;p4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6" name="Google Shape;3476;p4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7" name="Google Shape;3477;p4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8" name="Google Shape;3478;p4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9" name="Google Shape;3479;p4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0" name="Google Shape;3480;p4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1" name="Google Shape;3481;p4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2" name="Google Shape;3482;p4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3" name="Google Shape;3483;p4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4" name="Google Shape;3484;p4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5" name="Google Shape;3485;p4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6" name="Google Shape;3486;p4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7" name="Google Shape;3487;p4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8" name="Google Shape;3488;p4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9" name="Google Shape;3489;p4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0" name="Google Shape;3490;p4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1" name="Google Shape;3491;p4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2" name="Google Shape;3492;p4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3" name="Google Shape;3493;p4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4" name="Google Shape;3494;p4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5" name="Google Shape;3495;p4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6" name="Google Shape;3496;p4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7" name="Google Shape;3497;p4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8" name="Google Shape;3498;p4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9" name="Google Shape;3499;p4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0" name="Google Shape;3500;p4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1" name="Google Shape;3501;p4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2" name="Google Shape;3502;p4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3" name="Google Shape;3503;p4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4" name="Google Shape;3504;p4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5" name="Google Shape;3505;p4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6" name="Google Shape;3506;p4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7" name="Google Shape;3507;p4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8" name="Google Shape;3508;p4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9" name="Google Shape;3509;p4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0" name="Google Shape;3510;p4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1" name="Google Shape;3511;p4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2" name="Google Shape;3512;p4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3" name="Google Shape;3513;p4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514" name="Google Shape;3514;p40"/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6" name="Google Shape;3516;p40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7" name="Google Shape;3517;p40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8" name="Google Shape;3518;p40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9" name="Google Shape;3519;p40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0" name="Google Shape;3520;p40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1" name="Google Shape;3521;p40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2" name="Google Shape;3522;p40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3" name="Google Shape;3523;p40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4" name="Google Shape;3524;p40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5" name="Google Shape;3525;p40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6" name="Google Shape;3526;p40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7" name="Google Shape;3527;p40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8" name="Google Shape;3528;p40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9" name="Google Shape;3529;p40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0" name="Google Shape;3530;p40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1" name="Google Shape;3531;p40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2" name="Google Shape;3532;p40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3" name="Google Shape;3533;p40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4" name="Google Shape;3534;p40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5" name="Google Shape;3535;p40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6" name="Google Shape;3536;p40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7" name="Google Shape;3537;p40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8" name="Google Shape;3538;p40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9" name="Google Shape;3539;p40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0" name="Google Shape;3540;p40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1" name="Google Shape;3541;p40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2" name="Google Shape;3542;p40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3" name="Google Shape;3543;p40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4" name="Google Shape;3544;p40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5" name="Google Shape;3545;p40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6" name="Google Shape;3546;p40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7" name="Google Shape;3547;p40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8" name="Google Shape;3548;p40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9" name="Google Shape;3549;p40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0" name="Google Shape;3550;p40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1" name="Google Shape;3551;p40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2" name="Google Shape;3552;p40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3" name="Google Shape;3553;p40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4" name="Google Shape;3554;p40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5" name="Google Shape;3555;p40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6" name="Google Shape;3556;p40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7" name="Google Shape;3557;p40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8" name="Google Shape;3558;p40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9" name="Google Shape;3559;p40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0" name="Google Shape;3560;p40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1" name="Google Shape;3561;p40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2" name="Google Shape;3562;p40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3" name="Google Shape;3563;p40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3564" name="Google Shape;3564;p40"/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/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9" name="Google Shape;3569;p40"/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0" name="Google Shape;3570;p40"/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1" name="Google Shape;3571;p40"/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2" name="Google Shape;3572;p40"/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3" name="Google Shape;3573;p40"/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/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O que os seguintes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objetos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têm em comum?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grupo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pessoas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rebanho de animais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buquê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flores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uma dúzia de ovos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9A43C9F-6D88-0BD1-239F-606F28A243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A60BC58-E6E8-9AAC-6862-763D5816944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AE010070-C29A-D57E-C9C2-D24673CAEC7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Esses itens têm em comum o fato de representarem a ideia de um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conjunto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, que é uma </a:t>
            </a:r>
            <a:r>
              <a:rPr lang="pt-BR" sz="3000" b="1" i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coleção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objetos bem definidos chamados de elementos. 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Cada um agrupa indivíduos ou unidades que compartilham </a:t>
            </a:r>
            <a:r>
              <a:rPr lang="pt-BR" sz="3000" b="1" i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características semelhantes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ou formam uma totalidade.</a:t>
            </a:r>
          </a:p>
        </p:txBody>
      </p:sp>
    </p:spTree>
    <p:extLst>
      <p:ext uri="{BB962C8B-B14F-4D97-AF65-F5344CB8AC3E}">
        <p14:creationId xmlns:p14="http://schemas.microsoft.com/office/powerpoint/2010/main" val="19063282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4" name="Google Shape;3834;p47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Teoria </a:t>
            </a:r>
            <a:r>
              <a:rPr lang="pt-BR" noProof="0" dirty="0">
                <a:solidFill>
                  <a:schemeClr val="accent1"/>
                </a:solidFill>
              </a:rPr>
              <a:t>dos Conjuntos</a:t>
            </a:r>
          </a:p>
        </p:txBody>
      </p:sp>
      <p:grpSp>
        <p:nvGrpSpPr>
          <p:cNvPr id="3835" name="Google Shape;3835;p47"/>
          <p:cNvGrpSpPr/>
          <p:nvPr/>
        </p:nvGrpSpPr>
        <p:grpSpPr>
          <a:xfrm>
            <a:off x="-1376388" y="-502135"/>
            <a:ext cx="3149761" cy="2128238"/>
            <a:chOff x="3131640" y="4042440"/>
            <a:chExt cx="1464120" cy="989280"/>
          </a:xfrm>
        </p:grpSpPr>
        <p:sp>
          <p:nvSpPr>
            <p:cNvPr id="3836" name="Google Shape;3836;p47"/>
            <p:cNvSpPr/>
            <p:nvPr/>
          </p:nvSpPr>
          <p:spPr>
            <a:xfrm>
              <a:off x="3785040" y="4059720"/>
              <a:ext cx="13320" cy="820440"/>
            </a:xfrm>
            <a:custGeom>
              <a:avLst/>
              <a:gdLst/>
              <a:ahLst/>
              <a:cxnLst/>
              <a:rect l="l" t="t" r="r" b="b"/>
              <a:pathLst>
                <a:path w="37" h="2279" extrusionOk="0">
                  <a:moveTo>
                    <a:pt x="0" y="2268"/>
                  </a:moveTo>
                  <a:cubicBezTo>
                    <a:pt x="0" y="2260"/>
                    <a:pt x="1" y="2251"/>
                    <a:pt x="1" y="2243"/>
                  </a:cubicBezTo>
                  <a:cubicBezTo>
                    <a:pt x="1" y="2232"/>
                    <a:pt x="1" y="2220"/>
                    <a:pt x="1" y="2208"/>
                  </a:cubicBezTo>
                  <a:cubicBezTo>
                    <a:pt x="1" y="2184"/>
                    <a:pt x="2" y="2160"/>
                    <a:pt x="2" y="2136"/>
                  </a:cubicBezTo>
                  <a:cubicBezTo>
                    <a:pt x="3" y="2087"/>
                    <a:pt x="3" y="2038"/>
                    <a:pt x="3" y="1990"/>
                  </a:cubicBezTo>
                  <a:cubicBezTo>
                    <a:pt x="4" y="1897"/>
                    <a:pt x="4" y="1803"/>
                    <a:pt x="6" y="1710"/>
                  </a:cubicBezTo>
                  <a:cubicBezTo>
                    <a:pt x="6" y="1614"/>
                    <a:pt x="6" y="1518"/>
                    <a:pt x="7" y="1422"/>
                  </a:cubicBezTo>
                  <a:cubicBezTo>
                    <a:pt x="8" y="1375"/>
                    <a:pt x="8" y="1327"/>
                    <a:pt x="8" y="1280"/>
                  </a:cubicBezTo>
                  <a:cubicBezTo>
                    <a:pt x="8" y="1232"/>
                    <a:pt x="9" y="1183"/>
                    <a:pt x="10" y="1135"/>
                  </a:cubicBezTo>
                  <a:cubicBezTo>
                    <a:pt x="10" y="1037"/>
                    <a:pt x="11" y="940"/>
                    <a:pt x="12" y="842"/>
                  </a:cubicBezTo>
                  <a:cubicBezTo>
                    <a:pt x="13" y="745"/>
                    <a:pt x="13" y="648"/>
                    <a:pt x="14" y="551"/>
                  </a:cubicBezTo>
                  <a:cubicBezTo>
                    <a:pt x="14" y="456"/>
                    <a:pt x="15" y="361"/>
                    <a:pt x="15" y="266"/>
                  </a:cubicBezTo>
                  <a:cubicBezTo>
                    <a:pt x="15" y="221"/>
                    <a:pt x="16" y="177"/>
                    <a:pt x="16" y="132"/>
                  </a:cubicBezTo>
                  <a:cubicBezTo>
                    <a:pt x="16" y="111"/>
                    <a:pt x="16" y="90"/>
                    <a:pt x="16" y="69"/>
                  </a:cubicBezTo>
                  <a:cubicBezTo>
                    <a:pt x="17" y="50"/>
                    <a:pt x="17" y="30"/>
                    <a:pt x="17" y="10"/>
                  </a:cubicBezTo>
                  <a:cubicBezTo>
                    <a:pt x="17" y="4"/>
                    <a:pt x="21" y="0"/>
                    <a:pt x="26" y="0"/>
                  </a:cubicBezTo>
                  <a:cubicBezTo>
                    <a:pt x="31" y="0"/>
                    <a:pt x="36" y="4"/>
                    <a:pt x="36" y="10"/>
                  </a:cubicBezTo>
                  <a:cubicBezTo>
                    <a:pt x="35" y="31"/>
                    <a:pt x="35" y="52"/>
                    <a:pt x="35" y="73"/>
                  </a:cubicBezTo>
                  <a:cubicBezTo>
                    <a:pt x="35" y="96"/>
                    <a:pt x="34" y="120"/>
                    <a:pt x="34" y="142"/>
                  </a:cubicBezTo>
                  <a:cubicBezTo>
                    <a:pt x="34" y="189"/>
                    <a:pt x="34" y="236"/>
                    <a:pt x="33" y="283"/>
                  </a:cubicBezTo>
                  <a:cubicBezTo>
                    <a:pt x="32" y="378"/>
                    <a:pt x="31" y="474"/>
                    <a:pt x="31" y="569"/>
                  </a:cubicBezTo>
                  <a:cubicBezTo>
                    <a:pt x="29" y="668"/>
                    <a:pt x="29" y="766"/>
                    <a:pt x="28" y="864"/>
                  </a:cubicBezTo>
                  <a:cubicBezTo>
                    <a:pt x="28" y="959"/>
                    <a:pt x="27" y="1055"/>
                    <a:pt x="27" y="1150"/>
                  </a:cubicBezTo>
                  <a:cubicBezTo>
                    <a:pt x="26" y="1246"/>
                    <a:pt x="25" y="1341"/>
                    <a:pt x="25" y="1437"/>
                  </a:cubicBezTo>
                  <a:cubicBezTo>
                    <a:pt x="24" y="1534"/>
                    <a:pt x="23" y="1630"/>
                    <a:pt x="22" y="1727"/>
                  </a:cubicBezTo>
                  <a:cubicBezTo>
                    <a:pt x="22" y="1821"/>
                    <a:pt x="21" y="1915"/>
                    <a:pt x="21" y="2009"/>
                  </a:cubicBezTo>
                  <a:cubicBezTo>
                    <a:pt x="20" y="2053"/>
                    <a:pt x="20" y="2098"/>
                    <a:pt x="20" y="2142"/>
                  </a:cubicBezTo>
                  <a:cubicBezTo>
                    <a:pt x="20" y="2166"/>
                    <a:pt x="20" y="2190"/>
                    <a:pt x="20" y="2213"/>
                  </a:cubicBezTo>
                  <a:cubicBezTo>
                    <a:pt x="20" y="2224"/>
                    <a:pt x="20" y="2234"/>
                    <a:pt x="20" y="2245"/>
                  </a:cubicBezTo>
                  <a:cubicBezTo>
                    <a:pt x="20" y="2250"/>
                    <a:pt x="20" y="2254"/>
                    <a:pt x="20" y="2259"/>
                  </a:cubicBezTo>
                  <a:cubicBezTo>
                    <a:pt x="20" y="2262"/>
                    <a:pt x="20" y="2265"/>
                    <a:pt x="20" y="2268"/>
                  </a:cubicBezTo>
                  <a:cubicBezTo>
                    <a:pt x="20" y="2273"/>
                    <a:pt x="15" y="2278"/>
                    <a:pt x="10" y="2278"/>
                  </a:cubicBezTo>
                  <a:cubicBezTo>
                    <a:pt x="5" y="2278"/>
                    <a:pt x="0" y="2273"/>
                    <a:pt x="0" y="22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7" name="Google Shape;3837;p47"/>
            <p:cNvSpPr/>
            <p:nvPr/>
          </p:nvSpPr>
          <p:spPr>
            <a:xfrm>
              <a:off x="3775320" y="4042440"/>
              <a:ext cx="31320" cy="82080"/>
            </a:xfrm>
            <a:custGeom>
              <a:avLst/>
              <a:gdLst/>
              <a:ahLst/>
              <a:cxnLst/>
              <a:rect l="l" t="t" r="r" b="b"/>
              <a:pathLst>
                <a:path w="87" h="228" extrusionOk="0">
                  <a:moveTo>
                    <a:pt x="3" y="222"/>
                  </a:moveTo>
                  <a:cubicBezTo>
                    <a:pt x="2" y="220"/>
                    <a:pt x="0" y="218"/>
                    <a:pt x="0" y="215"/>
                  </a:cubicBezTo>
                  <a:cubicBezTo>
                    <a:pt x="0" y="212"/>
                    <a:pt x="0" y="209"/>
                    <a:pt x="0" y="206"/>
                  </a:cubicBezTo>
                  <a:cubicBezTo>
                    <a:pt x="0" y="200"/>
                    <a:pt x="2" y="193"/>
                    <a:pt x="3" y="186"/>
                  </a:cubicBezTo>
                  <a:cubicBezTo>
                    <a:pt x="4" y="180"/>
                    <a:pt x="5" y="175"/>
                    <a:pt x="6" y="169"/>
                  </a:cubicBezTo>
                  <a:cubicBezTo>
                    <a:pt x="9" y="161"/>
                    <a:pt x="11" y="151"/>
                    <a:pt x="14" y="142"/>
                  </a:cubicBezTo>
                  <a:cubicBezTo>
                    <a:pt x="19" y="123"/>
                    <a:pt x="26" y="105"/>
                    <a:pt x="32" y="85"/>
                  </a:cubicBezTo>
                  <a:cubicBezTo>
                    <a:pt x="36" y="73"/>
                    <a:pt x="40" y="60"/>
                    <a:pt x="43" y="48"/>
                  </a:cubicBezTo>
                  <a:cubicBezTo>
                    <a:pt x="45" y="38"/>
                    <a:pt x="46" y="28"/>
                    <a:pt x="47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16"/>
                    <a:pt x="47" y="13"/>
                    <a:pt x="47" y="11"/>
                  </a:cubicBezTo>
                  <a:cubicBezTo>
                    <a:pt x="47" y="6"/>
                    <a:pt x="51" y="0"/>
                    <a:pt x="56" y="0"/>
                  </a:cubicBezTo>
                  <a:cubicBezTo>
                    <a:pt x="63" y="0"/>
                    <a:pt x="67" y="6"/>
                    <a:pt x="66" y="11"/>
                  </a:cubicBezTo>
                  <a:cubicBezTo>
                    <a:pt x="66" y="16"/>
                    <a:pt x="65" y="20"/>
                    <a:pt x="65" y="25"/>
                  </a:cubicBezTo>
                  <a:cubicBezTo>
                    <a:pt x="65" y="25"/>
                    <a:pt x="65" y="26"/>
                    <a:pt x="66" y="27"/>
                  </a:cubicBezTo>
                  <a:cubicBezTo>
                    <a:pt x="67" y="30"/>
                    <a:pt x="67" y="35"/>
                    <a:pt x="67" y="39"/>
                  </a:cubicBezTo>
                  <a:cubicBezTo>
                    <a:pt x="69" y="58"/>
                    <a:pt x="72" y="77"/>
                    <a:pt x="74" y="96"/>
                  </a:cubicBezTo>
                  <a:cubicBezTo>
                    <a:pt x="77" y="116"/>
                    <a:pt x="79" y="135"/>
                    <a:pt x="82" y="154"/>
                  </a:cubicBezTo>
                  <a:cubicBezTo>
                    <a:pt x="83" y="162"/>
                    <a:pt x="84" y="170"/>
                    <a:pt x="85" y="177"/>
                  </a:cubicBezTo>
                  <a:cubicBezTo>
                    <a:pt x="86" y="183"/>
                    <a:pt x="82" y="187"/>
                    <a:pt x="77" y="188"/>
                  </a:cubicBezTo>
                  <a:cubicBezTo>
                    <a:pt x="72" y="188"/>
                    <a:pt x="67" y="185"/>
                    <a:pt x="66" y="180"/>
                  </a:cubicBezTo>
                  <a:cubicBezTo>
                    <a:pt x="65" y="159"/>
                    <a:pt x="62" y="138"/>
                    <a:pt x="59" y="117"/>
                  </a:cubicBezTo>
                  <a:cubicBezTo>
                    <a:pt x="58" y="107"/>
                    <a:pt x="56" y="96"/>
                    <a:pt x="54" y="86"/>
                  </a:cubicBezTo>
                  <a:cubicBezTo>
                    <a:pt x="52" y="99"/>
                    <a:pt x="49" y="112"/>
                    <a:pt x="46" y="124"/>
                  </a:cubicBezTo>
                  <a:cubicBezTo>
                    <a:pt x="42" y="141"/>
                    <a:pt x="38" y="158"/>
                    <a:pt x="34" y="175"/>
                  </a:cubicBezTo>
                  <a:cubicBezTo>
                    <a:pt x="32" y="182"/>
                    <a:pt x="30" y="189"/>
                    <a:pt x="28" y="197"/>
                  </a:cubicBezTo>
                  <a:cubicBezTo>
                    <a:pt x="27" y="201"/>
                    <a:pt x="26" y="204"/>
                    <a:pt x="25" y="208"/>
                  </a:cubicBezTo>
                  <a:cubicBezTo>
                    <a:pt x="24" y="210"/>
                    <a:pt x="24" y="212"/>
                    <a:pt x="23" y="214"/>
                  </a:cubicBezTo>
                  <a:cubicBezTo>
                    <a:pt x="23" y="216"/>
                    <a:pt x="22" y="218"/>
                    <a:pt x="21" y="219"/>
                  </a:cubicBezTo>
                  <a:cubicBezTo>
                    <a:pt x="20" y="222"/>
                    <a:pt x="19" y="223"/>
                    <a:pt x="17" y="225"/>
                  </a:cubicBezTo>
                  <a:cubicBezTo>
                    <a:pt x="15" y="226"/>
                    <a:pt x="13" y="227"/>
                    <a:pt x="11" y="227"/>
                  </a:cubicBezTo>
                  <a:cubicBezTo>
                    <a:pt x="8" y="227"/>
                    <a:pt x="5" y="225"/>
                    <a:pt x="3" y="2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8" name="Google Shape;3838;p47"/>
            <p:cNvSpPr/>
            <p:nvPr/>
          </p:nvSpPr>
          <p:spPr>
            <a:xfrm>
              <a:off x="3210840" y="4638600"/>
              <a:ext cx="1305360" cy="12600"/>
            </a:xfrm>
            <a:custGeom>
              <a:avLst/>
              <a:gdLst/>
              <a:ahLst/>
              <a:cxnLst/>
              <a:rect l="l" t="t" r="r" b="b"/>
              <a:pathLst>
                <a:path w="3626" h="35" extrusionOk="0">
                  <a:moveTo>
                    <a:pt x="1" y="25"/>
                  </a:moveTo>
                  <a:cubicBezTo>
                    <a:pt x="0" y="20"/>
                    <a:pt x="4" y="15"/>
                    <a:pt x="9" y="15"/>
                  </a:cubicBezTo>
                  <a:cubicBezTo>
                    <a:pt x="11" y="15"/>
                    <a:pt x="13" y="15"/>
                    <a:pt x="15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88" y="16"/>
                    <a:pt x="162" y="15"/>
                    <a:pt x="237" y="15"/>
                  </a:cubicBezTo>
                  <a:cubicBezTo>
                    <a:pt x="313" y="15"/>
                    <a:pt x="389" y="15"/>
                    <a:pt x="464" y="15"/>
                  </a:cubicBezTo>
                  <a:cubicBezTo>
                    <a:pt x="503" y="15"/>
                    <a:pt x="541" y="15"/>
                    <a:pt x="580" y="14"/>
                  </a:cubicBezTo>
                  <a:cubicBezTo>
                    <a:pt x="618" y="14"/>
                    <a:pt x="655" y="13"/>
                    <a:pt x="694" y="13"/>
                  </a:cubicBezTo>
                  <a:cubicBezTo>
                    <a:pt x="767" y="13"/>
                    <a:pt x="841" y="12"/>
                    <a:pt x="915" y="12"/>
                  </a:cubicBezTo>
                  <a:cubicBezTo>
                    <a:pt x="1067" y="12"/>
                    <a:pt x="1219" y="11"/>
                    <a:pt x="1371" y="11"/>
                  </a:cubicBezTo>
                  <a:cubicBezTo>
                    <a:pt x="1409" y="11"/>
                    <a:pt x="1447" y="10"/>
                    <a:pt x="1485" y="10"/>
                  </a:cubicBezTo>
                  <a:cubicBezTo>
                    <a:pt x="1522" y="10"/>
                    <a:pt x="1559" y="9"/>
                    <a:pt x="1597" y="9"/>
                  </a:cubicBezTo>
                  <a:cubicBezTo>
                    <a:pt x="1673" y="9"/>
                    <a:pt x="1750" y="9"/>
                    <a:pt x="1827" y="8"/>
                  </a:cubicBezTo>
                  <a:cubicBezTo>
                    <a:pt x="1982" y="8"/>
                    <a:pt x="2137" y="8"/>
                    <a:pt x="2292" y="7"/>
                  </a:cubicBezTo>
                  <a:cubicBezTo>
                    <a:pt x="2331" y="7"/>
                    <a:pt x="2370" y="7"/>
                    <a:pt x="2409" y="7"/>
                  </a:cubicBezTo>
                  <a:cubicBezTo>
                    <a:pt x="2448" y="7"/>
                    <a:pt x="2486" y="7"/>
                    <a:pt x="2525" y="6"/>
                  </a:cubicBezTo>
                  <a:cubicBezTo>
                    <a:pt x="2600" y="6"/>
                    <a:pt x="2675" y="5"/>
                    <a:pt x="2751" y="5"/>
                  </a:cubicBezTo>
                  <a:cubicBezTo>
                    <a:pt x="2827" y="5"/>
                    <a:pt x="2903" y="5"/>
                    <a:pt x="2980" y="5"/>
                  </a:cubicBezTo>
                  <a:cubicBezTo>
                    <a:pt x="3020" y="4"/>
                    <a:pt x="3059" y="4"/>
                    <a:pt x="3100" y="4"/>
                  </a:cubicBezTo>
                  <a:cubicBezTo>
                    <a:pt x="3138" y="4"/>
                    <a:pt x="3175" y="4"/>
                    <a:pt x="3213" y="4"/>
                  </a:cubicBezTo>
                  <a:cubicBezTo>
                    <a:pt x="3284" y="3"/>
                    <a:pt x="3354" y="2"/>
                    <a:pt x="3425" y="2"/>
                  </a:cubicBezTo>
                  <a:cubicBezTo>
                    <a:pt x="3458" y="2"/>
                    <a:pt x="3492" y="1"/>
                    <a:pt x="3525" y="1"/>
                  </a:cubicBezTo>
                  <a:cubicBezTo>
                    <a:pt x="3541" y="1"/>
                    <a:pt x="3556" y="0"/>
                    <a:pt x="3572" y="0"/>
                  </a:cubicBezTo>
                  <a:cubicBezTo>
                    <a:pt x="3586" y="0"/>
                    <a:pt x="3600" y="0"/>
                    <a:pt x="3614" y="0"/>
                  </a:cubicBezTo>
                  <a:cubicBezTo>
                    <a:pt x="3619" y="0"/>
                    <a:pt x="3624" y="3"/>
                    <a:pt x="3624" y="9"/>
                  </a:cubicBezTo>
                  <a:cubicBezTo>
                    <a:pt x="3625" y="13"/>
                    <a:pt x="3621" y="19"/>
                    <a:pt x="3615" y="19"/>
                  </a:cubicBezTo>
                  <a:cubicBezTo>
                    <a:pt x="3600" y="19"/>
                    <a:pt x="3584" y="19"/>
                    <a:pt x="3569" y="19"/>
                  </a:cubicBezTo>
                  <a:lnTo>
                    <a:pt x="3570" y="19"/>
                  </a:lnTo>
                  <a:cubicBezTo>
                    <a:pt x="3534" y="18"/>
                    <a:pt x="3498" y="18"/>
                    <a:pt x="3463" y="18"/>
                  </a:cubicBezTo>
                  <a:cubicBezTo>
                    <a:pt x="3426" y="18"/>
                    <a:pt x="3389" y="18"/>
                    <a:pt x="3353" y="18"/>
                  </a:cubicBezTo>
                  <a:cubicBezTo>
                    <a:pt x="3314" y="18"/>
                    <a:pt x="3274" y="18"/>
                    <a:pt x="3234" y="18"/>
                  </a:cubicBezTo>
                  <a:cubicBezTo>
                    <a:pt x="3198" y="18"/>
                    <a:pt x="3161" y="19"/>
                    <a:pt x="3125" y="19"/>
                  </a:cubicBezTo>
                  <a:cubicBezTo>
                    <a:pt x="2971" y="19"/>
                    <a:pt x="2817" y="20"/>
                    <a:pt x="2664" y="20"/>
                  </a:cubicBezTo>
                  <a:cubicBezTo>
                    <a:pt x="2588" y="21"/>
                    <a:pt x="2512" y="22"/>
                    <a:pt x="2437" y="22"/>
                  </a:cubicBezTo>
                  <a:cubicBezTo>
                    <a:pt x="2397" y="22"/>
                    <a:pt x="2358" y="22"/>
                    <a:pt x="2318" y="22"/>
                  </a:cubicBezTo>
                  <a:cubicBezTo>
                    <a:pt x="2280" y="23"/>
                    <a:pt x="2243" y="23"/>
                    <a:pt x="2205" y="23"/>
                  </a:cubicBezTo>
                  <a:cubicBezTo>
                    <a:pt x="2050" y="24"/>
                    <a:pt x="1894" y="25"/>
                    <a:pt x="1738" y="26"/>
                  </a:cubicBezTo>
                  <a:cubicBezTo>
                    <a:pt x="1587" y="26"/>
                    <a:pt x="1434" y="26"/>
                    <a:pt x="1282" y="27"/>
                  </a:cubicBezTo>
                  <a:cubicBezTo>
                    <a:pt x="1207" y="28"/>
                    <a:pt x="1131" y="28"/>
                    <a:pt x="1056" y="29"/>
                  </a:cubicBezTo>
                  <a:cubicBezTo>
                    <a:pt x="979" y="29"/>
                    <a:pt x="902" y="29"/>
                    <a:pt x="826" y="30"/>
                  </a:cubicBezTo>
                  <a:cubicBezTo>
                    <a:pt x="752" y="30"/>
                    <a:pt x="678" y="30"/>
                    <a:pt x="604" y="30"/>
                  </a:cubicBezTo>
                  <a:cubicBezTo>
                    <a:pt x="527" y="30"/>
                    <a:pt x="450" y="31"/>
                    <a:pt x="373" y="32"/>
                  </a:cubicBezTo>
                  <a:cubicBezTo>
                    <a:pt x="312" y="32"/>
                    <a:pt x="251" y="32"/>
                    <a:pt x="189" y="33"/>
                  </a:cubicBezTo>
                  <a:cubicBezTo>
                    <a:pt x="158" y="33"/>
                    <a:pt x="127" y="33"/>
                    <a:pt x="96" y="33"/>
                  </a:cubicBezTo>
                  <a:cubicBezTo>
                    <a:pt x="80" y="33"/>
                    <a:pt x="65" y="33"/>
                    <a:pt x="49" y="34"/>
                  </a:cubicBezTo>
                  <a:cubicBezTo>
                    <a:pt x="36" y="34"/>
                    <a:pt x="23" y="34"/>
                    <a:pt x="10" y="34"/>
                  </a:cubicBezTo>
                  <a:cubicBezTo>
                    <a:pt x="5" y="34"/>
                    <a:pt x="1" y="30"/>
                    <a:pt x="1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9" name="Google Shape;3839;p47"/>
            <p:cNvSpPr/>
            <p:nvPr/>
          </p:nvSpPr>
          <p:spPr>
            <a:xfrm>
              <a:off x="4468320" y="4629600"/>
              <a:ext cx="67320" cy="29160"/>
            </a:xfrm>
            <a:custGeom>
              <a:avLst/>
              <a:gdLst/>
              <a:ahLst/>
              <a:cxnLst/>
              <a:rect l="l" t="t" r="r" b="b"/>
              <a:pathLst>
                <a:path w="187" h="81" extrusionOk="0">
                  <a:moveTo>
                    <a:pt x="49" y="75"/>
                  </a:moveTo>
                  <a:cubicBezTo>
                    <a:pt x="47" y="71"/>
                    <a:pt x="49" y="64"/>
                    <a:pt x="54" y="62"/>
                  </a:cubicBezTo>
                  <a:cubicBezTo>
                    <a:pt x="63" y="58"/>
                    <a:pt x="74" y="55"/>
                    <a:pt x="84" y="53"/>
                  </a:cubicBezTo>
                  <a:cubicBezTo>
                    <a:pt x="94" y="50"/>
                    <a:pt x="104" y="48"/>
                    <a:pt x="115" y="46"/>
                  </a:cubicBezTo>
                  <a:cubicBezTo>
                    <a:pt x="118" y="45"/>
                    <a:pt x="121" y="44"/>
                    <a:pt x="123" y="44"/>
                  </a:cubicBezTo>
                  <a:cubicBezTo>
                    <a:pt x="121" y="43"/>
                    <a:pt x="118" y="43"/>
                    <a:pt x="115" y="42"/>
                  </a:cubicBezTo>
                  <a:cubicBezTo>
                    <a:pt x="96" y="38"/>
                    <a:pt x="77" y="35"/>
                    <a:pt x="59" y="31"/>
                  </a:cubicBezTo>
                  <a:cubicBezTo>
                    <a:pt x="50" y="29"/>
                    <a:pt x="41" y="27"/>
                    <a:pt x="33" y="25"/>
                  </a:cubicBezTo>
                  <a:cubicBezTo>
                    <a:pt x="27" y="23"/>
                    <a:pt x="20" y="22"/>
                    <a:pt x="14" y="20"/>
                  </a:cubicBezTo>
                  <a:cubicBezTo>
                    <a:pt x="12" y="20"/>
                    <a:pt x="10" y="20"/>
                    <a:pt x="9" y="19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3" y="16"/>
                    <a:pt x="0" y="11"/>
                    <a:pt x="2" y="7"/>
                  </a:cubicBezTo>
                  <a:cubicBezTo>
                    <a:pt x="3" y="2"/>
                    <a:pt x="7" y="0"/>
                    <a:pt x="12" y="0"/>
                  </a:cubicBezTo>
                  <a:cubicBezTo>
                    <a:pt x="14" y="0"/>
                    <a:pt x="17" y="1"/>
                    <a:pt x="20" y="2"/>
                  </a:cubicBezTo>
                  <a:cubicBezTo>
                    <a:pt x="23" y="3"/>
                    <a:pt x="25" y="4"/>
                    <a:pt x="27" y="5"/>
                  </a:cubicBezTo>
                  <a:cubicBezTo>
                    <a:pt x="65" y="15"/>
                    <a:pt x="104" y="23"/>
                    <a:pt x="143" y="29"/>
                  </a:cubicBezTo>
                  <a:cubicBezTo>
                    <a:pt x="146" y="30"/>
                    <a:pt x="148" y="30"/>
                    <a:pt x="151" y="31"/>
                  </a:cubicBezTo>
                  <a:cubicBezTo>
                    <a:pt x="153" y="31"/>
                    <a:pt x="155" y="32"/>
                    <a:pt x="157" y="32"/>
                  </a:cubicBezTo>
                  <a:cubicBezTo>
                    <a:pt x="162" y="32"/>
                    <a:pt x="168" y="33"/>
                    <a:pt x="173" y="34"/>
                  </a:cubicBezTo>
                  <a:cubicBezTo>
                    <a:pt x="174" y="34"/>
                    <a:pt x="175" y="34"/>
                    <a:pt x="176" y="34"/>
                  </a:cubicBezTo>
                  <a:cubicBezTo>
                    <a:pt x="182" y="35"/>
                    <a:pt x="186" y="42"/>
                    <a:pt x="183" y="47"/>
                  </a:cubicBezTo>
                  <a:cubicBezTo>
                    <a:pt x="182" y="49"/>
                    <a:pt x="181" y="50"/>
                    <a:pt x="180" y="51"/>
                  </a:cubicBezTo>
                  <a:cubicBezTo>
                    <a:pt x="178" y="52"/>
                    <a:pt x="176" y="52"/>
                    <a:pt x="174" y="53"/>
                  </a:cubicBezTo>
                  <a:cubicBezTo>
                    <a:pt x="161" y="55"/>
                    <a:pt x="150" y="57"/>
                    <a:pt x="137" y="59"/>
                  </a:cubicBezTo>
                  <a:cubicBezTo>
                    <a:pt x="125" y="62"/>
                    <a:pt x="112" y="64"/>
                    <a:pt x="100" y="68"/>
                  </a:cubicBezTo>
                  <a:cubicBezTo>
                    <a:pt x="98" y="68"/>
                    <a:pt x="95" y="69"/>
                    <a:pt x="93" y="69"/>
                  </a:cubicBezTo>
                  <a:cubicBezTo>
                    <a:pt x="84" y="72"/>
                    <a:pt x="76" y="74"/>
                    <a:pt x="68" y="77"/>
                  </a:cubicBezTo>
                  <a:cubicBezTo>
                    <a:pt x="66" y="78"/>
                    <a:pt x="64" y="79"/>
                    <a:pt x="62" y="79"/>
                  </a:cubicBezTo>
                  <a:cubicBezTo>
                    <a:pt x="61" y="80"/>
                    <a:pt x="59" y="80"/>
                    <a:pt x="58" y="80"/>
                  </a:cubicBezTo>
                  <a:cubicBezTo>
                    <a:pt x="54" y="80"/>
                    <a:pt x="51" y="78"/>
                    <a:pt x="4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0" name="Google Shape;3840;p47"/>
            <p:cNvSpPr/>
            <p:nvPr/>
          </p:nvSpPr>
          <p:spPr>
            <a:xfrm>
              <a:off x="4497840" y="4677120"/>
              <a:ext cx="21600" cy="41760"/>
            </a:xfrm>
            <a:custGeom>
              <a:avLst/>
              <a:gdLst/>
              <a:ahLst/>
              <a:cxnLst/>
              <a:rect l="l" t="t" r="r" b="b"/>
              <a:pathLst>
                <a:path w="60" h="116" extrusionOk="0">
                  <a:moveTo>
                    <a:pt x="40" y="109"/>
                  </a:moveTo>
                  <a:cubicBezTo>
                    <a:pt x="38" y="103"/>
                    <a:pt x="35" y="97"/>
                    <a:pt x="33" y="91"/>
                  </a:cubicBezTo>
                  <a:cubicBezTo>
                    <a:pt x="31" y="86"/>
                    <a:pt x="29" y="81"/>
                    <a:pt x="28" y="75"/>
                  </a:cubicBezTo>
                  <a:cubicBezTo>
                    <a:pt x="24" y="64"/>
                    <a:pt x="21" y="53"/>
                    <a:pt x="17" y="43"/>
                  </a:cubicBezTo>
                  <a:cubicBezTo>
                    <a:pt x="16" y="40"/>
                    <a:pt x="15" y="37"/>
                    <a:pt x="14" y="35"/>
                  </a:cubicBezTo>
                  <a:cubicBezTo>
                    <a:pt x="13" y="32"/>
                    <a:pt x="11" y="29"/>
                    <a:pt x="10" y="26"/>
                  </a:cubicBezTo>
                  <a:cubicBezTo>
                    <a:pt x="9" y="24"/>
                    <a:pt x="8" y="22"/>
                    <a:pt x="6" y="20"/>
                  </a:cubicBezTo>
                  <a:lnTo>
                    <a:pt x="5" y="20"/>
                  </a:lnTo>
                  <a:lnTo>
                    <a:pt x="6" y="20"/>
                  </a:lnTo>
                  <a:cubicBezTo>
                    <a:pt x="5" y="20"/>
                    <a:pt x="5" y="20"/>
                    <a:pt x="5" y="20"/>
                  </a:cubicBezTo>
                  <a:cubicBezTo>
                    <a:pt x="2" y="17"/>
                    <a:pt x="0" y="11"/>
                    <a:pt x="3" y="7"/>
                  </a:cubicBezTo>
                  <a:cubicBezTo>
                    <a:pt x="5" y="2"/>
                    <a:pt x="12" y="0"/>
                    <a:pt x="17" y="4"/>
                  </a:cubicBezTo>
                  <a:cubicBezTo>
                    <a:pt x="19" y="6"/>
                    <a:pt x="21" y="8"/>
                    <a:pt x="23" y="11"/>
                  </a:cubicBezTo>
                  <a:cubicBezTo>
                    <a:pt x="25" y="14"/>
                    <a:pt x="26" y="17"/>
                    <a:pt x="28" y="21"/>
                  </a:cubicBezTo>
                  <a:cubicBezTo>
                    <a:pt x="31" y="26"/>
                    <a:pt x="32" y="31"/>
                    <a:pt x="34" y="36"/>
                  </a:cubicBezTo>
                  <a:cubicBezTo>
                    <a:pt x="36" y="42"/>
                    <a:pt x="38" y="47"/>
                    <a:pt x="40" y="53"/>
                  </a:cubicBezTo>
                  <a:cubicBezTo>
                    <a:pt x="43" y="66"/>
                    <a:pt x="47" y="79"/>
                    <a:pt x="52" y="92"/>
                  </a:cubicBezTo>
                  <a:cubicBezTo>
                    <a:pt x="54" y="95"/>
                    <a:pt x="55" y="98"/>
                    <a:pt x="57" y="102"/>
                  </a:cubicBezTo>
                  <a:cubicBezTo>
                    <a:pt x="59" y="106"/>
                    <a:pt x="57" y="112"/>
                    <a:pt x="53" y="113"/>
                  </a:cubicBezTo>
                  <a:cubicBezTo>
                    <a:pt x="52" y="114"/>
                    <a:pt x="50" y="115"/>
                    <a:pt x="49" y="115"/>
                  </a:cubicBezTo>
                  <a:cubicBezTo>
                    <a:pt x="46" y="115"/>
                    <a:pt x="42" y="112"/>
                    <a:pt x="40" y="10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1" name="Google Shape;3841;p47"/>
            <p:cNvSpPr/>
            <p:nvPr/>
          </p:nvSpPr>
          <p:spPr>
            <a:xfrm>
              <a:off x="4483800" y="4678200"/>
              <a:ext cx="63000" cy="60120"/>
            </a:xfrm>
            <a:custGeom>
              <a:avLst/>
              <a:gdLst/>
              <a:ahLst/>
              <a:cxnLst/>
              <a:rect l="l" t="t" r="r" b="b"/>
              <a:pathLst>
                <a:path w="175" h="167" extrusionOk="0">
                  <a:moveTo>
                    <a:pt x="3" y="163"/>
                  </a:moveTo>
                  <a:cubicBezTo>
                    <a:pt x="0" y="160"/>
                    <a:pt x="0" y="155"/>
                    <a:pt x="3" y="151"/>
                  </a:cubicBezTo>
                  <a:cubicBezTo>
                    <a:pt x="29" y="121"/>
                    <a:pt x="54" y="91"/>
                    <a:pt x="81" y="61"/>
                  </a:cubicBezTo>
                  <a:cubicBezTo>
                    <a:pt x="84" y="58"/>
                    <a:pt x="86" y="55"/>
                    <a:pt x="89" y="52"/>
                  </a:cubicBezTo>
                  <a:cubicBezTo>
                    <a:pt x="93" y="48"/>
                    <a:pt x="97" y="43"/>
                    <a:pt x="101" y="40"/>
                  </a:cubicBezTo>
                  <a:lnTo>
                    <a:pt x="100" y="40"/>
                  </a:lnTo>
                  <a:cubicBezTo>
                    <a:pt x="103" y="38"/>
                    <a:pt x="107" y="34"/>
                    <a:pt x="110" y="31"/>
                  </a:cubicBezTo>
                  <a:cubicBezTo>
                    <a:pt x="113" y="28"/>
                    <a:pt x="116" y="26"/>
                    <a:pt x="119" y="23"/>
                  </a:cubicBezTo>
                  <a:cubicBezTo>
                    <a:pt x="124" y="18"/>
                    <a:pt x="130" y="14"/>
                    <a:pt x="136" y="10"/>
                  </a:cubicBezTo>
                  <a:cubicBezTo>
                    <a:pt x="144" y="5"/>
                    <a:pt x="153" y="2"/>
                    <a:pt x="163" y="1"/>
                  </a:cubicBezTo>
                  <a:cubicBezTo>
                    <a:pt x="169" y="0"/>
                    <a:pt x="173" y="5"/>
                    <a:pt x="173" y="10"/>
                  </a:cubicBezTo>
                  <a:cubicBezTo>
                    <a:pt x="174" y="15"/>
                    <a:pt x="170" y="19"/>
                    <a:pt x="165" y="20"/>
                  </a:cubicBezTo>
                  <a:cubicBezTo>
                    <a:pt x="163" y="20"/>
                    <a:pt x="162" y="20"/>
                    <a:pt x="161" y="20"/>
                  </a:cubicBezTo>
                  <a:cubicBezTo>
                    <a:pt x="159" y="21"/>
                    <a:pt x="158" y="21"/>
                    <a:pt x="156" y="21"/>
                  </a:cubicBezTo>
                  <a:cubicBezTo>
                    <a:pt x="155" y="22"/>
                    <a:pt x="153" y="22"/>
                    <a:pt x="152" y="22"/>
                  </a:cubicBezTo>
                  <a:cubicBezTo>
                    <a:pt x="150" y="24"/>
                    <a:pt x="148" y="24"/>
                    <a:pt x="146" y="25"/>
                  </a:cubicBezTo>
                  <a:cubicBezTo>
                    <a:pt x="144" y="26"/>
                    <a:pt x="141" y="29"/>
                    <a:pt x="138" y="31"/>
                  </a:cubicBezTo>
                  <a:cubicBezTo>
                    <a:pt x="129" y="37"/>
                    <a:pt x="121" y="44"/>
                    <a:pt x="113" y="52"/>
                  </a:cubicBezTo>
                  <a:cubicBezTo>
                    <a:pt x="99" y="66"/>
                    <a:pt x="85" y="81"/>
                    <a:pt x="72" y="96"/>
                  </a:cubicBezTo>
                  <a:cubicBezTo>
                    <a:pt x="60" y="110"/>
                    <a:pt x="47" y="124"/>
                    <a:pt x="36" y="139"/>
                  </a:cubicBezTo>
                  <a:cubicBezTo>
                    <a:pt x="29" y="146"/>
                    <a:pt x="22" y="155"/>
                    <a:pt x="15" y="163"/>
                  </a:cubicBezTo>
                  <a:cubicBezTo>
                    <a:pt x="14" y="165"/>
                    <a:pt x="12" y="166"/>
                    <a:pt x="9" y="166"/>
                  </a:cubicBezTo>
                  <a:cubicBezTo>
                    <a:pt x="7" y="166"/>
                    <a:pt x="5" y="165"/>
                    <a:pt x="3" y="1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2" name="Google Shape;3842;p47"/>
            <p:cNvSpPr/>
            <p:nvPr/>
          </p:nvSpPr>
          <p:spPr>
            <a:xfrm>
              <a:off x="3702960" y="4066920"/>
              <a:ext cx="54360" cy="137160"/>
            </a:xfrm>
            <a:custGeom>
              <a:avLst/>
              <a:gdLst/>
              <a:ahLst/>
              <a:cxnLst/>
              <a:rect l="l" t="t" r="r" b="b"/>
              <a:pathLst>
                <a:path w="151" h="381" extrusionOk="0">
                  <a:moveTo>
                    <a:pt x="48" y="380"/>
                  </a:moveTo>
                  <a:cubicBezTo>
                    <a:pt x="42" y="378"/>
                    <a:pt x="37" y="375"/>
                    <a:pt x="32" y="371"/>
                  </a:cubicBezTo>
                  <a:cubicBezTo>
                    <a:pt x="28" y="368"/>
                    <a:pt x="24" y="363"/>
                    <a:pt x="21" y="358"/>
                  </a:cubicBezTo>
                  <a:cubicBezTo>
                    <a:pt x="17" y="353"/>
                    <a:pt x="14" y="347"/>
                    <a:pt x="11" y="341"/>
                  </a:cubicBezTo>
                  <a:cubicBezTo>
                    <a:pt x="6" y="330"/>
                    <a:pt x="3" y="317"/>
                    <a:pt x="1" y="304"/>
                  </a:cubicBezTo>
                  <a:cubicBezTo>
                    <a:pt x="0" y="298"/>
                    <a:pt x="0" y="292"/>
                    <a:pt x="0" y="285"/>
                  </a:cubicBezTo>
                  <a:cubicBezTo>
                    <a:pt x="1" y="279"/>
                    <a:pt x="2" y="273"/>
                    <a:pt x="4" y="266"/>
                  </a:cubicBezTo>
                  <a:cubicBezTo>
                    <a:pt x="6" y="257"/>
                    <a:pt x="9" y="249"/>
                    <a:pt x="12" y="241"/>
                  </a:cubicBezTo>
                  <a:cubicBezTo>
                    <a:pt x="14" y="230"/>
                    <a:pt x="18" y="220"/>
                    <a:pt x="21" y="210"/>
                  </a:cubicBezTo>
                  <a:cubicBezTo>
                    <a:pt x="23" y="206"/>
                    <a:pt x="28" y="203"/>
                    <a:pt x="33" y="205"/>
                  </a:cubicBezTo>
                  <a:cubicBezTo>
                    <a:pt x="37" y="206"/>
                    <a:pt x="39" y="211"/>
                    <a:pt x="37" y="215"/>
                  </a:cubicBezTo>
                  <a:cubicBezTo>
                    <a:pt x="34" y="223"/>
                    <a:pt x="32" y="231"/>
                    <a:pt x="30" y="238"/>
                  </a:cubicBezTo>
                  <a:cubicBezTo>
                    <a:pt x="27" y="246"/>
                    <a:pt x="24" y="255"/>
                    <a:pt x="22" y="263"/>
                  </a:cubicBezTo>
                  <a:lnTo>
                    <a:pt x="21" y="264"/>
                  </a:lnTo>
                  <a:cubicBezTo>
                    <a:pt x="20" y="270"/>
                    <a:pt x="19" y="275"/>
                    <a:pt x="18" y="281"/>
                  </a:cubicBezTo>
                  <a:cubicBezTo>
                    <a:pt x="17" y="284"/>
                    <a:pt x="17" y="287"/>
                    <a:pt x="17" y="289"/>
                  </a:cubicBezTo>
                  <a:cubicBezTo>
                    <a:pt x="17" y="294"/>
                    <a:pt x="18" y="299"/>
                    <a:pt x="19" y="303"/>
                  </a:cubicBezTo>
                  <a:cubicBezTo>
                    <a:pt x="19" y="302"/>
                    <a:pt x="18" y="302"/>
                    <a:pt x="18" y="302"/>
                  </a:cubicBezTo>
                  <a:cubicBezTo>
                    <a:pt x="19" y="308"/>
                    <a:pt x="20" y="313"/>
                    <a:pt x="21" y="318"/>
                  </a:cubicBezTo>
                  <a:cubicBezTo>
                    <a:pt x="21" y="317"/>
                    <a:pt x="21" y="317"/>
                    <a:pt x="21" y="317"/>
                  </a:cubicBezTo>
                  <a:cubicBezTo>
                    <a:pt x="22" y="321"/>
                    <a:pt x="23" y="324"/>
                    <a:pt x="24" y="328"/>
                  </a:cubicBezTo>
                  <a:cubicBezTo>
                    <a:pt x="26" y="332"/>
                    <a:pt x="27" y="335"/>
                    <a:pt x="29" y="339"/>
                  </a:cubicBezTo>
                  <a:cubicBezTo>
                    <a:pt x="31" y="342"/>
                    <a:pt x="33" y="345"/>
                    <a:pt x="35" y="348"/>
                  </a:cubicBezTo>
                  <a:cubicBezTo>
                    <a:pt x="37" y="350"/>
                    <a:pt x="38" y="352"/>
                    <a:pt x="41" y="354"/>
                  </a:cubicBezTo>
                  <a:cubicBezTo>
                    <a:pt x="41" y="355"/>
                    <a:pt x="42" y="356"/>
                    <a:pt x="44" y="358"/>
                  </a:cubicBezTo>
                  <a:cubicBezTo>
                    <a:pt x="45" y="359"/>
                    <a:pt x="47" y="359"/>
                    <a:pt x="48" y="361"/>
                  </a:cubicBezTo>
                  <a:lnTo>
                    <a:pt x="49" y="361"/>
                  </a:lnTo>
                  <a:cubicBezTo>
                    <a:pt x="50" y="362"/>
                    <a:pt x="51" y="362"/>
                    <a:pt x="51" y="362"/>
                  </a:cubicBezTo>
                  <a:lnTo>
                    <a:pt x="52" y="362"/>
                  </a:lnTo>
                  <a:lnTo>
                    <a:pt x="51" y="362"/>
                  </a:lnTo>
                  <a:cubicBezTo>
                    <a:pt x="52" y="362"/>
                    <a:pt x="52" y="362"/>
                    <a:pt x="52" y="362"/>
                  </a:cubicBezTo>
                  <a:cubicBezTo>
                    <a:pt x="53" y="362"/>
                    <a:pt x="53" y="362"/>
                    <a:pt x="53" y="362"/>
                  </a:cubicBezTo>
                  <a:cubicBezTo>
                    <a:pt x="53" y="361"/>
                    <a:pt x="53" y="361"/>
                    <a:pt x="53" y="361"/>
                  </a:cubicBezTo>
                  <a:cubicBezTo>
                    <a:pt x="53" y="362"/>
                    <a:pt x="53" y="362"/>
                    <a:pt x="53" y="362"/>
                  </a:cubicBezTo>
                  <a:lnTo>
                    <a:pt x="53" y="361"/>
                  </a:lnTo>
                  <a:cubicBezTo>
                    <a:pt x="54" y="361"/>
                    <a:pt x="54" y="361"/>
                    <a:pt x="54" y="360"/>
                  </a:cubicBezTo>
                  <a:cubicBezTo>
                    <a:pt x="55" y="359"/>
                    <a:pt x="56" y="357"/>
                    <a:pt x="56" y="356"/>
                  </a:cubicBezTo>
                  <a:cubicBezTo>
                    <a:pt x="62" y="344"/>
                    <a:pt x="65" y="332"/>
                    <a:pt x="69" y="319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3" y="303"/>
                    <a:pt x="77" y="286"/>
                    <a:pt x="80" y="268"/>
                  </a:cubicBezTo>
                  <a:cubicBezTo>
                    <a:pt x="83" y="250"/>
                    <a:pt x="87" y="232"/>
                    <a:pt x="90" y="214"/>
                  </a:cubicBezTo>
                  <a:cubicBezTo>
                    <a:pt x="93" y="193"/>
                    <a:pt x="96" y="173"/>
                    <a:pt x="99" y="153"/>
                  </a:cubicBezTo>
                  <a:cubicBezTo>
                    <a:pt x="100" y="148"/>
                    <a:pt x="100" y="144"/>
                    <a:pt x="101" y="140"/>
                  </a:cubicBezTo>
                  <a:cubicBezTo>
                    <a:pt x="98" y="143"/>
                    <a:pt x="94" y="145"/>
                    <a:pt x="91" y="148"/>
                  </a:cubicBezTo>
                  <a:cubicBezTo>
                    <a:pt x="88" y="149"/>
                    <a:pt x="86" y="150"/>
                    <a:pt x="84" y="151"/>
                  </a:cubicBezTo>
                  <a:cubicBezTo>
                    <a:pt x="81" y="153"/>
                    <a:pt x="79" y="153"/>
                    <a:pt x="77" y="153"/>
                  </a:cubicBezTo>
                  <a:cubicBezTo>
                    <a:pt x="71" y="154"/>
                    <a:pt x="66" y="151"/>
                    <a:pt x="61" y="147"/>
                  </a:cubicBezTo>
                  <a:cubicBezTo>
                    <a:pt x="55" y="141"/>
                    <a:pt x="53" y="132"/>
                    <a:pt x="53" y="123"/>
                  </a:cubicBezTo>
                  <a:cubicBezTo>
                    <a:pt x="52" y="119"/>
                    <a:pt x="53" y="113"/>
                    <a:pt x="53" y="109"/>
                  </a:cubicBezTo>
                  <a:cubicBezTo>
                    <a:pt x="53" y="100"/>
                    <a:pt x="55" y="90"/>
                    <a:pt x="56" y="81"/>
                  </a:cubicBezTo>
                  <a:cubicBezTo>
                    <a:pt x="58" y="69"/>
                    <a:pt x="61" y="56"/>
                    <a:pt x="65" y="44"/>
                  </a:cubicBezTo>
                  <a:cubicBezTo>
                    <a:pt x="67" y="37"/>
                    <a:pt x="70" y="30"/>
                    <a:pt x="73" y="24"/>
                  </a:cubicBezTo>
                  <a:cubicBezTo>
                    <a:pt x="75" y="18"/>
                    <a:pt x="78" y="12"/>
                    <a:pt x="80" y="7"/>
                  </a:cubicBezTo>
                  <a:cubicBezTo>
                    <a:pt x="83" y="2"/>
                    <a:pt x="89" y="0"/>
                    <a:pt x="93" y="3"/>
                  </a:cubicBezTo>
                  <a:cubicBezTo>
                    <a:pt x="98" y="5"/>
                    <a:pt x="100" y="11"/>
                    <a:pt x="98" y="16"/>
                  </a:cubicBezTo>
                  <a:cubicBezTo>
                    <a:pt x="94" y="21"/>
                    <a:pt x="92" y="27"/>
                    <a:pt x="89" y="32"/>
                  </a:cubicBezTo>
                  <a:cubicBezTo>
                    <a:pt x="86" y="41"/>
                    <a:pt x="81" y="49"/>
                    <a:pt x="79" y="59"/>
                  </a:cubicBezTo>
                  <a:cubicBezTo>
                    <a:pt x="78" y="62"/>
                    <a:pt x="77" y="65"/>
                    <a:pt x="76" y="67"/>
                  </a:cubicBezTo>
                  <a:cubicBezTo>
                    <a:pt x="75" y="73"/>
                    <a:pt x="74" y="79"/>
                    <a:pt x="73" y="85"/>
                  </a:cubicBezTo>
                  <a:cubicBezTo>
                    <a:pt x="72" y="90"/>
                    <a:pt x="72" y="95"/>
                    <a:pt x="71" y="100"/>
                  </a:cubicBezTo>
                  <a:cubicBezTo>
                    <a:pt x="70" y="105"/>
                    <a:pt x="70" y="109"/>
                    <a:pt x="70" y="114"/>
                  </a:cubicBezTo>
                  <a:cubicBezTo>
                    <a:pt x="70" y="118"/>
                    <a:pt x="70" y="123"/>
                    <a:pt x="70" y="127"/>
                  </a:cubicBezTo>
                  <a:cubicBezTo>
                    <a:pt x="71" y="127"/>
                    <a:pt x="71" y="129"/>
                    <a:pt x="71" y="129"/>
                  </a:cubicBezTo>
                  <a:cubicBezTo>
                    <a:pt x="71" y="130"/>
                    <a:pt x="72" y="130"/>
                    <a:pt x="72" y="130"/>
                  </a:cubicBezTo>
                  <a:lnTo>
                    <a:pt x="71" y="130"/>
                  </a:lnTo>
                  <a:cubicBezTo>
                    <a:pt x="72" y="130"/>
                    <a:pt x="72" y="131"/>
                    <a:pt x="72" y="132"/>
                  </a:cubicBezTo>
                  <a:lnTo>
                    <a:pt x="73" y="133"/>
                  </a:lnTo>
                  <a:cubicBezTo>
                    <a:pt x="73" y="133"/>
                    <a:pt x="73" y="134"/>
                    <a:pt x="74" y="134"/>
                  </a:cubicBezTo>
                  <a:lnTo>
                    <a:pt x="74" y="135"/>
                  </a:lnTo>
                  <a:cubicBezTo>
                    <a:pt x="75" y="135"/>
                    <a:pt x="75" y="135"/>
                    <a:pt x="75" y="135"/>
                  </a:cubicBezTo>
                  <a:lnTo>
                    <a:pt x="76" y="135"/>
                  </a:lnTo>
                  <a:lnTo>
                    <a:pt x="77" y="135"/>
                  </a:lnTo>
                  <a:cubicBezTo>
                    <a:pt x="78" y="134"/>
                    <a:pt x="79" y="134"/>
                    <a:pt x="79" y="134"/>
                  </a:cubicBezTo>
                  <a:cubicBezTo>
                    <a:pt x="80" y="133"/>
                    <a:pt x="82" y="132"/>
                    <a:pt x="83" y="132"/>
                  </a:cubicBezTo>
                  <a:cubicBezTo>
                    <a:pt x="86" y="129"/>
                    <a:pt x="89" y="127"/>
                    <a:pt x="92" y="124"/>
                  </a:cubicBezTo>
                  <a:cubicBezTo>
                    <a:pt x="95" y="120"/>
                    <a:pt x="99" y="117"/>
                    <a:pt x="102" y="113"/>
                  </a:cubicBezTo>
                  <a:cubicBezTo>
                    <a:pt x="104" y="112"/>
                    <a:pt x="105" y="109"/>
                    <a:pt x="107" y="108"/>
                  </a:cubicBezTo>
                  <a:cubicBezTo>
                    <a:pt x="107" y="104"/>
                    <a:pt x="108" y="100"/>
                    <a:pt x="109" y="95"/>
                  </a:cubicBezTo>
                  <a:cubicBezTo>
                    <a:pt x="109" y="91"/>
                    <a:pt x="111" y="87"/>
                    <a:pt x="112" y="83"/>
                  </a:cubicBezTo>
                  <a:cubicBezTo>
                    <a:pt x="114" y="74"/>
                    <a:pt x="116" y="66"/>
                    <a:pt x="119" y="58"/>
                  </a:cubicBezTo>
                  <a:cubicBezTo>
                    <a:pt x="121" y="52"/>
                    <a:pt x="123" y="47"/>
                    <a:pt x="126" y="42"/>
                  </a:cubicBezTo>
                  <a:cubicBezTo>
                    <a:pt x="129" y="38"/>
                    <a:pt x="132" y="34"/>
                    <a:pt x="138" y="34"/>
                  </a:cubicBezTo>
                  <a:cubicBezTo>
                    <a:pt x="143" y="34"/>
                    <a:pt x="147" y="37"/>
                    <a:pt x="148" y="42"/>
                  </a:cubicBezTo>
                  <a:cubicBezTo>
                    <a:pt x="150" y="46"/>
                    <a:pt x="150" y="52"/>
                    <a:pt x="148" y="56"/>
                  </a:cubicBezTo>
                  <a:cubicBezTo>
                    <a:pt x="147" y="64"/>
                    <a:pt x="145" y="71"/>
                    <a:pt x="142" y="78"/>
                  </a:cubicBezTo>
                  <a:cubicBezTo>
                    <a:pt x="139" y="86"/>
                    <a:pt x="136" y="93"/>
                    <a:pt x="132" y="100"/>
                  </a:cubicBezTo>
                  <a:lnTo>
                    <a:pt x="132" y="99"/>
                  </a:lnTo>
                  <a:cubicBezTo>
                    <a:pt x="129" y="104"/>
                    <a:pt x="127" y="108"/>
                    <a:pt x="124" y="112"/>
                  </a:cubicBezTo>
                  <a:cubicBezTo>
                    <a:pt x="123" y="113"/>
                    <a:pt x="122" y="114"/>
                    <a:pt x="122" y="115"/>
                  </a:cubicBezTo>
                  <a:cubicBezTo>
                    <a:pt x="121" y="118"/>
                    <a:pt x="121" y="120"/>
                    <a:pt x="120" y="122"/>
                  </a:cubicBezTo>
                  <a:cubicBezTo>
                    <a:pt x="119" y="127"/>
                    <a:pt x="119" y="131"/>
                    <a:pt x="118" y="136"/>
                  </a:cubicBezTo>
                  <a:cubicBezTo>
                    <a:pt x="115" y="154"/>
                    <a:pt x="112" y="173"/>
                    <a:pt x="109" y="192"/>
                  </a:cubicBezTo>
                  <a:cubicBezTo>
                    <a:pt x="105" y="211"/>
                    <a:pt x="102" y="231"/>
                    <a:pt x="98" y="251"/>
                  </a:cubicBezTo>
                  <a:cubicBezTo>
                    <a:pt x="97" y="259"/>
                    <a:pt x="96" y="267"/>
                    <a:pt x="94" y="274"/>
                  </a:cubicBezTo>
                  <a:cubicBezTo>
                    <a:pt x="93" y="284"/>
                    <a:pt x="91" y="293"/>
                    <a:pt x="89" y="302"/>
                  </a:cubicBezTo>
                  <a:cubicBezTo>
                    <a:pt x="87" y="312"/>
                    <a:pt x="85" y="322"/>
                    <a:pt x="83" y="331"/>
                  </a:cubicBezTo>
                  <a:cubicBezTo>
                    <a:pt x="80" y="340"/>
                    <a:pt x="77" y="349"/>
                    <a:pt x="74" y="358"/>
                  </a:cubicBezTo>
                  <a:cubicBezTo>
                    <a:pt x="72" y="365"/>
                    <a:pt x="69" y="373"/>
                    <a:pt x="63" y="377"/>
                  </a:cubicBezTo>
                  <a:cubicBezTo>
                    <a:pt x="60" y="379"/>
                    <a:pt x="59" y="379"/>
                    <a:pt x="56" y="380"/>
                  </a:cubicBezTo>
                  <a:cubicBezTo>
                    <a:pt x="55" y="380"/>
                    <a:pt x="53" y="380"/>
                    <a:pt x="52" y="380"/>
                  </a:cubicBezTo>
                  <a:cubicBezTo>
                    <a:pt x="51" y="380"/>
                    <a:pt x="49" y="380"/>
                    <a:pt x="48" y="3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3" name="Google Shape;3843;p47"/>
            <p:cNvSpPr/>
            <p:nvPr/>
          </p:nvSpPr>
          <p:spPr>
            <a:xfrm>
              <a:off x="3736440" y="4669920"/>
              <a:ext cx="35280" cy="61200"/>
            </a:xfrm>
            <a:custGeom>
              <a:avLst/>
              <a:gdLst/>
              <a:ahLst/>
              <a:cxnLst/>
              <a:rect l="l" t="t" r="r" b="b"/>
              <a:pathLst>
                <a:path w="98" h="170" extrusionOk="0">
                  <a:moveTo>
                    <a:pt x="40" y="151"/>
                  </a:moveTo>
                  <a:cubicBezTo>
                    <a:pt x="41" y="151"/>
                    <a:pt x="41" y="151"/>
                    <a:pt x="41" y="151"/>
                  </a:cubicBezTo>
                  <a:cubicBezTo>
                    <a:pt x="43" y="150"/>
                    <a:pt x="43" y="149"/>
                    <a:pt x="44" y="149"/>
                  </a:cubicBezTo>
                  <a:cubicBezTo>
                    <a:pt x="45" y="148"/>
                    <a:pt x="46" y="147"/>
                    <a:pt x="47" y="147"/>
                  </a:cubicBezTo>
                  <a:cubicBezTo>
                    <a:pt x="49" y="144"/>
                    <a:pt x="51" y="142"/>
                    <a:pt x="53" y="140"/>
                  </a:cubicBezTo>
                  <a:cubicBezTo>
                    <a:pt x="57" y="136"/>
                    <a:pt x="60" y="131"/>
                    <a:pt x="62" y="126"/>
                  </a:cubicBezTo>
                  <a:cubicBezTo>
                    <a:pt x="65" y="122"/>
                    <a:pt x="68" y="117"/>
                    <a:pt x="70" y="112"/>
                  </a:cubicBezTo>
                  <a:cubicBezTo>
                    <a:pt x="70" y="112"/>
                    <a:pt x="69" y="112"/>
                    <a:pt x="69" y="113"/>
                  </a:cubicBezTo>
                  <a:cubicBezTo>
                    <a:pt x="72" y="108"/>
                    <a:pt x="74" y="102"/>
                    <a:pt x="75" y="96"/>
                  </a:cubicBezTo>
                  <a:cubicBezTo>
                    <a:pt x="76" y="92"/>
                    <a:pt x="78" y="87"/>
                    <a:pt x="78" y="82"/>
                  </a:cubicBezTo>
                  <a:cubicBezTo>
                    <a:pt x="79" y="77"/>
                    <a:pt x="79" y="71"/>
                    <a:pt x="80" y="66"/>
                  </a:cubicBezTo>
                  <a:cubicBezTo>
                    <a:pt x="80" y="60"/>
                    <a:pt x="79" y="54"/>
                    <a:pt x="78" y="48"/>
                  </a:cubicBezTo>
                  <a:cubicBezTo>
                    <a:pt x="79" y="48"/>
                    <a:pt x="79" y="48"/>
                    <a:pt x="79" y="49"/>
                  </a:cubicBezTo>
                  <a:cubicBezTo>
                    <a:pt x="78" y="43"/>
                    <a:pt x="77" y="37"/>
                    <a:pt x="75" y="32"/>
                  </a:cubicBezTo>
                  <a:lnTo>
                    <a:pt x="76" y="32"/>
                  </a:lnTo>
                  <a:lnTo>
                    <a:pt x="75" y="32"/>
                  </a:lnTo>
                  <a:cubicBezTo>
                    <a:pt x="75" y="31"/>
                    <a:pt x="75" y="31"/>
                    <a:pt x="75" y="31"/>
                  </a:cubicBezTo>
                  <a:lnTo>
                    <a:pt x="75" y="32"/>
                  </a:lnTo>
                  <a:cubicBezTo>
                    <a:pt x="75" y="29"/>
                    <a:pt x="74" y="27"/>
                    <a:pt x="74" y="25"/>
                  </a:cubicBezTo>
                  <a:cubicBezTo>
                    <a:pt x="73" y="24"/>
                    <a:pt x="72" y="23"/>
                    <a:pt x="72" y="22"/>
                  </a:cubicBezTo>
                  <a:lnTo>
                    <a:pt x="72" y="21"/>
                  </a:lnTo>
                  <a:cubicBezTo>
                    <a:pt x="71" y="21"/>
                    <a:pt x="71" y="21"/>
                    <a:pt x="71" y="20"/>
                  </a:cubicBezTo>
                  <a:cubicBezTo>
                    <a:pt x="70" y="20"/>
                    <a:pt x="70" y="20"/>
                    <a:pt x="69" y="19"/>
                  </a:cubicBezTo>
                  <a:lnTo>
                    <a:pt x="68" y="18"/>
                  </a:lnTo>
                  <a:lnTo>
                    <a:pt x="67" y="18"/>
                  </a:lnTo>
                  <a:cubicBezTo>
                    <a:pt x="67" y="18"/>
                    <a:pt x="66" y="18"/>
                    <a:pt x="65" y="18"/>
                  </a:cubicBezTo>
                  <a:cubicBezTo>
                    <a:pt x="65" y="18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ubicBezTo>
                    <a:pt x="62" y="19"/>
                    <a:pt x="62" y="20"/>
                    <a:pt x="61" y="20"/>
                  </a:cubicBezTo>
                  <a:cubicBezTo>
                    <a:pt x="60" y="20"/>
                    <a:pt x="59" y="21"/>
                    <a:pt x="58" y="22"/>
                  </a:cubicBezTo>
                  <a:cubicBezTo>
                    <a:pt x="55" y="24"/>
                    <a:pt x="53" y="25"/>
                    <a:pt x="51" y="28"/>
                  </a:cubicBezTo>
                  <a:cubicBezTo>
                    <a:pt x="49" y="29"/>
                    <a:pt x="47" y="32"/>
                    <a:pt x="46" y="34"/>
                  </a:cubicBezTo>
                  <a:cubicBezTo>
                    <a:pt x="43" y="36"/>
                    <a:pt x="41" y="39"/>
                    <a:pt x="40" y="42"/>
                  </a:cubicBezTo>
                  <a:lnTo>
                    <a:pt x="39" y="42"/>
                  </a:lnTo>
                  <a:cubicBezTo>
                    <a:pt x="39" y="46"/>
                    <a:pt x="38" y="49"/>
                    <a:pt x="38" y="52"/>
                  </a:cubicBezTo>
                  <a:cubicBezTo>
                    <a:pt x="37" y="59"/>
                    <a:pt x="36" y="67"/>
                    <a:pt x="35" y="75"/>
                  </a:cubicBezTo>
                  <a:cubicBezTo>
                    <a:pt x="34" y="84"/>
                    <a:pt x="34" y="92"/>
                    <a:pt x="34" y="101"/>
                  </a:cubicBezTo>
                  <a:cubicBezTo>
                    <a:pt x="34" y="105"/>
                    <a:pt x="34" y="109"/>
                    <a:pt x="34" y="114"/>
                  </a:cubicBezTo>
                  <a:cubicBezTo>
                    <a:pt x="34" y="118"/>
                    <a:pt x="35" y="122"/>
                    <a:pt x="35" y="126"/>
                  </a:cubicBezTo>
                  <a:cubicBezTo>
                    <a:pt x="36" y="133"/>
                    <a:pt x="37" y="139"/>
                    <a:pt x="39" y="145"/>
                  </a:cubicBezTo>
                  <a:cubicBezTo>
                    <a:pt x="39" y="147"/>
                    <a:pt x="39" y="148"/>
                    <a:pt x="39" y="149"/>
                  </a:cubicBezTo>
                  <a:cubicBezTo>
                    <a:pt x="40" y="149"/>
                    <a:pt x="40" y="149"/>
                    <a:pt x="40" y="150"/>
                  </a:cubicBezTo>
                  <a:lnTo>
                    <a:pt x="40" y="151"/>
                  </a:lnTo>
                  <a:moveTo>
                    <a:pt x="29" y="165"/>
                  </a:moveTo>
                  <a:cubicBezTo>
                    <a:pt x="27" y="163"/>
                    <a:pt x="26" y="162"/>
                    <a:pt x="25" y="159"/>
                  </a:cubicBezTo>
                  <a:cubicBezTo>
                    <a:pt x="23" y="158"/>
                    <a:pt x="22" y="155"/>
                    <a:pt x="22" y="152"/>
                  </a:cubicBezTo>
                  <a:cubicBezTo>
                    <a:pt x="21" y="148"/>
                    <a:pt x="20" y="145"/>
                    <a:pt x="19" y="141"/>
                  </a:cubicBezTo>
                  <a:cubicBezTo>
                    <a:pt x="19" y="137"/>
                    <a:pt x="18" y="132"/>
                    <a:pt x="18" y="127"/>
                  </a:cubicBezTo>
                  <a:lnTo>
                    <a:pt x="18" y="126"/>
                  </a:lnTo>
                  <a:cubicBezTo>
                    <a:pt x="17" y="129"/>
                    <a:pt x="17" y="131"/>
                    <a:pt x="16" y="134"/>
                  </a:cubicBezTo>
                  <a:cubicBezTo>
                    <a:pt x="16" y="138"/>
                    <a:pt x="12" y="141"/>
                    <a:pt x="8" y="141"/>
                  </a:cubicBezTo>
                  <a:cubicBezTo>
                    <a:pt x="4" y="140"/>
                    <a:pt x="0" y="136"/>
                    <a:pt x="0" y="131"/>
                  </a:cubicBezTo>
                  <a:cubicBezTo>
                    <a:pt x="2" y="122"/>
                    <a:pt x="4" y="111"/>
                    <a:pt x="5" y="101"/>
                  </a:cubicBezTo>
                  <a:cubicBezTo>
                    <a:pt x="7" y="94"/>
                    <a:pt x="8" y="88"/>
                    <a:pt x="9" y="81"/>
                  </a:cubicBezTo>
                  <a:cubicBezTo>
                    <a:pt x="12" y="68"/>
                    <a:pt x="15" y="55"/>
                    <a:pt x="20" y="42"/>
                  </a:cubicBezTo>
                  <a:cubicBezTo>
                    <a:pt x="21" y="37"/>
                    <a:pt x="22" y="33"/>
                    <a:pt x="22" y="28"/>
                  </a:cubicBezTo>
                  <a:cubicBezTo>
                    <a:pt x="23" y="23"/>
                    <a:pt x="29" y="20"/>
                    <a:pt x="33" y="21"/>
                  </a:cubicBezTo>
                  <a:cubicBezTo>
                    <a:pt x="36" y="18"/>
                    <a:pt x="39" y="15"/>
                    <a:pt x="41" y="13"/>
                  </a:cubicBezTo>
                  <a:cubicBezTo>
                    <a:pt x="46" y="8"/>
                    <a:pt x="50" y="5"/>
                    <a:pt x="55" y="3"/>
                  </a:cubicBezTo>
                  <a:cubicBezTo>
                    <a:pt x="61" y="0"/>
                    <a:pt x="67" y="0"/>
                    <a:pt x="72" y="1"/>
                  </a:cubicBezTo>
                  <a:cubicBezTo>
                    <a:pt x="76" y="2"/>
                    <a:pt x="81" y="6"/>
                    <a:pt x="84" y="9"/>
                  </a:cubicBezTo>
                  <a:cubicBezTo>
                    <a:pt x="88" y="13"/>
                    <a:pt x="90" y="19"/>
                    <a:pt x="91" y="24"/>
                  </a:cubicBezTo>
                  <a:cubicBezTo>
                    <a:pt x="93" y="30"/>
                    <a:pt x="94" y="36"/>
                    <a:pt x="95" y="42"/>
                  </a:cubicBezTo>
                  <a:cubicBezTo>
                    <a:pt x="96" y="49"/>
                    <a:pt x="97" y="57"/>
                    <a:pt x="97" y="64"/>
                  </a:cubicBezTo>
                  <a:cubicBezTo>
                    <a:pt x="97" y="88"/>
                    <a:pt x="90" y="112"/>
                    <a:pt x="78" y="134"/>
                  </a:cubicBezTo>
                  <a:cubicBezTo>
                    <a:pt x="72" y="144"/>
                    <a:pt x="65" y="154"/>
                    <a:pt x="57" y="162"/>
                  </a:cubicBezTo>
                  <a:cubicBezTo>
                    <a:pt x="53" y="165"/>
                    <a:pt x="48" y="168"/>
                    <a:pt x="43" y="169"/>
                  </a:cubicBezTo>
                  <a:cubicBezTo>
                    <a:pt x="42" y="169"/>
                    <a:pt x="41" y="169"/>
                    <a:pt x="40" y="169"/>
                  </a:cubicBezTo>
                  <a:cubicBezTo>
                    <a:pt x="36" y="169"/>
                    <a:pt x="32" y="168"/>
                    <a:pt x="29" y="1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4" name="Google Shape;3844;p47"/>
            <p:cNvSpPr/>
            <p:nvPr/>
          </p:nvSpPr>
          <p:spPr>
            <a:xfrm>
              <a:off x="3295800" y="4114440"/>
              <a:ext cx="43920" cy="72000"/>
            </a:xfrm>
            <a:custGeom>
              <a:avLst/>
              <a:gdLst/>
              <a:ahLst/>
              <a:cxnLst/>
              <a:rect l="l" t="t" r="r" b="b"/>
              <a:pathLst>
                <a:path w="122" h="200" extrusionOk="0">
                  <a:moveTo>
                    <a:pt x="14" y="199"/>
                  </a:moveTo>
                  <a:cubicBezTo>
                    <a:pt x="7" y="196"/>
                    <a:pt x="3" y="190"/>
                    <a:pt x="1" y="183"/>
                  </a:cubicBezTo>
                  <a:cubicBezTo>
                    <a:pt x="0" y="180"/>
                    <a:pt x="1" y="176"/>
                    <a:pt x="2" y="173"/>
                  </a:cubicBezTo>
                  <a:cubicBezTo>
                    <a:pt x="3" y="168"/>
                    <a:pt x="5" y="164"/>
                    <a:pt x="7" y="160"/>
                  </a:cubicBezTo>
                  <a:cubicBezTo>
                    <a:pt x="9" y="155"/>
                    <a:pt x="11" y="150"/>
                    <a:pt x="14" y="145"/>
                  </a:cubicBezTo>
                  <a:cubicBezTo>
                    <a:pt x="16" y="141"/>
                    <a:pt x="21" y="139"/>
                    <a:pt x="25" y="141"/>
                  </a:cubicBezTo>
                  <a:cubicBezTo>
                    <a:pt x="29" y="143"/>
                    <a:pt x="32" y="149"/>
                    <a:pt x="30" y="153"/>
                  </a:cubicBezTo>
                  <a:cubicBezTo>
                    <a:pt x="27" y="158"/>
                    <a:pt x="24" y="164"/>
                    <a:pt x="22" y="170"/>
                  </a:cubicBezTo>
                  <a:cubicBezTo>
                    <a:pt x="21" y="171"/>
                    <a:pt x="21" y="174"/>
                    <a:pt x="19" y="176"/>
                  </a:cubicBezTo>
                  <a:cubicBezTo>
                    <a:pt x="19" y="177"/>
                    <a:pt x="19" y="178"/>
                    <a:pt x="19" y="178"/>
                  </a:cubicBezTo>
                  <a:lnTo>
                    <a:pt x="19" y="179"/>
                  </a:lnTo>
                  <a:lnTo>
                    <a:pt x="19" y="180"/>
                  </a:lnTo>
                  <a:lnTo>
                    <a:pt x="20" y="180"/>
                  </a:lnTo>
                  <a:lnTo>
                    <a:pt x="20" y="181"/>
                  </a:lnTo>
                  <a:lnTo>
                    <a:pt x="21" y="181"/>
                  </a:lnTo>
                  <a:cubicBezTo>
                    <a:pt x="22" y="181"/>
                    <a:pt x="23" y="180"/>
                    <a:pt x="24" y="180"/>
                  </a:cubicBezTo>
                  <a:cubicBezTo>
                    <a:pt x="25" y="180"/>
                    <a:pt x="26" y="180"/>
                    <a:pt x="27" y="180"/>
                  </a:cubicBezTo>
                  <a:cubicBezTo>
                    <a:pt x="29" y="179"/>
                    <a:pt x="30" y="178"/>
                    <a:pt x="32" y="178"/>
                  </a:cubicBezTo>
                  <a:cubicBezTo>
                    <a:pt x="34" y="177"/>
                    <a:pt x="37" y="175"/>
                    <a:pt x="39" y="174"/>
                  </a:cubicBezTo>
                  <a:cubicBezTo>
                    <a:pt x="41" y="172"/>
                    <a:pt x="44" y="170"/>
                    <a:pt x="46" y="169"/>
                  </a:cubicBezTo>
                  <a:cubicBezTo>
                    <a:pt x="48" y="167"/>
                    <a:pt x="50" y="166"/>
                    <a:pt x="51" y="164"/>
                  </a:cubicBezTo>
                  <a:cubicBezTo>
                    <a:pt x="53" y="163"/>
                    <a:pt x="54" y="162"/>
                    <a:pt x="54" y="160"/>
                  </a:cubicBezTo>
                  <a:cubicBezTo>
                    <a:pt x="57" y="157"/>
                    <a:pt x="58" y="155"/>
                    <a:pt x="60" y="152"/>
                  </a:cubicBezTo>
                  <a:cubicBezTo>
                    <a:pt x="61" y="149"/>
                    <a:pt x="64" y="145"/>
                    <a:pt x="65" y="141"/>
                  </a:cubicBezTo>
                  <a:cubicBezTo>
                    <a:pt x="67" y="136"/>
                    <a:pt x="68" y="132"/>
                    <a:pt x="69" y="128"/>
                  </a:cubicBezTo>
                  <a:cubicBezTo>
                    <a:pt x="71" y="123"/>
                    <a:pt x="72" y="118"/>
                    <a:pt x="74" y="113"/>
                  </a:cubicBezTo>
                  <a:cubicBezTo>
                    <a:pt x="76" y="103"/>
                    <a:pt x="79" y="94"/>
                    <a:pt x="82" y="85"/>
                  </a:cubicBezTo>
                  <a:cubicBezTo>
                    <a:pt x="82" y="82"/>
                    <a:pt x="83" y="80"/>
                    <a:pt x="84" y="77"/>
                  </a:cubicBezTo>
                  <a:cubicBezTo>
                    <a:pt x="83" y="79"/>
                    <a:pt x="82" y="81"/>
                    <a:pt x="80" y="83"/>
                  </a:cubicBezTo>
                  <a:cubicBezTo>
                    <a:pt x="76" y="90"/>
                    <a:pt x="71" y="96"/>
                    <a:pt x="66" y="103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3" y="107"/>
                    <a:pt x="59" y="111"/>
                    <a:pt x="55" y="116"/>
                  </a:cubicBezTo>
                  <a:cubicBezTo>
                    <a:pt x="50" y="121"/>
                    <a:pt x="46" y="125"/>
                    <a:pt x="40" y="129"/>
                  </a:cubicBezTo>
                  <a:cubicBezTo>
                    <a:pt x="36" y="133"/>
                    <a:pt x="30" y="135"/>
                    <a:pt x="25" y="136"/>
                  </a:cubicBezTo>
                  <a:cubicBezTo>
                    <a:pt x="22" y="136"/>
                    <a:pt x="19" y="137"/>
                    <a:pt x="17" y="136"/>
                  </a:cubicBezTo>
                  <a:cubicBezTo>
                    <a:pt x="14" y="135"/>
                    <a:pt x="11" y="134"/>
                    <a:pt x="9" y="132"/>
                  </a:cubicBezTo>
                  <a:cubicBezTo>
                    <a:pt x="5" y="129"/>
                    <a:pt x="3" y="123"/>
                    <a:pt x="3" y="118"/>
                  </a:cubicBezTo>
                  <a:cubicBezTo>
                    <a:pt x="2" y="114"/>
                    <a:pt x="2" y="110"/>
                    <a:pt x="3" y="106"/>
                  </a:cubicBezTo>
                  <a:cubicBezTo>
                    <a:pt x="4" y="101"/>
                    <a:pt x="4" y="96"/>
                    <a:pt x="4" y="92"/>
                  </a:cubicBezTo>
                  <a:cubicBezTo>
                    <a:pt x="5" y="86"/>
                    <a:pt x="6" y="81"/>
                    <a:pt x="7" y="76"/>
                  </a:cubicBezTo>
                  <a:cubicBezTo>
                    <a:pt x="8" y="71"/>
                    <a:pt x="9" y="66"/>
                    <a:pt x="10" y="61"/>
                  </a:cubicBezTo>
                  <a:cubicBezTo>
                    <a:pt x="12" y="51"/>
                    <a:pt x="15" y="42"/>
                    <a:pt x="18" y="32"/>
                  </a:cubicBezTo>
                  <a:cubicBezTo>
                    <a:pt x="20" y="24"/>
                    <a:pt x="22" y="16"/>
                    <a:pt x="25" y="8"/>
                  </a:cubicBezTo>
                  <a:cubicBezTo>
                    <a:pt x="26" y="2"/>
                    <a:pt x="32" y="0"/>
                    <a:pt x="37" y="1"/>
                  </a:cubicBezTo>
                  <a:cubicBezTo>
                    <a:pt x="41" y="2"/>
                    <a:pt x="44" y="8"/>
                    <a:pt x="43" y="13"/>
                  </a:cubicBezTo>
                  <a:cubicBezTo>
                    <a:pt x="40" y="21"/>
                    <a:pt x="38" y="29"/>
                    <a:pt x="35" y="37"/>
                  </a:cubicBezTo>
                  <a:cubicBezTo>
                    <a:pt x="33" y="43"/>
                    <a:pt x="32" y="47"/>
                    <a:pt x="30" y="52"/>
                  </a:cubicBezTo>
                  <a:cubicBezTo>
                    <a:pt x="29" y="56"/>
                    <a:pt x="28" y="60"/>
                    <a:pt x="28" y="64"/>
                  </a:cubicBezTo>
                  <a:cubicBezTo>
                    <a:pt x="26" y="69"/>
                    <a:pt x="25" y="75"/>
                    <a:pt x="24" y="79"/>
                  </a:cubicBezTo>
                  <a:cubicBezTo>
                    <a:pt x="23" y="85"/>
                    <a:pt x="22" y="90"/>
                    <a:pt x="22" y="96"/>
                  </a:cubicBezTo>
                  <a:cubicBezTo>
                    <a:pt x="21" y="102"/>
                    <a:pt x="21" y="107"/>
                    <a:pt x="21" y="114"/>
                  </a:cubicBezTo>
                  <a:cubicBezTo>
                    <a:pt x="21" y="115"/>
                    <a:pt x="21" y="116"/>
                    <a:pt x="21" y="117"/>
                  </a:cubicBezTo>
                  <a:lnTo>
                    <a:pt x="21" y="118"/>
                  </a:ln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4" y="118"/>
                    <a:pt x="25" y="117"/>
                    <a:pt x="26" y="117"/>
                  </a:cubicBezTo>
                  <a:cubicBezTo>
                    <a:pt x="26" y="117"/>
                    <a:pt x="27" y="117"/>
                    <a:pt x="28" y="116"/>
                  </a:cubicBezTo>
                  <a:cubicBezTo>
                    <a:pt x="30" y="115"/>
                    <a:pt x="32" y="113"/>
                    <a:pt x="33" y="112"/>
                  </a:cubicBezTo>
                  <a:lnTo>
                    <a:pt x="33" y="113"/>
                  </a:lnTo>
                  <a:cubicBezTo>
                    <a:pt x="36" y="110"/>
                    <a:pt x="40" y="106"/>
                    <a:pt x="43" y="103"/>
                  </a:cubicBezTo>
                  <a:cubicBezTo>
                    <a:pt x="50" y="95"/>
                    <a:pt x="57" y="86"/>
                    <a:pt x="63" y="78"/>
                  </a:cubicBezTo>
                  <a:cubicBezTo>
                    <a:pt x="74" y="62"/>
                    <a:pt x="83" y="48"/>
                    <a:pt x="92" y="32"/>
                  </a:cubicBezTo>
                  <a:cubicBezTo>
                    <a:pt x="93" y="30"/>
                    <a:pt x="95" y="28"/>
                    <a:pt x="96" y="25"/>
                  </a:cubicBezTo>
                  <a:cubicBezTo>
                    <a:pt x="96" y="26"/>
                    <a:pt x="95" y="26"/>
                    <a:pt x="95" y="26"/>
                  </a:cubicBezTo>
                  <a:lnTo>
                    <a:pt x="96" y="26"/>
                  </a:lnTo>
                  <a:lnTo>
                    <a:pt x="95" y="26"/>
                  </a:ln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lnTo>
                    <a:pt x="96" y="26"/>
                  </a:lnTo>
                  <a:cubicBezTo>
                    <a:pt x="98" y="21"/>
                    <a:pt x="100" y="15"/>
                    <a:pt x="103" y="11"/>
                  </a:cubicBezTo>
                  <a:cubicBezTo>
                    <a:pt x="106" y="7"/>
                    <a:pt x="110" y="5"/>
                    <a:pt x="114" y="7"/>
                  </a:cubicBezTo>
                  <a:cubicBezTo>
                    <a:pt x="118" y="8"/>
                    <a:pt x="121" y="12"/>
                    <a:pt x="120" y="17"/>
                  </a:cubicBezTo>
                  <a:cubicBezTo>
                    <a:pt x="120" y="21"/>
                    <a:pt x="118" y="24"/>
                    <a:pt x="118" y="27"/>
                  </a:cubicBezTo>
                  <a:cubicBezTo>
                    <a:pt x="117" y="30"/>
                    <a:pt x="115" y="34"/>
                    <a:pt x="114" y="37"/>
                  </a:cubicBezTo>
                  <a:cubicBezTo>
                    <a:pt x="113" y="42"/>
                    <a:pt x="112" y="46"/>
                    <a:pt x="110" y="51"/>
                  </a:cubicBezTo>
                  <a:cubicBezTo>
                    <a:pt x="108" y="60"/>
                    <a:pt x="105" y="68"/>
                    <a:pt x="102" y="78"/>
                  </a:cubicBezTo>
                  <a:cubicBezTo>
                    <a:pt x="96" y="97"/>
                    <a:pt x="91" y="117"/>
                    <a:pt x="86" y="136"/>
                  </a:cubicBezTo>
                  <a:cubicBezTo>
                    <a:pt x="85" y="139"/>
                    <a:pt x="83" y="142"/>
                    <a:pt x="82" y="145"/>
                  </a:cubicBezTo>
                  <a:cubicBezTo>
                    <a:pt x="80" y="152"/>
                    <a:pt x="77" y="158"/>
                    <a:pt x="74" y="164"/>
                  </a:cubicBezTo>
                  <a:cubicBezTo>
                    <a:pt x="69" y="171"/>
                    <a:pt x="64" y="178"/>
                    <a:pt x="57" y="184"/>
                  </a:cubicBezTo>
                  <a:cubicBezTo>
                    <a:pt x="50" y="189"/>
                    <a:pt x="43" y="193"/>
                    <a:pt x="36" y="196"/>
                  </a:cubicBezTo>
                  <a:cubicBezTo>
                    <a:pt x="32" y="198"/>
                    <a:pt x="29" y="198"/>
                    <a:pt x="25" y="199"/>
                  </a:cubicBezTo>
                  <a:cubicBezTo>
                    <a:pt x="23" y="199"/>
                    <a:pt x="22" y="199"/>
                    <a:pt x="20" y="199"/>
                  </a:cubicBezTo>
                  <a:cubicBezTo>
                    <a:pt x="18" y="199"/>
                    <a:pt x="16" y="199"/>
                    <a:pt x="14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5" name="Google Shape;3845;p47"/>
            <p:cNvSpPr/>
            <p:nvPr/>
          </p:nvSpPr>
          <p:spPr>
            <a:xfrm>
              <a:off x="3350520" y="4104360"/>
              <a:ext cx="21240" cy="25200"/>
            </a:xfrm>
            <a:custGeom>
              <a:avLst/>
              <a:gdLst/>
              <a:ahLst/>
              <a:cxnLst/>
              <a:rect l="l" t="t" r="r" b="b"/>
              <a:pathLst>
                <a:path w="59" h="70" extrusionOk="0">
                  <a:moveTo>
                    <a:pt x="22" y="69"/>
                  </a:moveTo>
                  <a:cubicBezTo>
                    <a:pt x="19" y="69"/>
                    <a:pt x="16" y="68"/>
                    <a:pt x="13" y="66"/>
                  </a:cubicBezTo>
                  <a:cubicBezTo>
                    <a:pt x="12" y="65"/>
                    <a:pt x="11" y="64"/>
                    <a:pt x="10" y="63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8" y="53"/>
                    <a:pt x="12" y="48"/>
                    <a:pt x="14" y="43"/>
                  </a:cubicBezTo>
                  <a:cubicBezTo>
                    <a:pt x="15" y="43"/>
                    <a:pt x="15" y="42"/>
                    <a:pt x="15" y="42"/>
                  </a:cubicBezTo>
                  <a:cubicBezTo>
                    <a:pt x="9" y="42"/>
                    <a:pt x="4" y="40"/>
                    <a:pt x="2" y="35"/>
                  </a:cubicBezTo>
                  <a:cubicBezTo>
                    <a:pt x="0" y="28"/>
                    <a:pt x="1" y="22"/>
                    <a:pt x="4" y="16"/>
                  </a:cubicBezTo>
                  <a:cubicBezTo>
                    <a:pt x="6" y="11"/>
                    <a:pt x="10" y="5"/>
                    <a:pt x="15" y="3"/>
                  </a:cubicBezTo>
                  <a:cubicBezTo>
                    <a:pt x="18" y="1"/>
                    <a:pt x="21" y="0"/>
                    <a:pt x="24" y="0"/>
                  </a:cubicBezTo>
                  <a:cubicBezTo>
                    <a:pt x="27" y="0"/>
                    <a:pt x="30" y="2"/>
                    <a:pt x="33" y="4"/>
                  </a:cubicBezTo>
                  <a:cubicBezTo>
                    <a:pt x="35" y="5"/>
                    <a:pt x="37" y="8"/>
                    <a:pt x="37" y="11"/>
                  </a:cubicBezTo>
                  <a:cubicBezTo>
                    <a:pt x="38" y="14"/>
                    <a:pt x="39" y="17"/>
                    <a:pt x="39" y="21"/>
                  </a:cubicBezTo>
                  <a:cubicBezTo>
                    <a:pt x="39" y="27"/>
                    <a:pt x="38" y="33"/>
                    <a:pt x="36" y="39"/>
                  </a:cubicBezTo>
                  <a:cubicBezTo>
                    <a:pt x="35" y="42"/>
                    <a:pt x="34" y="45"/>
                    <a:pt x="33" y="48"/>
                  </a:cubicBezTo>
                  <a:cubicBezTo>
                    <a:pt x="33" y="49"/>
                    <a:pt x="32" y="49"/>
                    <a:pt x="32" y="50"/>
                  </a:cubicBezTo>
                  <a:cubicBezTo>
                    <a:pt x="37" y="49"/>
                    <a:pt x="43" y="48"/>
                    <a:pt x="48" y="47"/>
                  </a:cubicBezTo>
                  <a:cubicBezTo>
                    <a:pt x="52" y="47"/>
                    <a:pt x="57" y="50"/>
                    <a:pt x="57" y="54"/>
                  </a:cubicBezTo>
                  <a:cubicBezTo>
                    <a:pt x="58" y="58"/>
                    <a:pt x="55" y="64"/>
                    <a:pt x="51" y="65"/>
                  </a:cubicBezTo>
                  <a:cubicBezTo>
                    <a:pt x="47" y="66"/>
                    <a:pt x="42" y="67"/>
                    <a:pt x="38" y="67"/>
                  </a:cubicBezTo>
                  <a:cubicBezTo>
                    <a:pt x="33" y="68"/>
                    <a:pt x="28" y="69"/>
                    <a:pt x="23" y="69"/>
                  </a:cubicBezTo>
                  <a:lnTo>
                    <a:pt x="22" y="6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6" name="Google Shape;3846;p47"/>
            <p:cNvSpPr/>
            <p:nvPr/>
          </p:nvSpPr>
          <p:spPr>
            <a:xfrm>
              <a:off x="3370320" y="4136760"/>
              <a:ext cx="25200" cy="9360"/>
            </a:xfrm>
            <a:custGeom>
              <a:avLst/>
              <a:gdLst/>
              <a:ahLst/>
              <a:cxnLst/>
              <a:rect l="l" t="t" r="r" b="b"/>
              <a:pathLst>
                <a:path w="70" h="26" extrusionOk="0">
                  <a:moveTo>
                    <a:pt x="17" y="25"/>
                  </a:moveTo>
                  <a:cubicBezTo>
                    <a:pt x="13" y="25"/>
                    <a:pt x="8" y="24"/>
                    <a:pt x="4" y="21"/>
                  </a:cubicBezTo>
                  <a:cubicBezTo>
                    <a:pt x="2" y="19"/>
                    <a:pt x="0" y="15"/>
                    <a:pt x="0" y="12"/>
                  </a:cubicBezTo>
                  <a:cubicBezTo>
                    <a:pt x="1" y="9"/>
                    <a:pt x="3" y="6"/>
                    <a:pt x="5" y="5"/>
                  </a:cubicBezTo>
                  <a:cubicBezTo>
                    <a:pt x="9" y="2"/>
                    <a:pt x="14" y="3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3" y="6"/>
                    <a:pt x="25" y="6"/>
                  </a:cubicBezTo>
                  <a:lnTo>
                    <a:pt x="26" y="6"/>
                  </a:lnTo>
                  <a:lnTo>
                    <a:pt x="25" y="6"/>
                  </a:lnTo>
                  <a:cubicBezTo>
                    <a:pt x="31" y="6"/>
                    <a:pt x="35" y="5"/>
                    <a:pt x="40" y="5"/>
                  </a:cubicBezTo>
                  <a:cubicBezTo>
                    <a:pt x="45" y="3"/>
                    <a:pt x="51" y="2"/>
                    <a:pt x="56" y="1"/>
                  </a:cubicBezTo>
                  <a:cubicBezTo>
                    <a:pt x="61" y="0"/>
                    <a:pt x="66" y="3"/>
                    <a:pt x="67" y="8"/>
                  </a:cubicBezTo>
                  <a:cubicBezTo>
                    <a:pt x="69" y="13"/>
                    <a:pt x="66" y="19"/>
                    <a:pt x="60" y="19"/>
                  </a:cubicBezTo>
                  <a:cubicBezTo>
                    <a:pt x="51" y="21"/>
                    <a:pt x="42" y="23"/>
                    <a:pt x="32" y="24"/>
                  </a:cubicBezTo>
                  <a:cubicBezTo>
                    <a:pt x="28" y="25"/>
                    <a:pt x="25" y="25"/>
                    <a:pt x="21" y="25"/>
                  </a:cubicBezTo>
                  <a:cubicBezTo>
                    <a:pt x="20" y="25"/>
                    <a:pt x="18" y="25"/>
                    <a:pt x="17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7" name="Google Shape;3847;p47"/>
            <p:cNvSpPr/>
            <p:nvPr/>
          </p:nvSpPr>
          <p:spPr>
            <a:xfrm>
              <a:off x="3366000" y="4146120"/>
              <a:ext cx="41400" cy="1368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7" y="35"/>
                  </a:moveTo>
                  <a:cubicBezTo>
                    <a:pt x="2" y="33"/>
                    <a:pt x="0" y="27"/>
                    <a:pt x="2" y="22"/>
                  </a:cubicBezTo>
                  <a:cubicBezTo>
                    <a:pt x="3" y="21"/>
                    <a:pt x="5" y="18"/>
                    <a:pt x="8" y="18"/>
                  </a:cubicBezTo>
                  <a:cubicBezTo>
                    <a:pt x="10" y="16"/>
                    <a:pt x="13" y="17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18"/>
                    <a:pt x="20" y="18"/>
                    <a:pt x="22" y="18"/>
                  </a:cubicBezTo>
                  <a:cubicBezTo>
                    <a:pt x="27" y="18"/>
                    <a:pt x="32" y="17"/>
                    <a:pt x="36" y="16"/>
                  </a:cubicBezTo>
                  <a:cubicBezTo>
                    <a:pt x="41" y="16"/>
                    <a:pt x="46" y="15"/>
                    <a:pt x="50" y="14"/>
                  </a:cubicBezTo>
                  <a:cubicBezTo>
                    <a:pt x="56" y="13"/>
                    <a:pt x="62" y="11"/>
                    <a:pt x="68" y="10"/>
                  </a:cubicBezTo>
                  <a:cubicBezTo>
                    <a:pt x="79" y="7"/>
                    <a:pt x="92" y="4"/>
                    <a:pt x="103" y="1"/>
                  </a:cubicBezTo>
                  <a:cubicBezTo>
                    <a:pt x="107" y="0"/>
                    <a:pt x="111" y="2"/>
                    <a:pt x="113" y="6"/>
                  </a:cubicBezTo>
                  <a:cubicBezTo>
                    <a:pt x="114" y="10"/>
                    <a:pt x="113" y="15"/>
                    <a:pt x="108" y="16"/>
                  </a:cubicBezTo>
                  <a:cubicBezTo>
                    <a:pt x="93" y="21"/>
                    <a:pt x="79" y="26"/>
                    <a:pt x="64" y="29"/>
                  </a:cubicBezTo>
                  <a:cubicBezTo>
                    <a:pt x="56" y="31"/>
                    <a:pt x="49" y="33"/>
                    <a:pt x="41" y="34"/>
                  </a:cubicBezTo>
                  <a:cubicBezTo>
                    <a:pt x="37" y="35"/>
                    <a:pt x="33" y="36"/>
                    <a:pt x="30" y="36"/>
                  </a:cubicBezTo>
                  <a:cubicBezTo>
                    <a:pt x="27" y="36"/>
                    <a:pt x="23" y="37"/>
                    <a:pt x="21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4" y="37"/>
                    <a:pt x="10" y="37"/>
                    <a:pt x="7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8" name="Google Shape;3848;p47"/>
            <p:cNvSpPr/>
            <p:nvPr/>
          </p:nvSpPr>
          <p:spPr>
            <a:xfrm>
              <a:off x="3435120" y="4105080"/>
              <a:ext cx="71280" cy="57960"/>
            </a:xfrm>
            <a:custGeom>
              <a:avLst/>
              <a:gdLst/>
              <a:ahLst/>
              <a:cxnLst/>
              <a:rect l="l" t="t" r="r" b="b"/>
              <a:pathLst>
                <a:path w="198" h="161" extrusionOk="0">
                  <a:moveTo>
                    <a:pt x="28" y="160"/>
                  </a:moveTo>
                  <a:cubicBezTo>
                    <a:pt x="22" y="159"/>
                    <a:pt x="18" y="158"/>
                    <a:pt x="13" y="154"/>
                  </a:cubicBezTo>
                  <a:cubicBezTo>
                    <a:pt x="8" y="150"/>
                    <a:pt x="5" y="144"/>
                    <a:pt x="4" y="139"/>
                  </a:cubicBezTo>
                  <a:cubicBezTo>
                    <a:pt x="0" y="126"/>
                    <a:pt x="0" y="112"/>
                    <a:pt x="2" y="99"/>
                  </a:cubicBezTo>
                  <a:cubicBezTo>
                    <a:pt x="3" y="95"/>
                    <a:pt x="4" y="90"/>
                    <a:pt x="5" y="86"/>
                  </a:cubicBezTo>
                  <a:cubicBezTo>
                    <a:pt x="6" y="80"/>
                    <a:pt x="8" y="74"/>
                    <a:pt x="11" y="69"/>
                  </a:cubicBezTo>
                  <a:cubicBezTo>
                    <a:pt x="13" y="60"/>
                    <a:pt x="17" y="53"/>
                    <a:pt x="21" y="46"/>
                  </a:cubicBezTo>
                  <a:cubicBezTo>
                    <a:pt x="25" y="38"/>
                    <a:pt x="30" y="30"/>
                    <a:pt x="36" y="24"/>
                  </a:cubicBezTo>
                  <a:cubicBezTo>
                    <a:pt x="41" y="18"/>
                    <a:pt x="47" y="13"/>
                    <a:pt x="54" y="9"/>
                  </a:cubicBezTo>
                  <a:cubicBezTo>
                    <a:pt x="61" y="6"/>
                    <a:pt x="69" y="4"/>
                    <a:pt x="77" y="7"/>
                  </a:cubicBezTo>
                  <a:cubicBezTo>
                    <a:pt x="80" y="8"/>
                    <a:pt x="82" y="10"/>
                    <a:pt x="85" y="12"/>
                  </a:cubicBezTo>
                  <a:cubicBezTo>
                    <a:pt x="85" y="11"/>
                    <a:pt x="85" y="9"/>
                    <a:pt x="86" y="8"/>
                  </a:cubicBezTo>
                  <a:cubicBezTo>
                    <a:pt x="87" y="3"/>
                    <a:pt x="93" y="0"/>
                    <a:pt x="97" y="2"/>
                  </a:cubicBezTo>
                  <a:cubicBezTo>
                    <a:pt x="103" y="3"/>
                    <a:pt x="105" y="8"/>
                    <a:pt x="104" y="14"/>
                  </a:cubicBezTo>
                  <a:cubicBezTo>
                    <a:pt x="103" y="19"/>
                    <a:pt x="101" y="24"/>
                    <a:pt x="99" y="29"/>
                  </a:cubicBezTo>
                  <a:cubicBezTo>
                    <a:pt x="98" y="31"/>
                    <a:pt x="98" y="34"/>
                    <a:pt x="97" y="36"/>
                  </a:cubicBezTo>
                  <a:cubicBezTo>
                    <a:pt x="97" y="38"/>
                    <a:pt x="96" y="39"/>
                    <a:pt x="96" y="41"/>
                  </a:cubicBezTo>
                  <a:cubicBezTo>
                    <a:pt x="94" y="43"/>
                    <a:pt x="93" y="45"/>
                    <a:pt x="91" y="46"/>
                  </a:cubicBezTo>
                  <a:cubicBezTo>
                    <a:pt x="88" y="48"/>
                    <a:pt x="84" y="48"/>
                    <a:pt x="81" y="46"/>
                  </a:cubicBezTo>
                  <a:cubicBezTo>
                    <a:pt x="78" y="45"/>
                    <a:pt x="77" y="41"/>
                    <a:pt x="77" y="38"/>
                  </a:cubicBezTo>
                  <a:cubicBezTo>
                    <a:pt x="77" y="37"/>
                    <a:pt x="77" y="36"/>
                    <a:pt x="77" y="35"/>
                  </a:cubicBezTo>
                  <a:lnTo>
                    <a:pt x="77" y="34"/>
                  </a:lnTo>
                  <a:cubicBezTo>
                    <a:pt x="76" y="34"/>
                    <a:pt x="76" y="33"/>
                    <a:pt x="76" y="32"/>
                  </a:cubicBezTo>
                  <a:cubicBezTo>
                    <a:pt x="76" y="31"/>
                    <a:pt x="76" y="31"/>
                    <a:pt x="75" y="30"/>
                  </a:cubicBezTo>
                  <a:cubicBezTo>
                    <a:pt x="75" y="29"/>
                    <a:pt x="75" y="28"/>
                    <a:pt x="74" y="27"/>
                  </a:cubicBezTo>
                  <a:lnTo>
                    <a:pt x="73" y="27"/>
                  </a:lnTo>
                  <a:cubicBezTo>
                    <a:pt x="73" y="27"/>
                    <a:pt x="73" y="26"/>
                    <a:pt x="72" y="26"/>
                  </a:cubicBezTo>
                  <a:cubicBezTo>
                    <a:pt x="72" y="25"/>
                    <a:pt x="72" y="25"/>
                    <a:pt x="71" y="25"/>
                  </a:cubicBezTo>
                  <a:lnTo>
                    <a:pt x="72" y="25"/>
                  </a:lnTo>
                  <a:lnTo>
                    <a:pt x="71" y="25"/>
                  </a:lnTo>
                  <a:lnTo>
                    <a:pt x="71" y="24"/>
                  </a:lnTo>
                  <a:cubicBezTo>
                    <a:pt x="70" y="24"/>
                    <a:pt x="70" y="24"/>
                    <a:pt x="69" y="24"/>
                  </a:cubicBezTo>
                  <a:lnTo>
                    <a:pt x="68" y="24"/>
                  </a:lnTo>
                  <a:cubicBezTo>
                    <a:pt x="67" y="24"/>
                    <a:pt x="66" y="24"/>
                    <a:pt x="66" y="24"/>
                  </a:cubicBezTo>
                  <a:cubicBezTo>
                    <a:pt x="65" y="24"/>
                    <a:pt x="64" y="25"/>
                    <a:pt x="63" y="25"/>
                  </a:cubicBezTo>
                  <a:lnTo>
                    <a:pt x="64" y="25"/>
                  </a:lnTo>
                  <a:cubicBezTo>
                    <a:pt x="63" y="25"/>
                    <a:pt x="62" y="25"/>
                    <a:pt x="62" y="25"/>
                  </a:cubicBezTo>
                  <a:cubicBezTo>
                    <a:pt x="61" y="26"/>
                    <a:pt x="60" y="27"/>
                    <a:pt x="59" y="27"/>
                  </a:cubicBezTo>
                  <a:cubicBezTo>
                    <a:pt x="58" y="28"/>
                    <a:pt x="57" y="29"/>
                    <a:pt x="55" y="29"/>
                  </a:cubicBezTo>
                  <a:cubicBezTo>
                    <a:pt x="54" y="31"/>
                    <a:pt x="52" y="32"/>
                    <a:pt x="50" y="34"/>
                  </a:cubicBezTo>
                  <a:cubicBezTo>
                    <a:pt x="48" y="36"/>
                    <a:pt x="47" y="39"/>
                    <a:pt x="44" y="41"/>
                  </a:cubicBezTo>
                  <a:cubicBezTo>
                    <a:pt x="45" y="41"/>
                    <a:pt x="45" y="41"/>
                    <a:pt x="45" y="40"/>
                  </a:cubicBezTo>
                  <a:cubicBezTo>
                    <a:pt x="41" y="46"/>
                    <a:pt x="38" y="52"/>
                    <a:pt x="34" y="57"/>
                  </a:cubicBezTo>
                  <a:cubicBezTo>
                    <a:pt x="31" y="63"/>
                    <a:pt x="29" y="67"/>
                    <a:pt x="27" y="73"/>
                  </a:cubicBezTo>
                  <a:cubicBezTo>
                    <a:pt x="24" y="81"/>
                    <a:pt x="22" y="89"/>
                    <a:pt x="20" y="98"/>
                  </a:cubicBezTo>
                  <a:cubicBezTo>
                    <a:pt x="19" y="102"/>
                    <a:pt x="19" y="105"/>
                    <a:pt x="18" y="109"/>
                  </a:cubicBezTo>
                  <a:cubicBezTo>
                    <a:pt x="18" y="112"/>
                    <a:pt x="18" y="115"/>
                    <a:pt x="18" y="117"/>
                  </a:cubicBezTo>
                  <a:cubicBezTo>
                    <a:pt x="18" y="120"/>
                    <a:pt x="19" y="123"/>
                    <a:pt x="19" y="126"/>
                  </a:cubicBezTo>
                  <a:lnTo>
                    <a:pt x="19" y="127"/>
                  </a:lnTo>
                  <a:cubicBezTo>
                    <a:pt x="19" y="126"/>
                    <a:pt x="19" y="126"/>
                    <a:pt x="19" y="126"/>
                  </a:cubicBezTo>
                  <a:cubicBezTo>
                    <a:pt x="19" y="128"/>
                    <a:pt x="20" y="130"/>
                    <a:pt x="20" y="133"/>
                  </a:cubicBezTo>
                  <a:cubicBezTo>
                    <a:pt x="21" y="134"/>
                    <a:pt x="22" y="135"/>
                    <a:pt x="22" y="136"/>
                  </a:cubicBezTo>
                  <a:cubicBezTo>
                    <a:pt x="22" y="137"/>
                    <a:pt x="23" y="137"/>
                    <a:pt x="23" y="138"/>
                  </a:cubicBezTo>
                  <a:cubicBezTo>
                    <a:pt x="23" y="137"/>
                    <a:pt x="23" y="137"/>
                    <a:pt x="22" y="137"/>
                  </a:cubicBezTo>
                  <a:cubicBezTo>
                    <a:pt x="23" y="137"/>
                    <a:pt x="23" y="138"/>
                    <a:pt x="23" y="138"/>
                  </a:cubicBezTo>
                  <a:cubicBezTo>
                    <a:pt x="24" y="139"/>
                    <a:pt x="24" y="140"/>
                    <a:pt x="25" y="140"/>
                  </a:cubicBezTo>
                  <a:lnTo>
                    <a:pt x="24" y="140"/>
                  </a:lnTo>
                  <a:cubicBezTo>
                    <a:pt x="25" y="140"/>
                    <a:pt x="25" y="140"/>
                    <a:pt x="25" y="140"/>
                  </a:cubicBezTo>
                  <a:cubicBezTo>
                    <a:pt x="26" y="141"/>
                    <a:pt x="26" y="141"/>
                    <a:pt x="26" y="141"/>
                  </a:cubicBezTo>
                  <a:lnTo>
                    <a:pt x="27" y="141"/>
                  </a:lnTo>
                  <a:cubicBezTo>
                    <a:pt x="28" y="141"/>
                    <a:pt x="29" y="141"/>
                    <a:pt x="29" y="141"/>
                  </a:cubicBezTo>
                  <a:cubicBezTo>
                    <a:pt x="30" y="142"/>
                    <a:pt x="30" y="142"/>
                    <a:pt x="31" y="142"/>
                  </a:cubicBezTo>
                  <a:cubicBezTo>
                    <a:pt x="31" y="142"/>
                    <a:pt x="31" y="141"/>
                    <a:pt x="32" y="141"/>
                  </a:cubicBezTo>
                  <a:cubicBezTo>
                    <a:pt x="33" y="141"/>
                    <a:pt x="34" y="141"/>
                    <a:pt x="35" y="141"/>
                  </a:cubicBezTo>
                  <a:cubicBezTo>
                    <a:pt x="37" y="140"/>
                    <a:pt x="39" y="140"/>
                    <a:pt x="41" y="138"/>
                  </a:cubicBezTo>
                  <a:cubicBezTo>
                    <a:pt x="43" y="137"/>
                    <a:pt x="45" y="137"/>
                    <a:pt x="47" y="136"/>
                  </a:cubicBezTo>
                  <a:cubicBezTo>
                    <a:pt x="49" y="134"/>
                    <a:pt x="51" y="133"/>
                    <a:pt x="52" y="131"/>
                  </a:cubicBezTo>
                  <a:cubicBezTo>
                    <a:pt x="57" y="128"/>
                    <a:pt x="61" y="124"/>
                    <a:pt x="64" y="120"/>
                  </a:cubicBezTo>
                  <a:cubicBezTo>
                    <a:pt x="67" y="117"/>
                    <a:pt x="69" y="115"/>
                    <a:pt x="72" y="112"/>
                  </a:cubicBezTo>
                  <a:cubicBezTo>
                    <a:pt x="75" y="108"/>
                    <a:pt x="78" y="105"/>
                    <a:pt x="80" y="101"/>
                  </a:cubicBezTo>
                  <a:lnTo>
                    <a:pt x="80" y="102"/>
                  </a:lnTo>
                  <a:cubicBezTo>
                    <a:pt x="82" y="98"/>
                    <a:pt x="85" y="95"/>
                    <a:pt x="86" y="92"/>
                  </a:cubicBezTo>
                  <a:cubicBezTo>
                    <a:pt x="89" y="87"/>
                    <a:pt x="92" y="81"/>
                    <a:pt x="94" y="75"/>
                  </a:cubicBezTo>
                  <a:cubicBezTo>
                    <a:pt x="94" y="74"/>
                    <a:pt x="95" y="73"/>
                    <a:pt x="95" y="72"/>
                  </a:cubicBezTo>
                  <a:cubicBezTo>
                    <a:pt x="96" y="71"/>
                    <a:pt x="96" y="71"/>
                    <a:pt x="96" y="70"/>
                  </a:cubicBezTo>
                  <a:cubicBezTo>
                    <a:pt x="97" y="65"/>
                    <a:pt x="103" y="62"/>
                    <a:pt x="108" y="64"/>
                  </a:cubicBezTo>
                  <a:cubicBezTo>
                    <a:pt x="112" y="65"/>
                    <a:pt x="116" y="71"/>
                    <a:pt x="114" y="76"/>
                  </a:cubicBezTo>
                  <a:lnTo>
                    <a:pt x="114" y="77"/>
                  </a:lnTo>
                  <a:cubicBezTo>
                    <a:pt x="113" y="78"/>
                    <a:pt x="112" y="80"/>
                    <a:pt x="112" y="81"/>
                  </a:cubicBezTo>
                  <a:cubicBezTo>
                    <a:pt x="112" y="83"/>
                    <a:pt x="111" y="85"/>
                    <a:pt x="111" y="88"/>
                  </a:cubicBezTo>
                  <a:cubicBezTo>
                    <a:pt x="111" y="90"/>
                    <a:pt x="111" y="92"/>
                    <a:pt x="111" y="95"/>
                  </a:cubicBezTo>
                  <a:cubicBezTo>
                    <a:pt x="111" y="96"/>
                    <a:pt x="111" y="98"/>
                    <a:pt x="111" y="100"/>
                  </a:cubicBezTo>
                  <a:cubicBezTo>
                    <a:pt x="112" y="101"/>
                    <a:pt x="112" y="102"/>
                    <a:pt x="112" y="103"/>
                  </a:cubicBezTo>
                  <a:cubicBezTo>
                    <a:pt x="112" y="103"/>
                    <a:pt x="112" y="105"/>
                    <a:pt x="113" y="105"/>
                  </a:cubicBezTo>
                  <a:cubicBezTo>
                    <a:pt x="113" y="106"/>
                    <a:pt x="114" y="106"/>
                    <a:pt x="114" y="108"/>
                  </a:cubicBezTo>
                  <a:cubicBezTo>
                    <a:pt x="114" y="108"/>
                    <a:pt x="115" y="108"/>
                    <a:pt x="115" y="109"/>
                  </a:cubicBezTo>
                  <a:cubicBezTo>
                    <a:pt x="115" y="109"/>
                    <a:pt x="116" y="109"/>
                    <a:pt x="116" y="110"/>
                  </a:cubicBezTo>
                  <a:lnTo>
                    <a:pt x="116" y="109"/>
                  </a:lnTo>
                  <a:cubicBezTo>
                    <a:pt x="116" y="110"/>
                    <a:pt x="117" y="110"/>
                    <a:pt x="117" y="110"/>
                  </a:cubicBezTo>
                  <a:lnTo>
                    <a:pt x="116" y="110"/>
                  </a:lnTo>
                  <a:cubicBezTo>
                    <a:pt x="117" y="110"/>
                    <a:pt x="117" y="110"/>
                    <a:pt x="117" y="110"/>
                  </a:cubicBezTo>
                  <a:cubicBezTo>
                    <a:pt x="117" y="110"/>
                    <a:pt x="118" y="110"/>
                    <a:pt x="118" y="111"/>
                  </a:cubicBezTo>
                  <a:lnTo>
                    <a:pt x="119" y="111"/>
                  </a:lnTo>
                  <a:cubicBezTo>
                    <a:pt x="119" y="111"/>
                    <a:pt x="120" y="111"/>
                    <a:pt x="120" y="112"/>
                  </a:cubicBezTo>
                  <a:cubicBezTo>
                    <a:pt x="121" y="112"/>
                    <a:pt x="121" y="112"/>
                    <a:pt x="121" y="112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24" y="111"/>
                    <a:pt x="125" y="111"/>
                    <a:pt x="126" y="110"/>
                  </a:cubicBezTo>
                  <a:cubicBezTo>
                    <a:pt x="127" y="110"/>
                    <a:pt x="128" y="110"/>
                    <a:pt x="129" y="109"/>
                  </a:cubicBezTo>
                  <a:cubicBezTo>
                    <a:pt x="131" y="109"/>
                    <a:pt x="132" y="108"/>
                    <a:pt x="133" y="108"/>
                  </a:cubicBezTo>
                  <a:cubicBezTo>
                    <a:pt x="134" y="106"/>
                    <a:pt x="136" y="105"/>
                    <a:pt x="138" y="104"/>
                  </a:cubicBezTo>
                  <a:cubicBezTo>
                    <a:pt x="140" y="102"/>
                    <a:pt x="143" y="99"/>
                    <a:pt x="145" y="96"/>
                  </a:cubicBezTo>
                  <a:cubicBezTo>
                    <a:pt x="149" y="93"/>
                    <a:pt x="152" y="89"/>
                    <a:pt x="156" y="84"/>
                  </a:cubicBezTo>
                  <a:cubicBezTo>
                    <a:pt x="161" y="76"/>
                    <a:pt x="167" y="67"/>
                    <a:pt x="172" y="57"/>
                  </a:cubicBezTo>
                  <a:cubicBezTo>
                    <a:pt x="174" y="55"/>
                    <a:pt x="175" y="52"/>
                    <a:pt x="176" y="50"/>
                  </a:cubicBezTo>
                  <a:cubicBezTo>
                    <a:pt x="177" y="48"/>
                    <a:pt x="177" y="47"/>
                    <a:pt x="177" y="46"/>
                  </a:cubicBezTo>
                  <a:cubicBezTo>
                    <a:pt x="177" y="45"/>
                    <a:pt x="178" y="43"/>
                    <a:pt x="178" y="42"/>
                  </a:cubicBezTo>
                  <a:cubicBezTo>
                    <a:pt x="178" y="41"/>
                    <a:pt x="178" y="41"/>
                    <a:pt x="178" y="40"/>
                  </a:cubicBezTo>
                  <a:lnTo>
                    <a:pt x="178" y="41"/>
                  </a:lnTo>
                  <a:cubicBezTo>
                    <a:pt x="178" y="40"/>
                    <a:pt x="178" y="39"/>
                    <a:pt x="178" y="38"/>
                  </a:cubicBezTo>
                  <a:cubicBezTo>
                    <a:pt x="178" y="38"/>
                    <a:pt x="177" y="37"/>
                    <a:pt x="177" y="36"/>
                  </a:cubicBezTo>
                  <a:cubicBezTo>
                    <a:pt x="177" y="35"/>
                    <a:pt x="176" y="34"/>
                    <a:pt x="175" y="32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4" y="29"/>
                    <a:pt x="174" y="29"/>
                    <a:pt x="173" y="28"/>
                  </a:cubicBezTo>
                  <a:cubicBezTo>
                    <a:pt x="172" y="28"/>
                    <a:pt x="172" y="28"/>
                    <a:pt x="172" y="27"/>
                  </a:cubicBezTo>
                  <a:cubicBezTo>
                    <a:pt x="171" y="27"/>
                    <a:pt x="171" y="27"/>
                    <a:pt x="170" y="27"/>
                  </a:cubicBezTo>
                  <a:cubicBezTo>
                    <a:pt x="170" y="26"/>
                    <a:pt x="170" y="26"/>
                    <a:pt x="169" y="26"/>
                  </a:cubicBezTo>
                  <a:cubicBezTo>
                    <a:pt x="168" y="25"/>
                    <a:pt x="167" y="25"/>
                    <a:pt x="166" y="25"/>
                  </a:cubicBezTo>
                  <a:cubicBezTo>
                    <a:pt x="165" y="25"/>
                    <a:pt x="164" y="24"/>
                    <a:pt x="163" y="24"/>
                  </a:cubicBezTo>
                  <a:cubicBezTo>
                    <a:pt x="162" y="24"/>
                    <a:pt x="161" y="24"/>
                    <a:pt x="160" y="24"/>
                  </a:cubicBezTo>
                  <a:cubicBezTo>
                    <a:pt x="159" y="24"/>
                    <a:pt x="158" y="24"/>
                    <a:pt x="157" y="25"/>
                  </a:cubicBezTo>
                  <a:cubicBezTo>
                    <a:pt x="156" y="25"/>
                    <a:pt x="154" y="25"/>
                    <a:pt x="153" y="25"/>
                  </a:cubicBezTo>
                  <a:cubicBezTo>
                    <a:pt x="153" y="26"/>
                    <a:pt x="152" y="26"/>
                    <a:pt x="150" y="27"/>
                  </a:cubicBezTo>
                  <a:cubicBezTo>
                    <a:pt x="148" y="28"/>
                    <a:pt x="146" y="29"/>
                    <a:pt x="145" y="30"/>
                  </a:cubicBezTo>
                  <a:cubicBezTo>
                    <a:pt x="142" y="31"/>
                    <a:pt x="140" y="33"/>
                    <a:pt x="138" y="34"/>
                  </a:cubicBezTo>
                  <a:cubicBezTo>
                    <a:pt x="138" y="35"/>
                    <a:pt x="136" y="36"/>
                    <a:pt x="136" y="36"/>
                  </a:cubicBezTo>
                  <a:cubicBezTo>
                    <a:pt x="135" y="38"/>
                    <a:pt x="135" y="38"/>
                    <a:pt x="133" y="39"/>
                  </a:cubicBezTo>
                  <a:cubicBezTo>
                    <a:pt x="131" y="43"/>
                    <a:pt x="125" y="43"/>
                    <a:pt x="121" y="41"/>
                  </a:cubicBezTo>
                  <a:cubicBezTo>
                    <a:pt x="117" y="37"/>
                    <a:pt x="117" y="31"/>
                    <a:pt x="119" y="28"/>
                  </a:cubicBezTo>
                  <a:cubicBezTo>
                    <a:pt x="121" y="25"/>
                    <a:pt x="123" y="24"/>
                    <a:pt x="125" y="22"/>
                  </a:cubicBezTo>
                  <a:cubicBezTo>
                    <a:pt x="127" y="20"/>
                    <a:pt x="129" y="18"/>
                    <a:pt x="132" y="16"/>
                  </a:cubicBezTo>
                  <a:cubicBezTo>
                    <a:pt x="137" y="13"/>
                    <a:pt x="143" y="10"/>
                    <a:pt x="149" y="7"/>
                  </a:cubicBezTo>
                  <a:cubicBezTo>
                    <a:pt x="160" y="4"/>
                    <a:pt x="173" y="5"/>
                    <a:pt x="183" y="13"/>
                  </a:cubicBezTo>
                  <a:cubicBezTo>
                    <a:pt x="187" y="15"/>
                    <a:pt x="191" y="20"/>
                    <a:pt x="193" y="25"/>
                  </a:cubicBezTo>
                  <a:cubicBezTo>
                    <a:pt x="195" y="31"/>
                    <a:pt x="197" y="37"/>
                    <a:pt x="196" y="43"/>
                  </a:cubicBezTo>
                  <a:cubicBezTo>
                    <a:pt x="195" y="53"/>
                    <a:pt x="191" y="62"/>
                    <a:pt x="185" y="71"/>
                  </a:cubicBezTo>
                  <a:cubicBezTo>
                    <a:pt x="183" y="75"/>
                    <a:pt x="181" y="79"/>
                    <a:pt x="178" y="83"/>
                  </a:cubicBezTo>
                  <a:cubicBezTo>
                    <a:pt x="172" y="92"/>
                    <a:pt x="167" y="100"/>
                    <a:pt x="160" y="108"/>
                  </a:cubicBezTo>
                  <a:cubicBezTo>
                    <a:pt x="155" y="113"/>
                    <a:pt x="151" y="117"/>
                    <a:pt x="146" y="121"/>
                  </a:cubicBezTo>
                  <a:cubicBezTo>
                    <a:pt x="140" y="125"/>
                    <a:pt x="134" y="127"/>
                    <a:pt x="128" y="129"/>
                  </a:cubicBezTo>
                  <a:cubicBezTo>
                    <a:pt x="122" y="130"/>
                    <a:pt x="116" y="130"/>
                    <a:pt x="111" y="128"/>
                  </a:cubicBezTo>
                  <a:cubicBezTo>
                    <a:pt x="105" y="126"/>
                    <a:pt x="101" y="122"/>
                    <a:pt x="98" y="116"/>
                  </a:cubicBezTo>
                  <a:cubicBezTo>
                    <a:pt x="97" y="115"/>
                    <a:pt x="96" y="112"/>
                    <a:pt x="95" y="110"/>
                  </a:cubicBezTo>
                  <a:cubicBezTo>
                    <a:pt x="91" y="116"/>
                    <a:pt x="87" y="122"/>
                    <a:pt x="82" y="127"/>
                  </a:cubicBezTo>
                  <a:cubicBezTo>
                    <a:pt x="76" y="134"/>
                    <a:pt x="69" y="141"/>
                    <a:pt x="62" y="147"/>
                  </a:cubicBezTo>
                  <a:cubicBezTo>
                    <a:pt x="58" y="150"/>
                    <a:pt x="52" y="154"/>
                    <a:pt x="47" y="156"/>
                  </a:cubicBezTo>
                  <a:cubicBezTo>
                    <a:pt x="41" y="158"/>
                    <a:pt x="36" y="160"/>
                    <a:pt x="30" y="160"/>
                  </a:cubicBezTo>
                  <a:cubicBezTo>
                    <a:pt x="29" y="160"/>
                    <a:pt x="29" y="160"/>
                    <a:pt x="28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9" name="Google Shape;3849;p47"/>
            <p:cNvSpPr/>
            <p:nvPr/>
          </p:nvSpPr>
          <p:spPr>
            <a:xfrm>
              <a:off x="3502440" y="4104720"/>
              <a:ext cx="33480" cy="53280"/>
            </a:xfrm>
            <a:custGeom>
              <a:avLst/>
              <a:gdLst/>
              <a:ahLst/>
              <a:cxnLst/>
              <a:rect l="l" t="t" r="r" b="b"/>
              <a:pathLst>
                <a:path w="93" h="148" extrusionOk="0">
                  <a:moveTo>
                    <a:pt x="0" y="138"/>
                  </a:moveTo>
                  <a:cubicBezTo>
                    <a:pt x="0" y="133"/>
                    <a:pt x="4" y="128"/>
                    <a:pt x="9" y="128"/>
                  </a:cubicBezTo>
                  <a:cubicBezTo>
                    <a:pt x="14" y="127"/>
                    <a:pt x="21" y="127"/>
                    <a:pt x="27" y="126"/>
                  </a:cubicBezTo>
                  <a:cubicBezTo>
                    <a:pt x="32" y="125"/>
                    <a:pt x="37" y="124"/>
                    <a:pt x="42" y="123"/>
                  </a:cubicBezTo>
                  <a:cubicBezTo>
                    <a:pt x="44" y="122"/>
                    <a:pt x="46" y="122"/>
                    <a:pt x="48" y="120"/>
                  </a:cubicBezTo>
                  <a:cubicBezTo>
                    <a:pt x="49" y="120"/>
                    <a:pt x="49" y="120"/>
                    <a:pt x="50" y="120"/>
                  </a:cubicBezTo>
                  <a:cubicBezTo>
                    <a:pt x="50" y="119"/>
                    <a:pt x="51" y="119"/>
                    <a:pt x="51" y="119"/>
                  </a:cubicBezTo>
                  <a:cubicBezTo>
                    <a:pt x="51" y="119"/>
                    <a:pt x="51" y="118"/>
                    <a:pt x="50" y="118"/>
                  </a:cubicBezTo>
                  <a:cubicBezTo>
                    <a:pt x="51" y="118"/>
                    <a:pt x="51" y="119"/>
                    <a:pt x="51" y="119"/>
                  </a:cubicBezTo>
                  <a:cubicBezTo>
                    <a:pt x="47" y="115"/>
                    <a:pt x="44" y="112"/>
                    <a:pt x="39" y="108"/>
                  </a:cubicBezTo>
                  <a:cubicBezTo>
                    <a:pt x="40" y="108"/>
                    <a:pt x="40" y="109"/>
                    <a:pt x="41" y="109"/>
                  </a:cubicBezTo>
                  <a:cubicBezTo>
                    <a:pt x="35" y="103"/>
                    <a:pt x="29" y="97"/>
                    <a:pt x="23" y="91"/>
                  </a:cubicBezTo>
                  <a:cubicBezTo>
                    <a:pt x="20" y="88"/>
                    <a:pt x="17" y="84"/>
                    <a:pt x="14" y="80"/>
                  </a:cubicBezTo>
                  <a:cubicBezTo>
                    <a:pt x="12" y="76"/>
                    <a:pt x="10" y="71"/>
                    <a:pt x="9" y="67"/>
                  </a:cubicBezTo>
                  <a:cubicBezTo>
                    <a:pt x="7" y="58"/>
                    <a:pt x="7" y="48"/>
                    <a:pt x="10" y="39"/>
                  </a:cubicBezTo>
                  <a:cubicBezTo>
                    <a:pt x="13" y="31"/>
                    <a:pt x="19" y="24"/>
                    <a:pt x="25" y="18"/>
                  </a:cubicBezTo>
                  <a:cubicBezTo>
                    <a:pt x="33" y="11"/>
                    <a:pt x="42" y="7"/>
                    <a:pt x="51" y="4"/>
                  </a:cubicBezTo>
                  <a:cubicBezTo>
                    <a:pt x="55" y="3"/>
                    <a:pt x="59" y="2"/>
                    <a:pt x="64" y="1"/>
                  </a:cubicBezTo>
                  <a:cubicBezTo>
                    <a:pt x="69" y="0"/>
                    <a:pt x="74" y="1"/>
                    <a:pt x="79" y="3"/>
                  </a:cubicBezTo>
                  <a:cubicBezTo>
                    <a:pt x="86" y="4"/>
                    <a:pt x="92" y="10"/>
                    <a:pt x="92" y="17"/>
                  </a:cubicBezTo>
                  <a:cubicBezTo>
                    <a:pt x="92" y="18"/>
                    <a:pt x="92" y="20"/>
                    <a:pt x="92" y="21"/>
                  </a:cubicBezTo>
                  <a:cubicBezTo>
                    <a:pt x="92" y="23"/>
                    <a:pt x="91" y="25"/>
                    <a:pt x="90" y="26"/>
                  </a:cubicBezTo>
                  <a:cubicBezTo>
                    <a:pt x="87" y="28"/>
                    <a:pt x="84" y="29"/>
                    <a:pt x="80" y="28"/>
                  </a:cubicBezTo>
                  <a:cubicBezTo>
                    <a:pt x="77" y="27"/>
                    <a:pt x="75" y="24"/>
                    <a:pt x="74" y="21"/>
                  </a:cubicBezTo>
                  <a:lnTo>
                    <a:pt x="73" y="21"/>
                  </a:lnTo>
                  <a:lnTo>
                    <a:pt x="72" y="21"/>
                  </a:lnTo>
                  <a:cubicBezTo>
                    <a:pt x="71" y="20"/>
                    <a:pt x="70" y="20"/>
                    <a:pt x="69" y="20"/>
                  </a:cubicBezTo>
                  <a:cubicBezTo>
                    <a:pt x="68" y="20"/>
                    <a:pt x="67" y="20"/>
                    <a:pt x="66" y="20"/>
                  </a:cubicBezTo>
                  <a:lnTo>
                    <a:pt x="67" y="20"/>
                  </a:lnTo>
                  <a:cubicBezTo>
                    <a:pt x="66" y="20"/>
                    <a:pt x="65" y="20"/>
                    <a:pt x="63" y="20"/>
                  </a:cubicBezTo>
                  <a:cubicBezTo>
                    <a:pt x="61" y="21"/>
                    <a:pt x="59" y="21"/>
                    <a:pt x="56" y="22"/>
                  </a:cubicBezTo>
                  <a:cubicBezTo>
                    <a:pt x="53" y="23"/>
                    <a:pt x="51" y="24"/>
                    <a:pt x="48" y="25"/>
                  </a:cubicBezTo>
                  <a:cubicBezTo>
                    <a:pt x="46" y="26"/>
                    <a:pt x="44" y="27"/>
                    <a:pt x="42" y="28"/>
                  </a:cubicBezTo>
                  <a:cubicBezTo>
                    <a:pt x="41" y="29"/>
                    <a:pt x="40" y="30"/>
                    <a:pt x="38" y="31"/>
                  </a:cubicBezTo>
                  <a:cubicBezTo>
                    <a:pt x="38" y="32"/>
                    <a:pt x="37" y="33"/>
                    <a:pt x="35" y="34"/>
                  </a:cubicBezTo>
                  <a:cubicBezTo>
                    <a:pt x="34" y="35"/>
                    <a:pt x="33" y="36"/>
                    <a:pt x="32" y="38"/>
                  </a:cubicBezTo>
                  <a:cubicBezTo>
                    <a:pt x="31" y="39"/>
                    <a:pt x="30" y="41"/>
                    <a:pt x="30" y="42"/>
                  </a:cubicBezTo>
                  <a:cubicBezTo>
                    <a:pt x="29" y="43"/>
                    <a:pt x="28" y="44"/>
                    <a:pt x="28" y="45"/>
                  </a:cubicBezTo>
                  <a:cubicBezTo>
                    <a:pt x="28" y="46"/>
                    <a:pt x="27" y="48"/>
                    <a:pt x="27" y="49"/>
                  </a:cubicBezTo>
                  <a:cubicBezTo>
                    <a:pt x="27" y="50"/>
                    <a:pt x="27" y="50"/>
                    <a:pt x="27" y="52"/>
                  </a:cubicBezTo>
                  <a:cubicBezTo>
                    <a:pt x="26" y="53"/>
                    <a:pt x="26" y="54"/>
                    <a:pt x="26" y="55"/>
                  </a:cubicBezTo>
                  <a:cubicBezTo>
                    <a:pt x="27" y="57"/>
                    <a:pt x="27" y="59"/>
                    <a:pt x="27" y="60"/>
                  </a:cubicBezTo>
                  <a:cubicBezTo>
                    <a:pt x="27" y="62"/>
                    <a:pt x="27" y="63"/>
                    <a:pt x="28" y="64"/>
                  </a:cubicBezTo>
                  <a:cubicBezTo>
                    <a:pt x="28" y="65"/>
                    <a:pt x="28" y="66"/>
                    <a:pt x="29" y="68"/>
                  </a:cubicBezTo>
                  <a:cubicBezTo>
                    <a:pt x="30" y="69"/>
                    <a:pt x="30" y="70"/>
                    <a:pt x="31" y="71"/>
                  </a:cubicBezTo>
                  <a:cubicBezTo>
                    <a:pt x="32" y="73"/>
                    <a:pt x="34" y="74"/>
                    <a:pt x="35" y="77"/>
                  </a:cubicBezTo>
                  <a:cubicBezTo>
                    <a:pt x="41" y="83"/>
                    <a:pt x="46" y="89"/>
                    <a:pt x="53" y="95"/>
                  </a:cubicBezTo>
                  <a:cubicBezTo>
                    <a:pt x="55" y="97"/>
                    <a:pt x="58" y="99"/>
                    <a:pt x="61" y="102"/>
                  </a:cubicBezTo>
                  <a:cubicBezTo>
                    <a:pt x="63" y="105"/>
                    <a:pt x="66" y="107"/>
                    <a:pt x="69" y="110"/>
                  </a:cubicBezTo>
                  <a:cubicBezTo>
                    <a:pt x="69" y="112"/>
                    <a:pt x="70" y="114"/>
                    <a:pt x="70" y="116"/>
                  </a:cubicBezTo>
                  <a:cubicBezTo>
                    <a:pt x="71" y="119"/>
                    <a:pt x="70" y="122"/>
                    <a:pt x="70" y="124"/>
                  </a:cubicBezTo>
                  <a:cubicBezTo>
                    <a:pt x="69" y="129"/>
                    <a:pt x="65" y="132"/>
                    <a:pt x="61" y="135"/>
                  </a:cubicBezTo>
                  <a:cubicBezTo>
                    <a:pt x="58" y="137"/>
                    <a:pt x="53" y="139"/>
                    <a:pt x="48" y="140"/>
                  </a:cubicBezTo>
                  <a:cubicBezTo>
                    <a:pt x="42" y="142"/>
                    <a:pt x="35" y="143"/>
                    <a:pt x="29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24" y="145"/>
                    <a:pt x="17" y="146"/>
                    <a:pt x="11" y="147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5" y="147"/>
                    <a:pt x="1" y="143"/>
                    <a:pt x="0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0" name="Google Shape;3850;p47"/>
            <p:cNvSpPr/>
            <p:nvPr/>
          </p:nvSpPr>
          <p:spPr>
            <a:xfrm>
              <a:off x="3543120" y="4102200"/>
              <a:ext cx="45360" cy="58680"/>
            </a:xfrm>
            <a:custGeom>
              <a:avLst/>
              <a:gdLst/>
              <a:ahLst/>
              <a:cxnLst/>
              <a:rect l="l" t="t" r="r" b="b"/>
              <a:pathLst>
                <a:path w="126" h="163" extrusionOk="0">
                  <a:moveTo>
                    <a:pt x="20" y="140"/>
                  </a:moveTo>
                  <a:cubicBezTo>
                    <a:pt x="20" y="138"/>
                    <a:pt x="21" y="137"/>
                    <a:pt x="23" y="137"/>
                  </a:cubicBezTo>
                  <a:cubicBezTo>
                    <a:pt x="26" y="133"/>
                    <a:pt x="29" y="129"/>
                    <a:pt x="32" y="125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0" y="126"/>
                    <a:pt x="28" y="127"/>
                    <a:pt x="27" y="127"/>
                  </a:cubicBezTo>
                  <a:cubicBezTo>
                    <a:pt x="27" y="128"/>
                    <a:pt x="26" y="129"/>
                    <a:pt x="26" y="129"/>
                  </a:cubicBezTo>
                  <a:cubicBezTo>
                    <a:pt x="25" y="129"/>
                    <a:pt x="24" y="130"/>
                    <a:pt x="24" y="130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2"/>
                    <a:pt x="22" y="133"/>
                    <a:pt x="21" y="134"/>
                  </a:cubicBezTo>
                  <a:cubicBezTo>
                    <a:pt x="21" y="135"/>
                    <a:pt x="21" y="136"/>
                    <a:pt x="20" y="137"/>
                  </a:cubicBezTo>
                  <a:lnTo>
                    <a:pt x="20" y="138"/>
                  </a:lnTo>
                  <a:cubicBezTo>
                    <a:pt x="20" y="139"/>
                    <a:pt x="20" y="139"/>
                    <a:pt x="20" y="140"/>
                  </a:cubicBezTo>
                  <a:moveTo>
                    <a:pt x="10" y="161"/>
                  </a:moveTo>
                  <a:cubicBezTo>
                    <a:pt x="6" y="159"/>
                    <a:pt x="2" y="155"/>
                    <a:pt x="1" y="150"/>
                  </a:cubicBezTo>
                  <a:cubicBezTo>
                    <a:pt x="0" y="144"/>
                    <a:pt x="0" y="138"/>
                    <a:pt x="2" y="133"/>
                  </a:cubicBezTo>
                  <a:cubicBezTo>
                    <a:pt x="4" y="127"/>
                    <a:pt x="7" y="122"/>
                    <a:pt x="10" y="117"/>
                  </a:cubicBezTo>
                  <a:cubicBezTo>
                    <a:pt x="15" y="113"/>
                    <a:pt x="21" y="110"/>
                    <a:pt x="27" y="108"/>
                  </a:cubicBezTo>
                  <a:cubicBezTo>
                    <a:pt x="33" y="106"/>
                    <a:pt x="38" y="105"/>
                    <a:pt x="45" y="105"/>
                  </a:cubicBezTo>
                  <a:cubicBezTo>
                    <a:pt x="45" y="105"/>
                    <a:pt x="46" y="105"/>
                    <a:pt x="47" y="105"/>
                  </a:cubicBezTo>
                  <a:cubicBezTo>
                    <a:pt x="47" y="104"/>
                    <a:pt x="47" y="103"/>
                    <a:pt x="47" y="103"/>
                  </a:cubicBezTo>
                  <a:cubicBezTo>
                    <a:pt x="50" y="99"/>
                    <a:pt x="52" y="94"/>
                    <a:pt x="55" y="89"/>
                  </a:cubicBezTo>
                  <a:cubicBezTo>
                    <a:pt x="58" y="85"/>
                    <a:pt x="60" y="80"/>
                    <a:pt x="62" y="75"/>
                  </a:cubicBezTo>
                  <a:cubicBezTo>
                    <a:pt x="63" y="72"/>
                    <a:pt x="65" y="70"/>
                    <a:pt x="66" y="67"/>
                  </a:cubicBezTo>
                  <a:cubicBezTo>
                    <a:pt x="66" y="66"/>
                    <a:pt x="66" y="66"/>
                    <a:pt x="66" y="65"/>
                  </a:cubicBezTo>
                  <a:cubicBezTo>
                    <a:pt x="65" y="65"/>
                    <a:pt x="64" y="66"/>
                    <a:pt x="63" y="65"/>
                  </a:cubicBezTo>
                  <a:cubicBezTo>
                    <a:pt x="58" y="64"/>
                    <a:pt x="54" y="60"/>
                    <a:pt x="54" y="55"/>
                  </a:cubicBezTo>
                  <a:cubicBezTo>
                    <a:pt x="54" y="49"/>
                    <a:pt x="56" y="43"/>
                    <a:pt x="59" y="38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3" y="27"/>
                    <a:pt x="65" y="22"/>
                    <a:pt x="67" y="17"/>
                  </a:cubicBezTo>
                  <a:cubicBezTo>
                    <a:pt x="69" y="14"/>
                    <a:pt x="71" y="10"/>
                    <a:pt x="74" y="7"/>
                  </a:cubicBezTo>
                  <a:cubicBezTo>
                    <a:pt x="76" y="4"/>
                    <a:pt x="77" y="3"/>
                    <a:pt x="79" y="2"/>
                  </a:cubicBezTo>
                  <a:cubicBezTo>
                    <a:pt x="81" y="0"/>
                    <a:pt x="84" y="0"/>
                    <a:pt x="87" y="0"/>
                  </a:cubicBezTo>
                  <a:cubicBezTo>
                    <a:pt x="91" y="2"/>
                    <a:pt x="95" y="5"/>
                    <a:pt x="96" y="10"/>
                  </a:cubicBezTo>
                  <a:cubicBezTo>
                    <a:pt x="98" y="16"/>
                    <a:pt x="97" y="22"/>
                    <a:pt x="95" y="29"/>
                  </a:cubicBezTo>
                  <a:cubicBezTo>
                    <a:pt x="94" y="35"/>
                    <a:pt x="93" y="41"/>
                    <a:pt x="91" y="48"/>
                  </a:cubicBezTo>
                  <a:cubicBezTo>
                    <a:pt x="90" y="54"/>
                    <a:pt x="87" y="60"/>
                    <a:pt x="85" y="66"/>
                  </a:cubicBezTo>
                  <a:cubicBezTo>
                    <a:pt x="83" y="71"/>
                    <a:pt x="80" y="76"/>
                    <a:pt x="79" y="81"/>
                  </a:cubicBezTo>
                  <a:cubicBezTo>
                    <a:pt x="76" y="86"/>
                    <a:pt x="74" y="91"/>
                    <a:pt x="72" y="95"/>
                  </a:cubicBezTo>
                  <a:cubicBezTo>
                    <a:pt x="70" y="99"/>
                    <a:pt x="67" y="103"/>
                    <a:pt x="66" y="106"/>
                  </a:cubicBezTo>
                  <a:cubicBezTo>
                    <a:pt x="76" y="109"/>
                    <a:pt x="85" y="113"/>
                    <a:pt x="94" y="118"/>
                  </a:cubicBezTo>
                  <a:cubicBezTo>
                    <a:pt x="101" y="122"/>
                    <a:pt x="107" y="126"/>
                    <a:pt x="114" y="129"/>
                  </a:cubicBezTo>
                  <a:cubicBezTo>
                    <a:pt x="115" y="130"/>
                    <a:pt x="117" y="131"/>
                    <a:pt x="118" y="131"/>
                  </a:cubicBezTo>
                  <a:cubicBezTo>
                    <a:pt x="123" y="133"/>
                    <a:pt x="125" y="139"/>
                    <a:pt x="123" y="144"/>
                  </a:cubicBezTo>
                  <a:cubicBezTo>
                    <a:pt x="121" y="148"/>
                    <a:pt x="115" y="151"/>
                    <a:pt x="111" y="148"/>
                  </a:cubicBezTo>
                  <a:cubicBezTo>
                    <a:pt x="101" y="144"/>
                    <a:pt x="93" y="138"/>
                    <a:pt x="84" y="133"/>
                  </a:cubicBezTo>
                  <a:cubicBezTo>
                    <a:pt x="79" y="131"/>
                    <a:pt x="73" y="128"/>
                    <a:pt x="68" y="126"/>
                  </a:cubicBezTo>
                  <a:cubicBezTo>
                    <a:pt x="69" y="126"/>
                    <a:pt x="69" y="126"/>
                    <a:pt x="69" y="126"/>
                  </a:cubicBezTo>
                  <a:lnTo>
                    <a:pt x="68" y="126"/>
                  </a:lnTo>
                  <a:lnTo>
                    <a:pt x="67" y="126"/>
                  </a:lnTo>
                  <a:lnTo>
                    <a:pt x="68" y="126"/>
                  </a:lnTo>
                  <a:cubicBezTo>
                    <a:pt x="65" y="125"/>
                    <a:pt x="63" y="124"/>
                    <a:pt x="60" y="123"/>
                  </a:cubicBezTo>
                  <a:cubicBezTo>
                    <a:pt x="58" y="123"/>
                    <a:pt x="57" y="123"/>
                    <a:pt x="56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0" y="131"/>
                    <a:pt x="44" y="138"/>
                    <a:pt x="38" y="146"/>
                  </a:cubicBezTo>
                  <a:cubicBezTo>
                    <a:pt x="35" y="151"/>
                    <a:pt x="30" y="155"/>
                    <a:pt x="26" y="159"/>
                  </a:cubicBezTo>
                  <a:cubicBezTo>
                    <a:pt x="23" y="161"/>
                    <a:pt x="19" y="162"/>
                    <a:pt x="15" y="162"/>
                  </a:cubicBezTo>
                  <a:cubicBezTo>
                    <a:pt x="13" y="162"/>
                    <a:pt x="12" y="162"/>
                    <a:pt x="10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1" name="Google Shape;3851;p47"/>
            <p:cNvSpPr/>
            <p:nvPr/>
          </p:nvSpPr>
          <p:spPr>
            <a:xfrm>
              <a:off x="3600720" y="4115880"/>
              <a:ext cx="15480" cy="27720"/>
            </a:xfrm>
            <a:custGeom>
              <a:avLst/>
              <a:gdLst/>
              <a:ahLst/>
              <a:cxnLst/>
              <a:rect l="l" t="t" r="r" b="b"/>
              <a:pathLst>
                <a:path w="43" h="77" extrusionOk="0">
                  <a:moveTo>
                    <a:pt x="22" y="70"/>
                  </a:moveTo>
                  <a:cubicBezTo>
                    <a:pt x="18" y="59"/>
                    <a:pt x="14" y="49"/>
                    <a:pt x="9" y="39"/>
                  </a:cubicBezTo>
                  <a:cubicBezTo>
                    <a:pt x="5" y="31"/>
                    <a:pt x="2" y="23"/>
                    <a:pt x="1" y="15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1" y="5"/>
                    <a:pt x="3" y="3"/>
                    <a:pt x="5" y="1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5" y="0"/>
                    <a:pt x="16" y="1"/>
                    <a:pt x="17" y="1"/>
                  </a:cubicBezTo>
                  <a:cubicBezTo>
                    <a:pt x="22" y="3"/>
                    <a:pt x="25" y="8"/>
                    <a:pt x="23" y="13"/>
                  </a:cubicBezTo>
                  <a:cubicBezTo>
                    <a:pt x="23" y="15"/>
                    <a:pt x="22" y="16"/>
                    <a:pt x="21" y="17"/>
                  </a:cubicBezTo>
                  <a:cubicBezTo>
                    <a:pt x="23" y="25"/>
                    <a:pt x="27" y="33"/>
                    <a:pt x="30" y="41"/>
                  </a:cubicBezTo>
                  <a:cubicBezTo>
                    <a:pt x="33" y="48"/>
                    <a:pt x="37" y="56"/>
                    <a:pt x="40" y="63"/>
                  </a:cubicBezTo>
                  <a:cubicBezTo>
                    <a:pt x="42" y="68"/>
                    <a:pt x="39" y="74"/>
                    <a:pt x="35" y="75"/>
                  </a:cubicBezTo>
                  <a:cubicBezTo>
                    <a:pt x="33" y="76"/>
                    <a:pt x="32" y="76"/>
                    <a:pt x="32" y="76"/>
                  </a:cubicBezTo>
                  <a:cubicBezTo>
                    <a:pt x="28" y="76"/>
                    <a:pt x="24" y="74"/>
                    <a:pt x="2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2" name="Google Shape;3852;p47"/>
            <p:cNvSpPr/>
            <p:nvPr/>
          </p:nvSpPr>
          <p:spPr>
            <a:xfrm>
              <a:off x="3592800" y="4117320"/>
              <a:ext cx="38520" cy="38520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5" y="103"/>
                  </a:moveTo>
                  <a:cubicBezTo>
                    <a:pt x="1" y="100"/>
                    <a:pt x="0" y="94"/>
                    <a:pt x="3" y="90"/>
                  </a:cubicBezTo>
                  <a:cubicBezTo>
                    <a:pt x="15" y="77"/>
                    <a:pt x="26" y="63"/>
                    <a:pt x="38" y="49"/>
                  </a:cubicBezTo>
                  <a:cubicBezTo>
                    <a:pt x="44" y="42"/>
                    <a:pt x="50" y="35"/>
                    <a:pt x="57" y="28"/>
                  </a:cubicBezTo>
                  <a:cubicBezTo>
                    <a:pt x="63" y="20"/>
                    <a:pt x="71" y="12"/>
                    <a:pt x="79" y="6"/>
                  </a:cubicBezTo>
                  <a:cubicBezTo>
                    <a:pt x="83" y="3"/>
                    <a:pt x="88" y="0"/>
                    <a:pt x="93" y="0"/>
                  </a:cubicBezTo>
                  <a:cubicBezTo>
                    <a:pt x="97" y="0"/>
                    <a:pt x="100" y="2"/>
                    <a:pt x="103" y="5"/>
                  </a:cubicBezTo>
                  <a:cubicBezTo>
                    <a:pt x="106" y="8"/>
                    <a:pt x="106" y="15"/>
                    <a:pt x="103" y="18"/>
                  </a:cubicBezTo>
                  <a:cubicBezTo>
                    <a:pt x="99" y="21"/>
                    <a:pt x="95" y="21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21"/>
                    <a:pt x="89" y="22"/>
                    <a:pt x="87" y="23"/>
                  </a:cubicBezTo>
                  <a:cubicBezTo>
                    <a:pt x="83" y="27"/>
                    <a:pt x="79" y="31"/>
                    <a:pt x="75" y="35"/>
                  </a:cubicBezTo>
                  <a:cubicBezTo>
                    <a:pt x="75" y="35"/>
                    <a:pt x="75" y="34"/>
                    <a:pt x="76" y="34"/>
                  </a:cubicBezTo>
                  <a:cubicBezTo>
                    <a:pt x="65" y="45"/>
                    <a:pt x="55" y="57"/>
                    <a:pt x="45" y="68"/>
                  </a:cubicBezTo>
                  <a:cubicBezTo>
                    <a:pt x="36" y="80"/>
                    <a:pt x="27" y="91"/>
                    <a:pt x="17" y="102"/>
                  </a:cubicBezTo>
                  <a:cubicBezTo>
                    <a:pt x="16" y="105"/>
                    <a:pt x="13" y="106"/>
                    <a:pt x="10" y="106"/>
                  </a:cubicBezTo>
                  <a:cubicBezTo>
                    <a:pt x="8" y="106"/>
                    <a:pt x="6" y="105"/>
                    <a:pt x="5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3" name="Google Shape;3853;p47"/>
            <p:cNvSpPr/>
            <p:nvPr/>
          </p:nvSpPr>
          <p:spPr>
            <a:xfrm>
              <a:off x="3634560" y="4098240"/>
              <a:ext cx="55080" cy="34560"/>
            </a:xfrm>
            <a:custGeom>
              <a:avLst/>
              <a:gdLst/>
              <a:ahLst/>
              <a:cxnLst/>
              <a:rect l="l" t="t" r="r" b="b"/>
              <a:pathLst>
                <a:path w="153" h="96" extrusionOk="0">
                  <a:moveTo>
                    <a:pt x="24" y="20"/>
                  </a:moveTo>
                  <a:lnTo>
                    <a:pt x="23" y="20"/>
                  </a:lnTo>
                  <a:lnTo>
                    <a:pt x="22" y="20"/>
                  </a:lnTo>
                  <a:cubicBezTo>
                    <a:pt x="22" y="20"/>
                    <a:pt x="23" y="20"/>
                    <a:pt x="24" y="20"/>
                  </a:cubicBezTo>
                  <a:moveTo>
                    <a:pt x="31" y="94"/>
                  </a:moveTo>
                  <a:cubicBezTo>
                    <a:pt x="30" y="94"/>
                    <a:pt x="30" y="94"/>
                    <a:pt x="29" y="93"/>
                  </a:cubicBezTo>
                  <a:cubicBezTo>
                    <a:pt x="27" y="92"/>
                    <a:pt x="27" y="92"/>
                    <a:pt x="26" y="91"/>
                  </a:cubicBezTo>
                  <a:cubicBezTo>
                    <a:pt x="24" y="89"/>
                    <a:pt x="22" y="87"/>
                    <a:pt x="22" y="85"/>
                  </a:cubicBezTo>
                  <a:cubicBezTo>
                    <a:pt x="20" y="81"/>
                    <a:pt x="22" y="77"/>
                    <a:pt x="23" y="72"/>
                  </a:cubicBezTo>
                  <a:cubicBezTo>
                    <a:pt x="25" y="64"/>
                    <a:pt x="26" y="56"/>
                    <a:pt x="26" y="48"/>
                  </a:cubicBezTo>
                  <a:cubicBezTo>
                    <a:pt x="27" y="45"/>
                    <a:pt x="27" y="42"/>
                    <a:pt x="27" y="39"/>
                  </a:cubicBezTo>
                  <a:cubicBezTo>
                    <a:pt x="25" y="40"/>
                    <a:pt x="23" y="39"/>
                    <a:pt x="20" y="39"/>
                  </a:cubicBezTo>
                  <a:lnTo>
                    <a:pt x="19" y="38"/>
                  </a:lnTo>
                  <a:cubicBezTo>
                    <a:pt x="15" y="38"/>
                    <a:pt x="11" y="37"/>
                    <a:pt x="7" y="35"/>
                  </a:cubicBezTo>
                  <a:cubicBezTo>
                    <a:pt x="0" y="29"/>
                    <a:pt x="0" y="21"/>
                    <a:pt x="2" y="14"/>
                  </a:cubicBezTo>
                  <a:cubicBezTo>
                    <a:pt x="4" y="10"/>
                    <a:pt x="6" y="7"/>
                    <a:pt x="9" y="4"/>
                  </a:cubicBezTo>
                  <a:cubicBezTo>
                    <a:pt x="13" y="2"/>
                    <a:pt x="17" y="1"/>
                    <a:pt x="21" y="0"/>
                  </a:cubicBezTo>
                  <a:cubicBezTo>
                    <a:pt x="29" y="0"/>
                    <a:pt x="37" y="4"/>
                    <a:pt x="41" y="11"/>
                  </a:cubicBezTo>
                  <a:cubicBezTo>
                    <a:pt x="46" y="20"/>
                    <a:pt x="46" y="29"/>
                    <a:pt x="46" y="39"/>
                  </a:cubicBezTo>
                  <a:cubicBezTo>
                    <a:pt x="46" y="45"/>
                    <a:pt x="45" y="52"/>
                    <a:pt x="44" y="58"/>
                  </a:cubicBezTo>
                  <a:cubicBezTo>
                    <a:pt x="44" y="61"/>
                    <a:pt x="43" y="64"/>
                    <a:pt x="43" y="68"/>
                  </a:cubicBezTo>
                  <a:cubicBezTo>
                    <a:pt x="42" y="70"/>
                    <a:pt x="42" y="73"/>
                    <a:pt x="41" y="75"/>
                  </a:cubicBezTo>
                  <a:cubicBezTo>
                    <a:pt x="44" y="74"/>
                    <a:pt x="47" y="74"/>
                    <a:pt x="49" y="73"/>
                  </a:cubicBezTo>
                  <a:cubicBezTo>
                    <a:pt x="60" y="70"/>
                    <a:pt x="70" y="65"/>
                    <a:pt x="81" y="61"/>
                  </a:cubicBezTo>
                  <a:cubicBezTo>
                    <a:pt x="86" y="59"/>
                    <a:pt x="92" y="56"/>
                    <a:pt x="98" y="53"/>
                  </a:cubicBezTo>
                  <a:cubicBezTo>
                    <a:pt x="112" y="47"/>
                    <a:pt x="126" y="42"/>
                    <a:pt x="140" y="36"/>
                  </a:cubicBezTo>
                  <a:cubicBezTo>
                    <a:pt x="144" y="34"/>
                    <a:pt x="149" y="36"/>
                    <a:pt x="150" y="40"/>
                  </a:cubicBezTo>
                  <a:cubicBezTo>
                    <a:pt x="152" y="45"/>
                    <a:pt x="150" y="49"/>
                    <a:pt x="146" y="51"/>
                  </a:cubicBezTo>
                  <a:cubicBezTo>
                    <a:pt x="129" y="59"/>
                    <a:pt x="113" y="66"/>
                    <a:pt x="97" y="73"/>
                  </a:cubicBezTo>
                  <a:cubicBezTo>
                    <a:pt x="86" y="78"/>
                    <a:pt x="74" y="83"/>
                    <a:pt x="63" y="88"/>
                  </a:cubicBezTo>
                  <a:cubicBezTo>
                    <a:pt x="58" y="89"/>
                    <a:pt x="53" y="92"/>
                    <a:pt x="47" y="93"/>
                  </a:cubicBezTo>
                  <a:cubicBezTo>
                    <a:pt x="44" y="94"/>
                    <a:pt x="41" y="94"/>
                    <a:pt x="39" y="94"/>
                  </a:cubicBezTo>
                  <a:cubicBezTo>
                    <a:pt x="38" y="95"/>
                    <a:pt x="37" y="95"/>
                    <a:pt x="36" y="95"/>
                  </a:cubicBezTo>
                  <a:cubicBezTo>
                    <a:pt x="34" y="95"/>
                    <a:pt x="33" y="94"/>
                    <a:pt x="31" y="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4" name="Google Shape;3854;p47"/>
            <p:cNvSpPr/>
            <p:nvPr/>
          </p:nvSpPr>
          <p:spPr>
            <a:xfrm>
              <a:off x="3516480" y="4921560"/>
              <a:ext cx="59040" cy="110160"/>
            </a:xfrm>
            <a:custGeom>
              <a:avLst/>
              <a:gdLst/>
              <a:ahLst/>
              <a:cxnLst/>
              <a:rect l="l" t="t" r="r" b="b"/>
              <a:pathLst>
                <a:path w="164" h="306" extrusionOk="0">
                  <a:moveTo>
                    <a:pt x="28" y="304"/>
                  </a:moveTo>
                  <a:cubicBezTo>
                    <a:pt x="24" y="302"/>
                    <a:pt x="20" y="300"/>
                    <a:pt x="17" y="298"/>
                  </a:cubicBezTo>
                  <a:cubicBezTo>
                    <a:pt x="5" y="285"/>
                    <a:pt x="0" y="266"/>
                    <a:pt x="0" y="248"/>
                  </a:cubicBezTo>
                  <a:cubicBezTo>
                    <a:pt x="0" y="240"/>
                    <a:pt x="2" y="231"/>
                    <a:pt x="6" y="222"/>
                  </a:cubicBezTo>
                  <a:cubicBezTo>
                    <a:pt x="10" y="214"/>
                    <a:pt x="15" y="206"/>
                    <a:pt x="20" y="199"/>
                  </a:cubicBezTo>
                  <a:cubicBezTo>
                    <a:pt x="26" y="191"/>
                    <a:pt x="33" y="184"/>
                    <a:pt x="39" y="177"/>
                  </a:cubicBezTo>
                  <a:cubicBezTo>
                    <a:pt x="42" y="174"/>
                    <a:pt x="47" y="173"/>
                    <a:pt x="51" y="176"/>
                  </a:cubicBezTo>
                  <a:cubicBezTo>
                    <a:pt x="54" y="179"/>
                    <a:pt x="55" y="184"/>
                    <a:pt x="52" y="188"/>
                  </a:cubicBezTo>
                  <a:cubicBezTo>
                    <a:pt x="45" y="195"/>
                    <a:pt x="39" y="203"/>
                    <a:pt x="33" y="210"/>
                  </a:cubicBezTo>
                  <a:cubicBezTo>
                    <a:pt x="31" y="214"/>
                    <a:pt x="28" y="218"/>
                    <a:pt x="26" y="222"/>
                  </a:cubicBezTo>
                  <a:cubicBezTo>
                    <a:pt x="24" y="225"/>
                    <a:pt x="23" y="228"/>
                    <a:pt x="22" y="231"/>
                  </a:cubicBezTo>
                  <a:cubicBezTo>
                    <a:pt x="21" y="234"/>
                    <a:pt x="20" y="237"/>
                    <a:pt x="19" y="240"/>
                  </a:cubicBezTo>
                  <a:cubicBezTo>
                    <a:pt x="19" y="242"/>
                    <a:pt x="18" y="244"/>
                    <a:pt x="18" y="246"/>
                  </a:cubicBezTo>
                  <a:cubicBezTo>
                    <a:pt x="18" y="248"/>
                    <a:pt x="18" y="250"/>
                    <a:pt x="18" y="252"/>
                  </a:cubicBezTo>
                  <a:cubicBezTo>
                    <a:pt x="18" y="255"/>
                    <a:pt x="18" y="257"/>
                    <a:pt x="19" y="260"/>
                  </a:cubicBezTo>
                  <a:cubicBezTo>
                    <a:pt x="19" y="263"/>
                    <a:pt x="20" y="265"/>
                    <a:pt x="20" y="267"/>
                  </a:cubicBezTo>
                  <a:cubicBezTo>
                    <a:pt x="21" y="269"/>
                    <a:pt x="21" y="272"/>
                    <a:pt x="23" y="273"/>
                  </a:cubicBezTo>
                  <a:cubicBezTo>
                    <a:pt x="23" y="274"/>
                    <a:pt x="24" y="276"/>
                    <a:pt x="25" y="278"/>
                  </a:cubicBezTo>
                  <a:cubicBezTo>
                    <a:pt x="26" y="279"/>
                    <a:pt x="27" y="280"/>
                    <a:pt x="27" y="281"/>
                  </a:cubicBezTo>
                  <a:cubicBezTo>
                    <a:pt x="28" y="282"/>
                    <a:pt x="29" y="283"/>
                    <a:pt x="30" y="284"/>
                  </a:cubicBezTo>
                  <a:cubicBezTo>
                    <a:pt x="30" y="284"/>
                    <a:pt x="31" y="285"/>
                    <a:pt x="32" y="286"/>
                  </a:cubicBezTo>
                  <a:lnTo>
                    <a:pt x="33" y="286"/>
                  </a:lnTo>
                  <a:cubicBezTo>
                    <a:pt x="33" y="287"/>
                    <a:pt x="34" y="287"/>
                    <a:pt x="34" y="287"/>
                  </a:cubicBezTo>
                  <a:lnTo>
                    <a:pt x="35" y="287"/>
                  </a:lnTo>
                  <a:lnTo>
                    <a:pt x="36" y="287"/>
                  </a:lnTo>
                  <a:lnTo>
                    <a:pt x="37" y="287"/>
                  </a:lnTo>
                  <a:cubicBezTo>
                    <a:pt x="38" y="287"/>
                    <a:pt x="40" y="287"/>
                    <a:pt x="41" y="286"/>
                  </a:cubicBezTo>
                  <a:cubicBezTo>
                    <a:pt x="41" y="286"/>
                    <a:pt x="42" y="286"/>
                    <a:pt x="43" y="286"/>
                  </a:cubicBezTo>
                  <a:cubicBezTo>
                    <a:pt x="44" y="285"/>
                    <a:pt x="45" y="284"/>
                    <a:pt x="45" y="284"/>
                  </a:cubicBezTo>
                  <a:cubicBezTo>
                    <a:pt x="46" y="284"/>
                    <a:pt x="47" y="284"/>
                    <a:pt x="47" y="283"/>
                  </a:cubicBezTo>
                  <a:cubicBezTo>
                    <a:pt x="47" y="283"/>
                    <a:pt x="48" y="283"/>
                    <a:pt x="48" y="282"/>
                  </a:cubicBezTo>
                  <a:cubicBezTo>
                    <a:pt x="49" y="280"/>
                    <a:pt x="51" y="279"/>
                    <a:pt x="53" y="276"/>
                  </a:cubicBezTo>
                  <a:lnTo>
                    <a:pt x="52" y="277"/>
                  </a:lnTo>
                  <a:cubicBezTo>
                    <a:pt x="53" y="277"/>
                    <a:pt x="53" y="276"/>
                    <a:pt x="53" y="276"/>
                  </a:cubicBezTo>
                  <a:cubicBezTo>
                    <a:pt x="56" y="272"/>
                    <a:pt x="58" y="268"/>
                    <a:pt x="60" y="264"/>
                  </a:cubicBezTo>
                  <a:cubicBezTo>
                    <a:pt x="64" y="258"/>
                    <a:pt x="66" y="252"/>
                    <a:pt x="69" y="246"/>
                  </a:cubicBezTo>
                  <a:lnTo>
                    <a:pt x="69" y="247"/>
                  </a:lnTo>
                  <a:cubicBezTo>
                    <a:pt x="70" y="242"/>
                    <a:pt x="72" y="238"/>
                    <a:pt x="74" y="234"/>
                  </a:cubicBezTo>
                  <a:cubicBezTo>
                    <a:pt x="75" y="229"/>
                    <a:pt x="77" y="224"/>
                    <a:pt x="78" y="220"/>
                  </a:cubicBezTo>
                  <a:cubicBezTo>
                    <a:pt x="81" y="210"/>
                    <a:pt x="83" y="201"/>
                    <a:pt x="86" y="192"/>
                  </a:cubicBezTo>
                  <a:cubicBezTo>
                    <a:pt x="92" y="173"/>
                    <a:pt x="97" y="154"/>
                    <a:pt x="103" y="135"/>
                  </a:cubicBezTo>
                  <a:cubicBezTo>
                    <a:pt x="108" y="117"/>
                    <a:pt x="114" y="99"/>
                    <a:pt x="120" y="81"/>
                  </a:cubicBezTo>
                  <a:cubicBezTo>
                    <a:pt x="121" y="78"/>
                    <a:pt x="122" y="76"/>
                    <a:pt x="123" y="73"/>
                  </a:cubicBezTo>
                  <a:cubicBezTo>
                    <a:pt x="121" y="75"/>
                    <a:pt x="120" y="76"/>
                    <a:pt x="119" y="78"/>
                  </a:cubicBezTo>
                  <a:cubicBezTo>
                    <a:pt x="116" y="80"/>
                    <a:pt x="115" y="82"/>
                    <a:pt x="113" y="84"/>
                  </a:cubicBezTo>
                  <a:cubicBezTo>
                    <a:pt x="109" y="89"/>
                    <a:pt x="105" y="93"/>
                    <a:pt x="101" y="97"/>
                  </a:cubicBezTo>
                  <a:cubicBezTo>
                    <a:pt x="96" y="101"/>
                    <a:pt x="91" y="106"/>
                    <a:pt x="86" y="110"/>
                  </a:cubicBezTo>
                  <a:cubicBezTo>
                    <a:pt x="76" y="117"/>
                    <a:pt x="65" y="124"/>
                    <a:pt x="53" y="122"/>
                  </a:cubicBezTo>
                  <a:cubicBezTo>
                    <a:pt x="48" y="121"/>
                    <a:pt x="44" y="117"/>
                    <a:pt x="41" y="112"/>
                  </a:cubicBezTo>
                  <a:cubicBezTo>
                    <a:pt x="38" y="107"/>
                    <a:pt x="37" y="101"/>
                    <a:pt x="38" y="96"/>
                  </a:cubicBezTo>
                  <a:cubicBezTo>
                    <a:pt x="38" y="80"/>
                    <a:pt x="41" y="66"/>
                    <a:pt x="43" y="51"/>
                  </a:cubicBezTo>
                  <a:cubicBezTo>
                    <a:pt x="44" y="43"/>
                    <a:pt x="47" y="36"/>
                    <a:pt x="48" y="29"/>
                  </a:cubicBezTo>
                  <a:cubicBezTo>
                    <a:pt x="50" y="22"/>
                    <a:pt x="52" y="16"/>
                    <a:pt x="53" y="9"/>
                  </a:cubicBezTo>
                  <a:lnTo>
                    <a:pt x="53" y="8"/>
                  </a:lnTo>
                  <a:cubicBezTo>
                    <a:pt x="55" y="2"/>
                    <a:pt x="60" y="0"/>
                    <a:pt x="66" y="1"/>
                  </a:cubicBezTo>
                  <a:cubicBezTo>
                    <a:pt x="70" y="3"/>
                    <a:pt x="74" y="8"/>
                    <a:pt x="72" y="13"/>
                  </a:cubicBezTo>
                  <a:lnTo>
                    <a:pt x="72" y="14"/>
                  </a:lnTo>
                  <a:cubicBezTo>
                    <a:pt x="72" y="13"/>
                    <a:pt x="72" y="13"/>
                    <a:pt x="72" y="13"/>
                  </a:cubicBezTo>
                  <a:cubicBezTo>
                    <a:pt x="72" y="14"/>
                    <a:pt x="72" y="15"/>
                    <a:pt x="72" y="15"/>
                  </a:cubicBezTo>
                  <a:cubicBezTo>
                    <a:pt x="69" y="23"/>
                    <a:pt x="66" y="32"/>
                    <a:pt x="63" y="41"/>
                  </a:cubicBezTo>
                  <a:cubicBezTo>
                    <a:pt x="63" y="41"/>
                    <a:pt x="63" y="40"/>
                    <a:pt x="64" y="40"/>
                  </a:cubicBezTo>
                  <a:cubicBezTo>
                    <a:pt x="63" y="40"/>
                    <a:pt x="63" y="41"/>
                    <a:pt x="63" y="41"/>
                  </a:cubicBezTo>
                  <a:cubicBezTo>
                    <a:pt x="63" y="45"/>
                    <a:pt x="62" y="49"/>
                    <a:pt x="61" y="52"/>
                  </a:cubicBezTo>
                  <a:cubicBezTo>
                    <a:pt x="60" y="57"/>
                    <a:pt x="59" y="61"/>
                    <a:pt x="59" y="64"/>
                  </a:cubicBezTo>
                  <a:cubicBezTo>
                    <a:pt x="58" y="71"/>
                    <a:pt x="56" y="78"/>
                    <a:pt x="56" y="85"/>
                  </a:cubicBezTo>
                  <a:cubicBezTo>
                    <a:pt x="56" y="89"/>
                    <a:pt x="55" y="93"/>
                    <a:pt x="56" y="97"/>
                  </a:cubicBezTo>
                  <a:cubicBezTo>
                    <a:pt x="56" y="99"/>
                    <a:pt x="56" y="100"/>
                    <a:pt x="56" y="101"/>
                  </a:cubicBezTo>
                  <a:lnTo>
                    <a:pt x="56" y="102"/>
                  </a:lnTo>
                  <a:lnTo>
                    <a:pt x="56" y="103"/>
                  </a:lnTo>
                  <a:lnTo>
                    <a:pt x="57" y="103"/>
                  </a:lnTo>
                  <a:lnTo>
                    <a:pt x="58" y="104"/>
                  </a:lnTo>
                  <a:lnTo>
                    <a:pt x="59" y="104"/>
                  </a:lnTo>
                  <a:cubicBezTo>
                    <a:pt x="59" y="104"/>
                    <a:pt x="60" y="103"/>
                    <a:pt x="62" y="103"/>
                  </a:cubicBezTo>
                  <a:cubicBezTo>
                    <a:pt x="63" y="103"/>
                    <a:pt x="64" y="102"/>
                    <a:pt x="65" y="102"/>
                  </a:cubicBezTo>
                  <a:cubicBezTo>
                    <a:pt x="66" y="101"/>
                    <a:pt x="67" y="100"/>
                    <a:pt x="69" y="99"/>
                  </a:cubicBezTo>
                  <a:cubicBezTo>
                    <a:pt x="73" y="97"/>
                    <a:pt x="76" y="95"/>
                    <a:pt x="79" y="92"/>
                  </a:cubicBezTo>
                  <a:cubicBezTo>
                    <a:pt x="87" y="86"/>
                    <a:pt x="94" y="79"/>
                    <a:pt x="101" y="72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3" y="69"/>
                    <a:pt x="106" y="66"/>
                    <a:pt x="109" y="62"/>
                  </a:cubicBezTo>
                  <a:cubicBezTo>
                    <a:pt x="111" y="61"/>
                    <a:pt x="112" y="59"/>
                    <a:pt x="113" y="58"/>
                  </a:cubicBezTo>
                  <a:cubicBezTo>
                    <a:pt x="115" y="55"/>
                    <a:pt x="116" y="54"/>
                    <a:pt x="118" y="51"/>
                  </a:cubicBezTo>
                  <a:cubicBezTo>
                    <a:pt x="122" y="45"/>
                    <a:pt x="127" y="39"/>
                    <a:pt x="131" y="33"/>
                  </a:cubicBezTo>
                  <a:cubicBezTo>
                    <a:pt x="133" y="30"/>
                    <a:pt x="134" y="27"/>
                    <a:pt x="136" y="25"/>
                  </a:cubicBezTo>
                  <a:cubicBezTo>
                    <a:pt x="137" y="22"/>
                    <a:pt x="139" y="20"/>
                    <a:pt x="140" y="19"/>
                  </a:cubicBezTo>
                  <a:cubicBezTo>
                    <a:pt x="140" y="18"/>
                    <a:pt x="141" y="16"/>
                    <a:pt x="142" y="15"/>
                  </a:cubicBezTo>
                  <a:cubicBezTo>
                    <a:pt x="143" y="13"/>
                    <a:pt x="145" y="11"/>
                    <a:pt x="147" y="9"/>
                  </a:cubicBezTo>
                  <a:cubicBezTo>
                    <a:pt x="150" y="7"/>
                    <a:pt x="154" y="6"/>
                    <a:pt x="158" y="8"/>
                  </a:cubicBezTo>
                  <a:cubicBezTo>
                    <a:pt x="161" y="11"/>
                    <a:pt x="163" y="15"/>
                    <a:pt x="162" y="19"/>
                  </a:cubicBezTo>
                  <a:cubicBezTo>
                    <a:pt x="160" y="26"/>
                    <a:pt x="157" y="32"/>
                    <a:pt x="154" y="39"/>
                  </a:cubicBezTo>
                  <a:cubicBezTo>
                    <a:pt x="151" y="45"/>
                    <a:pt x="148" y="52"/>
                    <a:pt x="146" y="59"/>
                  </a:cubicBezTo>
                  <a:lnTo>
                    <a:pt x="146" y="58"/>
                  </a:lnTo>
                  <a:cubicBezTo>
                    <a:pt x="143" y="66"/>
                    <a:pt x="140" y="75"/>
                    <a:pt x="137" y="84"/>
                  </a:cubicBezTo>
                  <a:cubicBezTo>
                    <a:pt x="134" y="93"/>
                    <a:pt x="130" y="102"/>
                    <a:pt x="127" y="111"/>
                  </a:cubicBezTo>
                  <a:cubicBezTo>
                    <a:pt x="122" y="129"/>
                    <a:pt x="116" y="147"/>
                    <a:pt x="111" y="166"/>
                  </a:cubicBezTo>
                  <a:cubicBezTo>
                    <a:pt x="105" y="185"/>
                    <a:pt x="100" y="205"/>
                    <a:pt x="94" y="224"/>
                  </a:cubicBezTo>
                  <a:cubicBezTo>
                    <a:pt x="93" y="228"/>
                    <a:pt x="91" y="233"/>
                    <a:pt x="90" y="238"/>
                  </a:cubicBezTo>
                  <a:cubicBezTo>
                    <a:pt x="88" y="242"/>
                    <a:pt x="87" y="247"/>
                    <a:pt x="85" y="251"/>
                  </a:cubicBezTo>
                  <a:cubicBezTo>
                    <a:pt x="84" y="256"/>
                    <a:pt x="81" y="260"/>
                    <a:pt x="80" y="265"/>
                  </a:cubicBezTo>
                  <a:cubicBezTo>
                    <a:pt x="77" y="270"/>
                    <a:pt x="74" y="274"/>
                    <a:pt x="72" y="280"/>
                  </a:cubicBezTo>
                  <a:cubicBezTo>
                    <a:pt x="69" y="285"/>
                    <a:pt x="65" y="290"/>
                    <a:pt x="60" y="295"/>
                  </a:cubicBezTo>
                  <a:cubicBezTo>
                    <a:pt x="55" y="301"/>
                    <a:pt x="48" y="304"/>
                    <a:pt x="40" y="305"/>
                  </a:cubicBezTo>
                  <a:cubicBezTo>
                    <a:pt x="38" y="305"/>
                    <a:pt x="37" y="305"/>
                    <a:pt x="36" y="305"/>
                  </a:cubicBezTo>
                  <a:cubicBezTo>
                    <a:pt x="33" y="305"/>
                    <a:pt x="31" y="305"/>
                    <a:pt x="28" y="30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5" name="Google Shape;3855;p47"/>
            <p:cNvSpPr/>
            <p:nvPr/>
          </p:nvSpPr>
          <p:spPr>
            <a:xfrm>
              <a:off x="3611520" y="4934880"/>
              <a:ext cx="23760" cy="8280"/>
            </a:xfrm>
            <a:custGeom>
              <a:avLst/>
              <a:gdLst/>
              <a:ahLst/>
              <a:cxnLst/>
              <a:rect l="l" t="t" r="r" b="b"/>
              <a:pathLst>
                <a:path w="66" h="23" extrusionOk="0">
                  <a:moveTo>
                    <a:pt x="13" y="22"/>
                  </a:moveTo>
                  <a:cubicBezTo>
                    <a:pt x="11" y="22"/>
                    <a:pt x="10" y="22"/>
                    <a:pt x="8" y="21"/>
                  </a:cubicBezTo>
                  <a:cubicBezTo>
                    <a:pt x="3" y="21"/>
                    <a:pt x="0" y="17"/>
                    <a:pt x="0" y="12"/>
                  </a:cubicBezTo>
                  <a:cubicBezTo>
                    <a:pt x="0" y="7"/>
                    <a:pt x="5" y="2"/>
                    <a:pt x="10" y="3"/>
                  </a:cubicBezTo>
                  <a:cubicBezTo>
                    <a:pt x="11" y="3"/>
                    <a:pt x="13" y="3"/>
                    <a:pt x="14" y="3"/>
                  </a:cubicBezTo>
                  <a:cubicBezTo>
                    <a:pt x="28" y="2"/>
                    <a:pt x="41" y="1"/>
                    <a:pt x="54" y="0"/>
                  </a:cubicBezTo>
                  <a:cubicBezTo>
                    <a:pt x="59" y="0"/>
                    <a:pt x="63" y="3"/>
                    <a:pt x="64" y="8"/>
                  </a:cubicBezTo>
                  <a:cubicBezTo>
                    <a:pt x="65" y="13"/>
                    <a:pt x="61" y="18"/>
                    <a:pt x="56" y="18"/>
                  </a:cubicBezTo>
                  <a:cubicBezTo>
                    <a:pt x="48" y="19"/>
                    <a:pt x="39" y="20"/>
                    <a:pt x="31" y="20"/>
                  </a:cubicBezTo>
                  <a:cubicBezTo>
                    <a:pt x="27" y="20"/>
                    <a:pt x="23" y="21"/>
                    <a:pt x="19" y="21"/>
                  </a:cubicBezTo>
                  <a:cubicBezTo>
                    <a:pt x="18" y="22"/>
                    <a:pt x="16" y="22"/>
                    <a:pt x="14" y="22"/>
                  </a:cubicBezTo>
                  <a:lnTo>
                    <a:pt x="13" y="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6" name="Google Shape;3856;p47"/>
            <p:cNvSpPr/>
            <p:nvPr/>
          </p:nvSpPr>
          <p:spPr>
            <a:xfrm>
              <a:off x="3599640" y="4946400"/>
              <a:ext cx="45000" cy="12960"/>
            </a:xfrm>
            <a:custGeom>
              <a:avLst/>
              <a:gdLst/>
              <a:ahLst/>
              <a:cxnLst/>
              <a:rect l="l" t="t" r="r" b="b"/>
              <a:pathLst>
                <a:path w="125" h="36" extrusionOk="0">
                  <a:moveTo>
                    <a:pt x="8" y="35"/>
                  </a:moveTo>
                  <a:cubicBezTo>
                    <a:pt x="3" y="34"/>
                    <a:pt x="0" y="31"/>
                    <a:pt x="0" y="25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23"/>
                  </a:lnTo>
                  <a:cubicBezTo>
                    <a:pt x="1" y="17"/>
                    <a:pt x="7" y="15"/>
                    <a:pt x="12" y="16"/>
                  </a:cubicBezTo>
                  <a:lnTo>
                    <a:pt x="13" y="16"/>
                  </a:lnTo>
                  <a:cubicBezTo>
                    <a:pt x="23" y="16"/>
                    <a:pt x="32" y="14"/>
                    <a:pt x="42" y="12"/>
                  </a:cubicBezTo>
                  <a:cubicBezTo>
                    <a:pt x="50" y="11"/>
                    <a:pt x="57" y="10"/>
                    <a:pt x="64" y="9"/>
                  </a:cubicBezTo>
                  <a:cubicBezTo>
                    <a:pt x="81" y="6"/>
                    <a:pt x="98" y="3"/>
                    <a:pt x="114" y="1"/>
                  </a:cubicBezTo>
                  <a:cubicBezTo>
                    <a:pt x="118" y="0"/>
                    <a:pt x="122" y="3"/>
                    <a:pt x="123" y="7"/>
                  </a:cubicBezTo>
                  <a:cubicBezTo>
                    <a:pt x="124" y="11"/>
                    <a:pt x="121" y="16"/>
                    <a:pt x="117" y="17"/>
                  </a:cubicBezTo>
                  <a:cubicBezTo>
                    <a:pt x="100" y="20"/>
                    <a:pt x="82" y="23"/>
                    <a:pt x="65" y="26"/>
                  </a:cubicBezTo>
                  <a:cubicBezTo>
                    <a:pt x="58" y="27"/>
                    <a:pt x="51" y="29"/>
                    <a:pt x="44" y="30"/>
                  </a:cubicBezTo>
                  <a:cubicBezTo>
                    <a:pt x="40" y="31"/>
                    <a:pt x="35" y="32"/>
                    <a:pt x="31" y="32"/>
                  </a:cubicBezTo>
                  <a:cubicBezTo>
                    <a:pt x="28" y="33"/>
                    <a:pt x="26" y="34"/>
                    <a:pt x="24" y="34"/>
                  </a:cubicBezTo>
                  <a:cubicBezTo>
                    <a:pt x="21" y="34"/>
                    <a:pt x="19" y="35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7" name="Google Shape;3857;p47"/>
            <p:cNvSpPr/>
            <p:nvPr/>
          </p:nvSpPr>
          <p:spPr>
            <a:xfrm>
              <a:off x="3648240" y="4906440"/>
              <a:ext cx="48960" cy="74880"/>
            </a:xfrm>
            <a:custGeom>
              <a:avLst/>
              <a:gdLst/>
              <a:ahLst/>
              <a:cxnLst/>
              <a:rect l="l" t="t" r="r" b="b"/>
              <a:pathLst>
                <a:path w="136" h="208" extrusionOk="0">
                  <a:moveTo>
                    <a:pt x="22" y="181"/>
                  </a:moveTo>
                  <a:cubicBezTo>
                    <a:pt x="26" y="177"/>
                    <a:pt x="30" y="173"/>
                    <a:pt x="33" y="169"/>
                  </a:cubicBezTo>
                  <a:lnTo>
                    <a:pt x="33" y="170"/>
                  </a:lnTo>
                  <a:cubicBezTo>
                    <a:pt x="40" y="161"/>
                    <a:pt x="48" y="153"/>
                    <a:pt x="55" y="144"/>
                  </a:cubicBezTo>
                  <a:cubicBezTo>
                    <a:pt x="55" y="143"/>
                    <a:pt x="56" y="143"/>
                    <a:pt x="56" y="142"/>
                  </a:cubicBezTo>
                  <a:lnTo>
                    <a:pt x="55" y="142"/>
                  </a:lnTo>
                  <a:cubicBezTo>
                    <a:pt x="55" y="142"/>
                    <a:pt x="55" y="141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52" y="141"/>
                    <a:pt x="51" y="141"/>
                    <a:pt x="51" y="142"/>
                  </a:cubicBezTo>
                  <a:cubicBezTo>
                    <a:pt x="50" y="142"/>
                    <a:pt x="50" y="142"/>
                    <a:pt x="49" y="142"/>
                  </a:cubicBezTo>
                  <a:lnTo>
                    <a:pt x="50" y="142"/>
                  </a:lnTo>
                  <a:lnTo>
                    <a:pt x="49" y="142"/>
                  </a:lnTo>
                  <a:lnTo>
                    <a:pt x="48" y="142"/>
                  </a:lnTo>
                  <a:cubicBezTo>
                    <a:pt x="49" y="142"/>
                    <a:pt x="49" y="142"/>
                    <a:pt x="49" y="142"/>
                  </a:cubicBezTo>
                  <a:cubicBezTo>
                    <a:pt x="48" y="142"/>
                    <a:pt x="48" y="143"/>
                    <a:pt x="47" y="143"/>
                  </a:cubicBezTo>
                  <a:cubicBezTo>
                    <a:pt x="46" y="143"/>
                    <a:pt x="45" y="144"/>
                    <a:pt x="44" y="145"/>
                  </a:cubicBezTo>
                  <a:cubicBezTo>
                    <a:pt x="43" y="146"/>
                    <a:pt x="43" y="146"/>
                    <a:pt x="42" y="148"/>
                  </a:cubicBezTo>
                  <a:cubicBezTo>
                    <a:pt x="40" y="149"/>
                    <a:pt x="38" y="152"/>
                    <a:pt x="36" y="154"/>
                  </a:cubicBezTo>
                  <a:cubicBezTo>
                    <a:pt x="33" y="159"/>
                    <a:pt x="30" y="163"/>
                    <a:pt x="27" y="168"/>
                  </a:cubicBezTo>
                  <a:cubicBezTo>
                    <a:pt x="26" y="171"/>
                    <a:pt x="24" y="175"/>
                    <a:pt x="23" y="178"/>
                  </a:cubicBezTo>
                  <a:cubicBezTo>
                    <a:pt x="22" y="180"/>
                    <a:pt x="22" y="180"/>
                    <a:pt x="22" y="181"/>
                  </a:cubicBezTo>
                  <a:moveTo>
                    <a:pt x="9" y="206"/>
                  </a:moveTo>
                  <a:cubicBezTo>
                    <a:pt x="8" y="206"/>
                    <a:pt x="6" y="205"/>
                    <a:pt x="5" y="204"/>
                  </a:cubicBezTo>
                  <a:cubicBezTo>
                    <a:pt x="2" y="202"/>
                    <a:pt x="1" y="198"/>
                    <a:pt x="1" y="195"/>
                  </a:cubicBezTo>
                  <a:cubicBezTo>
                    <a:pt x="0" y="191"/>
                    <a:pt x="1" y="187"/>
                    <a:pt x="2" y="183"/>
                  </a:cubicBezTo>
                  <a:cubicBezTo>
                    <a:pt x="3" y="179"/>
                    <a:pt x="4" y="174"/>
                    <a:pt x="6" y="170"/>
                  </a:cubicBezTo>
                  <a:cubicBezTo>
                    <a:pt x="9" y="162"/>
                    <a:pt x="14" y="154"/>
                    <a:pt x="19" y="148"/>
                  </a:cubicBezTo>
                  <a:cubicBezTo>
                    <a:pt x="23" y="141"/>
                    <a:pt x="28" y="134"/>
                    <a:pt x="34" y="129"/>
                  </a:cubicBezTo>
                  <a:cubicBezTo>
                    <a:pt x="41" y="125"/>
                    <a:pt x="49" y="122"/>
                    <a:pt x="57" y="123"/>
                  </a:cubicBezTo>
                  <a:cubicBezTo>
                    <a:pt x="61" y="124"/>
                    <a:pt x="65" y="125"/>
                    <a:pt x="68" y="127"/>
                  </a:cubicBezTo>
                  <a:cubicBezTo>
                    <a:pt x="71" y="123"/>
                    <a:pt x="74" y="119"/>
                    <a:pt x="77" y="115"/>
                  </a:cubicBezTo>
                  <a:lnTo>
                    <a:pt x="76" y="116"/>
                  </a:lnTo>
                  <a:cubicBezTo>
                    <a:pt x="79" y="111"/>
                    <a:pt x="83" y="107"/>
                    <a:pt x="86" y="103"/>
                  </a:cubicBezTo>
                  <a:cubicBezTo>
                    <a:pt x="91" y="95"/>
                    <a:pt x="96" y="87"/>
                    <a:pt x="100" y="79"/>
                  </a:cubicBezTo>
                  <a:cubicBezTo>
                    <a:pt x="103" y="72"/>
                    <a:pt x="107" y="66"/>
                    <a:pt x="109" y="59"/>
                  </a:cubicBezTo>
                  <a:lnTo>
                    <a:pt x="109" y="60"/>
                  </a:lnTo>
                  <a:cubicBezTo>
                    <a:pt x="111" y="54"/>
                    <a:pt x="113" y="47"/>
                    <a:pt x="114" y="42"/>
                  </a:cubicBezTo>
                  <a:cubicBezTo>
                    <a:pt x="114" y="41"/>
                    <a:pt x="115" y="41"/>
                    <a:pt x="115" y="41"/>
                  </a:cubicBezTo>
                  <a:cubicBezTo>
                    <a:pt x="115" y="41"/>
                    <a:pt x="114" y="41"/>
                    <a:pt x="114" y="42"/>
                  </a:cubicBezTo>
                  <a:cubicBezTo>
                    <a:pt x="115" y="38"/>
                    <a:pt x="116" y="35"/>
                    <a:pt x="116" y="31"/>
                  </a:cubicBezTo>
                  <a:cubicBezTo>
                    <a:pt x="117" y="28"/>
                    <a:pt x="117" y="25"/>
                    <a:pt x="117" y="22"/>
                  </a:cubicBezTo>
                  <a:lnTo>
                    <a:pt x="117" y="21"/>
                  </a:lnTo>
                  <a:cubicBezTo>
                    <a:pt x="117" y="21"/>
                    <a:pt x="117" y="20"/>
                    <a:pt x="116" y="20"/>
                  </a:cubicBezTo>
                  <a:cubicBezTo>
                    <a:pt x="116" y="19"/>
                    <a:pt x="116" y="19"/>
                    <a:pt x="116" y="19"/>
                  </a:cubicBezTo>
                  <a:lnTo>
                    <a:pt x="115" y="19"/>
                  </a:lnTo>
                  <a:cubicBezTo>
                    <a:pt x="114" y="20"/>
                    <a:pt x="114" y="21"/>
                    <a:pt x="112" y="22"/>
                  </a:cubicBezTo>
                  <a:cubicBezTo>
                    <a:pt x="110" y="25"/>
                    <a:pt x="107" y="29"/>
                    <a:pt x="104" y="33"/>
                  </a:cubicBezTo>
                  <a:cubicBezTo>
                    <a:pt x="101" y="36"/>
                    <a:pt x="100" y="38"/>
                    <a:pt x="98" y="42"/>
                  </a:cubicBezTo>
                  <a:lnTo>
                    <a:pt x="98" y="41"/>
                  </a:lnTo>
                  <a:cubicBezTo>
                    <a:pt x="97" y="44"/>
                    <a:pt x="95" y="47"/>
                    <a:pt x="94" y="50"/>
                  </a:cubicBezTo>
                  <a:cubicBezTo>
                    <a:pt x="93" y="52"/>
                    <a:pt x="93" y="54"/>
                    <a:pt x="93" y="55"/>
                  </a:cubicBezTo>
                  <a:cubicBezTo>
                    <a:pt x="96" y="58"/>
                    <a:pt x="97" y="62"/>
                    <a:pt x="96" y="67"/>
                  </a:cubicBezTo>
                  <a:cubicBezTo>
                    <a:pt x="94" y="71"/>
                    <a:pt x="89" y="74"/>
                    <a:pt x="84" y="73"/>
                  </a:cubicBezTo>
                  <a:cubicBezTo>
                    <a:pt x="80" y="72"/>
                    <a:pt x="77" y="70"/>
                    <a:pt x="75" y="66"/>
                  </a:cubicBezTo>
                  <a:cubicBezTo>
                    <a:pt x="72" y="61"/>
                    <a:pt x="73" y="55"/>
                    <a:pt x="75" y="50"/>
                  </a:cubicBezTo>
                  <a:cubicBezTo>
                    <a:pt x="76" y="44"/>
                    <a:pt x="79" y="38"/>
                    <a:pt x="82" y="33"/>
                  </a:cubicBezTo>
                  <a:cubicBezTo>
                    <a:pt x="84" y="28"/>
                    <a:pt x="87" y="24"/>
                    <a:pt x="91" y="19"/>
                  </a:cubicBezTo>
                  <a:cubicBezTo>
                    <a:pt x="92" y="18"/>
                    <a:pt x="93" y="16"/>
                    <a:pt x="95" y="14"/>
                  </a:cubicBezTo>
                  <a:cubicBezTo>
                    <a:pt x="96" y="13"/>
                    <a:pt x="97" y="12"/>
                    <a:pt x="97" y="11"/>
                  </a:cubicBezTo>
                  <a:cubicBezTo>
                    <a:pt x="100" y="8"/>
                    <a:pt x="102" y="5"/>
                    <a:pt x="105" y="4"/>
                  </a:cubicBezTo>
                  <a:cubicBezTo>
                    <a:pt x="106" y="2"/>
                    <a:pt x="107" y="2"/>
                    <a:pt x="108" y="1"/>
                  </a:cubicBezTo>
                  <a:cubicBezTo>
                    <a:pt x="110" y="1"/>
                    <a:pt x="111" y="0"/>
                    <a:pt x="112" y="0"/>
                  </a:cubicBezTo>
                  <a:cubicBezTo>
                    <a:pt x="114" y="0"/>
                    <a:pt x="117" y="0"/>
                    <a:pt x="119" y="0"/>
                  </a:cubicBezTo>
                  <a:cubicBezTo>
                    <a:pt x="125" y="1"/>
                    <a:pt x="129" y="5"/>
                    <a:pt x="132" y="10"/>
                  </a:cubicBezTo>
                  <a:cubicBezTo>
                    <a:pt x="133" y="12"/>
                    <a:pt x="133" y="14"/>
                    <a:pt x="134" y="17"/>
                  </a:cubicBezTo>
                  <a:cubicBezTo>
                    <a:pt x="135" y="20"/>
                    <a:pt x="135" y="22"/>
                    <a:pt x="135" y="25"/>
                  </a:cubicBezTo>
                  <a:cubicBezTo>
                    <a:pt x="134" y="32"/>
                    <a:pt x="133" y="39"/>
                    <a:pt x="132" y="46"/>
                  </a:cubicBezTo>
                  <a:cubicBezTo>
                    <a:pt x="128" y="59"/>
                    <a:pt x="123" y="71"/>
                    <a:pt x="117" y="83"/>
                  </a:cubicBezTo>
                  <a:cubicBezTo>
                    <a:pt x="112" y="92"/>
                    <a:pt x="108" y="100"/>
                    <a:pt x="103" y="108"/>
                  </a:cubicBezTo>
                  <a:cubicBezTo>
                    <a:pt x="98" y="113"/>
                    <a:pt x="95" y="118"/>
                    <a:pt x="91" y="124"/>
                  </a:cubicBezTo>
                  <a:cubicBezTo>
                    <a:pt x="88" y="128"/>
                    <a:pt x="85" y="133"/>
                    <a:pt x="82" y="138"/>
                  </a:cubicBezTo>
                  <a:cubicBezTo>
                    <a:pt x="84" y="141"/>
                    <a:pt x="87" y="144"/>
                    <a:pt x="90" y="147"/>
                  </a:cubicBezTo>
                  <a:cubicBezTo>
                    <a:pt x="93" y="150"/>
                    <a:pt x="93" y="156"/>
                    <a:pt x="90" y="160"/>
                  </a:cubicBezTo>
                  <a:cubicBezTo>
                    <a:pt x="86" y="163"/>
                    <a:pt x="80" y="163"/>
                    <a:pt x="77" y="159"/>
                  </a:cubicBezTo>
                  <a:cubicBezTo>
                    <a:pt x="75" y="157"/>
                    <a:pt x="72" y="154"/>
                    <a:pt x="70" y="152"/>
                  </a:cubicBezTo>
                  <a:cubicBezTo>
                    <a:pt x="68" y="154"/>
                    <a:pt x="66" y="157"/>
                    <a:pt x="64" y="160"/>
                  </a:cubicBezTo>
                  <a:cubicBezTo>
                    <a:pt x="59" y="166"/>
                    <a:pt x="54" y="172"/>
                    <a:pt x="48" y="178"/>
                  </a:cubicBezTo>
                  <a:cubicBezTo>
                    <a:pt x="44" y="184"/>
                    <a:pt x="38" y="189"/>
                    <a:pt x="33" y="195"/>
                  </a:cubicBezTo>
                  <a:cubicBezTo>
                    <a:pt x="34" y="195"/>
                    <a:pt x="34" y="194"/>
                    <a:pt x="34" y="194"/>
                  </a:cubicBezTo>
                  <a:cubicBezTo>
                    <a:pt x="33" y="195"/>
                    <a:pt x="33" y="196"/>
                    <a:pt x="32" y="196"/>
                  </a:cubicBezTo>
                  <a:cubicBezTo>
                    <a:pt x="32" y="196"/>
                    <a:pt x="33" y="196"/>
                    <a:pt x="33" y="195"/>
                  </a:cubicBezTo>
                  <a:cubicBezTo>
                    <a:pt x="32" y="196"/>
                    <a:pt x="31" y="197"/>
                    <a:pt x="30" y="198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6" y="202"/>
                    <a:pt x="20" y="207"/>
                    <a:pt x="14" y="207"/>
                  </a:cubicBezTo>
                  <a:cubicBezTo>
                    <a:pt x="12" y="207"/>
                    <a:pt x="11" y="207"/>
                    <a:pt x="9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8" name="Google Shape;3858;p47"/>
            <p:cNvSpPr/>
            <p:nvPr/>
          </p:nvSpPr>
          <p:spPr>
            <a:xfrm>
              <a:off x="3714840" y="4921200"/>
              <a:ext cx="63360" cy="43200"/>
            </a:xfrm>
            <a:custGeom>
              <a:avLst/>
              <a:gdLst/>
              <a:ahLst/>
              <a:cxnLst/>
              <a:rect l="l" t="t" r="r" b="b"/>
              <a:pathLst>
                <a:path w="176" h="120" extrusionOk="0">
                  <a:moveTo>
                    <a:pt x="26" y="119"/>
                  </a:moveTo>
                  <a:cubicBezTo>
                    <a:pt x="20" y="119"/>
                    <a:pt x="14" y="118"/>
                    <a:pt x="9" y="113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2" y="105"/>
                    <a:pt x="2" y="103"/>
                    <a:pt x="1" y="100"/>
                  </a:cubicBezTo>
                  <a:cubicBezTo>
                    <a:pt x="1" y="97"/>
                    <a:pt x="0" y="94"/>
                    <a:pt x="0" y="91"/>
                  </a:cubicBezTo>
                  <a:cubicBezTo>
                    <a:pt x="0" y="87"/>
                    <a:pt x="0" y="84"/>
                    <a:pt x="1" y="80"/>
                  </a:cubicBezTo>
                  <a:cubicBezTo>
                    <a:pt x="2" y="66"/>
                    <a:pt x="7" y="53"/>
                    <a:pt x="14" y="41"/>
                  </a:cubicBezTo>
                  <a:cubicBezTo>
                    <a:pt x="16" y="36"/>
                    <a:pt x="20" y="31"/>
                    <a:pt x="24" y="26"/>
                  </a:cubicBezTo>
                  <a:cubicBezTo>
                    <a:pt x="28" y="20"/>
                    <a:pt x="33" y="16"/>
                    <a:pt x="38" y="12"/>
                  </a:cubicBezTo>
                  <a:cubicBezTo>
                    <a:pt x="42" y="9"/>
                    <a:pt x="47" y="7"/>
                    <a:pt x="51" y="6"/>
                  </a:cubicBezTo>
                  <a:cubicBezTo>
                    <a:pt x="56" y="5"/>
                    <a:pt x="61" y="5"/>
                    <a:pt x="65" y="6"/>
                  </a:cubicBezTo>
                  <a:cubicBezTo>
                    <a:pt x="71" y="8"/>
                    <a:pt x="75" y="12"/>
                    <a:pt x="78" y="16"/>
                  </a:cubicBezTo>
                  <a:cubicBezTo>
                    <a:pt x="82" y="19"/>
                    <a:pt x="83" y="23"/>
                    <a:pt x="81" y="27"/>
                  </a:cubicBezTo>
                  <a:cubicBezTo>
                    <a:pt x="81" y="28"/>
                    <a:pt x="80" y="30"/>
                    <a:pt x="79" y="31"/>
                  </a:cubicBezTo>
                  <a:cubicBezTo>
                    <a:pt x="74" y="37"/>
                    <a:pt x="64" y="35"/>
                    <a:pt x="62" y="27"/>
                  </a:cubicBezTo>
                  <a:lnTo>
                    <a:pt x="62" y="26"/>
                  </a:lnTo>
                  <a:lnTo>
                    <a:pt x="61" y="26"/>
                  </a:lnTo>
                  <a:lnTo>
                    <a:pt x="62" y="26"/>
                  </a:lnTo>
                  <a:cubicBezTo>
                    <a:pt x="61" y="25"/>
                    <a:pt x="61" y="25"/>
                    <a:pt x="60" y="25"/>
                  </a:cubicBezTo>
                  <a:cubicBezTo>
                    <a:pt x="60" y="24"/>
                    <a:pt x="58" y="24"/>
                    <a:pt x="58" y="24"/>
                  </a:cubicBezTo>
                  <a:cubicBezTo>
                    <a:pt x="57" y="24"/>
                    <a:pt x="57" y="24"/>
                    <a:pt x="57" y="24"/>
                  </a:cubicBezTo>
                  <a:lnTo>
                    <a:pt x="58" y="24"/>
                  </a:lnTo>
                  <a:cubicBezTo>
                    <a:pt x="57" y="24"/>
                    <a:pt x="57" y="24"/>
                    <a:pt x="57" y="24"/>
                  </a:cubicBezTo>
                  <a:lnTo>
                    <a:pt x="56" y="24"/>
                  </a:lnTo>
                  <a:cubicBezTo>
                    <a:pt x="55" y="24"/>
                    <a:pt x="54" y="24"/>
                    <a:pt x="54" y="24"/>
                  </a:cubicBezTo>
                  <a:lnTo>
                    <a:pt x="53" y="24"/>
                  </a:lnTo>
                  <a:cubicBezTo>
                    <a:pt x="53" y="24"/>
                    <a:pt x="52" y="24"/>
                    <a:pt x="51" y="25"/>
                  </a:cubicBezTo>
                  <a:lnTo>
                    <a:pt x="50" y="26"/>
                  </a:lnTo>
                  <a:cubicBezTo>
                    <a:pt x="48" y="27"/>
                    <a:pt x="47" y="27"/>
                    <a:pt x="47" y="28"/>
                  </a:cubicBezTo>
                  <a:cubicBezTo>
                    <a:pt x="45" y="29"/>
                    <a:pt x="44" y="30"/>
                    <a:pt x="43" y="31"/>
                  </a:cubicBezTo>
                  <a:lnTo>
                    <a:pt x="43" y="32"/>
                  </a:lnTo>
                  <a:lnTo>
                    <a:pt x="42" y="32"/>
                  </a:lnTo>
                  <a:cubicBezTo>
                    <a:pt x="43" y="32"/>
                    <a:pt x="43" y="32"/>
                    <a:pt x="43" y="32"/>
                  </a:cubicBezTo>
                  <a:cubicBezTo>
                    <a:pt x="40" y="34"/>
                    <a:pt x="38" y="37"/>
                    <a:pt x="36" y="40"/>
                  </a:cubicBezTo>
                  <a:cubicBezTo>
                    <a:pt x="33" y="45"/>
                    <a:pt x="30" y="49"/>
                    <a:pt x="27" y="54"/>
                  </a:cubicBezTo>
                  <a:cubicBezTo>
                    <a:pt x="25" y="57"/>
                    <a:pt x="24" y="60"/>
                    <a:pt x="23" y="64"/>
                  </a:cubicBezTo>
                  <a:cubicBezTo>
                    <a:pt x="22" y="67"/>
                    <a:pt x="20" y="70"/>
                    <a:pt x="20" y="73"/>
                  </a:cubicBezTo>
                  <a:cubicBezTo>
                    <a:pt x="19" y="76"/>
                    <a:pt x="19" y="79"/>
                    <a:pt x="19" y="82"/>
                  </a:cubicBezTo>
                  <a:cubicBezTo>
                    <a:pt x="18" y="84"/>
                    <a:pt x="18" y="86"/>
                    <a:pt x="18" y="88"/>
                  </a:cubicBezTo>
                  <a:cubicBezTo>
                    <a:pt x="19" y="91"/>
                    <a:pt x="19" y="94"/>
                    <a:pt x="19" y="97"/>
                  </a:cubicBezTo>
                  <a:cubicBezTo>
                    <a:pt x="19" y="98"/>
                    <a:pt x="20" y="98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lnTo>
                    <a:pt x="21" y="100"/>
                  </a:lnTo>
                  <a:cubicBezTo>
                    <a:pt x="20" y="100"/>
                    <a:pt x="20" y="99"/>
                    <a:pt x="20" y="99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2" y="100"/>
                    <a:pt x="22" y="100"/>
                    <a:pt x="22" y="100"/>
                  </a:cubicBezTo>
                  <a:lnTo>
                    <a:pt x="23" y="100"/>
                  </a:lnTo>
                  <a:cubicBezTo>
                    <a:pt x="24" y="101"/>
                    <a:pt x="25" y="101"/>
                    <a:pt x="25" y="101"/>
                  </a:cubicBezTo>
                  <a:cubicBezTo>
                    <a:pt x="26" y="101"/>
                    <a:pt x="27" y="101"/>
                    <a:pt x="28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1"/>
                    <a:pt x="29" y="100"/>
                    <a:pt x="30" y="100"/>
                  </a:cubicBezTo>
                  <a:cubicBezTo>
                    <a:pt x="31" y="100"/>
                    <a:pt x="32" y="100"/>
                    <a:pt x="33" y="100"/>
                  </a:cubicBezTo>
                  <a:cubicBezTo>
                    <a:pt x="36" y="99"/>
                    <a:pt x="38" y="98"/>
                    <a:pt x="40" y="97"/>
                  </a:cubicBezTo>
                  <a:cubicBezTo>
                    <a:pt x="44" y="95"/>
                    <a:pt x="48" y="93"/>
                    <a:pt x="53" y="90"/>
                  </a:cubicBezTo>
                  <a:cubicBezTo>
                    <a:pt x="58" y="87"/>
                    <a:pt x="64" y="83"/>
                    <a:pt x="69" y="78"/>
                  </a:cubicBezTo>
                  <a:cubicBezTo>
                    <a:pt x="72" y="76"/>
                    <a:pt x="75" y="73"/>
                    <a:pt x="77" y="71"/>
                  </a:cubicBezTo>
                  <a:lnTo>
                    <a:pt x="78" y="71"/>
                  </a:lnTo>
                  <a:cubicBezTo>
                    <a:pt x="78" y="70"/>
                    <a:pt x="78" y="69"/>
                    <a:pt x="79" y="68"/>
                  </a:cubicBezTo>
                  <a:cubicBezTo>
                    <a:pt x="81" y="65"/>
                    <a:pt x="83" y="60"/>
                    <a:pt x="87" y="59"/>
                  </a:cubicBezTo>
                  <a:cubicBezTo>
                    <a:pt x="91" y="57"/>
                    <a:pt x="96" y="59"/>
                    <a:pt x="99" y="62"/>
                  </a:cubicBezTo>
                  <a:cubicBezTo>
                    <a:pt x="104" y="69"/>
                    <a:pt x="97" y="77"/>
                    <a:pt x="93" y="82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2" y="84"/>
                    <a:pt x="92" y="86"/>
                    <a:pt x="91" y="87"/>
                  </a:cubicBezTo>
                  <a:cubicBezTo>
                    <a:pt x="91" y="88"/>
                    <a:pt x="91" y="89"/>
                    <a:pt x="90" y="90"/>
                  </a:cubicBezTo>
                  <a:cubicBezTo>
                    <a:pt x="90" y="91"/>
                    <a:pt x="90" y="93"/>
                    <a:pt x="90" y="94"/>
                  </a:cubicBezTo>
                  <a:lnTo>
                    <a:pt x="91" y="95"/>
                  </a:lnTo>
                  <a:lnTo>
                    <a:pt x="90" y="94"/>
                  </a:lnTo>
                  <a:cubicBezTo>
                    <a:pt x="90" y="95"/>
                    <a:pt x="91" y="95"/>
                    <a:pt x="91" y="96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8"/>
                    <a:pt x="93" y="98"/>
                    <a:pt x="93" y="99"/>
                  </a:cubicBezTo>
                  <a:lnTo>
                    <a:pt x="93" y="98"/>
                  </a:lnTo>
                  <a:lnTo>
                    <a:pt x="93" y="99"/>
                  </a:lnTo>
                  <a:cubicBezTo>
                    <a:pt x="94" y="99"/>
                    <a:pt x="94" y="99"/>
                    <a:pt x="95" y="99"/>
                  </a:cubicBezTo>
                  <a:cubicBezTo>
                    <a:pt x="96" y="99"/>
                    <a:pt x="96" y="99"/>
                    <a:pt x="96" y="99"/>
                  </a:cubicBezTo>
                  <a:lnTo>
                    <a:pt x="95" y="99"/>
                  </a:lnTo>
                  <a:lnTo>
                    <a:pt x="94" y="99"/>
                  </a:lnTo>
                  <a:cubicBezTo>
                    <a:pt x="95" y="99"/>
                    <a:pt x="96" y="99"/>
                    <a:pt x="96" y="99"/>
                  </a:cubicBezTo>
                  <a:cubicBezTo>
                    <a:pt x="97" y="99"/>
                    <a:pt x="98" y="98"/>
                    <a:pt x="99" y="98"/>
                  </a:cubicBezTo>
                  <a:cubicBezTo>
                    <a:pt x="100" y="98"/>
                    <a:pt x="100" y="98"/>
                    <a:pt x="101" y="97"/>
                  </a:cubicBezTo>
                  <a:cubicBezTo>
                    <a:pt x="103" y="97"/>
                    <a:pt x="104" y="96"/>
                    <a:pt x="106" y="95"/>
                  </a:cubicBezTo>
                  <a:cubicBezTo>
                    <a:pt x="108" y="93"/>
                    <a:pt x="111" y="91"/>
                    <a:pt x="113" y="90"/>
                  </a:cubicBezTo>
                  <a:cubicBezTo>
                    <a:pt x="117" y="86"/>
                    <a:pt x="121" y="83"/>
                    <a:pt x="124" y="79"/>
                  </a:cubicBezTo>
                  <a:cubicBezTo>
                    <a:pt x="131" y="73"/>
                    <a:pt x="136" y="66"/>
                    <a:pt x="142" y="59"/>
                  </a:cubicBezTo>
                  <a:cubicBezTo>
                    <a:pt x="143" y="56"/>
                    <a:pt x="145" y="54"/>
                    <a:pt x="147" y="52"/>
                  </a:cubicBezTo>
                  <a:cubicBezTo>
                    <a:pt x="149" y="48"/>
                    <a:pt x="150" y="45"/>
                    <a:pt x="152" y="42"/>
                  </a:cubicBezTo>
                  <a:cubicBezTo>
                    <a:pt x="153" y="40"/>
                    <a:pt x="155" y="38"/>
                    <a:pt x="155" y="35"/>
                  </a:cubicBezTo>
                  <a:cubicBezTo>
                    <a:pt x="156" y="35"/>
                    <a:pt x="156" y="35"/>
                    <a:pt x="156" y="34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32"/>
                    <a:pt x="156" y="32"/>
                    <a:pt x="156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0"/>
                    <a:pt x="155" y="29"/>
                    <a:pt x="155" y="28"/>
                  </a:cubicBezTo>
                  <a:lnTo>
                    <a:pt x="154" y="28"/>
                  </a:lnTo>
                  <a:cubicBezTo>
                    <a:pt x="153" y="27"/>
                    <a:pt x="152" y="26"/>
                    <a:pt x="151" y="25"/>
                  </a:cubicBezTo>
                  <a:cubicBezTo>
                    <a:pt x="150" y="24"/>
                    <a:pt x="149" y="23"/>
                    <a:pt x="149" y="23"/>
                  </a:cubicBezTo>
                  <a:cubicBezTo>
                    <a:pt x="148" y="22"/>
                    <a:pt x="147" y="21"/>
                    <a:pt x="146" y="21"/>
                  </a:cubicBezTo>
                  <a:cubicBezTo>
                    <a:pt x="145" y="21"/>
                    <a:pt x="145" y="20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2" y="20"/>
                    <a:pt x="141" y="19"/>
                    <a:pt x="139" y="19"/>
                  </a:cubicBezTo>
                  <a:cubicBezTo>
                    <a:pt x="138" y="19"/>
                    <a:pt x="138" y="19"/>
                    <a:pt x="137" y="19"/>
                  </a:cubicBezTo>
                  <a:cubicBezTo>
                    <a:pt x="136" y="19"/>
                    <a:pt x="135" y="19"/>
                    <a:pt x="134" y="20"/>
                  </a:cubicBezTo>
                  <a:cubicBezTo>
                    <a:pt x="131" y="20"/>
                    <a:pt x="129" y="20"/>
                    <a:pt x="127" y="21"/>
                  </a:cubicBezTo>
                  <a:cubicBezTo>
                    <a:pt x="125" y="21"/>
                    <a:pt x="123" y="23"/>
                    <a:pt x="121" y="23"/>
                  </a:cubicBezTo>
                  <a:cubicBezTo>
                    <a:pt x="120" y="24"/>
                    <a:pt x="118" y="24"/>
                    <a:pt x="117" y="26"/>
                  </a:cubicBezTo>
                  <a:cubicBezTo>
                    <a:pt x="115" y="26"/>
                    <a:pt x="115" y="27"/>
                    <a:pt x="114" y="28"/>
                  </a:cubicBezTo>
                  <a:cubicBezTo>
                    <a:pt x="112" y="29"/>
                    <a:pt x="111" y="31"/>
                    <a:pt x="109" y="32"/>
                  </a:cubicBezTo>
                  <a:cubicBezTo>
                    <a:pt x="107" y="34"/>
                    <a:pt x="105" y="37"/>
                    <a:pt x="103" y="39"/>
                  </a:cubicBezTo>
                  <a:cubicBezTo>
                    <a:pt x="100" y="44"/>
                    <a:pt x="97" y="48"/>
                    <a:pt x="94" y="53"/>
                  </a:cubicBezTo>
                  <a:cubicBezTo>
                    <a:pt x="92" y="57"/>
                    <a:pt x="86" y="58"/>
                    <a:pt x="82" y="56"/>
                  </a:cubicBezTo>
                  <a:cubicBezTo>
                    <a:pt x="78" y="53"/>
                    <a:pt x="77" y="48"/>
                    <a:pt x="79" y="44"/>
                  </a:cubicBezTo>
                  <a:cubicBezTo>
                    <a:pt x="85" y="35"/>
                    <a:pt x="90" y="26"/>
                    <a:pt x="97" y="18"/>
                  </a:cubicBezTo>
                  <a:cubicBezTo>
                    <a:pt x="102" y="14"/>
                    <a:pt x="107" y="10"/>
                    <a:pt x="113" y="7"/>
                  </a:cubicBezTo>
                  <a:cubicBezTo>
                    <a:pt x="119" y="4"/>
                    <a:pt x="126" y="2"/>
                    <a:pt x="133" y="1"/>
                  </a:cubicBezTo>
                  <a:cubicBezTo>
                    <a:pt x="139" y="0"/>
                    <a:pt x="146" y="1"/>
                    <a:pt x="151" y="3"/>
                  </a:cubicBezTo>
                  <a:cubicBezTo>
                    <a:pt x="157" y="6"/>
                    <a:pt x="163" y="9"/>
                    <a:pt x="167" y="14"/>
                  </a:cubicBezTo>
                  <a:cubicBezTo>
                    <a:pt x="171" y="19"/>
                    <a:pt x="173" y="24"/>
                    <a:pt x="174" y="30"/>
                  </a:cubicBezTo>
                  <a:cubicBezTo>
                    <a:pt x="175" y="35"/>
                    <a:pt x="173" y="41"/>
                    <a:pt x="170" y="46"/>
                  </a:cubicBezTo>
                  <a:cubicBezTo>
                    <a:pt x="168" y="51"/>
                    <a:pt x="166" y="54"/>
                    <a:pt x="164" y="58"/>
                  </a:cubicBezTo>
                  <a:cubicBezTo>
                    <a:pt x="162" y="62"/>
                    <a:pt x="159" y="66"/>
                    <a:pt x="156" y="70"/>
                  </a:cubicBezTo>
                  <a:cubicBezTo>
                    <a:pt x="148" y="80"/>
                    <a:pt x="140" y="89"/>
                    <a:pt x="131" y="97"/>
                  </a:cubicBezTo>
                  <a:cubicBezTo>
                    <a:pt x="123" y="105"/>
                    <a:pt x="114" y="113"/>
                    <a:pt x="103" y="116"/>
                  </a:cubicBezTo>
                  <a:cubicBezTo>
                    <a:pt x="99" y="118"/>
                    <a:pt x="93" y="119"/>
                    <a:pt x="88" y="117"/>
                  </a:cubicBezTo>
                  <a:cubicBezTo>
                    <a:pt x="83" y="116"/>
                    <a:pt x="79" y="112"/>
                    <a:pt x="76" y="108"/>
                  </a:cubicBezTo>
                  <a:cubicBezTo>
                    <a:pt x="74" y="105"/>
                    <a:pt x="73" y="102"/>
                    <a:pt x="72" y="99"/>
                  </a:cubicBezTo>
                  <a:cubicBezTo>
                    <a:pt x="72" y="100"/>
                    <a:pt x="71" y="100"/>
                    <a:pt x="71" y="100"/>
                  </a:cubicBezTo>
                  <a:cubicBezTo>
                    <a:pt x="62" y="106"/>
                    <a:pt x="54" y="111"/>
                    <a:pt x="44" y="115"/>
                  </a:cubicBezTo>
                  <a:cubicBezTo>
                    <a:pt x="39" y="118"/>
                    <a:pt x="33" y="119"/>
                    <a:pt x="27" y="119"/>
                  </a:cubicBezTo>
                  <a:cubicBezTo>
                    <a:pt x="26" y="119"/>
                    <a:pt x="26" y="119"/>
                    <a:pt x="26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9" name="Google Shape;3859;p47"/>
            <p:cNvSpPr/>
            <p:nvPr/>
          </p:nvSpPr>
          <p:spPr>
            <a:xfrm>
              <a:off x="3775680" y="4917240"/>
              <a:ext cx="27000" cy="50040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12" y="131"/>
                  </a:moveTo>
                  <a:cubicBezTo>
                    <a:pt x="11" y="126"/>
                    <a:pt x="14" y="121"/>
                    <a:pt x="19" y="120"/>
                  </a:cubicBezTo>
                  <a:cubicBezTo>
                    <a:pt x="25" y="118"/>
                    <a:pt x="32" y="116"/>
                    <a:pt x="38" y="115"/>
                  </a:cubicBezTo>
                  <a:cubicBezTo>
                    <a:pt x="38" y="115"/>
                    <a:pt x="39" y="115"/>
                    <a:pt x="39" y="114"/>
                  </a:cubicBezTo>
                  <a:cubicBezTo>
                    <a:pt x="39" y="114"/>
                    <a:pt x="39" y="115"/>
                    <a:pt x="38" y="115"/>
                  </a:cubicBezTo>
                  <a:cubicBezTo>
                    <a:pt x="41" y="113"/>
                    <a:pt x="44" y="112"/>
                    <a:pt x="48" y="111"/>
                  </a:cubicBezTo>
                  <a:cubicBezTo>
                    <a:pt x="49" y="110"/>
                    <a:pt x="50" y="109"/>
                    <a:pt x="51" y="109"/>
                  </a:cubicBezTo>
                  <a:cubicBezTo>
                    <a:pt x="52" y="108"/>
                    <a:pt x="53" y="108"/>
                    <a:pt x="53" y="108"/>
                  </a:cubicBezTo>
                  <a:lnTo>
                    <a:pt x="52" y="108"/>
                  </a:lnTo>
                  <a:cubicBezTo>
                    <a:pt x="53" y="108"/>
                    <a:pt x="54" y="107"/>
                    <a:pt x="54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4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0" y="101"/>
                    <a:pt x="46" y="98"/>
                    <a:pt x="42" y="95"/>
                  </a:cubicBezTo>
                  <a:lnTo>
                    <a:pt x="43" y="95"/>
                  </a:lnTo>
                  <a:cubicBezTo>
                    <a:pt x="36" y="91"/>
                    <a:pt x="29" y="85"/>
                    <a:pt x="22" y="80"/>
                  </a:cubicBezTo>
                  <a:cubicBezTo>
                    <a:pt x="15" y="74"/>
                    <a:pt x="7" y="67"/>
                    <a:pt x="4" y="58"/>
                  </a:cubicBezTo>
                  <a:cubicBezTo>
                    <a:pt x="0" y="48"/>
                    <a:pt x="0" y="38"/>
                    <a:pt x="4" y="28"/>
                  </a:cubicBezTo>
                  <a:cubicBezTo>
                    <a:pt x="5" y="24"/>
                    <a:pt x="9" y="20"/>
                    <a:pt x="12" y="16"/>
                  </a:cubicBezTo>
                  <a:cubicBezTo>
                    <a:pt x="15" y="13"/>
                    <a:pt x="19" y="10"/>
                    <a:pt x="23" y="8"/>
                  </a:cubicBezTo>
                  <a:cubicBezTo>
                    <a:pt x="32" y="2"/>
                    <a:pt x="43" y="0"/>
                    <a:pt x="54" y="2"/>
                  </a:cubicBezTo>
                  <a:cubicBezTo>
                    <a:pt x="58" y="3"/>
                    <a:pt x="62" y="5"/>
                    <a:pt x="65" y="8"/>
                  </a:cubicBezTo>
                  <a:cubicBezTo>
                    <a:pt x="66" y="9"/>
                    <a:pt x="68" y="11"/>
                    <a:pt x="68" y="13"/>
                  </a:cubicBezTo>
                  <a:cubicBezTo>
                    <a:pt x="69" y="15"/>
                    <a:pt x="69" y="17"/>
                    <a:pt x="69" y="19"/>
                  </a:cubicBezTo>
                  <a:cubicBezTo>
                    <a:pt x="69" y="21"/>
                    <a:pt x="68" y="23"/>
                    <a:pt x="68" y="25"/>
                  </a:cubicBezTo>
                  <a:cubicBezTo>
                    <a:pt x="67" y="27"/>
                    <a:pt x="67" y="29"/>
                    <a:pt x="66" y="31"/>
                  </a:cubicBezTo>
                  <a:cubicBezTo>
                    <a:pt x="66" y="37"/>
                    <a:pt x="60" y="41"/>
                    <a:pt x="55" y="41"/>
                  </a:cubicBezTo>
                  <a:cubicBezTo>
                    <a:pt x="49" y="39"/>
                    <a:pt x="46" y="34"/>
                    <a:pt x="47" y="28"/>
                  </a:cubicBezTo>
                  <a:cubicBezTo>
                    <a:pt x="47" y="27"/>
                    <a:pt x="47" y="26"/>
                    <a:pt x="48" y="25"/>
                  </a:cubicBezTo>
                  <a:cubicBezTo>
                    <a:pt x="48" y="24"/>
                    <a:pt x="48" y="23"/>
                    <a:pt x="48" y="21"/>
                  </a:cubicBezTo>
                  <a:lnTo>
                    <a:pt x="47" y="21"/>
                  </a:lnTo>
                  <a:cubicBezTo>
                    <a:pt x="46" y="21"/>
                    <a:pt x="44" y="21"/>
                    <a:pt x="43" y="21"/>
                  </a:cubicBezTo>
                  <a:cubicBezTo>
                    <a:pt x="42" y="21"/>
                    <a:pt x="41" y="21"/>
                    <a:pt x="41" y="21"/>
                  </a:cubicBezTo>
                  <a:cubicBezTo>
                    <a:pt x="40" y="21"/>
                    <a:pt x="39" y="21"/>
                    <a:pt x="38" y="21"/>
                  </a:cubicBezTo>
                  <a:cubicBezTo>
                    <a:pt x="37" y="22"/>
                    <a:pt x="36" y="23"/>
                    <a:pt x="35" y="23"/>
                  </a:cubicBezTo>
                  <a:cubicBezTo>
                    <a:pt x="34" y="23"/>
                    <a:pt x="33" y="24"/>
                    <a:pt x="32" y="25"/>
                  </a:cubicBezTo>
                  <a:cubicBezTo>
                    <a:pt x="30" y="25"/>
                    <a:pt x="29" y="26"/>
                    <a:pt x="28" y="27"/>
                  </a:cubicBezTo>
                  <a:cubicBezTo>
                    <a:pt x="27" y="28"/>
                    <a:pt x="26" y="30"/>
                    <a:pt x="25" y="31"/>
                  </a:cubicBezTo>
                  <a:cubicBezTo>
                    <a:pt x="24" y="31"/>
                    <a:pt x="23" y="31"/>
                    <a:pt x="23" y="32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1" y="35"/>
                    <a:pt x="21" y="35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0" y="39"/>
                    <a:pt x="20" y="40"/>
                    <a:pt x="20" y="41"/>
                  </a:cubicBezTo>
                  <a:cubicBezTo>
                    <a:pt x="19" y="42"/>
                    <a:pt x="19" y="43"/>
                    <a:pt x="19" y="44"/>
                  </a:cubicBezTo>
                  <a:cubicBezTo>
                    <a:pt x="20" y="45"/>
                    <a:pt x="20" y="47"/>
                    <a:pt x="20" y="49"/>
                  </a:cubicBezTo>
                  <a:lnTo>
                    <a:pt x="20" y="48"/>
                  </a:lnTo>
                  <a:cubicBezTo>
                    <a:pt x="20" y="49"/>
                    <a:pt x="20" y="49"/>
                    <a:pt x="20" y="50"/>
                  </a:cubicBezTo>
                  <a:cubicBezTo>
                    <a:pt x="20" y="51"/>
                    <a:pt x="21" y="52"/>
                    <a:pt x="22" y="53"/>
                  </a:cubicBezTo>
                  <a:lnTo>
                    <a:pt x="21" y="52"/>
                  </a:lnTo>
                  <a:cubicBezTo>
                    <a:pt x="22" y="53"/>
                    <a:pt x="22" y="53"/>
                    <a:pt x="22" y="54"/>
                  </a:cubicBezTo>
                  <a:cubicBezTo>
                    <a:pt x="23" y="55"/>
                    <a:pt x="23" y="56"/>
                    <a:pt x="24" y="56"/>
                  </a:cubicBezTo>
                  <a:lnTo>
                    <a:pt x="23" y="56"/>
                  </a:lnTo>
                  <a:cubicBezTo>
                    <a:pt x="25" y="57"/>
                    <a:pt x="26" y="59"/>
                    <a:pt x="27" y="60"/>
                  </a:cubicBezTo>
                  <a:cubicBezTo>
                    <a:pt x="33" y="65"/>
                    <a:pt x="38" y="69"/>
                    <a:pt x="43" y="73"/>
                  </a:cubicBezTo>
                  <a:cubicBezTo>
                    <a:pt x="47" y="76"/>
                    <a:pt x="51" y="79"/>
                    <a:pt x="55" y="82"/>
                  </a:cubicBezTo>
                  <a:cubicBezTo>
                    <a:pt x="56" y="83"/>
                    <a:pt x="57" y="83"/>
                    <a:pt x="58" y="84"/>
                  </a:cubicBezTo>
                  <a:lnTo>
                    <a:pt x="57" y="83"/>
                  </a:lnTo>
                  <a:cubicBezTo>
                    <a:pt x="62" y="87"/>
                    <a:pt x="66" y="90"/>
                    <a:pt x="69" y="94"/>
                  </a:cubicBezTo>
                  <a:cubicBezTo>
                    <a:pt x="72" y="98"/>
                    <a:pt x="74" y="102"/>
                    <a:pt x="74" y="107"/>
                  </a:cubicBezTo>
                  <a:cubicBezTo>
                    <a:pt x="74" y="112"/>
                    <a:pt x="71" y="117"/>
                    <a:pt x="67" y="120"/>
                  </a:cubicBezTo>
                  <a:cubicBezTo>
                    <a:pt x="64" y="124"/>
                    <a:pt x="59" y="126"/>
                    <a:pt x="54" y="128"/>
                  </a:cubicBezTo>
                  <a:cubicBezTo>
                    <a:pt x="50" y="130"/>
                    <a:pt x="46" y="131"/>
                    <a:pt x="41" y="133"/>
                  </a:cubicBezTo>
                  <a:cubicBezTo>
                    <a:pt x="36" y="134"/>
                    <a:pt x="29" y="136"/>
                    <a:pt x="23" y="138"/>
                  </a:cubicBezTo>
                  <a:cubicBezTo>
                    <a:pt x="23" y="138"/>
                    <a:pt x="22" y="138"/>
                    <a:pt x="21" y="138"/>
                  </a:cubicBezTo>
                  <a:cubicBezTo>
                    <a:pt x="17" y="138"/>
                    <a:pt x="13" y="135"/>
                    <a:pt x="12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0" name="Google Shape;3860;p47"/>
            <p:cNvSpPr/>
            <p:nvPr/>
          </p:nvSpPr>
          <p:spPr>
            <a:xfrm>
              <a:off x="3816720" y="4888800"/>
              <a:ext cx="34200" cy="91080"/>
            </a:xfrm>
            <a:custGeom>
              <a:avLst/>
              <a:gdLst/>
              <a:ahLst/>
              <a:cxnLst/>
              <a:rect l="l" t="t" r="r" b="b"/>
              <a:pathLst>
                <a:path w="95" h="253" extrusionOk="0">
                  <a:moveTo>
                    <a:pt x="27" y="250"/>
                  </a:moveTo>
                  <a:cubicBezTo>
                    <a:pt x="23" y="246"/>
                    <a:pt x="18" y="242"/>
                    <a:pt x="15" y="237"/>
                  </a:cubicBezTo>
                  <a:cubicBezTo>
                    <a:pt x="11" y="233"/>
                    <a:pt x="8" y="227"/>
                    <a:pt x="6" y="222"/>
                  </a:cubicBezTo>
                  <a:cubicBezTo>
                    <a:pt x="0" y="210"/>
                    <a:pt x="0" y="197"/>
                    <a:pt x="1" y="184"/>
                  </a:cubicBezTo>
                  <a:cubicBezTo>
                    <a:pt x="2" y="174"/>
                    <a:pt x="3" y="163"/>
                    <a:pt x="4" y="153"/>
                  </a:cubicBezTo>
                  <a:cubicBezTo>
                    <a:pt x="6" y="148"/>
                    <a:pt x="6" y="143"/>
                    <a:pt x="7" y="138"/>
                  </a:cubicBezTo>
                  <a:cubicBezTo>
                    <a:pt x="8" y="133"/>
                    <a:pt x="10" y="127"/>
                    <a:pt x="11" y="121"/>
                  </a:cubicBezTo>
                  <a:cubicBezTo>
                    <a:pt x="13" y="112"/>
                    <a:pt x="16" y="103"/>
                    <a:pt x="18" y="93"/>
                  </a:cubicBezTo>
                  <a:cubicBezTo>
                    <a:pt x="18" y="90"/>
                    <a:pt x="20" y="86"/>
                    <a:pt x="21" y="84"/>
                  </a:cubicBezTo>
                  <a:cubicBezTo>
                    <a:pt x="22" y="80"/>
                    <a:pt x="23" y="76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2"/>
                    <a:pt x="25" y="70"/>
                    <a:pt x="26" y="69"/>
                  </a:cubicBezTo>
                  <a:cubicBezTo>
                    <a:pt x="25" y="69"/>
                    <a:pt x="25" y="70"/>
                    <a:pt x="25" y="70"/>
                  </a:cubicBezTo>
                  <a:cubicBezTo>
                    <a:pt x="26" y="69"/>
                    <a:pt x="26" y="68"/>
                    <a:pt x="27" y="67"/>
                  </a:cubicBezTo>
                  <a:lnTo>
                    <a:pt x="26" y="67"/>
                  </a:lnTo>
                  <a:cubicBezTo>
                    <a:pt x="27" y="67"/>
                    <a:pt x="27" y="65"/>
                    <a:pt x="27" y="65"/>
                  </a:cubicBezTo>
                  <a:lnTo>
                    <a:pt x="27" y="66"/>
                  </a:lnTo>
                  <a:cubicBezTo>
                    <a:pt x="27" y="65"/>
                    <a:pt x="27" y="64"/>
                    <a:pt x="28" y="64"/>
                  </a:cubicBezTo>
                  <a:cubicBezTo>
                    <a:pt x="28" y="63"/>
                    <a:pt x="28" y="62"/>
                    <a:pt x="29" y="61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30" y="60"/>
                    <a:pt x="30" y="57"/>
                    <a:pt x="31" y="55"/>
                  </a:cubicBezTo>
                  <a:cubicBezTo>
                    <a:pt x="32" y="53"/>
                    <a:pt x="33" y="50"/>
                    <a:pt x="34" y="49"/>
                  </a:cubicBezTo>
                  <a:cubicBezTo>
                    <a:pt x="37" y="42"/>
                    <a:pt x="40" y="36"/>
                    <a:pt x="44" y="30"/>
                  </a:cubicBezTo>
                  <a:cubicBezTo>
                    <a:pt x="46" y="24"/>
                    <a:pt x="50" y="19"/>
                    <a:pt x="54" y="14"/>
                  </a:cubicBezTo>
                  <a:cubicBezTo>
                    <a:pt x="58" y="10"/>
                    <a:pt x="63" y="6"/>
                    <a:pt x="68" y="4"/>
                  </a:cubicBezTo>
                  <a:cubicBezTo>
                    <a:pt x="73" y="1"/>
                    <a:pt x="79" y="0"/>
                    <a:pt x="84" y="3"/>
                  </a:cubicBezTo>
                  <a:cubicBezTo>
                    <a:pt x="85" y="3"/>
                    <a:pt x="86" y="4"/>
                    <a:pt x="87" y="4"/>
                  </a:cubicBezTo>
                  <a:cubicBezTo>
                    <a:pt x="88" y="5"/>
                    <a:pt x="90" y="7"/>
                    <a:pt x="91" y="8"/>
                  </a:cubicBezTo>
                  <a:cubicBezTo>
                    <a:pt x="91" y="10"/>
                    <a:pt x="92" y="11"/>
                    <a:pt x="92" y="12"/>
                  </a:cubicBezTo>
                  <a:cubicBezTo>
                    <a:pt x="94" y="18"/>
                    <a:pt x="91" y="23"/>
                    <a:pt x="85" y="24"/>
                  </a:cubicBezTo>
                  <a:cubicBezTo>
                    <a:pt x="82" y="25"/>
                    <a:pt x="78" y="24"/>
                    <a:pt x="76" y="21"/>
                  </a:cubicBezTo>
                  <a:cubicBezTo>
                    <a:pt x="74" y="21"/>
                    <a:pt x="74" y="22"/>
                    <a:pt x="73" y="22"/>
                  </a:cubicBezTo>
                  <a:cubicBezTo>
                    <a:pt x="71" y="23"/>
                    <a:pt x="71" y="24"/>
                    <a:pt x="70" y="24"/>
                  </a:cubicBezTo>
                  <a:cubicBezTo>
                    <a:pt x="69" y="25"/>
                    <a:pt x="69" y="25"/>
                    <a:pt x="68" y="26"/>
                  </a:cubicBezTo>
                  <a:cubicBezTo>
                    <a:pt x="67" y="28"/>
                    <a:pt x="66" y="29"/>
                    <a:pt x="64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2" y="34"/>
                    <a:pt x="59" y="39"/>
                    <a:pt x="56" y="44"/>
                  </a:cubicBezTo>
                  <a:cubicBezTo>
                    <a:pt x="54" y="47"/>
                    <a:pt x="52" y="50"/>
                    <a:pt x="51" y="54"/>
                  </a:cubicBezTo>
                  <a:cubicBezTo>
                    <a:pt x="49" y="56"/>
                    <a:pt x="48" y="59"/>
                    <a:pt x="47" y="62"/>
                  </a:cubicBezTo>
                  <a:cubicBezTo>
                    <a:pt x="44" y="68"/>
                    <a:pt x="42" y="74"/>
                    <a:pt x="39" y="80"/>
                  </a:cubicBezTo>
                  <a:lnTo>
                    <a:pt x="39" y="79"/>
                  </a:lnTo>
                  <a:cubicBezTo>
                    <a:pt x="38" y="83"/>
                    <a:pt x="37" y="86"/>
                    <a:pt x="36" y="90"/>
                  </a:cubicBezTo>
                  <a:cubicBezTo>
                    <a:pt x="35" y="93"/>
                    <a:pt x="34" y="95"/>
                    <a:pt x="34" y="98"/>
                  </a:cubicBezTo>
                  <a:cubicBezTo>
                    <a:pt x="32" y="105"/>
                    <a:pt x="30" y="112"/>
                    <a:pt x="28" y="119"/>
                  </a:cubicBezTo>
                  <a:cubicBezTo>
                    <a:pt x="26" y="128"/>
                    <a:pt x="24" y="138"/>
                    <a:pt x="22" y="148"/>
                  </a:cubicBezTo>
                  <a:cubicBezTo>
                    <a:pt x="21" y="151"/>
                    <a:pt x="21" y="155"/>
                    <a:pt x="20" y="158"/>
                  </a:cubicBezTo>
                  <a:cubicBezTo>
                    <a:pt x="20" y="160"/>
                    <a:pt x="20" y="162"/>
                    <a:pt x="20" y="163"/>
                  </a:cubicBezTo>
                  <a:cubicBezTo>
                    <a:pt x="19" y="169"/>
                    <a:pt x="18" y="175"/>
                    <a:pt x="18" y="181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7" y="186"/>
                    <a:pt x="17" y="192"/>
                    <a:pt x="18" y="199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8" y="200"/>
                    <a:pt x="18" y="202"/>
                    <a:pt x="18" y="205"/>
                  </a:cubicBezTo>
                  <a:cubicBezTo>
                    <a:pt x="18" y="206"/>
                    <a:pt x="19" y="208"/>
                    <a:pt x="20" y="210"/>
                  </a:cubicBezTo>
                  <a:cubicBezTo>
                    <a:pt x="20" y="212"/>
                    <a:pt x="21" y="214"/>
                    <a:pt x="22" y="216"/>
                  </a:cubicBezTo>
                  <a:cubicBezTo>
                    <a:pt x="23" y="218"/>
                    <a:pt x="24" y="220"/>
                    <a:pt x="25" y="222"/>
                  </a:cubicBezTo>
                  <a:cubicBezTo>
                    <a:pt x="27" y="224"/>
                    <a:pt x="28" y="226"/>
                    <a:pt x="30" y="228"/>
                  </a:cubicBezTo>
                  <a:cubicBezTo>
                    <a:pt x="31" y="230"/>
                    <a:pt x="33" y="232"/>
                    <a:pt x="35" y="234"/>
                  </a:cubicBezTo>
                  <a:cubicBezTo>
                    <a:pt x="36" y="234"/>
                    <a:pt x="37" y="236"/>
                    <a:pt x="38" y="236"/>
                  </a:cubicBezTo>
                  <a:cubicBezTo>
                    <a:pt x="41" y="240"/>
                    <a:pt x="42" y="245"/>
                    <a:pt x="39" y="248"/>
                  </a:cubicBezTo>
                  <a:cubicBezTo>
                    <a:pt x="37" y="251"/>
                    <a:pt x="35" y="252"/>
                    <a:pt x="32" y="252"/>
                  </a:cubicBezTo>
                  <a:cubicBezTo>
                    <a:pt x="30" y="252"/>
                    <a:pt x="28" y="251"/>
                    <a:pt x="27" y="2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1" name="Google Shape;3861;p47"/>
            <p:cNvSpPr/>
            <p:nvPr/>
          </p:nvSpPr>
          <p:spPr>
            <a:xfrm>
              <a:off x="3840120" y="4910400"/>
              <a:ext cx="33120" cy="55800"/>
            </a:xfrm>
            <a:custGeom>
              <a:avLst/>
              <a:gdLst/>
              <a:ahLst/>
              <a:cxnLst/>
              <a:rect l="l" t="t" r="r" b="b"/>
              <a:pathLst>
                <a:path w="92" h="155" extrusionOk="0">
                  <a:moveTo>
                    <a:pt x="68" y="53"/>
                  </a:moveTo>
                  <a:cubicBezTo>
                    <a:pt x="69" y="51"/>
                    <a:pt x="69" y="49"/>
                    <a:pt x="70" y="47"/>
                  </a:cubicBezTo>
                  <a:cubicBezTo>
                    <a:pt x="70" y="43"/>
                    <a:pt x="71" y="39"/>
                    <a:pt x="72" y="36"/>
                  </a:cubicBezTo>
                  <a:cubicBezTo>
                    <a:pt x="72" y="32"/>
                    <a:pt x="72" y="28"/>
                    <a:pt x="72" y="23"/>
                  </a:cubicBezTo>
                  <a:cubicBezTo>
                    <a:pt x="72" y="24"/>
                    <a:pt x="72" y="25"/>
                    <a:pt x="71" y="25"/>
                  </a:cubicBezTo>
                  <a:cubicBezTo>
                    <a:pt x="70" y="27"/>
                    <a:pt x="70" y="29"/>
                    <a:pt x="69" y="31"/>
                  </a:cubicBezTo>
                  <a:cubicBezTo>
                    <a:pt x="69" y="34"/>
                    <a:pt x="68" y="36"/>
                    <a:pt x="68" y="39"/>
                  </a:cubicBezTo>
                  <a:cubicBezTo>
                    <a:pt x="68" y="42"/>
                    <a:pt x="67" y="44"/>
                    <a:pt x="67" y="47"/>
                  </a:cubicBezTo>
                  <a:cubicBezTo>
                    <a:pt x="67" y="49"/>
                    <a:pt x="68" y="51"/>
                    <a:pt x="68" y="53"/>
                  </a:cubicBezTo>
                  <a:moveTo>
                    <a:pt x="20" y="134"/>
                  </a:moveTo>
                  <a:lnTo>
                    <a:pt x="21" y="134"/>
                  </a:lnTo>
                  <a:cubicBezTo>
                    <a:pt x="22" y="134"/>
                    <a:pt x="22" y="134"/>
                    <a:pt x="23" y="133"/>
                  </a:cubicBezTo>
                  <a:cubicBezTo>
                    <a:pt x="24" y="132"/>
                    <a:pt x="25" y="131"/>
                    <a:pt x="26" y="130"/>
                  </a:cubicBezTo>
                  <a:cubicBezTo>
                    <a:pt x="27" y="128"/>
                    <a:pt x="28" y="128"/>
                    <a:pt x="28" y="127"/>
                  </a:cubicBezTo>
                  <a:lnTo>
                    <a:pt x="27" y="127"/>
                  </a:lnTo>
                  <a:lnTo>
                    <a:pt x="26" y="127"/>
                  </a:lnTo>
                  <a:cubicBezTo>
                    <a:pt x="25" y="127"/>
                    <a:pt x="25" y="127"/>
                    <a:pt x="24" y="127"/>
                  </a:cubicBezTo>
                  <a:lnTo>
                    <a:pt x="24" y="128"/>
                  </a:lnTo>
                  <a:cubicBezTo>
                    <a:pt x="23" y="128"/>
                    <a:pt x="23" y="128"/>
                    <a:pt x="23" y="128"/>
                  </a:cubicBezTo>
                  <a:lnTo>
                    <a:pt x="22" y="129"/>
                  </a:lnTo>
                  <a:cubicBezTo>
                    <a:pt x="21" y="130"/>
                    <a:pt x="21" y="130"/>
                    <a:pt x="21" y="130"/>
                  </a:cubicBezTo>
                  <a:lnTo>
                    <a:pt x="21" y="131"/>
                  </a:lnTo>
                  <a:cubicBezTo>
                    <a:pt x="21" y="130"/>
                    <a:pt x="21" y="130"/>
                    <a:pt x="21" y="130"/>
                  </a:cubicBezTo>
                  <a:cubicBezTo>
                    <a:pt x="21" y="131"/>
                    <a:pt x="21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3"/>
                    <a:pt x="20" y="134"/>
                  </a:cubicBezTo>
                  <a:moveTo>
                    <a:pt x="14" y="153"/>
                  </a:moveTo>
                  <a:cubicBezTo>
                    <a:pt x="10" y="152"/>
                    <a:pt x="7" y="150"/>
                    <a:pt x="5" y="146"/>
                  </a:cubicBezTo>
                  <a:cubicBezTo>
                    <a:pt x="0" y="139"/>
                    <a:pt x="0" y="129"/>
                    <a:pt x="4" y="122"/>
                  </a:cubicBezTo>
                  <a:cubicBezTo>
                    <a:pt x="9" y="114"/>
                    <a:pt x="17" y="109"/>
                    <a:pt x="27" y="108"/>
                  </a:cubicBezTo>
                  <a:cubicBezTo>
                    <a:pt x="31" y="108"/>
                    <a:pt x="36" y="109"/>
                    <a:pt x="40" y="110"/>
                  </a:cubicBezTo>
                  <a:lnTo>
                    <a:pt x="41" y="110"/>
                  </a:lnTo>
                  <a:cubicBezTo>
                    <a:pt x="44" y="104"/>
                    <a:pt x="47" y="99"/>
                    <a:pt x="50" y="93"/>
                  </a:cubicBezTo>
                  <a:cubicBezTo>
                    <a:pt x="50" y="93"/>
                    <a:pt x="50" y="94"/>
                    <a:pt x="49" y="95"/>
                  </a:cubicBezTo>
                  <a:cubicBezTo>
                    <a:pt x="55" y="85"/>
                    <a:pt x="59" y="76"/>
                    <a:pt x="63" y="67"/>
                  </a:cubicBezTo>
                  <a:cubicBezTo>
                    <a:pt x="62" y="67"/>
                    <a:pt x="61" y="67"/>
                    <a:pt x="59" y="67"/>
                  </a:cubicBezTo>
                  <a:cubicBezTo>
                    <a:pt x="54" y="68"/>
                    <a:pt x="49" y="63"/>
                    <a:pt x="49" y="58"/>
                  </a:cubicBezTo>
                  <a:cubicBezTo>
                    <a:pt x="49" y="53"/>
                    <a:pt x="49" y="48"/>
                    <a:pt x="49" y="43"/>
                  </a:cubicBezTo>
                  <a:cubicBezTo>
                    <a:pt x="49" y="38"/>
                    <a:pt x="50" y="32"/>
                    <a:pt x="51" y="27"/>
                  </a:cubicBezTo>
                  <a:cubicBezTo>
                    <a:pt x="52" y="24"/>
                    <a:pt x="53" y="21"/>
                    <a:pt x="54" y="18"/>
                  </a:cubicBezTo>
                  <a:cubicBezTo>
                    <a:pt x="56" y="12"/>
                    <a:pt x="59" y="7"/>
                    <a:pt x="63" y="3"/>
                  </a:cubicBezTo>
                  <a:cubicBezTo>
                    <a:pt x="66" y="1"/>
                    <a:pt x="68" y="1"/>
                    <a:pt x="70" y="0"/>
                  </a:cubicBezTo>
                  <a:cubicBezTo>
                    <a:pt x="73" y="0"/>
                    <a:pt x="76" y="0"/>
                    <a:pt x="79" y="1"/>
                  </a:cubicBezTo>
                  <a:cubicBezTo>
                    <a:pt x="84" y="3"/>
                    <a:pt x="87" y="7"/>
                    <a:pt x="89" y="12"/>
                  </a:cubicBezTo>
                  <a:cubicBezTo>
                    <a:pt x="91" y="17"/>
                    <a:pt x="91" y="23"/>
                    <a:pt x="90" y="29"/>
                  </a:cubicBezTo>
                  <a:cubicBezTo>
                    <a:pt x="90" y="36"/>
                    <a:pt x="89" y="43"/>
                    <a:pt x="87" y="50"/>
                  </a:cubicBezTo>
                  <a:cubicBezTo>
                    <a:pt x="85" y="60"/>
                    <a:pt x="81" y="69"/>
                    <a:pt x="77" y="79"/>
                  </a:cubicBezTo>
                  <a:cubicBezTo>
                    <a:pt x="75" y="83"/>
                    <a:pt x="73" y="88"/>
                    <a:pt x="70" y="92"/>
                  </a:cubicBezTo>
                  <a:cubicBezTo>
                    <a:pt x="68" y="97"/>
                    <a:pt x="66" y="102"/>
                    <a:pt x="63" y="106"/>
                  </a:cubicBezTo>
                  <a:cubicBezTo>
                    <a:pt x="61" y="110"/>
                    <a:pt x="59" y="114"/>
                    <a:pt x="56" y="118"/>
                  </a:cubicBezTo>
                  <a:cubicBezTo>
                    <a:pt x="59" y="120"/>
                    <a:pt x="61" y="121"/>
                    <a:pt x="63" y="122"/>
                  </a:cubicBezTo>
                  <a:cubicBezTo>
                    <a:pt x="70" y="127"/>
                    <a:pt x="78" y="131"/>
                    <a:pt x="86" y="135"/>
                  </a:cubicBezTo>
                  <a:cubicBezTo>
                    <a:pt x="90" y="138"/>
                    <a:pt x="91" y="143"/>
                    <a:pt x="88" y="148"/>
                  </a:cubicBezTo>
                  <a:cubicBezTo>
                    <a:pt x="87" y="149"/>
                    <a:pt x="85" y="151"/>
                    <a:pt x="83" y="152"/>
                  </a:cubicBezTo>
                  <a:cubicBezTo>
                    <a:pt x="80" y="152"/>
                    <a:pt x="78" y="152"/>
                    <a:pt x="76" y="150"/>
                  </a:cubicBezTo>
                  <a:cubicBezTo>
                    <a:pt x="70" y="147"/>
                    <a:pt x="64" y="144"/>
                    <a:pt x="58" y="141"/>
                  </a:cubicBezTo>
                  <a:cubicBezTo>
                    <a:pt x="55" y="139"/>
                    <a:pt x="53" y="138"/>
                    <a:pt x="51" y="136"/>
                  </a:cubicBezTo>
                  <a:cubicBezTo>
                    <a:pt x="49" y="135"/>
                    <a:pt x="48" y="134"/>
                    <a:pt x="47" y="134"/>
                  </a:cubicBezTo>
                  <a:cubicBezTo>
                    <a:pt x="46" y="134"/>
                    <a:pt x="45" y="135"/>
                    <a:pt x="45" y="135"/>
                  </a:cubicBezTo>
                  <a:cubicBezTo>
                    <a:pt x="45" y="136"/>
                    <a:pt x="45" y="136"/>
                    <a:pt x="44" y="137"/>
                  </a:cubicBezTo>
                  <a:lnTo>
                    <a:pt x="45" y="136"/>
                  </a:lnTo>
                  <a:cubicBezTo>
                    <a:pt x="44" y="137"/>
                    <a:pt x="44" y="138"/>
                    <a:pt x="43" y="138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1" y="141"/>
                    <a:pt x="39" y="143"/>
                    <a:pt x="37" y="146"/>
                  </a:cubicBezTo>
                  <a:cubicBezTo>
                    <a:pt x="34" y="149"/>
                    <a:pt x="30" y="151"/>
                    <a:pt x="27" y="153"/>
                  </a:cubicBezTo>
                  <a:cubicBezTo>
                    <a:pt x="24" y="153"/>
                    <a:pt x="22" y="154"/>
                    <a:pt x="20" y="154"/>
                  </a:cubicBezTo>
                  <a:cubicBezTo>
                    <a:pt x="18" y="154"/>
                    <a:pt x="16" y="154"/>
                    <a:pt x="14" y="1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2" name="Google Shape;3862;p47"/>
            <p:cNvSpPr/>
            <p:nvPr/>
          </p:nvSpPr>
          <p:spPr>
            <a:xfrm>
              <a:off x="3904560" y="4920840"/>
              <a:ext cx="22680" cy="42120"/>
            </a:xfrm>
            <a:custGeom>
              <a:avLst/>
              <a:gdLst/>
              <a:ahLst/>
              <a:cxnLst/>
              <a:rect l="l" t="t" r="r" b="b"/>
              <a:pathLst>
                <a:path w="63" h="117" extrusionOk="0">
                  <a:moveTo>
                    <a:pt x="43" y="112"/>
                  </a:moveTo>
                  <a:cubicBezTo>
                    <a:pt x="35" y="97"/>
                    <a:pt x="26" y="82"/>
                    <a:pt x="18" y="67"/>
                  </a:cubicBezTo>
                  <a:cubicBezTo>
                    <a:pt x="14" y="59"/>
                    <a:pt x="11" y="51"/>
                    <a:pt x="8" y="43"/>
                  </a:cubicBezTo>
                  <a:cubicBezTo>
                    <a:pt x="6" y="39"/>
                    <a:pt x="4" y="35"/>
                    <a:pt x="3" y="31"/>
                  </a:cubicBezTo>
                  <a:cubicBezTo>
                    <a:pt x="2" y="26"/>
                    <a:pt x="1" y="21"/>
                    <a:pt x="0" y="16"/>
                  </a:cubicBezTo>
                  <a:cubicBezTo>
                    <a:pt x="0" y="14"/>
                    <a:pt x="0" y="11"/>
                    <a:pt x="1" y="10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6" y="1"/>
                    <a:pt x="10" y="0"/>
                    <a:pt x="13" y="1"/>
                  </a:cubicBezTo>
                  <a:lnTo>
                    <a:pt x="14" y="1"/>
                  </a:lnTo>
                  <a:lnTo>
                    <a:pt x="13" y="1"/>
                  </a:lnTo>
                  <a:cubicBezTo>
                    <a:pt x="18" y="2"/>
                    <a:pt x="21" y="7"/>
                    <a:pt x="21" y="11"/>
                  </a:cubicBezTo>
                  <a:cubicBezTo>
                    <a:pt x="21" y="13"/>
                    <a:pt x="20" y="14"/>
                    <a:pt x="19" y="15"/>
                  </a:cubicBezTo>
                  <a:cubicBezTo>
                    <a:pt x="20" y="17"/>
                    <a:pt x="20" y="18"/>
                    <a:pt x="20" y="20"/>
                  </a:cubicBezTo>
                  <a:cubicBezTo>
                    <a:pt x="20" y="23"/>
                    <a:pt x="21" y="27"/>
                    <a:pt x="23" y="29"/>
                  </a:cubicBezTo>
                  <a:cubicBezTo>
                    <a:pt x="24" y="36"/>
                    <a:pt x="27" y="42"/>
                    <a:pt x="30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51"/>
                    <a:pt x="32" y="55"/>
                    <a:pt x="35" y="59"/>
                  </a:cubicBezTo>
                  <a:cubicBezTo>
                    <a:pt x="37" y="64"/>
                    <a:pt x="40" y="70"/>
                    <a:pt x="42" y="74"/>
                  </a:cubicBezTo>
                  <a:cubicBezTo>
                    <a:pt x="48" y="84"/>
                    <a:pt x="53" y="94"/>
                    <a:pt x="59" y="103"/>
                  </a:cubicBezTo>
                  <a:cubicBezTo>
                    <a:pt x="62" y="107"/>
                    <a:pt x="60" y="113"/>
                    <a:pt x="56" y="115"/>
                  </a:cubicBezTo>
                  <a:cubicBezTo>
                    <a:pt x="55" y="116"/>
                    <a:pt x="53" y="116"/>
                    <a:pt x="52" y="116"/>
                  </a:cubicBezTo>
                  <a:cubicBezTo>
                    <a:pt x="48" y="116"/>
                    <a:pt x="45" y="114"/>
                    <a:pt x="43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3" name="Google Shape;3863;p47"/>
            <p:cNvSpPr/>
            <p:nvPr/>
          </p:nvSpPr>
          <p:spPr>
            <a:xfrm>
              <a:off x="3902040" y="4926960"/>
              <a:ext cx="38160" cy="51120"/>
            </a:xfrm>
            <a:custGeom>
              <a:avLst/>
              <a:gdLst/>
              <a:ahLst/>
              <a:cxnLst/>
              <a:rect l="l" t="t" r="r" b="b"/>
              <a:pathLst>
                <a:path w="106" h="142" extrusionOk="0">
                  <a:moveTo>
                    <a:pt x="6" y="140"/>
                  </a:moveTo>
                  <a:cubicBezTo>
                    <a:pt x="2" y="138"/>
                    <a:pt x="0" y="133"/>
                    <a:pt x="2" y="129"/>
                  </a:cubicBezTo>
                  <a:cubicBezTo>
                    <a:pt x="6" y="119"/>
                    <a:pt x="10" y="109"/>
                    <a:pt x="15" y="99"/>
                  </a:cubicBezTo>
                  <a:cubicBezTo>
                    <a:pt x="18" y="90"/>
                    <a:pt x="23" y="82"/>
                    <a:pt x="28" y="74"/>
                  </a:cubicBezTo>
                  <a:cubicBezTo>
                    <a:pt x="34" y="65"/>
                    <a:pt x="39" y="57"/>
                    <a:pt x="44" y="49"/>
                  </a:cubicBezTo>
                  <a:cubicBezTo>
                    <a:pt x="48" y="44"/>
                    <a:pt x="50" y="40"/>
                    <a:pt x="54" y="35"/>
                  </a:cubicBezTo>
                  <a:cubicBezTo>
                    <a:pt x="57" y="30"/>
                    <a:pt x="60" y="26"/>
                    <a:pt x="64" y="22"/>
                  </a:cubicBezTo>
                  <a:cubicBezTo>
                    <a:pt x="65" y="20"/>
                    <a:pt x="67" y="18"/>
                    <a:pt x="69" y="16"/>
                  </a:cubicBezTo>
                  <a:cubicBezTo>
                    <a:pt x="72" y="13"/>
                    <a:pt x="75" y="10"/>
                    <a:pt x="78" y="7"/>
                  </a:cubicBezTo>
                  <a:cubicBezTo>
                    <a:pt x="82" y="4"/>
                    <a:pt x="85" y="1"/>
                    <a:pt x="89" y="1"/>
                  </a:cubicBezTo>
                  <a:cubicBezTo>
                    <a:pt x="92" y="0"/>
                    <a:pt x="94" y="0"/>
                    <a:pt x="97" y="1"/>
                  </a:cubicBezTo>
                  <a:cubicBezTo>
                    <a:pt x="102" y="3"/>
                    <a:pt x="105" y="8"/>
                    <a:pt x="103" y="13"/>
                  </a:cubicBezTo>
                  <a:cubicBezTo>
                    <a:pt x="102" y="18"/>
                    <a:pt x="97" y="21"/>
                    <a:pt x="92" y="20"/>
                  </a:cubicBezTo>
                  <a:cubicBezTo>
                    <a:pt x="91" y="21"/>
                    <a:pt x="91" y="21"/>
                    <a:pt x="90" y="22"/>
                  </a:cubicBezTo>
                  <a:cubicBezTo>
                    <a:pt x="87" y="24"/>
                    <a:pt x="84" y="27"/>
                    <a:pt x="81" y="30"/>
                  </a:cubicBezTo>
                  <a:cubicBezTo>
                    <a:pt x="77" y="35"/>
                    <a:pt x="73" y="40"/>
                    <a:pt x="69" y="45"/>
                  </a:cubicBezTo>
                  <a:lnTo>
                    <a:pt x="69" y="44"/>
                  </a:lnTo>
                  <a:cubicBezTo>
                    <a:pt x="66" y="49"/>
                    <a:pt x="62" y="54"/>
                    <a:pt x="59" y="58"/>
                  </a:cubicBezTo>
                  <a:cubicBezTo>
                    <a:pt x="56" y="63"/>
                    <a:pt x="53" y="67"/>
                    <a:pt x="50" y="71"/>
                  </a:cubicBezTo>
                  <a:cubicBezTo>
                    <a:pt x="45" y="79"/>
                    <a:pt x="40" y="87"/>
                    <a:pt x="35" y="95"/>
                  </a:cubicBezTo>
                  <a:cubicBezTo>
                    <a:pt x="34" y="99"/>
                    <a:pt x="32" y="102"/>
                    <a:pt x="31" y="105"/>
                  </a:cubicBezTo>
                  <a:cubicBezTo>
                    <a:pt x="29" y="108"/>
                    <a:pt x="28" y="111"/>
                    <a:pt x="26" y="114"/>
                  </a:cubicBezTo>
                  <a:cubicBezTo>
                    <a:pt x="23" y="121"/>
                    <a:pt x="20" y="129"/>
                    <a:pt x="17" y="136"/>
                  </a:cubicBezTo>
                  <a:cubicBezTo>
                    <a:pt x="16" y="139"/>
                    <a:pt x="13" y="141"/>
                    <a:pt x="9" y="141"/>
                  </a:cubicBezTo>
                  <a:cubicBezTo>
                    <a:pt x="8" y="141"/>
                    <a:pt x="7" y="141"/>
                    <a:pt x="6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4" name="Google Shape;3864;p47"/>
            <p:cNvSpPr/>
            <p:nvPr/>
          </p:nvSpPr>
          <p:spPr>
            <a:xfrm>
              <a:off x="3948120" y="4943520"/>
              <a:ext cx="50040" cy="13320"/>
            </a:xfrm>
            <a:custGeom>
              <a:avLst/>
              <a:gdLst/>
              <a:ahLst/>
              <a:cxnLst/>
              <a:rect l="l" t="t" r="r" b="b"/>
              <a:pathLst>
                <a:path w="139" h="37" extrusionOk="0">
                  <a:moveTo>
                    <a:pt x="6" y="35"/>
                  </a:moveTo>
                  <a:cubicBezTo>
                    <a:pt x="4" y="33"/>
                    <a:pt x="1" y="31"/>
                    <a:pt x="1" y="28"/>
                  </a:cubicBezTo>
                  <a:cubicBezTo>
                    <a:pt x="0" y="24"/>
                    <a:pt x="2" y="19"/>
                    <a:pt x="5" y="18"/>
                  </a:cubicBezTo>
                  <a:cubicBezTo>
                    <a:pt x="10" y="15"/>
                    <a:pt x="15" y="14"/>
                    <a:pt x="21" y="13"/>
                  </a:cubicBezTo>
                  <a:cubicBezTo>
                    <a:pt x="23" y="12"/>
                    <a:pt x="26" y="12"/>
                    <a:pt x="28" y="11"/>
                  </a:cubicBezTo>
                  <a:cubicBezTo>
                    <a:pt x="33" y="11"/>
                    <a:pt x="37" y="10"/>
                    <a:pt x="42" y="9"/>
                  </a:cubicBezTo>
                  <a:cubicBezTo>
                    <a:pt x="51" y="8"/>
                    <a:pt x="61" y="7"/>
                    <a:pt x="69" y="5"/>
                  </a:cubicBezTo>
                  <a:cubicBezTo>
                    <a:pt x="89" y="4"/>
                    <a:pt x="109" y="1"/>
                    <a:pt x="128" y="0"/>
                  </a:cubicBezTo>
                  <a:cubicBezTo>
                    <a:pt x="132" y="0"/>
                    <a:pt x="136" y="3"/>
                    <a:pt x="137" y="7"/>
                  </a:cubicBezTo>
                  <a:cubicBezTo>
                    <a:pt x="138" y="12"/>
                    <a:pt x="134" y="16"/>
                    <a:pt x="130" y="17"/>
                  </a:cubicBezTo>
                  <a:cubicBezTo>
                    <a:pt x="117" y="18"/>
                    <a:pt x="104" y="19"/>
                    <a:pt x="91" y="21"/>
                  </a:cubicBezTo>
                  <a:cubicBezTo>
                    <a:pt x="85" y="21"/>
                    <a:pt x="78" y="22"/>
                    <a:pt x="71" y="23"/>
                  </a:cubicBezTo>
                  <a:cubicBezTo>
                    <a:pt x="65" y="24"/>
                    <a:pt x="60" y="25"/>
                    <a:pt x="54" y="25"/>
                  </a:cubicBezTo>
                  <a:cubicBezTo>
                    <a:pt x="42" y="28"/>
                    <a:pt x="30" y="29"/>
                    <a:pt x="19" y="33"/>
                  </a:cubicBezTo>
                  <a:cubicBezTo>
                    <a:pt x="18" y="33"/>
                    <a:pt x="16" y="33"/>
                    <a:pt x="15" y="34"/>
                  </a:cubicBezTo>
                  <a:cubicBezTo>
                    <a:pt x="14" y="35"/>
                    <a:pt x="12" y="36"/>
                    <a:pt x="10" y="36"/>
                  </a:cubicBezTo>
                  <a:cubicBezTo>
                    <a:pt x="9" y="36"/>
                    <a:pt x="7" y="35"/>
                    <a:pt x="6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5" name="Google Shape;3865;p47"/>
            <p:cNvSpPr/>
            <p:nvPr/>
          </p:nvSpPr>
          <p:spPr>
            <a:xfrm>
              <a:off x="4006800" y="4908960"/>
              <a:ext cx="24480" cy="67680"/>
            </a:xfrm>
            <a:custGeom>
              <a:avLst/>
              <a:gdLst/>
              <a:ahLst/>
              <a:cxnLst/>
              <a:rect l="l" t="t" r="r" b="b"/>
              <a:pathLst>
                <a:path w="68" h="188" extrusionOk="0">
                  <a:moveTo>
                    <a:pt x="7" y="186"/>
                  </a:moveTo>
                  <a:cubicBezTo>
                    <a:pt x="3" y="184"/>
                    <a:pt x="0" y="179"/>
                    <a:pt x="1" y="174"/>
                  </a:cubicBezTo>
                  <a:cubicBezTo>
                    <a:pt x="7" y="155"/>
                    <a:pt x="13" y="135"/>
                    <a:pt x="18" y="115"/>
                  </a:cubicBezTo>
                  <a:cubicBezTo>
                    <a:pt x="24" y="97"/>
                    <a:pt x="28" y="78"/>
                    <a:pt x="33" y="60"/>
                  </a:cubicBezTo>
                  <a:cubicBezTo>
                    <a:pt x="35" y="50"/>
                    <a:pt x="38" y="41"/>
                    <a:pt x="40" y="32"/>
                  </a:cubicBezTo>
                  <a:cubicBezTo>
                    <a:pt x="42" y="24"/>
                    <a:pt x="45" y="16"/>
                    <a:pt x="46" y="9"/>
                  </a:cubicBezTo>
                  <a:cubicBezTo>
                    <a:pt x="47" y="3"/>
                    <a:pt x="53" y="0"/>
                    <a:pt x="59" y="1"/>
                  </a:cubicBezTo>
                  <a:cubicBezTo>
                    <a:pt x="64" y="2"/>
                    <a:pt x="67" y="9"/>
                    <a:pt x="65" y="14"/>
                  </a:cubicBezTo>
                  <a:cubicBezTo>
                    <a:pt x="59" y="32"/>
                    <a:pt x="54" y="51"/>
                    <a:pt x="49" y="69"/>
                  </a:cubicBezTo>
                  <a:cubicBezTo>
                    <a:pt x="43" y="89"/>
                    <a:pt x="39" y="108"/>
                    <a:pt x="34" y="127"/>
                  </a:cubicBezTo>
                  <a:cubicBezTo>
                    <a:pt x="28" y="145"/>
                    <a:pt x="24" y="162"/>
                    <a:pt x="19" y="180"/>
                  </a:cubicBezTo>
                  <a:cubicBezTo>
                    <a:pt x="18" y="184"/>
                    <a:pt x="14" y="187"/>
                    <a:pt x="10" y="187"/>
                  </a:cubicBezTo>
                  <a:cubicBezTo>
                    <a:pt x="9" y="187"/>
                    <a:pt x="8" y="186"/>
                    <a:pt x="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6" name="Google Shape;3866;p47"/>
            <p:cNvSpPr/>
            <p:nvPr/>
          </p:nvSpPr>
          <p:spPr>
            <a:xfrm>
              <a:off x="4023360" y="4921920"/>
              <a:ext cx="18360" cy="47880"/>
            </a:xfrm>
            <a:custGeom>
              <a:avLst/>
              <a:gdLst/>
              <a:ahLst/>
              <a:cxnLst/>
              <a:rect l="l" t="t" r="r" b="b"/>
              <a:pathLst>
                <a:path w="51" h="133" extrusionOk="0">
                  <a:moveTo>
                    <a:pt x="8" y="132"/>
                  </a:moveTo>
                  <a:cubicBezTo>
                    <a:pt x="5" y="131"/>
                    <a:pt x="4" y="130"/>
                    <a:pt x="2" y="128"/>
                  </a:cubicBezTo>
                  <a:cubicBezTo>
                    <a:pt x="0" y="125"/>
                    <a:pt x="0" y="123"/>
                    <a:pt x="1" y="120"/>
                  </a:cubicBezTo>
                  <a:cubicBezTo>
                    <a:pt x="1" y="119"/>
                    <a:pt x="1" y="118"/>
                    <a:pt x="1" y="117"/>
                  </a:cubicBezTo>
                  <a:lnTo>
                    <a:pt x="1" y="116"/>
                  </a:lnTo>
                  <a:lnTo>
                    <a:pt x="2" y="116"/>
                  </a:lnTo>
                  <a:lnTo>
                    <a:pt x="1" y="116"/>
                  </a:lnTo>
                  <a:cubicBezTo>
                    <a:pt x="5" y="99"/>
                    <a:pt x="9" y="82"/>
                    <a:pt x="12" y="65"/>
                  </a:cubicBezTo>
                  <a:cubicBezTo>
                    <a:pt x="14" y="57"/>
                    <a:pt x="16" y="50"/>
                    <a:pt x="18" y="42"/>
                  </a:cubicBezTo>
                  <a:cubicBezTo>
                    <a:pt x="19" y="36"/>
                    <a:pt x="21" y="30"/>
                    <a:pt x="22" y="24"/>
                  </a:cubicBezTo>
                  <a:cubicBezTo>
                    <a:pt x="24" y="18"/>
                    <a:pt x="26" y="14"/>
                    <a:pt x="29" y="9"/>
                  </a:cubicBezTo>
                  <a:cubicBezTo>
                    <a:pt x="30" y="6"/>
                    <a:pt x="32" y="4"/>
                    <a:pt x="35" y="2"/>
                  </a:cubicBezTo>
                  <a:lnTo>
                    <a:pt x="36" y="1"/>
                  </a:lnTo>
                  <a:cubicBezTo>
                    <a:pt x="41" y="0"/>
                    <a:pt x="47" y="3"/>
                    <a:pt x="49" y="8"/>
                  </a:cubicBezTo>
                  <a:cubicBezTo>
                    <a:pt x="50" y="12"/>
                    <a:pt x="48" y="17"/>
                    <a:pt x="45" y="18"/>
                  </a:cubicBezTo>
                  <a:cubicBezTo>
                    <a:pt x="44" y="19"/>
                    <a:pt x="44" y="20"/>
                    <a:pt x="43" y="21"/>
                  </a:cubicBezTo>
                  <a:cubicBezTo>
                    <a:pt x="43" y="23"/>
                    <a:pt x="42" y="25"/>
                    <a:pt x="41" y="26"/>
                  </a:cubicBezTo>
                  <a:cubicBezTo>
                    <a:pt x="38" y="35"/>
                    <a:pt x="36" y="43"/>
                    <a:pt x="34" y="51"/>
                  </a:cubicBezTo>
                  <a:cubicBezTo>
                    <a:pt x="28" y="75"/>
                    <a:pt x="23" y="100"/>
                    <a:pt x="19" y="124"/>
                  </a:cubicBezTo>
                  <a:cubicBezTo>
                    <a:pt x="18" y="128"/>
                    <a:pt x="14" y="132"/>
                    <a:pt x="9" y="132"/>
                  </a:cubicBezTo>
                  <a:lnTo>
                    <a:pt x="8" y="1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7" name="Google Shape;3867;p47"/>
            <p:cNvSpPr/>
            <p:nvPr/>
          </p:nvSpPr>
          <p:spPr>
            <a:xfrm>
              <a:off x="3996360" y="4901760"/>
              <a:ext cx="82800" cy="24120"/>
            </a:xfrm>
            <a:custGeom>
              <a:avLst/>
              <a:gdLst/>
              <a:ahLst/>
              <a:cxnLst/>
              <a:rect l="l" t="t" r="r" b="b"/>
              <a:pathLst>
                <a:path w="230" h="67" extrusionOk="0">
                  <a:moveTo>
                    <a:pt x="9" y="65"/>
                  </a:moveTo>
                  <a:cubicBezTo>
                    <a:pt x="6" y="63"/>
                    <a:pt x="2" y="60"/>
                    <a:pt x="1" y="57"/>
                  </a:cubicBezTo>
                  <a:cubicBezTo>
                    <a:pt x="0" y="52"/>
                    <a:pt x="1" y="46"/>
                    <a:pt x="4" y="42"/>
                  </a:cubicBezTo>
                  <a:cubicBezTo>
                    <a:pt x="12" y="32"/>
                    <a:pt x="23" y="28"/>
                    <a:pt x="35" y="24"/>
                  </a:cubicBezTo>
                  <a:cubicBezTo>
                    <a:pt x="43" y="20"/>
                    <a:pt x="53" y="18"/>
                    <a:pt x="62" y="16"/>
                  </a:cubicBezTo>
                  <a:cubicBezTo>
                    <a:pt x="68" y="15"/>
                    <a:pt x="75" y="14"/>
                    <a:pt x="81" y="12"/>
                  </a:cubicBezTo>
                  <a:cubicBezTo>
                    <a:pt x="85" y="11"/>
                    <a:pt x="89" y="11"/>
                    <a:pt x="92" y="10"/>
                  </a:cubicBezTo>
                  <a:cubicBezTo>
                    <a:pt x="96" y="10"/>
                    <a:pt x="99" y="9"/>
                    <a:pt x="102" y="9"/>
                  </a:cubicBezTo>
                  <a:cubicBezTo>
                    <a:pt x="104" y="8"/>
                    <a:pt x="106" y="8"/>
                    <a:pt x="107" y="8"/>
                  </a:cubicBezTo>
                  <a:cubicBezTo>
                    <a:pt x="112" y="8"/>
                    <a:pt x="118" y="7"/>
                    <a:pt x="123" y="7"/>
                  </a:cubicBezTo>
                  <a:cubicBezTo>
                    <a:pt x="128" y="6"/>
                    <a:pt x="132" y="6"/>
                    <a:pt x="137" y="6"/>
                  </a:cubicBezTo>
                  <a:cubicBezTo>
                    <a:pt x="164" y="4"/>
                    <a:pt x="192" y="1"/>
                    <a:pt x="220" y="0"/>
                  </a:cubicBezTo>
                  <a:cubicBezTo>
                    <a:pt x="224" y="0"/>
                    <a:pt x="228" y="3"/>
                    <a:pt x="229" y="7"/>
                  </a:cubicBezTo>
                  <a:cubicBezTo>
                    <a:pt x="229" y="11"/>
                    <a:pt x="226" y="16"/>
                    <a:pt x="222" y="16"/>
                  </a:cubicBezTo>
                  <a:cubicBezTo>
                    <a:pt x="200" y="17"/>
                    <a:pt x="178" y="19"/>
                    <a:pt x="157" y="21"/>
                  </a:cubicBezTo>
                  <a:cubicBezTo>
                    <a:pt x="148" y="21"/>
                    <a:pt x="138" y="22"/>
                    <a:pt x="128" y="23"/>
                  </a:cubicBezTo>
                  <a:cubicBezTo>
                    <a:pt x="122" y="24"/>
                    <a:pt x="116" y="24"/>
                    <a:pt x="110" y="25"/>
                  </a:cubicBezTo>
                  <a:cubicBezTo>
                    <a:pt x="106" y="25"/>
                    <a:pt x="101" y="27"/>
                    <a:pt x="97" y="27"/>
                  </a:cubicBezTo>
                  <a:cubicBezTo>
                    <a:pt x="93" y="28"/>
                    <a:pt x="90" y="28"/>
                    <a:pt x="87" y="29"/>
                  </a:cubicBezTo>
                  <a:cubicBezTo>
                    <a:pt x="82" y="30"/>
                    <a:pt x="77" y="31"/>
                    <a:pt x="72" y="32"/>
                  </a:cubicBezTo>
                  <a:cubicBezTo>
                    <a:pt x="69" y="32"/>
                    <a:pt x="67" y="33"/>
                    <a:pt x="64" y="34"/>
                  </a:cubicBezTo>
                  <a:cubicBezTo>
                    <a:pt x="59" y="35"/>
                    <a:pt x="54" y="36"/>
                    <a:pt x="49" y="38"/>
                  </a:cubicBezTo>
                  <a:cubicBezTo>
                    <a:pt x="50" y="38"/>
                    <a:pt x="50" y="38"/>
                    <a:pt x="50" y="37"/>
                  </a:cubicBezTo>
                  <a:cubicBezTo>
                    <a:pt x="44" y="39"/>
                    <a:pt x="39" y="41"/>
                    <a:pt x="33" y="43"/>
                  </a:cubicBezTo>
                  <a:cubicBezTo>
                    <a:pt x="30" y="45"/>
                    <a:pt x="28" y="46"/>
                    <a:pt x="26" y="48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2" y="50"/>
                    <a:pt x="21" y="51"/>
                  </a:cubicBezTo>
                  <a:cubicBezTo>
                    <a:pt x="23" y="53"/>
                    <a:pt x="23" y="56"/>
                    <a:pt x="22" y="59"/>
                  </a:cubicBezTo>
                  <a:cubicBezTo>
                    <a:pt x="21" y="63"/>
                    <a:pt x="17" y="66"/>
                    <a:pt x="13" y="66"/>
                  </a:cubicBezTo>
                  <a:cubicBezTo>
                    <a:pt x="12" y="66"/>
                    <a:pt x="10" y="66"/>
                    <a:pt x="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8" name="Google Shape;3868;p47"/>
            <p:cNvSpPr/>
            <p:nvPr/>
          </p:nvSpPr>
          <p:spPr>
            <a:xfrm>
              <a:off x="4047840" y="4898880"/>
              <a:ext cx="47160" cy="102960"/>
            </a:xfrm>
            <a:custGeom>
              <a:avLst/>
              <a:gdLst/>
              <a:ahLst/>
              <a:cxnLst/>
              <a:rect l="l" t="t" r="r" b="b"/>
              <a:pathLst>
                <a:path w="131" h="286" extrusionOk="0">
                  <a:moveTo>
                    <a:pt x="7" y="284"/>
                  </a:moveTo>
                  <a:cubicBezTo>
                    <a:pt x="2" y="283"/>
                    <a:pt x="0" y="277"/>
                    <a:pt x="2" y="272"/>
                  </a:cubicBezTo>
                  <a:cubicBezTo>
                    <a:pt x="10" y="253"/>
                    <a:pt x="18" y="234"/>
                    <a:pt x="25" y="215"/>
                  </a:cubicBezTo>
                  <a:cubicBezTo>
                    <a:pt x="32" y="198"/>
                    <a:pt x="39" y="182"/>
                    <a:pt x="46" y="166"/>
                  </a:cubicBezTo>
                  <a:cubicBezTo>
                    <a:pt x="62" y="128"/>
                    <a:pt x="76" y="92"/>
                    <a:pt x="92" y="54"/>
                  </a:cubicBezTo>
                  <a:cubicBezTo>
                    <a:pt x="96" y="43"/>
                    <a:pt x="101" y="31"/>
                    <a:pt x="106" y="19"/>
                  </a:cubicBezTo>
                  <a:lnTo>
                    <a:pt x="105" y="20"/>
                  </a:lnTo>
                  <a:cubicBezTo>
                    <a:pt x="107" y="16"/>
                    <a:pt x="108" y="12"/>
                    <a:pt x="109" y="8"/>
                  </a:cubicBezTo>
                  <a:cubicBezTo>
                    <a:pt x="111" y="3"/>
                    <a:pt x="116" y="0"/>
                    <a:pt x="122" y="1"/>
                  </a:cubicBezTo>
                  <a:cubicBezTo>
                    <a:pt x="126" y="3"/>
                    <a:pt x="130" y="8"/>
                    <a:pt x="128" y="13"/>
                  </a:cubicBezTo>
                  <a:cubicBezTo>
                    <a:pt x="124" y="22"/>
                    <a:pt x="121" y="31"/>
                    <a:pt x="117" y="40"/>
                  </a:cubicBezTo>
                  <a:cubicBezTo>
                    <a:pt x="113" y="49"/>
                    <a:pt x="110" y="57"/>
                    <a:pt x="106" y="66"/>
                  </a:cubicBezTo>
                  <a:cubicBezTo>
                    <a:pt x="98" y="83"/>
                    <a:pt x="91" y="101"/>
                    <a:pt x="83" y="118"/>
                  </a:cubicBezTo>
                  <a:cubicBezTo>
                    <a:pt x="68" y="154"/>
                    <a:pt x="53" y="189"/>
                    <a:pt x="39" y="226"/>
                  </a:cubicBezTo>
                  <a:cubicBezTo>
                    <a:pt x="35" y="234"/>
                    <a:pt x="32" y="242"/>
                    <a:pt x="29" y="250"/>
                  </a:cubicBezTo>
                  <a:lnTo>
                    <a:pt x="29" y="249"/>
                  </a:lnTo>
                  <a:cubicBezTo>
                    <a:pt x="26" y="259"/>
                    <a:pt x="22" y="269"/>
                    <a:pt x="19" y="278"/>
                  </a:cubicBezTo>
                  <a:cubicBezTo>
                    <a:pt x="17" y="282"/>
                    <a:pt x="14" y="285"/>
                    <a:pt x="10" y="285"/>
                  </a:cubicBezTo>
                  <a:cubicBezTo>
                    <a:pt x="9" y="285"/>
                    <a:pt x="8" y="284"/>
                    <a:pt x="7" y="2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9" name="Google Shape;3869;p47"/>
            <p:cNvSpPr/>
            <p:nvPr/>
          </p:nvSpPr>
          <p:spPr>
            <a:xfrm>
              <a:off x="4077000" y="492624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24" y="138"/>
                  </a:moveTo>
                  <a:cubicBezTo>
                    <a:pt x="21" y="133"/>
                    <a:pt x="23" y="127"/>
                    <a:pt x="28" y="125"/>
                  </a:cubicBezTo>
                  <a:cubicBezTo>
                    <a:pt x="28" y="125"/>
                    <a:pt x="29" y="124"/>
                    <a:pt x="30" y="123"/>
                  </a:cubicBezTo>
                  <a:cubicBezTo>
                    <a:pt x="35" y="120"/>
                    <a:pt x="39" y="117"/>
                    <a:pt x="43" y="114"/>
                  </a:cubicBezTo>
                  <a:cubicBezTo>
                    <a:pt x="45" y="112"/>
                    <a:pt x="47" y="111"/>
                    <a:pt x="49" y="109"/>
                  </a:cubicBezTo>
                  <a:cubicBezTo>
                    <a:pt x="50" y="107"/>
                    <a:pt x="52" y="105"/>
                    <a:pt x="53" y="103"/>
                  </a:cubicBezTo>
                  <a:cubicBezTo>
                    <a:pt x="55" y="101"/>
                    <a:pt x="56" y="99"/>
                    <a:pt x="57" y="98"/>
                  </a:cubicBezTo>
                  <a:cubicBezTo>
                    <a:pt x="57" y="97"/>
                    <a:pt x="58" y="95"/>
                    <a:pt x="59" y="94"/>
                  </a:cubicBezTo>
                  <a:lnTo>
                    <a:pt x="59" y="93"/>
                  </a:lnTo>
                  <a:cubicBezTo>
                    <a:pt x="59" y="92"/>
                    <a:pt x="59" y="91"/>
                    <a:pt x="59" y="90"/>
                  </a:cubicBezTo>
                  <a:cubicBezTo>
                    <a:pt x="59" y="90"/>
                    <a:pt x="59" y="89"/>
                    <a:pt x="59" y="88"/>
                  </a:cubicBezTo>
                  <a:lnTo>
                    <a:pt x="59" y="89"/>
                  </a:lnTo>
                  <a:cubicBezTo>
                    <a:pt x="59" y="90"/>
                    <a:pt x="59" y="90"/>
                    <a:pt x="59" y="90"/>
                  </a:cubicBezTo>
                  <a:lnTo>
                    <a:pt x="59" y="89"/>
                  </a:lnTo>
                  <a:lnTo>
                    <a:pt x="59" y="88"/>
                  </a:lnTo>
                  <a:cubicBezTo>
                    <a:pt x="59" y="89"/>
                    <a:pt x="59" y="89"/>
                    <a:pt x="59" y="89"/>
                  </a:cubicBezTo>
                  <a:cubicBezTo>
                    <a:pt x="59" y="88"/>
                    <a:pt x="59" y="87"/>
                    <a:pt x="59" y="87"/>
                  </a:cubicBezTo>
                  <a:cubicBezTo>
                    <a:pt x="59" y="86"/>
                    <a:pt x="59" y="86"/>
                    <a:pt x="59" y="85"/>
                  </a:cubicBezTo>
                  <a:lnTo>
                    <a:pt x="59" y="84"/>
                  </a:lnTo>
                  <a:cubicBezTo>
                    <a:pt x="58" y="84"/>
                    <a:pt x="58" y="83"/>
                    <a:pt x="58" y="83"/>
                  </a:cubicBezTo>
                  <a:cubicBezTo>
                    <a:pt x="57" y="83"/>
                    <a:pt x="57" y="82"/>
                    <a:pt x="57" y="81"/>
                  </a:cubicBezTo>
                  <a:cubicBezTo>
                    <a:pt x="56" y="81"/>
                    <a:pt x="56" y="81"/>
                    <a:pt x="56" y="80"/>
                  </a:cubicBezTo>
                  <a:lnTo>
                    <a:pt x="55" y="80"/>
                  </a:lnTo>
                  <a:lnTo>
                    <a:pt x="55" y="79"/>
                  </a:lnTo>
                  <a:cubicBezTo>
                    <a:pt x="53" y="79"/>
                    <a:pt x="53" y="78"/>
                    <a:pt x="52" y="77"/>
                  </a:cubicBezTo>
                  <a:cubicBezTo>
                    <a:pt x="51" y="77"/>
                    <a:pt x="50" y="77"/>
                    <a:pt x="49" y="77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4" y="75"/>
                    <a:pt x="43" y="75"/>
                    <a:pt x="42" y="75"/>
                  </a:cubicBezTo>
                  <a:cubicBezTo>
                    <a:pt x="39" y="74"/>
                    <a:pt x="35" y="75"/>
                    <a:pt x="32" y="74"/>
                  </a:cubicBezTo>
                  <a:cubicBezTo>
                    <a:pt x="28" y="73"/>
                    <a:pt x="25" y="69"/>
                    <a:pt x="25" y="63"/>
                  </a:cubicBezTo>
                  <a:cubicBezTo>
                    <a:pt x="25" y="60"/>
                    <a:pt x="27" y="56"/>
                    <a:pt x="29" y="53"/>
                  </a:cubicBezTo>
                  <a:cubicBezTo>
                    <a:pt x="31" y="52"/>
                    <a:pt x="31" y="50"/>
                    <a:pt x="32" y="48"/>
                  </a:cubicBezTo>
                  <a:cubicBezTo>
                    <a:pt x="34" y="45"/>
                    <a:pt x="36" y="41"/>
                    <a:pt x="38" y="38"/>
                  </a:cubicBezTo>
                  <a:cubicBezTo>
                    <a:pt x="38" y="37"/>
                    <a:pt x="38" y="36"/>
                    <a:pt x="38" y="35"/>
                  </a:cubicBezTo>
                  <a:cubicBezTo>
                    <a:pt x="39" y="34"/>
                    <a:pt x="39" y="32"/>
                    <a:pt x="39" y="31"/>
                  </a:cubicBezTo>
                  <a:cubicBezTo>
                    <a:pt x="39" y="30"/>
                    <a:pt x="39" y="29"/>
                    <a:pt x="39" y="27"/>
                  </a:cubicBezTo>
                  <a:lnTo>
                    <a:pt x="39" y="26"/>
                  </a:lnTo>
                  <a:cubicBezTo>
                    <a:pt x="39" y="25"/>
                    <a:pt x="39" y="25"/>
                    <a:pt x="39" y="25"/>
                  </a:cubicBezTo>
                  <a:cubicBezTo>
                    <a:pt x="39" y="24"/>
                    <a:pt x="38" y="24"/>
                    <a:pt x="38" y="24"/>
                  </a:cubicBezTo>
                  <a:lnTo>
                    <a:pt x="39" y="24"/>
                  </a:lnTo>
                  <a:lnTo>
                    <a:pt x="38" y="24"/>
                  </a:lnTo>
                  <a:lnTo>
                    <a:pt x="39" y="24"/>
                  </a:lnTo>
                  <a:cubicBezTo>
                    <a:pt x="39" y="25"/>
                    <a:pt x="39" y="25"/>
                    <a:pt x="39" y="25"/>
                  </a:cubicBezTo>
                  <a:lnTo>
                    <a:pt x="38" y="24"/>
                  </a:lnTo>
                  <a:lnTo>
                    <a:pt x="38" y="23"/>
                  </a:lnTo>
                  <a:cubicBezTo>
                    <a:pt x="38" y="23"/>
                    <a:pt x="37" y="22"/>
                    <a:pt x="36" y="21"/>
                  </a:cubicBezTo>
                  <a:lnTo>
                    <a:pt x="37" y="22"/>
                  </a:lnTo>
                  <a:cubicBezTo>
                    <a:pt x="36" y="22"/>
                    <a:pt x="36" y="21"/>
                    <a:pt x="36" y="21"/>
                  </a:cubicBezTo>
                  <a:cubicBezTo>
                    <a:pt x="35" y="21"/>
                    <a:pt x="35" y="21"/>
                    <a:pt x="35" y="20"/>
                  </a:cubicBezTo>
                  <a:lnTo>
                    <a:pt x="34" y="20"/>
                  </a:ln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1" y="21"/>
                    <a:pt x="30" y="21"/>
                  </a:cubicBezTo>
                  <a:cubicBezTo>
                    <a:pt x="29" y="22"/>
                    <a:pt x="28" y="22"/>
                    <a:pt x="27" y="23"/>
                  </a:cubicBezTo>
                  <a:lnTo>
                    <a:pt x="26" y="24"/>
                  </a:lnTo>
                  <a:cubicBezTo>
                    <a:pt x="25" y="24"/>
                    <a:pt x="24" y="25"/>
                    <a:pt x="23" y="26"/>
                  </a:cubicBezTo>
                  <a:cubicBezTo>
                    <a:pt x="23" y="27"/>
                    <a:pt x="22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9"/>
                  </a:cubicBezTo>
                  <a:cubicBezTo>
                    <a:pt x="21" y="30"/>
                    <a:pt x="21" y="30"/>
                    <a:pt x="21" y="30"/>
                  </a:cubicBezTo>
                  <a:lnTo>
                    <a:pt x="21" y="31"/>
                  </a:lnTo>
                  <a:cubicBezTo>
                    <a:pt x="20" y="36"/>
                    <a:pt x="14" y="39"/>
                    <a:pt x="9" y="38"/>
                  </a:cubicBezTo>
                  <a:cubicBezTo>
                    <a:pt x="4" y="36"/>
                    <a:pt x="0" y="30"/>
                    <a:pt x="3" y="25"/>
                  </a:cubicBezTo>
                  <a:lnTo>
                    <a:pt x="3" y="24"/>
                  </a:lnTo>
                  <a:cubicBezTo>
                    <a:pt x="3" y="23"/>
                    <a:pt x="4" y="21"/>
                    <a:pt x="4" y="20"/>
                  </a:cubicBezTo>
                  <a:cubicBezTo>
                    <a:pt x="6" y="17"/>
                    <a:pt x="8" y="15"/>
                    <a:pt x="10" y="13"/>
                  </a:cubicBezTo>
                  <a:cubicBezTo>
                    <a:pt x="14" y="8"/>
                    <a:pt x="20" y="5"/>
                    <a:pt x="25" y="3"/>
                  </a:cubicBezTo>
                  <a:cubicBezTo>
                    <a:pt x="31" y="0"/>
                    <a:pt x="38" y="0"/>
                    <a:pt x="43" y="3"/>
                  </a:cubicBezTo>
                  <a:cubicBezTo>
                    <a:pt x="49" y="6"/>
                    <a:pt x="53" y="12"/>
                    <a:pt x="56" y="17"/>
                  </a:cubicBezTo>
                  <a:cubicBezTo>
                    <a:pt x="58" y="24"/>
                    <a:pt x="58" y="30"/>
                    <a:pt x="57" y="37"/>
                  </a:cubicBezTo>
                  <a:cubicBezTo>
                    <a:pt x="56" y="42"/>
                    <a:pt x="53" y="47"/>
                    <a:pt x="51" y="52"/>
                  </a:cubicBezTo>
                  <a:cubicBezTo>
                    <a:pt x="50" y="54"/>
                    <a:pt x="50" y="56"/>
                    <a:pt x="49" y="57"/>
                  </a:cubicBezTo>
                  <a:cubicBezTo>
                    <a:pt x="49" y="58"/>
                    <a:pt x="50" y="58"/>
                    <a:pt x="50" y="58"/>
                  </a:cubicBezTo>
                  <a:cubicBezTo>
                    <a:pt x="57" y="59"/>
                    <a:pt x="63" y="62"/>
                    <a:pt x="68" y="66"/>
                  </a:cubicBezTo>
                  <a:cubicBezTo>
                    <a:pt x="78" y="75"/>
                    <a:pt x="81" y="90"/>
                    <a:pt x="75" y="102"/>
                  </a:cubicBezTo>
                  <a:cubicBezTo>
                    <a:pt x="73" y="108"/>
                    <a:pt x="69" y="114"/>
                    <a:pt x="64" y="119"/>
                  </a:cubicBezTo>
                  <a:cubicBezTo>
                    <a:pt x="61" y="123"/>
                    <a:pt x="57" y="127"/>
                    <a:pt x="52" y="130"/>
                  </a:cubicBezTo>
                  <a:cubicBezTo>
                    <a:pt x="48" y="134"/>
                    <a:pt x="42" y="139"/>
                    <a:pt x="36" y="142"/>
                  </a:cubicBezTo>
                  <a:cubicBezTo>
                    <a:pt x="35" y="143"/>
                    <a:pt x="34" y="143"/>
                    <a:pt x="32" y="143"/>
                  </a:cubicBezTo>
                  <a:cubicBezTo>
                    <a:pt x="29" y="143"/>
                    <a:pt x="25" y="141"/>
                    <a:pt x="24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0" name="Google Shape;3870;p47"/>
            <p:cNvSpPr/>
            <p:nvPr/>
          </p:nvSpPr>
          <p:spPr>
            <a:xfrm>
              <a:off x="4115160" y="4883040"/>
              <a:ext cx="22680" cy="127800"/>
            </a:xfrm>
            <a:custGeom>
              <a:avLst/>
              <a:gdLst/>
              <a:ahLst/>
              <a:cxnLst/>
              <a:rect l="l" t="t" r="r" b="b"/>
              <a:pathLst>
                <a:path w="63" h="355" extrusionOk="0">
                  <a:moveTo>
                    <a:pt x="4" y="352"/>
                  </a:moveTo>
                  <a:cubicBezTo>
                    <a:pt x="0" y="349"/>
                    <a:pt x="0" y="343"/>
                    <a:pt x="3" y="339"/>
                  </a:cubicBezTo>
                  <a:cubicBezTo>
                    <a:pt x="4" y="338"/>
                    <a:pt x="5" y="337"/>
                    <a:pt x="6" y="335"/>
                  </a:cubicBezTo>
                  <a:cubicBezTo>
                    <a:pt x="6" y="334"/>
                    <a:pt x="7" y="334"/>
                    <a:pt x="7" y="333"/>
                  </a:cubicBezTo>
                  <a:lnTo>
                    <a:pt x="8" y="333"/>
                  </a:lnTo>
                  <a:cubicBezTo>
                    <a:pt x="8" y="332"/>
                    <a:pt x="8" y="332"/>
                    <a:pt x="8" y="332"/>
                  </a:cubicBezTo>
                  <a:cubicBezTo>
                    <a:pt x="8" y="332"/>
                    <a:pt x="9" y="332"/>
                    <a:pt x="9" y="331"/>
                  </a:cubicBezTo>
                  <a:cubicBezTo>
                    <a:pt x="13" y="324"/>
                    <a:pt x="17" y="318"/>
                    <a:pt x="21" y="311"/>
                  </a:cubicBezTo>
                  <a:cubicBezTo>
                    <a:pt x="24" y="306"/>
                    <a:pt x="26" y="300"/>
                    <a:pt x="28" y="295"/>
                  </a:cubicBezTo>
                  <a:cubicBezTo>
                    <a:pt x="31" y="289"/>
                    <a:pt x="32" y="283"/>
                    <a:pt x="34" y="277"/>
                  </a:cubicBezTo>
                  <a:cubicBezTo>
                    <a:pt x="35" y="271"/>
                    <a:pt x="36" y="266"/>
                    <a:pt x="37" y="260"/>
                  </a:cubicBezTo>
                  <a:cubicBezTo>
                    <a:pt x="38" y="256"/>
                    <a:pt x="39" y="250"/>
                    <a:pt x="40" y="246"/>
                  </a:cubicBezTo>
                  <a:cubicBezTo>
                    <a:pt x="41" y="242"/>
                    <a:pt x="41" y="238"/>
                    <a:pt x="42" y="233"/>
                  </a:cubicBezTo>
                  <a:cubicBezTo>
                    <a:pt x="42" y="228"/>
                    <a:pt x="43" y="222"/>
                    <a:pt x="44" y="217"/>
                  </a:cubicBezTo>
                  <a:cubicBezTo>
                    <a:pt x="44" y="213"/>
                    <a:pt x="44" y="208"/>
                    <a:pt x="44" y="205"/>
                  </a:cubicBezTo>
                  <a:cubicBezTo>
                    <a:pt x="44" y="201"/>
                    <a:pt x="45" y="197"/>
                    <a:pt x="45" y="192"/>
                  </a:cubicBezTo>
                  <a:cubicBezTo>
                    <a:pt x="45" y="183"/>
                    <a:pt x="45" y="175"/>
                    <a:pt x="45" y="166"/>
                  </a:cubicBezTo>
                  <a:cubicBezTo>
                    <a:pt x="45" y="161"/>
                    <a:pt x="44" y="157"/>
                    <a:pt x="44" y="151"/>
                  </a:cubicBezTo>
                  <a:cubicBezTo>
                    <a:pt x="44" y="148"/>
                    <a:pt x="44" y="144"/>
                    <a:pt x="44" y="140"/>
                  </a:cubicBezTo>
                  <a:cubicBezTo>
                    <a:pt x="42" y="130"/>
                    <a:pt x="42" y="120"/>
                    <a:pt x="41" y="110"/>
                  </a:cubicBezTo>
                  <a:cubicBezTo>
                    <a:pt x="38" y="90"/>
                    <a:pt x="35" y="70"/>
                    <a:pt x="33" y="49"/>
                  </a:cubicBezTo>
                  <a:cubicBezTo>
                    <a:pt x="33" y="45"/>
                    <a:pt x="32" y="40"/>
                    <a:pt x="31" y="35"/>
                  </a:cubicBezTo>
                  <a:cubicBezTo>
                    <a:pt x="31" y="30"/>
                    <a:pt x="31" y="24"/>
                    <a:pt x="31" y="17"/>
                  </a:cubicBezTo>
                  <a:cubicBezTo>
                    <a:pt x="31" y="13"/>
                    <a:pt x="33" y="9"/>
                    <a:pt x="35" y="5"/>
                  </a:cubicBezTo>
                  <a:cubicBezTo>
                    <a:pt x="38" y="2"/>
                    <a:pt x="41" y="0"/>
                    <a:pt x="46" y="0"/>
                  </a:cubicBezTo>
                  <a:cubicBezTo>
                    <a:pt x="51" y="0"/>
                    <a:pt x="56" y="3"/>
                    <a:pt x="56" y="9"/>
                  </a:cubicBezTo>
                  <a:cubicBezTo>
                    <a:pt x="56" y="13"/>
                    <a:pt x="54" y="17"/>
                    <a:pt x="50" y="19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1" y="45"/>
                    <a:pt x="52" y="57"/>
                    <a:pt x="53" y="69"/>
                  </a:cubicBezTo>
                  <a:cubicBezTo>
                    <a:pt x="54" y="79"/>
                    <a:pt x="55" y="89"/>
                    <a:pt x="56" y="99"/>
                  </a:cubicBezTo>
                  <a:cubicBezTo>
                    <a:pt x="58" y="109"/>
                    <a:pt x="59" y="120"/>
                    <a:pt x="59" y="130"/>
                  </a:cubicBezTo>
                  <a:cubicBezTo>
                    <a:pt x="61" y="141"/>
                    <a:pt x="61" y="151"/>
                    <a:pt x="61" y="161"/>
                  </a:cubicBezTo>
                  <a:cubicBezTo>
                    <a:pt x="62" y="172"/>
                    <a:pt x="62" y="182"/>
                    <a:pt x="61" y="192"/>
                  </a:cubicBezTo>
                  <a:cubicBezTo>
                    <a:pt x="61" y="196"/>
                    <a:pt x="61" y="200"/>
                    <a:pt x="61" y="204"/>
                  </a:cubicBezTo>
                  <a:cubicBezTo>
                    <a:pt x="61" y="209"/>
                    <a:pt x="61" y="214"/>
                    <a:pt x="60" y="219"/>
                  </a:cubicBezTo>
                  <a:cubicBezTo>
                    <a:pt x="59" y="229"/>
                    <a:pt x="58" y="238"/>
                    <a:pt x="56" y="248"/>
                  </a:cubicBezTo>
                  <a:cubicBezTo>
                    <a:pt x="56" y="253"/>
                    <a:pt x="55" y="258"/>
                    <a:pt x="54" y="263"/>
                  </a:cubicBezTo>
                  <a:cubicBezTo>
                    <a:pt x="53" y="268"/>
                    <a:pt x="52" y="274"/>
                    <a:pt x="51" y="280"/>
                  </a:cubicBezTo>
                  <a:cubicBezTo>
                    <a:pt x="49" y="284"/>
                    <a:pt x="48" y="288"/>
                    <a:pt x="47" y="292"/>
                  </a:cubicBezTo>
                  <a:cubicBezTo>
                    <a:pt x="45" y="298"/>
                    <a:pt x="44" y="303"/>
                    <a:pt x="41" y="309"/>
                  </a:cubicBezTo>
                  <a:cubicBezTo>
                    <a:pt x="38" y="315"/>
                    <a:pt x="35" y="321"/>
                    <a:pt x="32" y="327"/>
                  </a:cubicBezTo>
                  <a:cubicBezTo>
                    <a:pt x="28" y="335"/>
                    <a:pt x="23" y="344"/>
                    <a:pt x="17" y="351"/>
                  </a:cubicBezTo>
                  <a:cubicBezTo>
                    <a:pt x="16" y="353"/>
                    <a:pt x="13" y="354"/>
                    <a:pt x="10" y="354"/>
                  </a:cubicBezTo>
                  <a:cubicBezTo>
                    <a:pt x="8" y="354"/>
                    <a:pt x="6" y="354"/>
                    <a:pt x="4" y="3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1" name="Google Shape;3871;p47"/>
            <p:cNvSpPr/>
            <p:nvPr/>
          </p:nvSpPr>
          <p:spPr>
            <a:xfrm>
              <a:off x="4160880" y="4941000"/>
              <a:ext cx="27360" cy="10080"/>
            </a:xfrm>
            <a:custGeom>
              <a:avLst/>
              <a:gdLst/>
              <a:ahLst/>
              <a:cxnLst/>
              <a:rect l="l" t="t" r="r" b="b"/>
              <a:pathLst>
                <a:path w="76" h="28" extrusionOk="0">
                  <a:moveTo>
                    <a:pt x="17" y="26"/>
                  </a:moveTo>
                  <a:cubicBezTo>
                    <a:pt x="11" y="25"/>
                    <a:pt x="4" y="24"/>
                    <a:pt x="2" y="18"/>
                  </a:cubicBezTo>
                  <a:cubicBezTo>
                    <a:pt x="0" y="12"/>
                    <a:pt x="3" y="7"/>
                    <a:pt x="7" y="5"/>
                  </a:cubicBezTo>
                  <a:cubicBezTo>
                    <a:pt x="9" y="5"/>
                    <a:pt x="10" y="4"/>
                    <a:pt x="12" y="4"/>
                  </a:cubicBezTo>
                  <a:cubicBezTo>
                    <a:pt x="15" y="4"/>
                    <a:pt x="17" y="5"/>
                    <a:pt x="19" y="7"/>
                  </a:cubicBezTo>
                  <a:cubicBezTo>
                    <a:pt x="21" y="8"/>
                    <a:pt x="24" y="8"/>
                    <a:pt x="27" y="8"/>
                  </a:cubicBezTo>
                  <a:lnTo>
                    <a:pt x="28" y="8"/>
                  </a:lnTo>
                  <a:lnTo>
                    <a:pt x="27" y="8"/>
                  </a:lnTo>
                  <a:cubicBezTo>
                    <a:pt x="29" y="8"/>
                    <a:pt x="31" y="9"/>
                    <a:pt x="33" y="8"/>
                  </a:cubicBezTo>
                  <a:cubicBezTo>
                    <a:pt x="35" y="8"/>
                    <a:pt x="37" y="8"/>
                    <a:pt x="39" y="8"/>
                  </a:cubicBezTo>
                  <a:cubicBezTo>
                    <a:pt x="43" y="7"/>
                    <a:pt x="47" y="6"/>
                    <a:pt x="51" y="5"/>
                  </a:cubicBezTo>
                  <a:cubicBezTo>
                    <a:pt x="55" y="4"/>
                    <a:pt x="58" y="3"/>
                    <a:pt x="62" y="1"/>
                  </a:cubicBezTo>
                  <a:cubicBezTo>
                    <a:pt x="66" y="0"/>
                    <a:pt x="71" y="2"/>
                    <a:pt x="73" y="7"/>
                  </a:cubicBezTo>
                  <a:cubicBezTo>
                    <a:pt x="75" y="11"/>
                    <a:pt x="73" y="17"/>
                    <a:pt x="68" y="18"/>
                  </a:cubicBezTo>
                  <a:cubicBezTo>
                    <a:pt x="59" y="22"/>
                    <a:pt x="50" y="25"/>
                    <a:pt x="41" y="26"/>
                  </a:cubicBezTo>
                  <a:cubicBezTo>
                    <a:pt x="38" y="27"/>
                    <a:pt x="34" y="27"/>
                    <a:pt x="31" y="27"/>
                  </a:cubicBezTo>
                  <a:cubicBezTo>
                    <a:pt x="27" y="27"/>
                    <a:pt x="22" y="27"/>
                    <a:pt x="17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2" name="Google Shape;3872;p47"/>
            <p:cNvSpPr/>
            <p:nvPr/>
          </p:nvSpPr>
          <p:spPr>
            <a:xfrm>
              <a:off x="4172040" y="4919400"/>
              <a:ext cx="11880" cy="45000"/>
            </a:xfrm>
            <a:custGeom>
              <a:avLst/>
              <a:gdLst/>
              <a:ahLst/>
              <a:cxnLst/>
              <a:rect l="l" t="t" r="r" b="b"/>
              <a:pathLst>
                <a:path w="33" h="125" extrusionOk="0">
                  <a:moveTo>
                    <a:pt x="9" y="124"/>
                  </a:moveTo>
                  <a:cubicBezTo>
                    <a:pt x="4" y="124"/>
                    <a:pt x="0" y="120"/>
                    <a:pt x="0" y="115"/>
                  </a:cubicBezTo>
                  <a:cubicBezTo>
                    <a:pt x="0" y="106"/>
                    <a:pt x="0" y="96"/>
                    <a:pt x="0" y="87"/>
                  </a:cubicBezTo>
                  <a:cubicBezTo>
                    <a:pt x="0" y="78"/>
                    <a:pt x="1" y="69"/>
                    <a:pt x="1" y="60"/>
                  </a:cubicBezTo>
                  <a:cubicBezTo>
                    <a:pt x="3" y="42"/>
                    <a:pt x="5" y="24"/>
                    <a:pt x="12" y="7"/>
                  </a:cubicBezTo>
                  <a:cubicBezTo>
                    <a:pt x="14" y="3"/>
                    <a:pt x="18" y="0"/>
                    <a:pt x="24" y="1"/>
                  </a:cubicBezTo>
                  <a:cubicBezTo>
                    <a:pt x="29" y="3"/>
                    <a:pt x="32" y="9"/>
                    <a:pt x="29" y="14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8" y="20"/>
                    <a:pt x="26" y="24"/>
                    <a:pt x="25" y="28"/>
                  </a:cubicBezTo>
                  <a:cubicBezTo>
                    <a:pt x="25" y="31"/>
                    <a:pt x="24" y="33"/>
                    <a:pt x="23" y="36"/>
                  </a:cubicBezTo>
                  <a:cubicBezTo>
                    <a:pt x="22" y="39"/>
                    <a:pt x="22" y="42"/>
                    <a:pt x="22" y="46"/>
                  </a:cubicBezTo>
                  <a:cubicBezTo>
                    <a:pt x="21" y="51"/>
                    <a:pt x="20" y="57"/>
                    <a:pt x="19" y="63"/>
                  </a:cubicBezTo>
                  <a:cubicBezTo>
                    <a:pt x="19" y="71"/>
                    <a:pt x="18" y="79"/>
                    <a:pt x="18" y="88"/>
                  </a:cubicBezTo>
                  <a:cubicBezTo>
                    <a:pt x="18" y="97"/>
                    <a:pt x="18" y="106"/>
                    <a:pt x="18" y="116"/>
                  </a:cubicBezTo>
                  <a:cubicBezTo>
                    <a:pt x="18" y="120"/>
                    <a:pt x="14" y="124"/>
                    <a:pt x="9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3" name="Google Shape;3873;p47"/>
            <p:cNvSpPr/>
            <p:nvPr/>
          </p:nvSpPr>
          <p:spPr>
            <a:xfrm>
              <a:off x="4203720" y="4896720"/>
              <a:ext cx="30240" cy="78480"/>
            </a:xfrm>
            <a:custGeom>
              <a:avLst/>
              <a:gdLst/>
              <a:ahLst/>
              <a:cxnLst/>
              <a:rect l="l" t="t" r="r" b="b"/>
              <a:pathLst>
                <a:path w="84" h="218" extrusionOk="0">
                  <a:moveTo>
                    <a:pt x="21" y="217"/>
                  </a:moveTo>
                  <a:cubicBezTo>
                    <a:pt x="19" y="217"/>
                    <a:pt x="16" y="216"/>
                    <a:pt x="14" y="214"/>
                  </a:cubicBezTo>
                  <a:cubicBezTo>
                    <a:pt x="13" y="212"/>
                    <a:pt x="12" y="209"/>
                    <a:pt x="12" y="206"/>
                  </a:cubicBezTo>
                  <a:cubicBezTo>
                    <a:pt x="14" y="191"/>
                    <a:pt x="16" y="176"/>
                    <a:pt x="18" y="162"/>
                  </a:cubicBezTo>
                  <a:cubicBezTo>
                    <a:pt x="19" y="154"/>
                    <a:pt x="20" y="147"/>
                    <a:pt x="22" y="139"/>
                  </a:cubicBezTo>
                  <a:cubicBezTo>
                    <a:pt x="23" y="133"/>
                    <a:pt x="24" y="126"/>
                    <a:pt x="26" y="119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5" y="119"/>
                    <a:pt x="26" y="119"/>
                    <a:pt x="26" y="118"/>
                  </a:cubicBezTo>
                  <a:cubicBezTo>
                    <a:pt x="26" y="118"/>
                    <a:pt x="26" y="117"/>
                    <a:pt x="27" y="117"/>
                  </a:cubicBezTo>
                  <a:lnTo>
                    <a:pt x="26" y="117"/>
                  </a:lnTo>
                  <a:cubicBezTo>
                    <a:pt x="27" y="117"/>
                    <a:pt x="27" y="117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4"/>
                    <a:pt x="27" y="112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lnTo>
                    <a:pt x="28" y="110"/>
                  </a:lnTo>
                  <a:cubicBezTo>
                    <a:pt x="27" y="112"/>
                    <a:pt x="26" y="113"/>
                    <a:pt x="25" y="114"/>
                  </a:cubicBezTo>
                  <a:cubicBezTo>
                    <a:pt x="25" y="115"/>
                    <a:pt x="24" y="117"/>
                    <a:pt x="23" y="119"/>
                  </a:cubicBezTo>
                  <a:cubicBezTo>
                    <a:pt x="22" y="120"/>
                    <a:pt x="21" y="121"/>
                    <a:pt x="21" y="122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1" y="122"/>
                    <a:pt x="21" y="123"/>
                    <a:pt x="20" y="124"/>
                  </a:cubicBezTo>
                  <a:cubicBezTo>
                    <a:pt x="18" y="128"/>
                    <a:pt x="12" y="131"/>
                    <a:pt x="7" y="128"/>
                  </a:cubicBezTo>
                  <a:cubicBezTo>
                    <a:pt x="3" y="126"/>
                    <a:pt x="0" y="120"/>
                    <a:pt x="3" y="116"/>
                  </a:cubicBezTo>
                  <a:cubicBezTo>
                    <a:pt x="6" y="109"/>
                    <a:pt x="10" y="103"/>
                    <a:pt x="14" y="97"/>
                  </a:cubicBezTo>
                  <a:lnTo>
                    <a:pt x="14" y="98"/>
                  </a:lnTo>
                  <a:cubicBezTo>
                    <a:pt x="16" y="95"/>
                    <a:pt x="17" y="93"/>
                    <a:pt x="19" y="91"/>
                  </a:cubicBezTo>
                  <a:cubicBezTo>
                    <a:pt x="19" y="91"/>
                    <a:pt x="18" y="91"/>
                    <a:pt x="18" y="92"/>
                  </a:cubicBezTo>
                  <a:cubicBezTo>
                    <a:pt x="27" y="80"/>
                    <a:pt x="36" y="67"/>
                    <a:pt x="43" y="54"/>
                  </a:cubicBezTo>
                  <a:cubicBezTo>
                    <a:pt x="45" y="48"/>
                    <a:pt x="48" y="41"/>
                    <a:pt x="50" y="35"/>
                  </a:cubicBezTo>
                  <a:cubicBezTo>
                    <a:pt x="51" y="31"/>
                    <a:pt x="53" y="27"/>
                    <a:pt x="54" y="24"/>
                  </a:cubicBezTo>
                  <a:cubicBezTo>
                    <a:pt x="55" y="21"/>
                    <a:pt x="56" y="18"/>
                    <a:pt x="57" y="16"/>
                  </a:cubicBezTo>
                  <a:cubicBezTo>
                    <a:pt x="58" y="14"/>
                    <a:pt x="59" y="11"/>
                    <a:pt x="60" y="9"/>
                  </a:cubicBezTo>
                  <a:cubicBezTo>
                    <a:pt x="62" y="7"/>
                    <a:pt x="63" y="6"/>
                    <a:pt x="64" y="4"/>
                  </a:cubicBezTo>
                  <a:cubicBezTo>
                    <a:pt x="67" y="0"/>
                    <a:pt x="72" y="0"/>
                    <a:pt x="76" y="2"/>
                  </a:cubicBezTo>
                  <a:cubicBezTo>
                    <a:pt x="78" y="2"/>
                    <a:pt x="80" y="3"/>
                    <a:pt x="81" y="5"/>
                  </a:cubicBezTo>
                  <a:cubicBezTo>
                    <a:pt x="83" y="7"/>
                    <a:pt x="83" y="10"/>
                    <a:pt x="83" y="12"/>
                  </a:cubicBezTo>
                  <a:cubicBezTo>
                    <a:pt x="83" y="15"/>
                    <a:pt x="81" y="18"/>
                    <a:pt x="81" y="20"/>
                  </a:cubicBezTo>
                  <a:cubicBezTo>
                    <a:pt x="80" y="21"/>
                    <a:pt x="80" y="22"/>
                    <a:pt x="79" y="24"/>
                  </a:cubicBezTo>
                  <a:cubicBezTo>
                    <a:pt x="77" y="28"/>
                    <a:pt x="75" y="33"/>
                    <a:pt x="73" y="38"/>
                  </a:cubicBezTo>
                  <a:cubicBezTo>
                    <a:pt x="69" y="46"/>
                    <a:pt x="64" y="55"/>
                    <a:pt x="59" y="63"/>
                  </a:cubicBezTo>
                  <a:cubicBezTo>
                    <a:pt x="59" y="64"/>
                    <a:pt x="59" y="64"/>
                    <a:pt x="58" y="66"/>
                  </a:cubicBezTo>
                  <a:cubicBezTo>
                    <a:pt x="57" y="70"/>
                    <a:pt x="55" y="74"/>
                    <a:pt x="54" y="79"/>
                  </a:cubicBezTo>
                  <a:cubicBezTo>
                    <a:pt x="53" y="82"/>
                    <a:pt x="52" y="86"/>
                    <a:pt x="51" y="89"/>
                  </a:cubicBezTo>
                  <a:cubicBezTo>
                    <a:pt x="50" y="95"/>
                    <a:pt x="48" y="99"/>
                    <a:pt x="47" y="105"/>
                  </a:cubicBezTo>
                  <a:lnTo>
                    <a:pt x="47" y="104"/>
                  </a:lnTo>
                  <a:cubicBezTo>
                    <a:pt x="46" y="109"/>
                    <a:pt x="45" y="114"/>
                    <a:pt x="43" y="120"/>
                  </a:cubicBezTo>
                  <a:lnTo>
                    <a:pt x="43" y="119"/>
                  </a:lnTo>
                  <a:cubicBezTo>
                    <a:pt x="43" y="120"/>
                    <a:pt x="43" y="121"/>
                    <a:pt x="43" y="123"/>
                  </a:cubicBezTo>
                  <a:lnTo>
                    <a:pt x="42" y="123"/>
                  </a:lnTo>
                  <a:lnTo>
                    <a:pt x="43" y="123"/>
                  </a:lnTo>
                  <a:cubicBezTo>
                    <a:pt x="42" y="123"/>
                    <a:pt x="42" y="123"/>
                    <a:pt x="42" y="123"/>
                  </a:cubicBezTo>
                  <a:lnTo>
                    <a:pt x="42" y="124"/>
                  </a:lnTo>
                  <a:lnTo>
                    <a:pt x="42" y="123"/>
                  </a:lnTo>
                  <a:cubicBezTo>
                    <a:pt x="42" y="124"/>
                    <a:pt x="42" y="124"/>
                    <a:pt x="42" y="124"/>
                  </a:cubicBezTo>
                  <a:lnTo>
                    <a:pt x="42" y="123"/>
                  </a:lnTo>
                  <a:cubicBezTo>
                    <a:pt x="40" y="135"/>
                    <a:pt x="38" y="147"/>
                    <a:pt x="37" y="159"/>
                  </a:cubicBezTo>
                  <a:cubicBezTo>
                    <a:pt x="35" y="172"/>
                    <a:pt x="33" y="184"/>
                    <a:pt x="32" y="197"/>
                  </a:cubicBezTo>
                  <a:lnTo>
                    <a:pt x="32" y="198"/>
                  </a:lnTo>
                  <a:cubicBezTo>
                    <a:pt x="32" y="201"/>
                    <a:pt x="31" y="204"/>
                    <a:pt x="31" y="208"/>
                  </a:cubicBezTo>
                  <a:cubicBezTo>
                    <a:pt x="31" y="213"/>
                    <a:pt x="27" y="217"/>
                    <a:pt x="21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4" name="Google Shape;3874;p47"/>
            <p:cNvSpPr/>
            <p:nvPr/>
          </p:nvSpPr>
          <p:spPr>
            <a:xfrm>
              <a:off x="3567600" y="4994640"/>
              <a:ext cx="770760" cy="11880"/>
            </a:xfrm>
            <a:custGeom>
              <a:avLst/>
              <a:gdLst/>
              <a:ahLst/>
              <a:cxnLst/>
              <a:rect l="l" t="t" r="r" b="b"/>
              <a:pathLst>
                <a:path w="2141" h="33" extrusionOk="0">
                  <a:moveTo>
                    <a:pt x="10" y="32"/>
                  </a:moveTo>
                  <a:lnTo>
                    <a:pt x="9" y="32"/>
                  </a:lnTo>
                  <a:cubicBezTo>
                    <a:pt x="4" y="32"/>
                    <a:pt x="0" y="28"/>
                    <a:pt x="0" y="23"/>
                  </a:cubicBezTo>
                  <a:cubicBezTo>
                    <a:pt x="0" y="18"/>
                    <a:pt x="5" y="14"/>
                    <a:pt x="10" y="14"/>
                  </a:cubicBezTo>
                  <a:cubicBezTo>
                    <a:pt x="18" y="14"/>
                    <a:pt x="26" y="14"/>
                    <a:pt x="34" y="14"/>
                  </a:cubicBezTo>
                  <a:cubicBezTo>
                    <a:pt x="46" y="14"/>
                    <a:pt x="56" y="14"/>
                    <a:pt x="67" y="14"/>
                  </a:cubicBezTo>
                  <a:cubicBezTo>
                    <a:pt x="90" y="14"/>
                    <a:pt x="113" y="14"/>
                    <a:pt x="136" y="14"/>
                  </a:cubicBezTo>
                  <a:cubicBezTo>
                    <a:pt x="180" y="13"/>
                    <a:pt x="224" y="13"/>
                    <a:pt x="268" y="13"/>
                  </a:cubicBezTo>
                  <a:cubicBezTo>
                    <a:pt x="357" y="13"/>
                    <a:pt x="446" y="11"/>
                    <a:pt x="534" y="11"/>
                  </a:cubicBezTo>
                  <a:cubicBezTo>
                    <a:pt x="579" y="11"/>
                    <a:pt x="624" y="11"/>
                    <a:pt x="668" y="10"/>
                  </a:cubicBezTo>
                  <a:cubicBezTo>
                    <a:pt x="713" y="10"/>
                    <a:pt x="759" y="10"/>
                    <a:pt x="804" y="10"/>
                  </a:cubicBezTo>
                  <a:cubicBezTo>
                    <a:pt x="894" y="10"/>
                    <a:pt x="985" y="9"/>
                    <a:pt x="1075" y="8"/>
                  </a:cubicBezTo>
                  <a:cubicBezTo>
                    <a:pt x="1166" y="8"/>
                    <a:pt x="1256" y="7"/>
                    <a:pt x="1347" y="6"/>
                  </a:cubicBezTo>
                  <a:cubicBezTo>
                    <a:pt x="1436" y="6"/>
                    <a:pt x="1527" y="6"/>
                    <a:pt x="1617" y="5"/>
                  </a:cubicBezTo>
                  <a:cubicBezTo>
                    <a:pt x="1662" y="4"/>
                    <a:pt x="1708" y="4"/>
                    <a:pt x="1753" y="4"/>
                  </a:cubicBezTo>
                  <a:cubicBezTo>
                    <a:pt x="1799" y="3"/>
                    <a:pt x="1845" y="3"/>
                    <a:pt x="1890" y="3"/>
                  </a:cubicBezTo>
                  <a:cubicBezTo>
                    <a:pt x="1933" y="2"/>
                    <a:pt x="1977" y="2"/>
                    <a:pt x="2020" y="2"/>
                  </a:cubicBezTo>
                  <a:cubicBezTo>
                    <a:pt x="2030" y="1"/>
                    <a:pt x="2040" y="1"/>
                    <a:pt x="2050" y="0"/>
                  </a:cubicBezTo>
                  <a:cubicBezTo>
                    <a:pt x="2059" y="0"/>
                    <a:pt x="2068" y="0"/>
                    <a:pt x="2077" y="0"/>
                  </a:cubicBezTo>
                  <a:cubicBezTo>
                    <a:pt x="2095" y="0"/>
                    <a:pt x="2112" y="0"/>
                    <a:pt x="2130" y="0"/>
                  </a:cubicBezTo>
                  <a:cubicBezTo>
                    <a:pt x="2136" y="0"/>
                    <a:pt x="2140" y="5"/>
                    <a:pt x="2140" y="10"/>
                  </a:cubicBezTo>
                  <a:cubicBezTo>
                    <a:pt x="2140" y="16"/>
                    <a:pt x="2135" y="20"/>
                    <a:pt x="2130" y="20"/>
                  </a:cubicBezTo>
                  <a:cubicBezTo>
                    <a:pt x="2112" y="20"/>
                    <a:pt x="2094" y="20"/>
                    <a:pt x="2076" y="20"/>
                  </a:cubicBezTo>
                  <a:cubicBezTo>
                    <a:pt x="2067" y="20"/>
                    <a:pt x="2058" y="20"/>
                    <a:pt x="2049" y="20"/>
                  </a:cubicBezTo>
                  <a:cubicBezTo>
                    <a:pt x="2039" y="20"/>
                    <a:pt x="2029" y="20"/>
                    <a:pt x="2019" y="20"/>
                  </a:cubicBezTo>
                  <a:cubicBezTo>
                    <a:pt x="1975" y="20"/>
                    <a:pt x="1930" y="20"/>
                    <a:pt x="1886" y="20"/>
                  </a:cubicBezTo>
                  <a:cubicBezTo>
                    <a:pt x="1841" y="20"/>
                    <a:pt x="1795" y="20"/>
                    <a:pt x="1750" y="21"/>
                  </a:cubicBezTo>
                  <a:cubicBezTo>
                    <a:pt x="1705" y="21"/>
                    <a:pt x="1659" y="21"/>
                    <a:pt x="1614" y="21"/>
                  </a:cubicBezTo>
                  <a:cubicBezTo>
                    <a:pt x="1524" y="22"/>
                    <a:pt x="1433" y="23"/>
                    <a:pt x="1342" y="23"/>
                  </a:cubicBezTo>
                  <a:cubicBezTo>
                    <a:pt x="1297" y="23"/>
                    <a:pt x="1252" y="24"/>
                    <a:pt x="1207" y="24"/>
                  </a:cubicBezTo>
                  <a:cubicBezTo>
                    <a:pt x="1162" y="24"/>
                    <a:pt x="1118" y="24"/>
                    <a:pt x="1073" y="25"/>
                  </a:cubicBezTo>
                  <a:cubicBezTo>
                    <a:pt x="983" y="25"/>
                    <a:pt x="893" y="26"/>
                    <a:pt x="803" y="27"/>
                  </a:cubicBezTo>
                  <a:cubicBezTo>
                    <a:pt x="757" y="27"/>
                    <a:pt x="712" y="27"/>
                    <a:pt x="667" y="28"/>
                  </a:cubicBezTo>
                  <a:cubicBezTo>
                    <a:pt x="622" y="28"/>
                    <a:pt x="578" y="28"/>
                    <a:pt x="533" y="28"/>
                  </a:cubicBezTo>
                  <a:cubicBezTo>
                    <a:pt x="489" y="29"/>
                    <a:pt x="444" y="29"/>
                    <a:pt x="400" y="30"/>
                  </a:cubicBezTo>
                  <a:cubicBezTo>
                    <a:pt x="354" y="30"/>
                    <a:pt x="309" y="30"/>
                    <a:pt x="263" y="30"/>
                  </a:cubicBezTo>
                  <a:cubicBezTo>
                    <a:pt x="221" y="31"/>
                    <a:pt x="179" y="31"/>
                    <a:pt x="137" y="31"/>
                  </a:cubicBezTo>
                  <a:cubicBezTo>
                    <a:pt x="114" y="31"/>
                    <a:pt x="92" y="31"/>
                    <a:pt x="69" y="32"/>
                  </a:cubicBezTo>
                  <a:cubicBezTo>
                    <a:pt x="50" y="32"/>
                    <a:pt x="30" y="32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5" name="Google Shape;3875;p47"/>
            <p:cNvSpPr/>
            <p:nvPr/>
          </p:nvSpPr>
          <p:spPr>
            <a:xfrm>
              <a:off x="4120200" y="4723200"/>
              <a:ext cx="215640" cy="274320"/>
            </a:xfrm>
            <a:custGeom>
              <a:avLst/>
              <a:gdLst/>
              <a:ahLst/>
              <a:cxnLst/>
              <a:rect l="l" t="t" r="r" b="b"/>
              <a:pathLst>
                <a:path w="599" h="762" extrusionOk="0">
                  <a:moveTo>
                    <a:pt x="579" y="758"/>
                  </a:moveTo>
                  <a:cubicBezTo>
                    <a:pt x="569" y="744"/>
                    <a:pt x="558" y="729"/>
                    <a:pt x="547" y="715"/>
                  </a:cubicBezTo>
                  <a:cubicBezTo>
                    <a:pt x="541" y="708"/>
                    <a:pt x="536" y="701"/>
                    <a:pt x="531" y="694"/>
                  </a:cubicBezTo>
                  <a:cubicBezTo>
                    <a:pt x="525" y="686"/>
                    <a:pt x="519" y="679"/>
                    <a:pt x="513" y="672"/>
                  </a:cubicBezTo>
                  <a:cubicBezTo>
                    <a:pt x="501" y="656"/>
                    <a:pt x="489" y="641"/>
                    <a:pt x="477" y="625"/>
                  </a:cubicBezTo>
                  <a:cubicBezTo>
                    <a:pt x="465" y="610"/>
                    <a:pt x="453" y="594"/>
                    <a:pt x="441" y="579"/>
                  </a:cubicBezTo>
                  <a:cubicBezTo>
                    <a:pt x="418" y="549"/>
                    <a:pt x="395" y="519"/>
                    <a:pt x="371" y="489"/>
                  </a:cubicBezTo>
                  <a:cubicBezTo>
                    <a:pt x="347" y="458"/>
                    <a:pt x="323" y="427"/>
                    <a:pt x="299" y="396"/>
                  </a:cubicBezTo>
                  <a:cubicBezTo>
                    <a:pt x="275" y="365"/>
                    <a:pt x="251" y="333"/>
                    <a:pt x="226" y="302"/>
                  </a:cubicBezTo>
                  <a:cubicBezTo>
                    <a:pt x="202" y="270"/>
                    <a:pt x="177" y="239"/>
                    <a:pt x="152" y="207"/>
                  </a:cubicBezTo>
                  <a:cubicBezTo>
                    <a:pt x="128" y="176"/>
                    <a:pt x="105" y="145"/>
                    <a:pt x="80" y="115"/>
                  </a:cubicBezTo>
                  <a:cubicBezTo>
                    <a:pt x="56" y="84"/>
                    <a:pt x="32" y="53"/>
                    <a:pt x="7" y="23"/>
                  </a:cubicBezTo>
                  <a:cubicBezTo>
                    <a:pt x="6" y="21"/>
                    <a:pt x="4" y="19"/>
                    <a:pt x="3" y="17"/>
                  </a:cubicBezTo>
                  <a:cubicBezTo>
                    <a:pt x="0" y="13"/>
                    <a:pt x="1" y="7"/>
                    <a:pt x="4" y="4"/>
                  </a:cubicBezTo>
                  <a:cubicBezTo>
                    <a:pt x="9" y="0"/>
                    <a:pt x="15" y="2"/>
                    <a:pt x="18" y="6"/>
                  </a:cubicBezTo>
                  <a:cubicBezTo>
                    <a:pt x="24" y="13"/>
                    <a:pt x="29" y="21"/>
                    <a:pt x="35" y="28"/>
                  </a:cubicBezTo>
                  <a:cubicBezTo>
                    <a:pt x="42" y="37"/>
                    <a:pt x="48" y="45"/>
                    <a:pt x="54" y="52"/>
                  </a:cubicBezTo>
                  <a:cubicBezTo>
                    <a:pt x="66" y="68"/>
                    <a:pt x="78" y="84"/>
                    <a:pt x="90" y="100"/>
                  </a:cubicBezTo>
                  <a:cubicBezTo>
                    <a:pt x="114" y="131"/>
                    <a:pt x="138" y="162"/>
                    <a:pt x="162" y="193"/>
                  </a:cubicBezTo>
                  <a:cubicBezTo>
                    <a:pt x="186" y="223"/>
                    <a:pt x="209" y="253"/>
                    <a:pt x="233" y="284"/>
                  </a:cubicBezTo>
                  <a:cubicBezTo>
                    <a:pt x="257" y="315"/>
                    <a:pt x="282" y="345"/>
                    <a:pt x="306" y="376"/>
                  </a:cubicBezTo>
                  <a:cubicBezTo>
                    <a:pt x="330" y="408"/>
                    <a:pt x="355" y="439"/>
                    <a:pt x="379" y="470"/>
                  </a:cubicBezTo>
                  <a:cubicBezTo>
                    <a:pt x="404" y="501"/>
                    <a:pt x="427" y="531"/>
                    <a:pt x="451" y="562"/>
                  </a:cubicBezTo>
                  <a:cubicBezTo>
                    <a:pt x="475" y="592"/>
                    <a:pt x="498" y="623"/>
                    <a:pt x="522" y="654"/>
                  </a:cubicBezTo>
                  <a:cubicBezTo>
                    <a:pt x="545" y="682"/>
                    <a:pt x="567" y="711"/>
                    <a:pt x="590" y="739"/>
                  </a:cubicBezTo>
                  <a:cubicBezTo>
                    <a:pt x="592" y="741"/>
                    <a:pt x="593" y="743"/>
                    <a:pt x="595" y="746"/>
                  </a:cubicBezTo>
                  <a:cubicBezTo>
                    <a:pt x="598" y="750"/>
                    <a:pt x="598" y="756"/>
                    <a:pt x="593" y="760"/>
                  </a:cubicBezTo>
                  <a:cubicBezTo>
                    <a:pt x="592" y="761"/>
                    <a:pt x="589" y="761"/>
                    <a:pt x="588" y="761"/>
                  </a:cubicBezTo>
                  <a:cubicBezTo>
                    <a:pt x="585" y="761"/>
                    <a:pt x="582" y="760"/>
                    <a:pt x="579" y="7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6" name="Google Shape;3876;p47"/>
            <p:cNvSpPr/>
            <p:nvPr/>
          </p:nvSpPr>
          <p:spPr>
            <a:xfrm>
              <a:off x="3292560" y="4186080"/>
              <a:ext cx="335520" cy="15480"/>
            </a:xfrm>
            <a:custGeom>
              <a:avLst/>
              <a:gdLst/>
              <a:ahLst/>
              <a:cxnLst/>
              <a:rect l="l" t="t" r="r" b="b"/>
              <a:pathLst>
                <a:path w="932" h="43" extrusionOk="0">
                  <a:moveTo>
                    <a:pt x="0" y="32"/>
                  </a:moveTo>
                  <a:cubicBezTo>
                    <a:pt x="0" y="27"/>
                    <a:pt x="4" y="23"/>
                    <a:pt x="10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24" y="23"/>
                    <a:pt x="36" y="23"/>
                    <a:pt x="48" y="22"/>
                  </a:cubicBezTo>
                  <a:cubicBezTo>
                    <a:pt x="60" y="22"/>
                    <a:pt x="72" y="21"/>
                    <a:pt x="84" y="21"/>
                  </a:cubicBezTo>
                  <a:lnTo>
                    <a:pt x="83" y="21"/>
                  </a:lnTo>
                  <a:cubicBezTo>
                    <a:pt x="92" y="21"/>
                    <a:pt x="102" y="21"/>
                    <a:pt x="112" y="21"/>
                  </a:cubicBezTo>
                  <a:lnTo>
                    <a:pt x="113" y="21"/>
                  </a:lnTo>
                  <a:cubicBezTo>
                    <a:pt x="119" y="21"/>
                    <a:pt x="125" y="20"/>
                    <a:pt x="130" y="20"/>
                  </a:cubicBezTo>
                  <a:lnTo>
                    <a:pt x="131" y="20"/>
                  </a:lnTo>
                  <a:cubicBezTo>
                    <a:pt x="137" y="20"/>
                    <a:pt x="142" y="20"/>
                    <a:pt x="147" y="20"/>
                  </a:cubicBezTo>
                  <a:lnTo>
                    <a:pt x="148" y="20"/>
                  </a:lnTo>
                  <a:cubicBezTo>
                    <a:pt x="163" y="20"/>
                    <a:pt x="177" y="20"/>
                    <a:pt x="192" y="19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9" y="19"/>
                    <a:pt x="208" y="18"/>
                    <a:pt x="217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8"/>
                    <a:pt x="217" y="18"/>
                    <a:pt x="218" y="18"/>
                  </a:cubicBezTo>
                  <a:cubicBezTo>
                    <a:pt x="222" y="18"/>
                    <a:pt x="227" y="18"/>
                    <a:pt x="232" y="18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9" y="18"/>
                    <a:pt x="243" y="18"/>
                    <a:pt x="248" y="18"/>
                  </a:cubicBezTo>
                  <a:cubicBezTo>
                    <a:pt x="250" y="18"/>
                    <a:pt x="251" y="18"/>
                    <a:pt x="253" y="18"/>
                  </a:cubicBezTo>
                  <a:lnTo>
                    <a:pt x="254" y="18"/>
                  </a:lnTo>
                  <a:cubicBezTo>
                    <a:pt x="255" y="17"/>
                    <a:pt x="255" y="17"/>
                    <a:pt x="256" y="17"/>
                  </a:cubicBezTo>
                  <a:cubicBezTo>
                    <a:pt x="257" y="17"/>
                    <a:pt x="257" y="17"/>
                    <a:pt x="257" y="17"/>
                  </a:cubicBezTo>
                  <a:cubicBezTo>
                    <a:pt x="257" y="17"/>
                    <a:pt x="258" y="17"/>
                    <a:pt x="259" y="17"/>
                  </a:cubicBezTo>
                  <a:cubicBezTo>
                    <a:pt x="260" y="17"/>
                    <a:pt x="261" y="17"/>
                    <a:pt x="262" y="17"/>
                  </a:cubicBezTo>
                  <a:cubicBezTo>
                    <a:pt x="263" y="17"/>
                    <a:pt x="264" y="17"/>
                    <a:pt x="265" y="17"/>
                  </a:cubicBezTo>
                  <a:cubicBezTo>
                    <a:pt x="265" y="17"/>
                    <a:pt x="266" y="17"/>
                    <a:pt x="267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71" y="17"/>
                    <a:pt x="273" y="17"/>
                    <a:pt x="275" y="17"/>
                  </a:cubicBezTo>
                  <a:lnTo>
                    <a:pt x="276" y="17"/>
                  </a:lnTo>
                  <a:cubicBezTo>
                    <a:pt x="277" y="17"/>
                    <a:pt x="278" y="17"/>
                    <a:pt x="279" y="17"/>
                  </a:cubicBezTo>
                  <a:lnTo>
                    <a:pt x="280" y="17"/>
                  </a:lnTo>
                  <a:lnTo>
                    <a:pt x="281" y="17"/>
                  </a:lnTo>
                  <a:lnTo>
                    <a:pt x="280" y="17"/>
                  </a:lnTo>
                  <a:cubicBezTo>
                    <a:pt x="281" y="17"/>
                    <a:pt x="281" y="17"/>
                    <a:pt x="281" y="17"/>
                  </a:cubicBezTo>
                  <a:cubicBezTo>
                    <a:pt x="282" y="17"/>
                    <a:pt x="282" y="17"/>
                    <a:pt x="282" y="17"/>
                  </a:cubicBezTo>
                  <a:lnTo>
                    <a:pt x="281" y="17"/>
                  </a:lnTo>
                  <a:lnTo>
                    <a:pt x="282" y="17"/>
                  </a:lnTo>
                  <a:lnTo>
                    <a:pt x="283" y="17"/>
                  </a:lnTo>
                  <a:lnTo>
                    <a:pt x="284" y="17"/>
                  </a:lnTo>
                  <a:cubicBezTo>
                    <a:pt x="285" y="17"/>
                    <a:pt x="286" y="17"/>
                    <a:pt x="286" y="17"/>
                  </a:cubicBezTo>
                  <a:lnTo>
                    <a:pt x="285" y="17"/>
                  </a:lnTo>
                  <a:cubicBezTo>
                    <a:pt x="286" y="17"/>
                    <a:pt x="287" y="17"/>
                    <a:pt x="288" y="17"/>
                  </a:cubicBezTo>
                  <a:cubicBezTo>
                    <a:pt x="289" y="17"/>
                    <a:pt x="289" y="17"/>
                    <a:pt x="290" y="17"/>
                  </a:cubicBezTo>
                  <a:lnTo>
                    <a:pt x="292" y="17"/>
                  </a:lnTo>
                  <a:lnTo>
                    <a:pt x="293" y="17"/>
                  </a:lnTo>
                  <a:lnTo>
                    <a:pt x="292" y="17"/>
                  </a:lnTo>
                  <a:cubicBezTo>
                    <a:pt x="293" y="17"/>
                    <a:pt x="294" y="17"/>
                    <a:pt x="296" y="17"/>
                  </a:cubicBezTo>
                  <a:lnTo>
                    <a:pt x="295" y="17"/>
                  </a:lnTo>
                  <a:lnTo>
                    <a:pt x="296" y="17"/>
                  </a:lnTo>
                  <a:cubicBezTo>
                    <a:pt x="297" y="17"/>
                    <a:pt x="297" y="17"/>
                    <a:pt x="297" y="17"/>
                  </a:cubicBezTo>
                  <a:lnTo>
                    <a:pt x="298" y="17"/>
                  </a:lnTo>
                  <a:lnTo>
                    <a:pt x="299" y="17"/>
                  </a:lnTo>
                  <a:lnTo>
                    <a:pt x="298" y="17"/>
                  </a:lnTo>
                  <a:cubicBezTo>
                    <a:pt x="299" y="16"/>
                    <a:pt x="299" y="16"/>
                    <a:pt x="299" y="16"/>
                  </a:cubicBezTo>
                  <a:lnTo>
                    <a:pt x="300" y="16"/>
                  </a:lnTo>
                  <a:lnTo>
                    <a:pt x="301" y="16"/>
                  </a:lnTo>
                  <a:lnTo>
                    <a:pt x="300" y="16"/>
                  </a:lnTo>
                  <a:cubicBezTo>
                    <a:pt x="301" y="16"/>
                    <a:pt x="302" y="16"/>
                    <a:pt x="303" y="16"/>
                  </a:cubicBezTo>
                  <a:lnTo>
                    <a:pt x="304" y="16"/>
                  </a:lnTo>
                  <a:cubicBezTo>
                    <a:pt x="304" y="16"/>
                    <a:pt x="305" y="16"/>
                    <a:pt x="306" y="16"/>
                  </a:cubicBezTo>
                  <a:cubicBezTo>
                    <a:pt x="306" y="16"/>
                    <a:pt x="307" y="16"/>
                    <a:pt x="308" y="16"/>
                  </a:cubicBezTo>
                  <a:lnTo>
                    <a:pt x="307" y="16"/>
                  </a:lnTo>
                  <a:cubicBezTo>
                    <a:pt x="308" y="16"/>
                    <a:pt x="308" y="16"/>
                    <a:pt x="308" y="16"/>
                  </a:cubicBezTo>
                  <a:cubicBezTo>
                    <a:pt x="309" y="16"/>
                    <a:pt x="310" y="16"/>
                    <a:pt x="310" y="16"/>
                  </a:cubicBezTo>
                  <a:cubicBezTo>
                    <a:pt x="311" y="16"/>
                    <a:pt x="311" y="16"/>
                    <a:pt x="312" y="16"/>
                  </a:cubicBezTo>
                  <a:cubicBezTo>
                    <a:pt x="313" y="16"/>
                    <a:pt x="313" y="16"/>
                    <a:pt x="313" y="16"/>
                  </a:cubicBezTo>
                  <a:cubicBezTo>
                    <a:pt x="317" y="16"/>
                    <a:pt x="320" y="16"/>
                    <a:pt x="324" y="16"/>
                  </a:cubicBezTo>
                  <a:lnTo>
                    <a:pt x="325" y="16"/>
                  </a:lnTo>
                  <a:lnTo>
                    <a:pt x="326" y="16"/>
                  </a:lnTo>
                  <a:lnTo>
                    <a:pt x="325" y="16"/>
                  </a:lnTo>
                  <a:cubicBezTo>
                    <a:pt x="326" y="16"/>
                    <a:pt x="326" y="16"/>
                    <a:pt x="326" y="16"/>
                  </a:cubicBezTo>
                  <a:cubicBezTo>
                    <a:pt x="327" y="16"/>
                    <a:pt x="327" y="16"/>
                    <a:pt x="327" y="16"/>
                  </a:cubicBezTo>
                  <a:lnTo>
                    <a:pt x="326" y="16"/>
                  </a:lnTo>
                  <a:cubicBezTo>
                    <a:pt x="327" y="16"/>
                    <a:pt x="327" y="16"/>
                    <a:pt x="328" y="16"/>
                  </a:cubicBezTo>
                  <a:lnTo>
                    <a:pt x="329" y="16"/>
                  </a:lnTo>
                  <a:lnTo>
                    <a:pt x="330" y="16"/>
                  </a:lnTo>
                  <a:lnTo>
                    <a:pt x="331" y="16"/>
                  </a:lnTo>
                  <a:lnTo>
                    <a:pt x="332" y="16"/>
                  </a:lnTo>
                  <a:cubicBezTo>
                    <a:pt x="333" y="16"/>
                    <a:pt x="334" y="16"/>
                    <a:pt x="334" y="16"/>
                  </a:cubicBezTo>
                  <a:lnTo>
                    <a:pt x="335" y="16"/>
                  </a:lnTo>
                  <a:cubicBezTo>
                    <a:pt x="336" y="16"/>
                    <a:pt x="336" y="16"/>
                    <a:pt x="336" y="16"/>
                  </a:cubicBezTo>
                  <a:lnTo>
                    <a:pt x="337" y="16"/>
                  </a:lnTo>
                  <a:lnTo>
                    <a:pt x="338" y="16"/>
                  </a:lnTo>
                  <a:lnTo>
                    <a:pt x="339" y="16"/>
                  </a:lnTo>
                  <a:lnTo>
                    <a:pt x="338" y="16"/>
                  </a:lnTo>
                  <a:cubicBezTo>
                    <a:pt x="339" y="16"/>
                    <a:pt x="339" y="16"/>
                    <a:pt x="339" y="16"/>
                  </a:cubicBezTo>
                  <a:lnTo>
                    <a:pt x="340" y="16"/>
                  </a:lnTo>
                  <a:lnTo>
                    <a:pt x="339" y="16"/>
                  </a:lnTo>
                  <a:cubicBezTo>
                    <a:pt x="343" y="15"/>
                    <a:pt x="346" y="15"/>
                    <a:pt x="350" y="15"/>
                  </a:cubicBezTo>
                  <a:lnTo>
                    <a:pt x="351" y="15"/>
                  </a:lnTo>
                  <a:lnTo>
                    <a:pt x="352" y="15"/>
                  </a:lnTo>
                  <a:cubicBezTo>
                    <a:pt x="356" y="15"/>
                    <a:pt x="359" y="15"/>
                    <a:pt x="363" y="15"/>
                  </a:cubicBezTo>
                  <a:cubicBezTo>
                    <a:pt x="364" y="15"/>
                    <a:pt x="365" y="15"/>
                    <a:pt x="366" y="15"/>
                  </a:cubicBezTo>
                  <a:cubicBezTo>
                    <a:pt x="366" y="15"/>
                    <a:pt x="366" y="14"/>
                    <a:pt x="367" y="14"/>
                  </a:cubicBezTo>
                  <a:lnTo>
                    <a:pt x="366" y="14"/>
                  </a:lnTo>
                  <a:lnTo>
                    <a:pt x="367" y="14"/>
                  </a:lnTo>
                  <a:cubicBezTo>
                    <a:pt x="370" y="14"/>
                    <a:pt x="371" y="14"/>
                    <a:pt x="374" y="14"/>
                  </a:cubicBezTo>
                  <a:cubicBezTo>
                    <a:pt x="376" y="14"/>
                    <a:pt x="378" y="14"/>
                    <a:pt x="380" y="14"/>
                  </a:cubicBezTo>
                  <a:cubicBezTo>
                    <a:pt x="381" y="14"/>
                    <a:pt x="381" y="14"/>
                    <a:pt x="381" y="14"/>
                  </a:cubicBezTo>
                  <a:lnTo>
                    <a:pt x="382" y="14"/>
                  </a:lnTo>
                  <a:lnTo>
                    <a:pt x="381" y="14"/>
                  </a:lnTo>
                  <a:lnTo>
                    <a:pt x="382" y="14"/>
                  </a:lnTo>
                  <a:lnTo>
                    <a:pt x="383" y="14"/>
                  </a:lnTo>
                  <a:cubicBezTo>
                    <a:pt x="382" y="14"/>
                    <a:pt x="382" y="14"/>
                    <a:pt x="382" y="14"/>
                  </a:cubicBezTo>
                  <a:cubicBezTo>
                    <a:pt x="384" y="14"/>
                    <a:pt x="385" y="14"/>
                    <a:pt x="387" y="14"/>
                  </a:cubicBezTo>
                  <a:lnTo>
                    <a:pt x="388" y="14"/>
                  </a:lnTo>
                  <a:cubicBezTo>
                    <a:pt x="388" y="14"/>
                    <a:pt x="389" y="14"/>
                    <a:pt x="390" y="14"/>
                  </a:cubicBezTo>
                  <a:lnTo>
                    <a:pt x="389" y="14"/>
                  </a:lnTo>
                  <a:cubicBezTo>
                    <a:pt x="390" y="14"/>
                    <a:pt x="390" y="14"/>
                    <a:pt x="391" y="14"/>
                  </a:cubicBezTo>
                  <a:cubicBezTo>
                    <a:pt x="392" y="14"/>
                    <a:pt x="394" y="14"/>
                    <a:pt x="395" y="14"/>
                  </a:cubicBezTo>
                  <a:cubicBezTo>
                    <a:pt x="396" y="14"/>
                    <a:pt x="396" y="14"/>
                    <a:pt x="396" y="14"/>
                  </a:cubicBezTo>
                  <a:lnTo>
                    <a:pt x="397" y="14"/>
                  </a:lnTo>
                  <a:lnTo>
                    <a:pt x="398" y="14"/>
                  </a:lnTo>
                  <a:cubicBezTo>
                    <a:pt x="397" y="14"/>
                    <a:pt x="397" y="14"/>
                    <a:pt x="397" y="14"/>
                  </a:cubicBezTo>
                  <a:cubicBezTo>
                    <a:pt x="398" y="14"/>
                    <a:pt x="398" y="14"/>
                    <a:pt x="399" y="14"/>
                  </a:cubicBezTo>
                  <a:cubicBezTo>
                    <a:pt x="398" y="14"/>
                    <a:pt x="398" y="14"/>
                    <a:pt x="398" y="14"/>
                  </a:cubicBezTo>
                  <a:lnTo>
                    <a:pt x="399" y="14"/>
                  </a:lnTo>
                  <a:cubicBezTo>
                    <a:pt x="403" y="14"/>
                    <a:pt x="406" y="14"/>
                    <a:pt x="410" y="14"/>
                  </a:cubicBezTo>
                  <a:lnTo>
                    <a:pt x="411" y="14"/>
                  </a:lnTo>
                  <a:lnTo>
                    <a:pt x="410" y="14"/>
                  </a:lnTo>
                  <a:cubicBezTo>
                    <a:pt x="411" y="14"/>
                    <a:pt x="411" y="14"/>
                    <a:pt x="412" y="13"/>
                  </a:cubicBezTo>
                  <a:cubicBezTo>
                    <a:pt x="411" y="14"/>
                    <a:pt x="411" y="14"/>
                    <a:pt x="411" y="14"/>
                  </a:cubicBezTo>
                  <a:lnTo>
                    <a:pt x="412" y="13"/>
                  </a:lnTo>
                  <a:lnTo>
                    <a:pt x="413" y="13"/>
                  </a:lnTo>
                  <a:lnTo>
                    <a:pt x="412" y="13"/>
                  </a:lnTo>
                  <a:lnTo>
                    <a:pt x="413" y="13"/>
                  </a:lnTo>
                  <a:cubicBezTo>
                    <a:pt x="415" y="13"/>
                    <a:pt x="417" y="13"/>
                    <a:pt x="419" y="13"/>
                  </a:cubicBezTo>
                  <a:lnTo>
                    <a:pt x="418" y="13"/>
                  </a:lnTo>
                  <a:cubicBezTo>
                    <a:pt x="419" y="13"/>
                    <a:pt x="420" y="13"/>
                    <a:pt x="420" y="13"/>
                  </a:cubicBezTo>
                  <a:lnTo>
                    <a:pt x="419" y="13"/>
                  </a:lnTo>
                  <a:cubicBezTo>
                    <a:pt x="421" y="13"/>
                    <a:pt x="424" y="13"/>
                    <a:pt x="426" y="13"/>
                  </a:cubicBezTo>
                  <a:cubicBezTo>
                    <a:pt x="427" y="13"/>
                    <a:pt x="427" y="13"/>
                    <a:pt x="427" y="13"/>
                  </a:cubicBezTo>
                  <a:lnTo>
                    <a:pt x="428" y="13"/>
                  </a:lnTo>
                  <a:lnTo>
                    <a:pt x="429" y="13"/>
                  </a:lnTo>
                  <a:lnTo>
                    <a:pt x="430" y="13"/>
                  </a:lnTo>
                  <a:cubicBezTo>
                    <a:pt x="431" y="13"/>
                    <a:pt x="432" y="13"/>
                    <a:pt x="433" y="13"/>
                  </a:cubicBezTo>
                  <a:lnTo>
                    <a:pt x="434" y="13"/>
                  </a:lnTo>
                  <a:cubicBezTo>
                    <a:pt x="435" y="13"/>
                    <a:pt x="435" y="13"/>
                    <a:pt x="436" y="13"/>
                  </a:cubicBezTo>
                  <a:cubicBezTo>
                    <a:pt x="435" y="13"/>
                    <a:pt x="435" y="13"/>
                    <a:pt x="435" y="13"/>
                  </a:cubicBezTo>
                  <a:cubicBezTo>
                    <a:pt x="435" y="13"/>
                    <a:pt x="436" y="13"/>
                    <a:pt x="437" y="13"/>
                  </a:cubicBezTo>
                  <a:cubicBezTo>
                    <a:pt x="438" y="13"/>
                    <a:pt x="441" y="13"/>
                    <a:pt x="442" y="13"/>
                  </a:cubicBezTo>
                  <a:lnTo>
                    <a:pt x="443" y="13"/>
                  </a:lnTo>
                  <a:lnTo>
                    <a:pt x="444" y="13"/>
                  </a:lnTo>
                  <a:lnTo>
                    <a:pt x="443" y="13"/>
                  </a:lnTo>
                  <a:cubicBezTo>
                    <a:pt x="444" y="13"/>
                    <a:pt x="444" y="13"/>
                    <a:pt x="444" y="13"/>
                  </a:cubicBezTo>
                  <a:lnTo>
                    <a:pt x="445" y="13"/>
                  </a:lnTo>
                  <a:cubicBezTo>
                    <a:pt x="445" y="13"/>
                    <a:pt x="446" y="13"/>
                    <a:pt x="447" y="13"/>
                  </a:cubicBezTo>
                  <a:cubicBezTo>
                    <a:pt x="448" y="13"/>
                    <a:pt x="449" y="13"/>
                    <a:pt x="450" y="13"/>
                  </a:cubicBezTo>
                  <a:lnTo>
                    <a:pt x="449" y="13"/>
                  </a:lnTo>
                  <a:cubicBezTo>
                    <a:pt x="450" y="13"/>
                    <a:pt x="451" y="13"/>
                    <a:pt x="451" y="13"/>
                  </a:cubicBezTo>
                  <a:cubicBezTo>
                    <a:pt x="452" y="13"/>
                    <a:pt x="455" y="13"/>
                    <a:pt x="456" y="12"/>
                  </a:cubicBezTo>
                  <a:lnTo>
                    <a:pt x="457" y="12"/>
                  </a:lnTo>
                  <a:lnTo>
                    <a:pt x="456" y="12"/>
                  </a:lnTo>
                  <a:cubicBezTo>
                    <a:pt x="458" y="12"/>
                    <a:pt x="458" y="12"/>
                    <a:pt x="459" y="12"/>
                  </a:cubicBezTo>
                  <a:cubicBezTo>
                    <a:pt x="461" y="12"/>
                    <a:pt x="462" y="12"/>
                    <a:pt x="463" y="12"/>
                  </a:cubicBezTo>
                  <a:lnTo>
                    <a:pt x="465" y="12"/>
                  </a:lnTo>
                  <a:lnTo>
                    <a:pt x="466" y="12"/>
                  </a:lnTo>
                  <a:cubicBezTo>
                    <a:pt x="466" y="12"/>
                    <a:pt x="467" y="12"/>
                    <a:pt x="468" y="12"/>
                  </a:cubicBezTo>
                  <a:cubicBezTo>
                    <a:pt x="467" y="12"/>
                    <a:pt x="467" y="12"/>
                    <a:pt x="466" y="12"/>
                  </a:cubicBezTo>
                  <a:cubicBezTo>
                    <a:pt x="468" y="12"/>
                    <a:pt x="470" y="12"/>
                    <a:pt x="472" y="12"/>
                  </a:cubicBezTo>
                  <a:lnTo>
                    <a:pt x="471" y="12"/>
                  </a:lnTo>
                  <a:cubicBezTo>
                    <a:pt x="472" y="12"/>
                    <a:pt x="472" y="12"/>
                    <a:pt x="473" y="12"/>
                  </a:cubicBezTo>
                  <a:lnTo>
                    <a:pt x="472" y="12"/>
                  </a:ln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4" y="12"/>
                    <a:pt x="475" y="12"/>
                  </a:cubicBezTo>
                  <a:cubicBezTo>
                    <a:pt x="477" y="12"/>
                    <a:pt x="480" y="11"/>
                    <a:pt x="483" y="11"/>
                  </a:cubicBezTo>
                  <a:cubicBezTo>
                    <a:pt x="484" y="11"/>
                    <a:pt x="484" y="11"/>
                    <a:pt x="485" y="11"/>
                  </a:cubicBezTo>
                  <a:cubicBezTo>
                    <a:pt x="486" y="11"/>
                    <a:pt x="486" y="11"/>
                    <a:pt x="486" y="11"/>
                  </a:cubicBezTo>
                  <a:lnTo>
                    <a:pt x="487" y="11"/>
                  </a:lnTo>
                  <a:lnTo>
                    <a:pt x="488" y="11"/>
                  </a:lnTo>
                  <a:lnTo>
                    <a:pt x="489" y="11"/>
                  </a:lnTo>
                  <a:cubicBezTo>
                    <a:pt x="491" y="11"/>
                    <a:pt x="494" y="11"/>
                    <a:pt x="496" y="11"/>
                  </a:cubicBezTo>
                  <a:lnTo>
                    <a:pt x="497" y="11"/>
                  </a:lnTo>
                  <a:cubicBezTo>
                    <a:pt x="498" y="11"/>
                    <a:pt x="499" y="11"/>
                    <a:pt x="500" y="11"/>
                  </a:cubicBezTo>
                  <a:lnTo>
                    <a:pt x="501" y="11"/>
                  </a:lnTo>
                  <a:lnTo>
                    <a:pt x="502" y="11"/>
                  </a:lnTo>
                  <a:lnTo>
                    <a:pt x="503" y="11"/>
                  </a:lnTo>
                  <a:cubicBezTo>
                    <a:pt x="502" y="11"/>
                    <a:pt x="502" y="11"/>
                    <a:pt x="502" y="11"/>
                  </a:cubicBezTo>
                  <a:cubicBezTo>
                    <a:pt x="504" y="11"/>
                    <a:pt x="505" y="11"/>
                    <a:pt x="507" y="11"/>
                  </a:cubicBezTo>
                  <a:cubicBezTo>
                    <a:pt x="507" y="11"/>
                    <a:pt x="506" y="11"/>
                    <a:pt x="505" y="11"/>
                  </a:cubicBezTo>
                  <a:cubicBezTo>
                    <a:pt x="506" y="11"/>
                    <a:pt x="507" y="11"/>
                    <a:pt x="508" y="11"/>
                  </a:cubicBezTo>
                  <a:cubicBezTo>
                    <a:pt x="507" y="11"/>
                    <a:pt x="507" y="11"/>
                    <a:pt x="507" y="11"/>
                  </a:cubicBezTo>
                  <a:cubicBezTo>
                    <a:pt x="508" y="11"/>
                    <a:pt x="508" y="11"/>
                    <a:pt x="508" y="11"/>
                  </a:cubicBezTo>
                  <a:lnTo>
                    <a:pt x="509" y="11"/>
                  </a:lnTo>
                  <a:lnTo>
                    <a:pt x="510" y="11"/>
                  </a:lnTo>
                  <a:cubicBezTo>
                    <a:pt x="511" y="11"/>
                    <a:pt x="512" y="11"/>
                    <a:pt x="513" y="11"/>
                  </a:cubicBezTo>
                  <a:lnTo>
                    <a:pt x="514" y="11"/>
                  </a:lnTo>
                  <a:lnTo>
                    <a:pt x="515" y="11"/>
                  </a:lnTo>
                  <a:lnTo>
                    <a:pt x="514" y="11"/>
                  </a:lnTo>
                  <a:cubicBezTo>
                    <a:pt x="515" y="11"/>
                    <a:pt x="515" y="11"/>
                    <a:pt x="515" y="11"/>
                  </a:cubicBezTo>
                  <a:cubicBezTo>
                    <a:pt x="516" y="11"/>
                    <a:pt x="516" y="11"/>
                    <a:pt x="517" y="11"/>
                  </a:cubicBezTo>
                  <a:cubicBezTo>
                    <a:pt x="518" y="11"/>
                    <a:pt x="518" y="11"/>
                    <a:pt x="519" y="11"/>
                  </a:cubicBezTo>
                  <a:lnTo>
                    <a:pt x="520" y="11"/>
                  </a:lnTo>
                  <a:cubicBezTo>
                    <a:pt x="519" y="11"/>
                    <a:pt x="519" y="11"/>
                    <a:pt x="519" y="11"/>
                  </a:cubicBezTo>
                  <a:cubicBezTo>
                    <a:pt x="520" y="11"/>
                    <a:pt x="521" y="11"/>
                    <a:pt x="521" y="11"/>
                  </a:cubicBezTo>
                  <a:cubicBezTo>
                    <a:pt x="522" y="11"/>
                    <a:pt x="523" y="10"/>
                    <a:pt x="523" y="10"/>
                  </a:cubicBezTo>
                  <a:lnTo>
                    <a:pt x="524" y="10"/>
                  </a:lnTo>
                  <a:lnTo>
                    <a:pt x="523" y="10"/>
                  </a:lnTo>
                  <a:cubicBezTo>
                    <a:pt x="524" y="10"/>
                    <a:pt x="525" y="10"/>
                    <a:pt x="526" y="10"/>
                  </a:cubicBezTo>
                  <a:lnTo>
                    <a:pt x="527" y="10"/>
                  </a:lnTo>
                  <a:lnTo>
                    <a:pt x="526" y="10"/>
                  </a:lnTo>
                  <a:cubicBezTo>
                    <a:pt x="527" y="10"/>
                    <a:pt x="527" y="10"/>
                    <a:pt x="528" y="10"/>
                  </a:cubicBezTo>
                  <a:lnTo>
                    <a:pt x="529" y="10"/>
                  </a:lnTo>
                  <a:cubicBezTo>
                    <a:pt x="530" y="10"/>
                    <a:pt x="530" y="10"/>
                    <a:pt x="530" y="10"/>
                  </a:cubicBezTo>
                  <a:cubicBezTo>
                    <a:pt x="532" y="10"/>
                    <a:pt x="532" y="10"/>
                    <a:pt x="533" y="10"/>
                  </a:cubicBezTo>
                  <a:lnTo>
                    <a:pt x="534" y="10"/>
                  </a:lnTo>
                  <a:lnTo>
                    <a:pt x="533" y="10"/>
                  </a:lnTo>
                  <a:cubicBezTo>
                    <a:pt x="535" y="10"/>
                    <a:pt x="536" y="10"/>
                    <a:pt x="537" y="10"/>
                  </a:cubicBezTo>
                  <a:lnTo>
                    <a:pt x="538" y="10"/>
                  </a:lnTo>
                  <a:cubicBezTo>
                    <a:pt x="537" y="10"/>
                    <a:pt x="537" y="10"/>
                    <a:pt x="537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9" y="10"/>
                    <a:pt x="539" y="10"/>
                    <a:pt x="539" y="10"/>
                  </a:cubicBezTo>
                  <a:lnTo>
                    <a:pt x="540" y="10"/>
                  </a:lnTo>
                  <a:cubicBezTo>
                    <a:pt x="540" y="10"/>
                    <a:pt x="541" y="10"/>
                    <a:pt x="542" y="10"/>
                  </a:cubicBezTo>
                  <a:cubicBezTo>
                    <a:pt x="541" y="10"/>
                    <a:pt x="541" y="10"/>
                    <a:pt x="541" y="10"/>
                  </a:cubicBezTo>
                  <a:lnTo>
                    <a:pt x="540" y="10"/>
                  </a:lnTo>
                  <a:cubicBezTo>
                    <a:pt x="541" y="10"/>
                    <a:pt x="542" y="10"/>
                    <a:pt x="542" y="10"/>
                  </a:cubicBezTo>
                  <a:cubicBezTo>
                    <a:pt x="546" y="10"/>
                    <a:pt x="550" y="10"/>
                    <a:pt x="554" y="10"/>
                  </a:cubicBezTo>
                  <a:lnTo>
                    <a:pt x="555" y="10"/>
                  </a:lnTo>
                  <a:lnTo>
                    <a:pt x="554" y="10"/>
                  </a:lnTo>
                  <a:cubicBezTo>
                    <a:pt x="558" y="10"/>
                    <a:pt x="563" y="10"/>
                    <a:pt x="567" y="10"/>
                  </a:cubicBezTo>
                  <a:cubicBezTo>
                    <a:pt x="568" y="9"/>
                    <a:pt x="568" y="9"/>
                    <a:pt x="569" y="9"/>
                  </a:cubicBezTo>
                  <a:cubicBezTo>
                    <a:pt x="574" y="9"/>
                    <a:pt x="578" y="9"/>
                    <a:pt x="582" y="9"/>
                  </a:cubicBezTo>
                  <a:cubicBezTo>
                    <a:pt x="586" y="9"/>
                    <a:pt x="589" y="9"/>
                    <a:pt x="593" y="9"/>
                  </a:cubicBezTo>
                  <a:lnTo>
                    <a:pt x="594" y="9"/>
                  </a:lnTo>
                  <a:lnTo>
                    <a:pt x="593" y="9"/>
                  </a:lnTo>
                  <a:cubicBezTo>
                    <a:pt x="597" y="9"/>
                    <a:pt x="601" y="9"/>
                    <a:pt x="604" y="9"/>
                  </a:cubicBezTo>
                  <a:lnTo>
                    <a:pt x="605" y="9"/>
                  </a:lnTo>
                  <a:cubicBezTo>
                    <a:pt x="604" y="9"/>
                    <a:pt x="604" y="9"/>
                    <a:pt x="604" y="9"/>
                  </a:cubicBezTo>
                  <a:cubicBezTo>
                    <a:pt x="605" y="9"/>
                    <a:pt x="605" y="9"/>
                    <a:pt x="605" y="9"/>
                  </a:cubicBezTo>
                  <a:cubicBezTo>
                    <a:pt x="608" y="9"/>
                    <a:pt x="612" y="9"/>
                    <a:pt x="615" y="9"/>
                  </a:cubicBezTo>
                  <a:lnTo>
                    <a:pt x="616" y="9"/>
                  </a:lnTo>
                  <a:lnTo>
                    <a:pt x="617" y="9"/>
                  </a:lnTo>
                  <a:cubicBezTo>
                    <a:pt x="620" y="8"/>
                    <a:pt x="624" y="8"/>
                    <a:pt x="628" y="8"/>
                  </a:cubicBezTo>
                  <a:cubicBezTo>
                    <a:pt x="631" y="8"/>
                    <a:pt x="635" y="8"/>
                    <a:pt x="638" y="8"/>
                  </a:cubicBezTo>
                  <a:lnTo>
                    <a:pt x="639" y="8"/>
                  </a:lnTo>
                  <a:cubicBezTo>
                    <a:pt x="641" y="8"/>
                    <a:pt x="642" y="7"/>
                    <a:pt x="645" y="7"/>
                  </a:cubicBezTo>
                  <a:cubicBezTo>
                    <a:pt x="646" y="7"/>
                    <a:pt x="646" y="7"/>
                    <a:pt x="647" y="7"/>
                  </a:cubicBezTo>
                  <a:cubicBezTo>
                    <a:pt x="648" y="7"/>
                    <a:pt x="648" y="7"/>
                    <a:pt x="648" y="7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7"/>
                    <a:pt x="650" y="7"/>
                    <a:pt x="650" y="7"/>
                  </a:cubicBezTo>
                  <a:lnTo>
                    <a:pt x="651" y="7"/>
                  </a:lnTo>
                  <a:lnTo>
                    <a:pt x="652" y="7"/>
                  </a:lnTo>
                  <a:cubicBezTo>
                    <a:pt x="653" y="7"/>
                    <a:pt x="655" y="7"/>
                    <a:pt x="656" y="7"/>
                  </a:cubicBezTo>
                  <a:cubicBezTo>
                    <a:pt x="657" y="7"/>
                    <a:pt x="657" y="7"/>
                    <a:pt x="657" y="7"/>
                  </a:cubicBezTo>
                  <a:cubicBezTo>
                    <a:pt x="658" y="7"/>
                    <a:pt x="659" y="7"/>
                    <a:pt x="659" y="7"/>
                  </a:cubicBezTo>
                  <a:lnTo>
                    <a:pt x="660" y="7"/>
                  </a:lnTo>
                  <a:lnTo>
                    <a:pt x="661" y="7"/>
                  </a:lnTo>
                  <a:cubicBezTo>
                    <a:pt x="664" y="7"/>
                    <a:pt x="667" y="7"/>
                    <a:pt x="670" y="7"/>
                  </a:cubicBezTo>
                  <a:cubicBezTo>
                    <a:pt x="674" y="7"/>
                    <a:pt x="677" y="7"/>
                    <a:pt x="681" y="7"/>
                  </a:cubicBezTo>
                  <a:cubicBezTo>
                    <a:pt x="691" y="6"/>
                    <a:pt x="702" y="6"/>
                    <a:pt x="712" y="6"/>
                  </a:cubicBezTo>
                  <a:cubicBezTo>
                    <a:pt x="714" y="6"/>
                    <a:pt x="717" y="6"/>
                    <a:pt x="719" y="6"/>
                  </a:cubicBezTo>
                  <a:cubicBezTo>
                    <a:pt x="721" y="6"/>
                    <a:pt x="723" y="6"/>
                    <a:pt x="724" y="6"/>
                  </a:cubicBezTo>
                  <a:cubicBezTo>
                    <a:pt x="726" y="6"/>
                    <a:pt x="728" y="5"/>
                    <a:pt x="730" y="5"/>
                  </a:cubicBezTo>
                  <a:lnTo>
                    <a:pt x="731" y="5"/>
                  </a:lnTo>
                  <a:cubicBezTo>
                    <a:pt x="730" y="5"/>
                    <a:pt x="730" y="5"/>
                    <a:pt x="730" y="5"/>
                  </a:cubicBezTo>
                  <a:lnTo>
                    <a:pt x="731" y="5"/>
                  </a:lnTo>
                  <a:lnTo>
                    <a:pt x="732" y="5"/>
                  </a:lnTo>
                  <a:cubicBezTo>
                    <a:pt x="734" y="5"/>
                    <a:pt x="736" y="5"/>
                    <a:pt x="738" y="5"/>
                  </a:cubicBezTo>
                  <a:cubicBezTo>
                    <a:pt x="739" y="5"/>
                    <a:pt x="739" y="5"/>
                    <a:pt x="740" y="5"/>
                  </a:cubicBezTo>
                  <a:lnTo>
                    <a:pt x="739" y="5"/>
                  </a:lnTo>
                  <a:cubicBezTo>
                    <a:pt x="740" y="5"/>
                    <a:pt x="740" y="5"/>
                    <a:pt x="740" y="5"/>
                  </a:cubicBezTo>
                  <a:lnTo>
                    <a:pt x="741" y="5"/>
                  </a:lnTo>
                  <a:lnTo>
                    <a:pt x="742" y="5"/>
                  </a:lnTo>
                  <a:lnTo>
                    <a:pt x="743" y="5"/>
                  </a:lnTo>
                  <a:cubicBezTo>
                    <a:pt x="743" y="5"/>
                    <a:pt x="744" y="5"/>
                    <a:pt x="745" y="5"/>
                  </a:cubicBezTo>
                  <a:lnTo>
                    <a:pt x="746" y="5"/>
                  </a:lnTo>
                  <a:lnTo>
                    <a:pt x="747" y="5"/>
                  </a:lnTo>
                  <a:lnTo>
                    <a:pt x="748" y="5"/>
                  </a:lnTo>
                  <a:lnTo>
                    <a:pt x="749" y="4"/>
                  </a:lnTo>
                  <a:lnTo>
                    <a:pt x="748" y="4"/>
                  </a:lnTo>
                  <a:cubicBezTo>
                    <a:pt x="749" y="4"/>
                    <a:pt x="749" y="4"/>
                    <a:pt x="749" y="4"/>
                  </a:cubicBezTo>
                  <a:cubicBezTo>
                    <a:pt x="751" y="4"/>
                    <a:pt x="751" y="4"/>
                    <a:pt x="752" y="4"/>
                  </a:cubicBezTo>
                  <a:lnTo>
                    <a:pt x="753" y="4"/>
                  </a:lnTo>
                  <a:cubicBezTo>
                    <a:pt x="754" y="4"/>
                    <a:pt x="754" y="4"/>
                    <a:pt x="754" y="4"/>
                  </a:cubicBezTo>
                  <a:cubicBezTo>
                    <a:pt x="757" y="4"/>
                    <a:pt x="761" y="4"/>
                    <a:pt x="763" y="4"/>
                  </a:cubicBezTo>
                  <a:cubicBezTo>
                    <a:pt x="767" y="4"/>
                    <a:pt x="770" y="4"/>
                    <a:pt x="774" y="4"/>
                  </a:cubicBezTo>
                  <a:lnTo>
                    <a:pt x="773" y="4"/>
                  </a:lnTo>
                  <a:cubicBezTo>
                    <a:pt x="777" y="4"/>
                    <a:pt x="781" y="4"/>
                    <a:pt x="785" y="4"/>
                  </a:cubicBezTo>
                  <a:cubicBezTo>
                    <a:pt x="784" y="4"/>
                    <a:pt x="784" y="4"/>
                    <a:pt x="784" y="4"/>
                  </a:cubicBezTo>
                  <a:cubicBezTo>
                    <a:pt x="787" y="4"/>
                    <a:pt x="791" y="4"/>
                    <a:pt x="795" y="4"/>
                  </a:cubicBezTo>
                  <a:cubicBezTo>
                    <a:pt x="796" y="4"/>
                    <a:pt x="796" y="4"/>
                    <a:pt x="796" y="3"/>
                  </a:cubicBezTo>
                  <a:cubicBezTo>
                    <a:pt x="803" y="3"/>
                    <a:pt x="810" y="3"/>
                    <a:pt x="816" y="3"/>
                  </a:cubicBezTo>
                  <a:lnTo>
                    <a:pt x="815" y="3"/>
                  </a:lnTo>
                  <a:cubicBezTo>
                    <a:pt x="818" y="3"/>
                    <a:pt x="821" y="3"/>
                    <a:pt x="824" y="3"/>
                  </a:cubicBezTo>
                  <a:lnTo>
                    <a:pt x="825" y="3"/>
                  </a:lnTo>
                  <a:lnTo>
                    <a:pt x="826" y="3"/>
                  </a:lnTo>
                  <a:cubicBezTo>
                    <a:pt x="828" y="3"/>
                    <a:pt x="830" y="3"/>
                    <a:pt x="833" y="3"/>
                  </a:cubicBezTo>
                  <a:cubicBezTo>
                    <a:pt x="834" y="3"/>
                    <a:pt x="834" y="3"/>
                    <a:pt x="835" y="3"/>
                  </a:cubicBezTo>
                  <a:cubicBezTo>
                    <a:pt x="834" y="3"/>
                    <a:pt x="834" y="3"/>
                    <a:pt x="834" y="3"/>
                  </a:cubicBezTo>
                  <a:lnTo>
                    <a:pt x="835" y="3"/>
                  </a:lnTo>
                  <a:cubicBezTo>
                    <a:pt x="837" y="3"/>
                    <a:pt x="839" y="3"/>
                    <a:pt x="840" y="3"/>
                  </a:cubicBezTo>
                  <a:lnTo>
                    <a:pt x="839" y="3"/>
                  </a:lnTo>
                  <a:cubicBezTo>
                    <a:pt x="840" y="3"/>
                    <a:pt x="840" y="3"/>
                    <a:pt x="841" y="3"/>
                  </a:cubicBezTo>
                  <a:cubicBezTo>
                    <a:pt x="844" y="2"/>
                    <a:pt x="846" y="2"/>
                    <a:pt x="849" y="2"/>
                  </a:cubicBezTo>
                  <a:lnTo>
                    <a:pt x="850" y="2"/>
                  </a:lnTo>
                  <a:cubicBezTo>
                    <a:pt x="852" y="2"/>
                    <a:pt x="854" y="2"/>
                    <a:pt x="856" y="2"/>
                  </a:cubicBezTo>
                  <a:cubicBezTo>
                    <a:pt x="858" y="2"/>
                    <a:pt x="861" y="2"/>
                    <a:pt x="863" y="2"/>
                  </a:cubicBezTo>
                  <a:cubicBezTo>
                    <a:pt x="864" y="2"/>
                    <a:pt x="864" y="2"/>
                    <a:pt x="864" y="2"/>
                  </a:cubicBezTo>
                  <a:cubicBezTo>
                    <a:pt x="883" y="1"/>
                    <a:pt x="902" y="0"/>
                    <a:pt x="920" y="0"/>
                  </a:cubicBezTo>
                  <a:cubicBezTo>
                    <a:pt x="925" y="0"/>
                    <a:pt x="931" y="3"/>
                    <a:pt x="931" y="9"/>
                  </a:cubicBezTo>
                  <a:cubicBezTo>
                    <a:pt x="931" y="15"/>
                    <a:pt x="927" y="20"/>
                    <a:pt x="921" y="20"/>
                  </a:cubicBezTo>
                  <a:cubicBezTo>
                    <a:pt x="882" y="20"/>
                    <a:pt x="844" y="21"/>
                    <a:pt x="805" y="22"/>
                  </a:cubicBezTo>
                  <a:cubicBezTo>
                    <a:pt x="803" y="22"/>
                    <a:pt x="801" y="22"/>
                    <a:pt x="798" y="22"/>
                  </a:cubicBezTo>
                  <a:lnTo>
                    <a:pt x="797" y="22"/>
                  </a:lnTo>
                  <a:cubicBezTo>
                    <a:pt x="798" y="22"/>
                    <a:pt x="798" y="22"/>
                    <a:pt x="798" y="22"/>
                  </a:cubicBezTo>
                  <a:cubicBezTo>
                    <a:pt x="797" y="22"/>
                    <a:pt x="797" y="22"/>
                    <a:pt x="797" y="22"/>
                  </a:cubicBezTo>
                  <a:cubicBezTo>
                    <a:pt x="793" y="22"/>
                    <a:pt x="789" y="22"/>
                    <a:pt x="785" y="23"/>
                  </a:cubicBezTo>
                  <a:cubicBezTo>
                    <a:pt x="782" y="23"/>
                    <a:pt x="778" y="23"/>
                    <a:pt x="775" y="23"/>
                  </a:cubicBezTo>
                  <a:lnTo>
                    <a:pt x="774" y="23"/>
                  </a:lnTo>
                  <a:lnTo>
                    <a:pt x="773" y="23"/>
                  </a:lnTo>
                  <a:cubicBezTo>
                    <a:pt x="765" y="23"/>
                    <a:pt x="755" y="23"/>
                    <a:pt x="747" y="23"/>
                  </a:cubicBezTo>
                  <a:cubicBezTo>
                    <a:pt x="745" y="23"/>
                    <a:pt x="743" y="23"/>
                    <a:pt x="741" y="23"/>
                  </a:cubicBezTo>
                  <a:lnTo>
                    <a:pt x="740" y="23"/>
                  </a:lnTo>
                  <a:cubicBezTo>
                    <a:pt x="735" y="24"/>
                    <a:pt x="731" y="24"/>
                    <a:pt x="726" y="24"/>
                  </a:cubicBezTo>
                  <a:lnTo>
                    <a:pt x="725" y="24"/>
                  </a:lnTo>
                  <a:cubicBezTo>
                    <a:pt x="723" y="24"/>
                    <a:pt x="721" y="24"/>
                    <a:pt x="719" y="24"/>
                  </a:cubicBezTo>
                  <a:cubicBezTo>
                    <a:pt x="710" y="24"/>
                    <a:pt x="701" y="24"/>
                    <a:pt x="692" y="24"/>
                  </a:cubicBezTo>
                  <a:cubicBezTo>
                    <a:pt x="693" y="24"/>
                    <a:pt x="693" y="24"/>
                    <a:pt x="693" y="24"/>
                  </a:cubicBezTo>
                  <a:cubicBezTo>
                    <a:pt x="689" y="24"/>
                    <a:pt x="686" y="24"/>
                    <a:pt x="682" y="25"/>
                  </a:cubicBezTo>
                  <a:cubicBezTo>
                    <a:pt x="678" y="25"/>
                    <a:pt x="674" y="25"/>
                    <a:pt x="671" y="25"/>
                  </a:cubicBezTo>
                  <a:lnTo>
                    <a:pt x="672" y="25"/>
                  </a:lnTo>
                  <a:cubicBezTo>
                    <a:pt x="669" y="25"/>
                    <a:pt x="664" y="25"/>
                    <a:pt x="661" y="25"/>
                  </a:cubicBezTo>
                  <a:lnTo>
                    <a:pt x="660" y="25"/>
                  </a:lnTo>
                  <a:cubicBezTo>
                    <a:pt x="653" y="25"/>
                    <a:pt x="646" y="25"/>
                    <a:pt x="639" y="25"/>
                  </a:cubicBezTo>
                  <a:lnTo>
                    <a:pt x="638" y="25"/>
                  </a:lnTo>
                  <a:lnTo>
                    <a:pt x="639" y="25"/>
                  </a:lnTo>
                  <a:cubicBezTo>
                    <a:pt x="635" y="25"/>
                    <a:pt x="632" y="26"/>
                    <a:pt x="628" y="26"/>
                  </a:cubicBezTo>
                  <a:lnTo>
                    <a:pt x="629" y="26"/>
                  </a:lnTo>
                  <a:cubicBezTo>
                    <a:pt x="628" y="26"/>
                    <a:pt x="627" y="26"/>
                    <a:pt x="625" y="26"/>
                  </a:cubicBezTo>
                  <a:cubicBezTo>
                    <a:pt x="626" y="26"/>
                    <a:pt x="626" y="26"/>
                    <a:pt x="627" y="26"/>
                  </a:cubicBezTo>
                  <a:cubicBezTo>
                    <a:pt x="626" y="26"/>
                    <a:pt x="625" y="26"/>
                    <a:pt x="624" y="26"/>
                  </a:cubicBezTo>
                  <a:lnTo>
                    <a:pt x="622" y="26"/>
                  </a:lnTo>
                  <a:lnTo>
                    <a:pt x="621" y="26"/>
                  </a:lnTo>
                  <a:lnTo>
                    <a:pt x="620" y="26"/>
                  </a:lnTo>
                  <a:cubicBezTo>
                    <a:pt x="619" y="26"/>
                    <a:pt x="618" y="26"/>
                    <a:pt x="618" y="26"/>
                  </a:cubicBezTo>
                  <a:lnTo>
                    <a:pt x="617" y="26"/>
                  </a:lnTo>
                  <a:lnTo>
                    <a:pt x="616" y="26"/>
                  </a:lnTo>
                  <a:cubicBezTo>
                    <a:pt x="615" y="26"/>
                    <a:pt x="615" y="26"/>
                    <a:pt x="614" y="26"/>
                  </a:cubicBezTo>
                  <a:lnTo>
                    <a:pt x="613" y="26"/>
                  </a:lnTo>
                  <a:lnTo>
                    <a:pt x="612" y="26"/>
                  </a:lnTo>
                  <a:lnTo>
                    <a:pt x="611" y="26"/>
                  </a:lnTo>
                  <a:cubicBezTo>
                    <a:pt x="610" y="26"/>
                    <a:pt x="610" y="27"/>
                    <a:pt x="609" y="27"/>
                  </a:cubicBezTo>
                  <a:cubicBezTo>
                    <a:pt x="610" y="27"/>
                    <a:pt x="610" y="26"/>
                    <a:pt x="610" y="26"/>
                  </a:cubicBezTo>
                  <a:cubicBezTo>
                    <a:pt x="610" y="27"/>
                    <a:pt x="609" y="27"/>
                    <a:pt x="608" y="27"/>
                  </a:cubicBezTo>
                  <a:lnTo>
                    <a:pt x="607" y="27"/>
                  </a:lnTo>
                  <a:lnTo>
                    <a:pt x="608" y="27"/>
                  </a:lnTo>
                  <a:cubicBezTo>
                    <a:pt x="607" y="27"/>
                    <a:pt x="607" y="27"/>
                    <a:pt x="606" y="27"/>
                  </a:cubicBezTo>
                  <a:lnTo>
                    <a:pt x="605" y="27"/>
                  </a:lnTo>
                  <a:lnTo>
                    <a:pt x="604" y="27"/>
                  </a:lnTo>
                  <a:cubicBezTo>
                    <a:pt x="603" y="27"/>
                    <a:pt x="602" y="27"/>
                    <a:pt x="601" y="27"/>
                  </a:cubicBezTo>
                  <a:lnTo>
                    <a:pt x="602" y="27"/>
                  </a:lnTo>
                  <a:cubicBezTo>
                    <a:pt x="600" y="27"/>
                    <a:pt x="598" y="27"/>
                    <a:pt x="596" y="27"/>
                  </a:cubicBezTo>
                  <a:cubicBezTo>
                    <a:pt x="595" y="27"/>
                    <a:pt x="594" y="27"/>
                    <a:pt x="593" y="27"/>
                  </a:cubicBezTo>
                  <a:cubicBezTo>
                    <a:pt x="593" y="27"/>
                    <a:pt x="594" y="27"/>
                    <a:pt x="595" y="27"/>
                  </a:cubicBezTo>
                  <a:cubicBezTo>
                    <a:pt x="590" y="27"/>
                    <a:pt x="587" y="27"/>
                    <a:pt x="583" y="27"/>
                  </a:cubicBezTo>
                  <a:lnTo>
                    <a:pt x="582" y="27"/>
                  </a:lnTo>
                  <a:cubicBezTo>
                    <a:pt x="582" y="27"/>
                    <a:pt x="581" y="27"/>
                    <a:pt x="579" y="27"/>
                  </a:cubicBezTo>
                  <a:lnTo>
                    <a:pt x="578" y="27"/>
                  </a:lnTo>
                  <a:lnTo>
                    <a:pt x="579" y="27"/>
                  </a:lnTo>
                  <a:cubicBezTo>
                    <a:pt x="576" y="27"/>
                    <a:pt x="574" y="27"/>
                    <a:pt x="572" y="27"/>
                  </a:cubicBezTo>
                  <a:lnTo>
                    <a:pt x="571" y="27"/>
                  </a:lnTo>
                  <a:lnTo>
                    <a:pt x="570" y="27"/>
                  </a:lnTo>
                  <a:cubicBezTo>
                    <a:pt x="569" y="27"/>
                    <a:pt x="569" y="27"/>
                    <a:pt x="569" y="27"/>
                  </a:cubicBezTo>
                  <a:cubicBezTo>
                    <a:pt x="560" y="28"/>
                    <a:pt x="551" y="28"/>
                    <a:pt x="542" y="28"/>
                  </a:cubicBezTo>
                  <a:cubicBezTo>
                    <a:pt x="537" y="28"/>
                    <a:pt x="533" y="28"/>
                    <a:pt x="528" y="28"/>
                  </a:cubicBezTo>
                  <a:cubicBezTo>
                    <a:pt x="529" y="28"/>
                    <a:pt x="529" y="28"/>
                    <a:pt x="529" y="28"/>
                  </a:cubicBezTo>
                  <a:lnTo>
                    <a:pt x="528" y="28"/>
                  </a:lnTo>
                  <a:cubicBezTo>
                    <a:pt x="523" y="28"/>
                    <a:pt x="519" y="28"/>
                    <a:pt x="515" y="28"/>
                  </a:cubicBezTo>
                  <a:cubicBezTo>
                    <a:pt x="510" y="29"/>
                    <a:pt x="505" y="29"/>
                    <a:pt x="501" y="29"/>
                  </a:cubicBezTo>
                  <a:lnTo>
                    <a:pt x="500" y="29"/>
                  </a:lnTo>
                  <a:cubicBezTo>
                    <a:pt x="471" y="30"/>
                    <a:pt x="442" y="30"/>
                    <a:pt x="412" y="31"/>
                  </a:cubicBezTo>
                  <a:lnTo>
                    <a:pt x="413" y="31"/>
                  </a:lnTo>
                  <a:cubicBezTo>
                    <a:pt x="408" y="31"/>
                    <a:pt x="403" y="31"/>
                    <a:pt x="398" y="31"/>
                  </a:cubicBezTo>
                  <a:lnTo>
                    <a:pt x="397" y="31"/>
                  </a:lnTo>
                  <a:cubicBezTo>
                    <a:pt x="392" y="31"/>
                    <a:pt x="388" y="32"/>
                    <a:pt x="382" y="32"/>
                  </a:cubicBezTo>
                  <a:lnTo>
                    <a:pt x="383" y="32"/>
                  </a:lnTo>
                  <a:cubicBezTo>
                    <a:pt x="382" y="32"/>
                    <a:pt x="382" y="32"/>
                    <a:pt x="382" y="32"/>
                  </a:cubicBezTo>
                  <a:lnTo>
                    <a:pt x="381" y="32"/>
                  </a:lnTo>
                  <a:cubicBezTo>
                    <a:pt x="380" y="32"/>
                    <a:pt x="378" y="32"/>
                    <a:pt x="375" y="32"/>
                  </a:cubicBezTo>
                  <a:lnTo>
                    <a:pt x="374" y="32"/>
                  </a:lnTo>
                  <a:cubicBezTo>
                    <a:pt x="372" y="32"/>
                    <a:pt x="370" y="32"/>
                    <a:pt x="367" y="32"/>
                  </a:cubicBezTo>
                  <a:cubicBezTo>
                    <a:pt x="362" y="32"/>
                    <a:pt x="357" y="32"/>
                    <a:pt x="352" y="32"/>
                  </a:cubicBezTo>
                  <a:lnTo>
                    <a:pt x="351" y="32"/>
                  </a:lnTo>
                  <a:lnTo>
                    <a:pt x="350" y="32"/>
                  </a:lnTo>
                  <a:cubicBezTo>
                    <a:pt x="351" y="32"/>
                    <a:pt x="351" y="32"/>
                    <a:pt x="351" y="32"/>
                  </a:cubicBezTo>
                  <a:cubicBezTo>
                    <a:pt x="346" y="32"/>
                    <a:pt x="342" y="32"/>
                    <a:pt x="338" y="33"/>
                  </a:cubicBezTo>
                  <a:cubicBezTo>
                    <a:pt x="337" y="33"/>
                    <a:pt x="337" y="33"/>
                    <a:pt x="336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3" y="33"/>
                    <a:pt x="329" y="33"/>
                    <a:pt x="325" y="33"/>
                  </a:cubicBezTo>
                  <a:cubicBezTo>
                    <a:pt x="321" y="33"/>
                    <a:pt x="317" y="33"/>
                    <a:pt x="313" y="34"/>
                  </a:cubicBezTo>
                  <a:cubicBezTo>
                    <a:pt x="308" y="34"/>
                    <a:pt x="303" y="34"/>
                    <a:pt x="299" y="34"/>
                  </a:cubicBezTo>
                  <a:cubicBezTo>
                    <a:pt x="298" y="34"/>
                    <a:pt x="298" y="34"/>
                    <a:pt x="298" y="34"/>
                  </a:cubicBezTo>
                  <a:cubicBezTo>
                    <a:pt x="293" y="34"/>
                    <a:pt x="288" y="34"/>
                    <a:pt x="283" y="34"/>
                  </a:cubicBezTo>
                  <a:cubicBezTo>
                    <a:pt x="282" y="34"/>
                    <a:pt x="282" y="34"/>
                    <a:pt x="282" y="34"/>
                  </a:cubicBezTo>
                  <a:cubicBezTo>
                    <a:pt x="276" y="34"/>
                    <a:pt x="271" y="34"/>
                    <a:pt x="265" y="34"/>
                  </a:cubicBezTo>
                  <a:lnTo>
                    <a:pt x="266" y="34"/>
                  </a:lnTo>
                  <a:cubicBezTo>
                    <a:pt x="265" y="34"/>
                    <a:pt x="265" y="34"/>
                    <a:pt x="265" y="34"/>
                  </a:cubicBezTo>
                  <a:cubicBezTo>
                    <a:pt x="260" y="35"/>
                    <a:pt x="255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50" y="35"/>
                    <a:pt x="250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3" y="35"/>
                    <a:pt x="239" y="35"/>
                    <a:pt x="233" y="35"/>
                  </a:cubicBezTo>
                  <a:lnTo>
                    <a:pt x="232" y="35"/>
                  </a:lnTo>
                  <a:cubicBezTo>
                    <a:pt x="233" y="35"/>
                    <a:pt x="233" y="35"/>
                    <a:pt x="233" y="35"/>
                  </a:cubicBezTo>
                  <a:cubicBezTo>
                    <a:pt x="228" y="35"/>
                    <a:pt x="223" y="35"/>
                    <a:pt x="218" y="35"/>
                  </a:cubicBezTo>
                  <a:lnTo>
                    <a:pt x="217" y="35"/>
                  </a:lnTo>
                  <a:lnTo>
                    <a:pt x="218" y="35"/>
                  </a:lnTo>
                  <a:lnTo>
                    <a:pt x="217" y="35"/>
                  </a:lnTo>
                  <a:lnTo>
                    <a:pt x="216" y="35"/>
                  </a:lnTo>
                  <a:cubicBezTo>
                    <a:pt x="217" y="35"/>
                    <a:pt x="217" y="35"/>
                    <a:pt x="217" y="35"/>
                  </a:cubicBezTo>
                  <a:cubicBezTo>
                    <a:pt x="216" y="35"/>
                    <a:pt x="216" y="35"/>
                    <a:pt x="216" y="35"/>
                  </a:cubicBezTo>
                  <a:lnTo>
                    <a:pt x="215" y="35"/>
                  </a:lnTo>
                  <a:cubicBezTo>
                    <a:pt x="215" y="35"/>
                    <a:pt x="215" y="36"/>
                    <a:pt x="214" y="36"/>
                  </a:cubicBezTo>
                  <a:lnTo>
                    <a:pt x="215" y="36"/>
                  </a:lnTo>
                  <a:cubicBezTo>
                    <a:pt x="213" y="36"/>
                    <a:pt x="212" y="36"/>
                    <a:pt x="211" y="36"/>
                  </a:cubicBezTo>
                  <a:lnTo>
                    <a:pt x="210" y="36"/>
                  </a:lnTo>
                  <a:cubicBezTo>
                    <a:pt x="209" y="36"/>
                    <a:pt x="209" y="36"/>
                    <a:pt x="208" y="36"/>
                  </a:cubicBezTo>
                  <a:cubicBezTo>
                    <a:pt x="206" y="36"/>
                    <a:pt x="206" y="36"/>
                    <a:pt x="205" y="36"/>
                  </a:cubicBezTo>
                  <a:lnTo>
                    <a:pt x="206" y="36"/>
                  </a:lnTo>
                  <a:cubicBezTo>
                    <a:pt x="206" y="36"/>
                    <a:pt x="205" y="36"/>
                    <a:pt x="204" y="36"/>
                  </a:cubicBezTo>
                  <a:lnTo>
                    <a:pt x="203" y="36"/>
                  </a:lnTo>
                  <a:cubicBezTo>
                    <a:pt x="204" y="36"/>
                    <a:pt x="204" y="36"/>
                    <a:pt x="204" y="36"/>
                  </a:cubicBezTo>
                  <a:cubicBezTo>
                    <a:pt x="202" y="36"/>
                    <a:pt x="200" y="36"/>
                    <a:pt x="198" y="36"/>
                  </a:cubicBezTo>
                  <a:lnTo>
                    <a:pt x="197" y="36"/>
                  </a:lnTo>
                  <a:cubicBezTo>
                    <a:pt x="195" y="36"/>
                    <a:pt x="194" y="36"/>
                    <a:pt x="192" y="37"/>
                  </a:cubicBezTo>
                  <a:lnTo>
                    <a:pt x="191" y="37"/>
                  </a:lnTo>
                  <a:cubicBezTo>
                    <a:pt x="187" y="37"/>
                    <a:pt x="182" y="37"/>
                    <a:pt x="177" y="37"/>
                  </a:cubicBezTo>
                  <a:lnTo>
                    <a:pt x="176" y="37"/>
                  </a:lnTo>
                  <a:lnTo>
                    <a:pt x="177" y="37"/>
                  </a:lnTo>
                  <a:cubicBezTo>
                    <a:pt x="176" y="37"/>
                    <a:pt x="176" y="37"/>
                    <a:pt x="176" y="37"/>
                  </a:cubicBezTo>
                  <a:cubicBezTo>
                    <a:pt x="172" y="37"/>
                    <a:pt x="167" y="37"/>
                    <a:pt x="163" y="37"/>
                  </a:cubicBezTo>
                  <a:lnTo>
                    <a:pt x="162" y="37"/>
                  </a:lnTo>
                  <a:lnTo>
                    <a:pt x="163" y="37"/>
                  </a:lnTo>
                  <a:lnTo>
                    <a:pt x="162" y="37"/>
                  </a:lnTo>
                  <a:cubicBezTo>
                    <a:pt x="158" y="37"/>
                    <a:pt x="153" y="37"/>
                    <a:pt x="149" y="38"/>
                  </a:cubicBezTo>
                  <a:lnTo>
                    <a:pt x="148" y="38"/>
                  </a:lnTo>
                  <a:lnTo>
                    <a:pt x="147" y="38"/>
                  </a:lnTo>
                  <a:lnTo>
                    <a:pt x="148" y="38"/>
                  </a:lnTo>
                  <a:cubicBezTo>
                    <a:pt x="142" y="38"/>
                    <a:pt x="137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8" y="38"/>
                    <a:pt x="125" y="38"/>
                    <a:pt x="123" y="38"/>
                  </a:cubicBezTo>
                  <a:lnTo>
                    <a:pt x="124" y="38"/>
                  </a:lnTo>
                  <a:cubicBezTo>
                    <a:pt x="120" y="38"/>
                    <a:pt x="117" y="38"/>
                    <a:pt x="114" y="38"/>
                  </a:cubicBezTo>
                  <a:cubicBezTo>
                    <a:pt x="113" y="38"/>
                    <a:pt x="113" y="38"/>
                    <a:pt x="112" y="38"/>
                  </a:cubicBezTo>
                  <a:lnTo>
                    <a:pt x="113" y="38"/>
                  </a:lnTo>
                  <a:cubicBezTo>
                    <a:pt x="113" y="38"/>
                    <a:pt x="112" y="38"/>
                    <a:pt x="111" y="38"/>
                  </a:cubicBezTo>
                  <a:cubicBezTo>
                    <a:pt x="110" y="38"/>
                    <a:pt x="110" y="38"/>
                    <a:pt x="110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9" y="39"/>
                    <a:pt x="108" y="39"/>
                    <a:pt x="107" y="39"/>
                  </a:cubicBezTo>
                  <a:cubicBezTo>
                    <a:pt x="106" y="39"/>
                    <a:pt x="105" y="39"/>
                    <a:pt x="103" y="39"/>
                  </a:cubicBezTo>
                  <a:cubicBezTo>
                    <a:pt x="101" y="39"/>
                    <a:pt x="99" y="39"/>
                    <a:pt x="97" y="39"/>
                  </a:cubicBezTo>
                  <a:lnTo>
                    <a:pt x="98" y="39"/>
                  </a:lnTo>
                  <a:cubicBezTo>
                    <a:pt x="97" y="39"/>
                    <a:pt x="96" y="39"/>
                    <a:pt x="95" y="39"/>
                  </a:cubicBezTo>
                  <a:lnTo>
                    <a:pt x="94" y="39"/>
                  </a:lnTo>
                  <a:cubicBezTo>
                    <a:pt x="93" y="39"/>
                    <a:pt x="93" y="39"/>
                    <a:pt x="92" y="39"/>
                  </a:cubicBezTo>
                  <a:cubicBezTo>
                    <a:pt x="90" y="39"/>
                    <a:pt x="88" y="39"/>
                    <a:pt x="86" y="39"/>
                  </a:cubicBezTo>
                  <a:lnTo>
                    <a:pt x="85" y="39"/>
                  </a:ln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5" y="39"/>
                    <a:pt x="84" y="39"/>
                  </a:cubicBezTo>
                  <a:lnTo>
                    <a:pt x="85" y="39"/>
                  </a:lnTo>
                  <a:lnTo>
                    <a:pt x="84" y="39"/>
                  </a:lnTo>
                  <a:lnTo>
                    <a:pt x="83" y="39"/>
                  </a:lnTo>
                  <a:cubicBezTo>
                    <a:pt x="82" y="39"/>
                    <a:pt x="82" y="39"/>
                    <a:pt x="82" y="39"/>
                  </a:cubicBezTo>
                  <a:cubicBezTo>
                    <a:pt x="79" y="39"/>
                    <a:pt x="76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lnTo>
                    <a:pt x="71" y="39"/>
                  </a:lnTo>
                  <a:cubicBezTo>
                    <a:pt x="72" y="39"/>
                    <a:pt x="72" y="39"/>
                    <a:pt x="72" y="39"/>
                  </a:cubicBezTo>
                  <a:cubicBezTo>
                    <a:pt x="69" y="39"/>
                    <a:pt x="66" y="40"/>
                    <a:pt x="64" y="40"/>
                  </a:cubicBezTo>
                  <a:cubicBezTo>
                    <a:pt x="61" y="40"/>
                    <a:pt x="59" y="40"/>
                    <a:pt x="57" y="40"/>
                  </a:cubicBezTo>
                  <a:cubicBezTo>
                    <a:pt x="42" y="41"/>
                    <a:pt x="27" y="41"/>
                    <a:pt x="12" y="42"/>
                  </a:cubicBezTo>
                  <a:cubicBezTo>
                    <a:pt x="11" y="42"/>
                    <a:pt x="10" y="42"/>
                    <a:pt x="9" y="42"/>
                  </a:cubicBezTo>
                  <a:cubicBezTo>
                    <a:pt x="4" y="42"/>
                    <a:pt x="0" y="37"/>
                    <a:pt x="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7" name="Google Shape;3877;p47"/>
            <p:cNvSpPr/>
            <p:nvPr/>
          </p:nvSpPr>
          <p:spPr>
            <a:xfrm>
              <a:off x="3286440" y="4197240"/>
              <a:ext cx="62280" cy="173880"/>
            </a:xfrm>
            <a:custGeom>
              <a:avLst/>
              <a:gdLst/>
              <a:ahLst/>
              <a:cxnLst/>
              <a:rect l="l" t="t" r="r" b="b"/>
              <a:pathLst>
                <a:path w="173" h="483" extrusionOk="0">
                  <a:moveTo>
                    <a:pt x="151" y="474"/>
                  </a:moveTo>
                  <a:cubicBezTo>
                    <a:pt x="151" y="473"/>
                    <a:pt x="151" y="472"/>
                    <a:pt x="150" y="470"/>
                  </a:cubicBezTo>
                  <a:cubicBezTo>
                    <a:pt x="151" y="471"/>
                    <a:pt x="151" y="472"/>
                    <a:pt x="151" y="472"/>
                  </a:cubicBezTo>
                  <a:cubicBezTo>
                    <a:pt x="148" y="463"/>
                    <a:pt x="145" y="455"/>
                    <a:pt x="142" y="447"/>
                  </a:cubicBezTo>
                  <a:cubicBezTo>
                    <a:pt x="138" y="438"/>
                    <a:pt x="136" y="429"/>
                    <a:pt x="133" y="420"/>
                  </a:cubicBezTo>
                  <a:cubicBezTo>
                    <a:pt x="126" y="402"/>
                    <a:pt x="122" y="383"/>
                    <a:pt x="116" y="364"/>
                  </a:cubicBezTo>
                  <a:cubicBezTo>
                    <a:pt x="113" y="355"/>
                    <a:pt x="109" y="346"/>
                    <a:pt x="106" y="336"/>
                  </a:cubicBezTo>
                  <a:cubicBezTo>
                    <a:pt x="103" y="328"/>
                    <a:pt x="101" y="318"/>
                    <a:pt x="98" y="310"/>
                  </a:cubicBezTo>
                  <a:cubicBezTo>
                    <a:pt x="91" y="291"/>
                    <a:pt x="84" y="272"/>
                    <a:pt x="78" y="253"/>
                  </a:cubicBezTo>
                  <a:cubicBezTo>
                    <a:pt x="71" y="234"/>
                    <a:pt x="65" y="215"/>
                    <a:pt x="59" y="196"/>
                  </a:cubicBezTo>
                  <a:cubicBezTo>
                    <a:pt x="53" y="176"/>
                    <a:pt x="46" y="156"/>
                    <a:pt x="41" y="137"/>
                  </a:cubicBezTo>
                  <a:cubicBezTo>
                    <a:pt x="38" y="124"/>
                    <a:pt x="34" y="111"/>
                    <a:pt x="31" y="98"/>
                  </a:cubicBezTo>
                  <a:cubicBezTo>
                    <a:pt x="27" y="84"/>
                    <a:pt x="22" y="70"/>
                    <a:pt x="17" y="56"/>
                  </a:cubicBezTo>
                  <a:cubicBezTo>
                    <a:pt x="13" y="43"/>
                    <a:pt x="8" y="30"/>
                    <a:pt x="3" y="18"/>
                  </a:cubicBezTo>
                  <a:cubicBezTo>
                    <a:pt x="1" y="15"/>
                    <a:pt x="1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7" y="1"/>
                    <a:pt x="12" y="0"/>
                    <a:pt x="15" y="3"/>
                  </a:cubicBezTo>
                  <a:cubicBezTo>
                    <a:pt x="16" y="3"/>
                    <a:pt x="17" y="4"/>
                    <a:pt x="17" y="4"/>
                  </a:cubicBezTo>
                  <a:cubicBezTo>
                    <a:pt x="18" y="4"/>
                    <a:pt x="18" y="5"/>
                    <a:pt x="19" y="6"/>
                  </a:cubicBezTo>
                  <a:cubicBezTo>
                    <a:pt x="23" y="8"/>
                    <a:pt x="24" y="13"/>
                    <a:pt x="22" y="17"/>
                  </a:cubicBezTo>
                  <a:cubicBezTo>
                    <a:pt x="23" y="20"/>
                    <a:pt x="24" y="21"/>
                    <a:pt x="25" y="24"/>
                  </a:cubicBezTo>
                  <a:cubicBezTo>
                    <a:pt x="27" y="28"/>
                    <a:pt x="28" y="32"/>
                    <a:pt x="29" y="35"/>
                  </a:cubicBezTo>
                  <a:cubicBezTo>
                    <a:pt x="33" y="45"/>
                    <a:pt x="36" y="54"/>
                    <a:pt x="39" y="64"/>
                  </a:cubicBezTo>
                  <a:cubicBezTo>
                    <a:pt x="42" y="74"/>
                    <a:pt x="45" y="84"/>
                    <a:pt x="48" y="94"/>
                  </a:cubicBezTo>
                  <a:cubicBezTo>
                    <a:pt x="50" y="104"/>
                    <a:pt x="53" y="114"/>
                    <a:pt x="56" y="124"/>
                  </a:cubicBezTo>
                  <a:cubicBezTo>
                    <a:pt x="58" y="133"/>
                    <a:pt x="60" y="141"/>
                    <a:pt x="62" y="149"/>
                  </a:cubicBezTo>
                  <a:cubicBezTo>
                    <a:pt x="68" y="168"/>
                    <a:pt x="74" y="187"/>
                    <a:pt x="80" y="205"/>
                  </a:cubicBezTo>
                  <a:cubicBezTo>
                    <a:pt x="87" y="224"/>
                    <a:pt x="93" y="243"/>
                    <a:pt x="99" y="261"/>
                  </a:cubicBezTo>
                  <a:cubicBezTo>
                    <a:pt x="113" y="299"/>
                    <a:pt x="126" y="336"/>
                    <a:pt x="138" y="374"/>
                  </a:cubicBezTo>
                  <a:cubicBezTo>
                    <a:pt x="142" y="390"/>
                    <a:pt x="147" y="406"/>
                    <a:pt x="153" y="422"/>
                  </a:cubicBezTo>
                  <a:cubicBezTo>
                    <a:pt x="156" y="430"/>
                    <a:pt x="159" y="437"/>
                    <a:pt x="162" y="445"/>
                  </a:cubicBezTo>
                  <a:cubicBezTo>
                    <a:pt x="165" y="453"/>
                    <a:pt x="168" y="461"/>
                    <a:pt x="170" y="470"/>
                  </a:cubicBezTo>
                  <a:cubicBezTo>
                    <a:pt x="172" y="475"/>
                    <a:pt x="168" y="480"/>
                    <a:pt x="163" y="482"/>
                  </a:cubicBezTo>
                  <a:cubicBezTo>
                    <a:pt x="162" y="482"/>
                    <a:pt x="161" y="482"/>
                    <a:pt x="161" y="482"/>
                  </a:cubicBezTo>
                  <a:cubicBezTo>
                    <a:pt x="156" y="482"/>
                    <a:pt x="152" y="479"/>
                    <a:pt x="151" y="4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8" name="Google Shape;3878;p47"/>
            <p:cNvSpPr/>
            <p:nvPr/>
          </p:nvSpPr>
          <p:spPr>
            <a:xfrm>
              <a:off x="3336480" y="4200840"/>
              <a:ext cx="1063080" cy="599040"/>
            </a:xfrm>
            <a:custGeom>
              <a:avLst/>
              <a:gdLst/>
              <a:ahLst/>
              <a:cxnLst/>
              <a:rect l="l" t="t" r="r" b="b"/>
              <a:pathLst>
                <a:path w="2953" h="1664" extrusionOk="0">
                  <a:moveTo>
                    <a:pt x="866" y="1662"/>
                  </a:moveTo>
                  <a:cubicBezTo>
                    <a:pt x="862" y="1661"/>
                    <a:pt x="859" y="1658"/>
                    <a:pt x="856" y="1654"/>
                  </a:cubicBezTo>
                  <a:cubicBezTo>
                    <a:pt x="849" y="1647"/>
                    <a:pt x="843" y="1639"/>
                    <a:pt x="837" y="1631"/>
                  </a:cubicBezTo>
                  <a:cubicBezTo>
                    <a:pt x="829" y="1620"/>
                    <a:pt x="822" y="1608"/>
                    <a:pt x="815" y="1596"/>
                  </a:cubicBezTo>
                  <a:cubicBezTo>
                    <a:pt x="809" y="1584"/>
                    <a:pt x="803" y="1572"/>
                    <a:pt x="798" y="1560"/>
                  </a:cubicBezTo>
                  <a:cubicBezTo>
                    <a:pt x="786" y="1534"/>
                    <a:pt x="776" y="1506"/>
                    <a:pt x="766" y="1479"/>
                  </a:cubicBezTo>
                  <a:cubicBezTo>
                    <a:pt x="749" y="1428"/>
                    <a:pt x="735" y="1376"/>
                    <a:pt x="720" y="1324"/>
                  </a:cubicBezTo>
                  <a:cubicBezTo>
                    <a:pt x="713" y="1299"/>
                    <a:pt x="706" y="1274"/>
                    <a:pt x="700" y="1249"/>
                  </a:cubicBezTo>
                  <a:cubicBezTo>
                    <a:pt x="693" y="1222"/>
                    <a:pt x="686" y="1195"/>
                    <a:pt x="678" y="1168"/>
                  </a:cubicBezTo>
                  <a:cubicBezTo>
                    <a:pt x="678" y="1168"/>
                    <a:pt x="678" y="1169"/>
                    <a:pt x="678" y="1170"/>
                  </a:cubicBezTo>
                  <a:cubicBezTo>
                    <a:pt x="672" y="1147"/>
                    <a:pt x="665" y="1124"/>
                    <a:pt x="658" y="1101"/>
                  </a:cubicBezTo>
                  <a:cubicBezTo>
                    <a:pt x="650" y="1079"/>
                    <a:pt x="643" y="1056"/>
                    <a:pt x="636" y="1033"/>
                  </a:cubicBezTo>
                  <a:cubicBezTo>
                    <a:pt x="631" y="1010"/>
                    <a:pt x="626" y="988"/>
                    <a:pt x="621" y="964"/>
                  </a:cubicBezTo>
                  <a:cubicBezTo>
                    <a:pt x="617" y="941"/>
                    <a:pt x="610" y="918"/>
                    <a:pt x="604" y="895"/>
                  </a:cubicBezTo>
                  <a:cubicBezTo>
                    <a:pt x="599" y="878"/>
                    <a:pt x="593" y="860"/>
                    <a:pt x="587" y="843"/>
                  </a:cubicBezTo>
                  <a:cubicBezTo>
                    <a:pt x="582" y="828"/>
                    <a:pt x="577" y="812"/>
                    <a:pt x="572" y="797"/>
                  </a:cubicBezTo>
                  <a:cubicBezTo>
                    <a:pt x="564" y="766"/>
                    <a:pt x="558" y="733"/>
                    <a:pt x="548" y="702"/>
                  </a:cubicBezTo>
                  <a:lnTo>
                    <a:pt x="548" y="703"/>
                  </a:lnTo>
                  <a:cubicBezTo>
                    <a:pt x="548" y="700"/>
                    <a:pt x="547" y="698"/>
                    <a:pt x="547" y="696"/>
                  </a:cubicBezTo>
                  <a:lnTo>
                    <a:pt x="547" y="695"/>
                  </a:lnTo>
                  <a:lnTo>
                    <a:pt x="546" y="695"/>
                  </a:lnTo>
                  <a:cubicBezTo>
                    <a:pt x="547" y="695"/>
                    <a:pt x="547" y="695"/>
                    <a:pt x="547" y="695"/>
                  </a:cubicBezTo>
                  <a:cubicBezTo>
                    <a:pt x="543" y="684"/>
                    <a:pt x="540" y="673"/>
                    <a:pt x="536" y="662"/>
                  </a:cubicBezTo>
                  <a:cubicBezTo>
                    <a:pt x="531" y="649"/>
                    <a:pt x="526" y="637"/>
                    <a:pt x="523" y="625"/>
                  </a:cubicBezTo>
                  <a:cubicBezTo>
                    <a:pt x="519" y="613"/>
                    <a:pt x="516" y="601"/>
                    <a:pt x="513" y="590"/>
                  </a:cubicBezTo>
                  <a:cubicBezTo>
                    <a:pt x="510" y="579"/>
                    <a:pt x="506" y="568"/>
                    <a:pt x="504" y="556"/>
                  </a:cubicBezTo>
                  <a:cubicBezTo>
                    <a:pt x="500" y="532"/>
                    <a:pt x="497" y="508"/>
                    <a:pt x="492" y="484"/>
                  </a:cubicBezTo>
                  <a:cubicBezTo>
                    <a:pt x="490" y="472"/>
                    <a:pt x="488" y="460"/>
                    <a:pt x="485" y="449"/>
                  </a:cubicBezTo>
                  <a:cubicBezTo>
                    <a:pt x="482" y="436"/>
                    <a:pt x="478" y="423"/>
                    <a:pt x="475" y="410"/>
                  </a:cubicBezTo>
                  <a:cubicBezTo>
                    <a:pt x="475" y="411"/>
                    <a:pt x="475" y="411"/>
                    <a:pt x="475" y="411"/>
                  </a:cubicBezTo>
                  <a:cubicBezTo>
                    <a:pt x="474" y="410"/>
                    <a:pt x="474" y="408"/>
                    <a:pt x="474" y="406"/>
                  </a:cubicBezTo>
                  <a:cubicBezTo>
                    <a:pt x="473" y="406"/>
                    <a:pt x="473" y="405"/>
                    <a:pt x="473" y="405"/>
                  </a:cubicBezTo>
                  <a:cubicBezTo>
                    <a:pt x="473" y="405"/>
                    <a:pt x="473" y="404"/>
                    <a:pt x="473" y="403"/>
                  </a:cubicBezTo>
                  <a:cubicBezTo>
                    <a:pt x="473" y="403"/>
                    <a:pt x="473" y="402"/>
                    <a:pt x="472" y="402"/>
                  </a:cubicBezTo>
                  <a:cubicBezTo>
                    <a:pt x="464" y="375"/>
                    <a:pt x="454" y="348"/>
                    <a:pt x="445" y="321"/>
                  </a:cubicBezTo>
                  <a:cubicBezTo>
                    <a:pt x="441" y="308"/>
                    <a:pt x="436" y="295"/>
                    <a:pt x="433" y="282"/>
                  </a:cubicBezTo>
                  <a:cubicBezTo>
                    <a:pt x="429" y="267"/>
                    <a:pt x="427" y="252"/>
                    <a:pt x="424" y="237"/>
                  </a:cubicBezTo>
                  <a:cubicBezTo>
                    <a:pt x="419" y="211"/>
                    <a:pt x="414" y="184"/>
                    <a:pt x="407" y="158"/>
                  </a:cubicBezTo>
                  <a:cubicBezTo>
                    <a:pt x="406" y="155"/>
                    <a:pt x="406" y="152"/>
                    <a:pt x="405" y="149"/>
                  </a:cubicBezTo>
                  <a:cubicBezTo>
                    <a:pt x="405" y="150"/>
                    <a:pt x="405" y="150"/>
                    <a:pt x="405" y="151"/>
                  </a:cubicBezTo>
                  <a:cubicBezTo>
                    <a:pt x="402" y="140"/>
                    <a:pt x="399" y="130"/>
                    <a:pt x="395" y="121"/>
                  </a:cubicBezTo>
                  <a:cubicBezTo>
                    <a:pt x="390" y="110"/>
                    <a:pt x="384" y="100"/>
                    <a:pt x="378" y="90"/>
                  </a:cubicBezTo>
                  <a:cubicBezTo>
                    <a:pt x="374" y="84"/>
                    <a:pt x="370" y="77"/>
                    <a:pt x="366" y="71"/>
                  </a:cubicBezTo>
                  <a:cubicBezTo>
                    <a:pt x="363" y="68"/>
                    <a:pt x="360" y="64"/>
                    <a:pt x="356" y="61"/>
                  </a:cubicBezTo>
                  <a:cubicBezTo>
                    <a:pt x="353" y="58"/>
                    <a:pt x="350" y="55"/>
                    <a:pt x="346" y="53"/>
                  </a:cubicBezTo>
                  <a:cubicBezTo>
                    <a:pt x="344" y="51"/>
                    <a:pt x="342" y="50"/>
                    <a:pt x="340" y="49"/>
                  </a:cubicBezTo>
                  <a:cubicBezTo>
                    <a:pt x="336" y="47"/>
                    <a:pt x="332" y="44"/>
                    <a:pt x="328" y="43"/>
                  </a:cubicBezTo>
                  <a:cubicBezTo>
                    <a:pt x="325" y="42"/>
                    <a:pt x="321" y="40"/>
                    <a:pt x="317" y="39"/>
                  </a:cubicBezTo>
                  <a:cubicBezTo>
                    <a:pt x="315" y="39"/>
                    <a:pt x="314" y="39"/>
                    <a:pt x="312" y="39"/>
                  </a:cubicBezTo>
                  <a:cubicBezTo>
                    <a:pt x="311" y="39"/>
                    <a:pt x="310" y="39"/>
                    <a:pt x="309" y="39"/>
                  </a:cubicBezTo>
                  <a:cubicBezTo>
                    <a:pt x="308" y="39"/>
                    <a:pt x="308" y="39"/>
                    <a:pt x="307" y="39"/>
                  </a:cubicBezTo>
                  <a:lnTo>
                    <a:pt x="306" y="39"/>
                  </a:lnTo>
                  <a:cubicBezTo>
                    <a:pt x="307" y="39"/>
                    <a:pt x="307" y="39"/>
                    <a:pt x="307" y="39"/>
                  </a:cubicBezTo>
                  <a:cubicBezTo>
                    <a:pt x="306" y="39"/>
                    <a:pt x="305" y="39"/>
                    <a:pt x="304" y="40"/>
                  </a:cubicBezTo>
                  <a:lnTo>
                    <a:pt x="303" y="40"/>
                  </a:lnTo>
                  <a:cubicBezTo>
                    <a:pt x="303" y="41"/>
                    <a:pt x="301" y="42"/>
                    <a:pt x="301" y="42"/>
                  </a:cubicBezTo>
                  <a:cubicBezTo>
                    <a:pt x="298" y="44"/>
                    <a:pt x="296" y="47"/>
                    <a:pt x="293" y="49"/>
                  </a:cubicBezTo>
                  <a:cubicBezTo>
                    <a:pt x="289" y="54"/>
                    <a:pt x="284" y="60"/>
                    <a:pt x="280" y="65"/>
                  </a:cubicBezTo>
                  <a:cubicBezTo>
                    <a:pt x="271" y="78"/>
                    <a:pt x="264" y="91"/>
                    <a:pt x="256" y="104"/>
                  </a:cubicBezTo>
                  <a:lnTo>
                    <a:pt x="255" y="105"/>
                  </a:lnTo>
                  <a:cubicBezTo>
                    <a:pt x="255" y="106"/>
                    <a:pt x="254" y="107"/>
                    <a:pt x="254" y="108"/>
                  </a:cubicBezTo>
                  <a:cubicBezTo>
                    <a:pt x="254" y="109"/>
                    <a:pt x="254" y="109"/>
                    <a:pt x="254" y="109"/>
                  </a:cubicBezTo>
                  <a:cubicBezTo>
                    <a:pt x="243" y="128"/>
                    <a:pt x="234" y="147"/>
                    <a:pt x="225" y="167"/>
                  </a:cubicBezTo>
                  <a:cubicBezTo>
                    <a:pt x="216" y="187"/>
                    <a:pt x="206" y="208"/>
                    <a:pt x="198" y="229"/>
                  </a:cubicBezTo>
                  <a:cubicBezTo>
                    <a:pt x="191" y="250"/>
                    <a:pt x="183" y="271"/>
                    <a:pt x="175" y="291"/>
                  </a:cubicBezTo>
                  <a:cubicBezTo>
                    <a:pt x="167" y="312"/>
                    <a:pt x="158" y="333"/>
                    <a:pt x="150" y="354"/>
                  </a:cubicBezTo>
                  <a:cubicBezTo>
                    <a:pt x="150" y="353"/>
                    <a:pt x="150" y="353"/>
                    <a:pt x="150" y="353"/>
                  </a:cubicBezTo>
                  <a:cubicBezTo>
                    <a:pt x="144" y="371"/>
                    <a:pt x="137" y="389"/>
                    <a:pt x="131" y="408"/>
                  </a:cubicBezTo>
                  <a:cubicBezTo>
                    <a:pt x="123" y="429"/>
                    <a:pt x="117" y="450"/>
                    <a:pt x="110" y="472"/>
                  </a:cubicBezTo>
                  <a:cubicBezTo>
                    <a:pt x="107" y="481"/>
                    <a:pt x="103" y="491"/>
                    <a:pt x="100" y="502"/>
                  </a:cubicBezTo>
                  <a:cubicBezTo>
                    <a:pt x="97" y="512"/>
                    <a:pt x="94" y="523"/>
                    <a:pt x="90" y="534"/>
                  </a:cubicBezTo>
                  <a:cubicBezTo>
                    <a:pt x="85" y="554"/>
                    <a:pt x="79" y="576"/>
                    <a:pt x="75" y="597"/>
                  </a:cubicBezTo>
                  <a:cubicBezTo>
                    <a:pt x="72" y="610"/>
                    <a:pt x="69" y="622"/>
                    <a:pt x="67" y="635"/>
                  </a:cubicBezTo>
                  <a:cubicBezTo>
                    <a:pt x="64" y="647"/>
                    <a:pt x="63" y="659"/>
                    <a:pt x="60" y="671"/>
                  </a:cubicBezTo>
                  <a:cubicBezTo>
                    <a:pt x="56" y="696"/>
                    <a:pt x="53" y="721"/>
                    <a:pt x="48" y="745"/>
                  </a:cubicBezTo>
                  <a:cubicBezTo>
                    <a:pt x="46" y="758"/>
                    <a:pt x="44" y="770"/>
                    <a:pt x="42" y="783"/>
                  </a:cubicBezTo>
                  <a:cubicBezTo>
                    <a:pt x="39" y="795"/>
                    <a:pt x="37" y="807"/>
                    <a:pt x="34" y="819"/>
                  </a:cubicBezTo>
                  <a:cubicBezTo>
                    <a:pt x="32" y="832"/>
                    <a:pt x="29" y="844"/>
                    <a:pt x="26" y="856"/>
                  </a:cubicBezTo>
                  <a:cubicBezTo>
                    <a:pt x="25" y="861"/>
                    <a:pt x="23" y="867"/>
                    <a:pt x="22" y="873"/>
                  </a:cubicBezTo>
                  <a:cubicBezTo>
                    <a:pt x="21" y="878"/>
                    <a:pt x="20" y="883"/>
                    <a:pt x="19" y="888"/>
                  </a:cubicBezTo>
                  <a:cubicBezTo>
                    <a:pt x="20" y="890"/>
                    <a:pt x="20" y="893"/>
                    <a:pt x="18" y="896"/>
                  </a:cubicBezTo>
                  <a:cubicBezTo>
                    <a:pt x="16" y="899"/>
                    <a:pt x="12" y="900"/>
                    <a:pt x="8" y="899"/>
                  </a:cubicBezTo>
                  <a:cubicBezTo>
                    <a:pt x="8" y="900"/>
                    <a:pt x="8" y="900"/>
                    <a:pt x="9" y="900"/>
                  </a:cubicBezTo>
                  <a:cubicBezTo>
                    <a:pt x="5" y="899"/>
                    <a:pt x="2" y="897"/>
                    <a:pt x="1" y="893"/>
                  </a:cubicBezTo>
                  <a:cubicBezTo>
                    <a:pt x="0" y="889"/>
                    <a:pt x="1" y="885"/>
                    <a:pt x="1" y="881"/>
                  </a:cubicBezTo>
                  <a:cubicBezTo>
                    <a:pt x="4" y="867"/>
                    <a:pt x="7" y="854"/>
                    <a:pt x="11" y="840"/>
                  </a:cubicBezTo>
                  <a:cubicBezTo>
                    <a:pt x="14" y="827"/>
                    <a:pt x="16" y="814"/>
                    <a:pt x="19" y="801"/>
                  </a:cubicBezTo>
                  <a:cubicBezTo>
                    <a:pt x="22" y="787"/>
                    <a:pt x="24" y="772"/>
                    <a:pt x="27" y="758"/>
                  </a:cubicBezTo>
                  <a:cubicBezTo>
                    <a:pt x="32" y="729"/>
                    <a:pt x="36" y="701"/>
                    <a:pt x="40" y="673"/>
                  </a:cubicBezTo>
                  <a:cubicBezTo>
                    <a:pt x="43" y="659"/>
                    <a:pt x="45" y="645"/>
                    <a:pt x="47" y="632"/>
                  </a:cubicBezTo>
                  <a:cubicBezTo>
                    <a:pt x="50" y="617"/>
                    <a:pt x="54" y="603"/>
                    <a:pt x="57" y="588"/>
                  </a:cubicBezTo>
                  <a:cubicBezTo>
                    <a:pt x="64" y="562"/>
                    <a:pt x="70" y="536"/>
                    <a:pt x="78" y="509"/>
                  </a:cubicBezTo>
                  <a:cubicBezTo>
                    <a:pt x="82" y="497"/>
                    <a:pt x="86" y="484"/>
                    <a:pt x="90" y="471"/>
                  </a:cubicBezTo>
                  <a:cubicBezTo>
                    <a:pt x="94" y="458"/>
                    <a:pt x="98" y="445"/>
                    <a:pt x="102" y="432"/>
                  </a:cubicBezTo>
                  <a:cubicBezTo>
                    <a:pt x="110" y="407"/>
                    <a:pt x="119" y="382"/>
                    <a:pt x="128" y="357"/>
                  </a:cubicBezTo>
                  <a:cubicBezTo>
                    <a:pt x="138" y="332"/>
                    <a:pt x="148" y="307"/>
                    <a:pt x="158" y="282"/>
                  </a:cubicBezTo>
                  <a:cubicBezTo>
                    <a:pt x="158" y="283"/>
                    <a:pt x="157" y="283"/>
                    <a:pt x="157" y="283"/>
                  </a:cubicBezTo>
                  <a:cubicBezTo>
                    <a:pt x="163" y="268"/>
                    <a:pt x="169" y="253"/>
                    <a:pt x="174" y="238"/>
                  </a:cubicBezTo>
                  <a:cubicBezTo>
                    <a:pt x="180" y="222"/>
                    <a:pt x="187" y="206"/>
                    <a:pt x="194" y="190"/>
                  </a:cubicBezTo>
                  <a:cubicBezTo>
                    <a:pt x="207" y="159"/>
                    <a:pt x="221" y="128"/>
                    <a:pt x="237" y="98"/>
                  </a:cubicBezTo>
                  <a:lnTo>
                    <a:pt x="238" y="97"/>
                  </a:lnTo>
                  <a:cubicBezTo>
                    <a:pt x="238" y="97"/>
                    <a:pt x="238" y="96"/>
                    <a:pt x="239" y="96"/>
                  </a:cubicBezTo>
                  <a:cubicBezTo>
                    <a:pt x="239" y="95"/>
                    <a:pt x="240" y="94"/>
                    <a:pt x="240" y="93"/>
                  </a:cubicBezTo>
                  <a:cubicBezTo>
                    <a:pt x="247" y="82"/>
                    <a:pt x="253" y="70"/>
                    <a:pt x="261" y="60"/>
                  </a:cubicBezTo>
                  <a:cubicBezTo>
                    <a:pt x="268" y="49"/>
                    <a:pt x="276" y="37"/>
                    <a:pt x="286" y="29"/>
                  </a:cubicBezTo>
                  <a:cubicBezTo>
                    <a:pt x="288" y="27"/>
                    <a:pt x="290" y="25"/>
                    <a:pt x="293" y="24"/>
                  </a:cubicBezTo>
                  <a:cubicBezTo>
                    <a:pt x="296" y="22"/>
                    <a:pt x="298" y="21"/>
                    <a:pt x="302" y="20"/>
                  </a:cubicBezTo>
                  <a:cubicBezTo>
                    <a:pt x="305" y="19"/>
                    <a:pt x="309" y="19"/>
                    <a:pt x="312" y="19"/>
                  </a:cubicBezTo>
                  <a:cubicBezTo>
                    <a:pt x="315" y="19"/>
                    <a:pt x="319" y="20"/>
                    <a:pt x="322" y="21"/>
                  </a:cubicBezTo>
                  <a:cubicBezTo>
                    <a:pt x="329" y="22"/>
                    <a:pt x="335" y="25"/>
                    <a:pt x="341" y="28"/>
                  </a:cubicBezTo>
                  <a:cubicBezTo>
                    <a:pt x="347" y="30"/>
                    <a:pt x="353" y="33"/>
                    <a:pt x="359" y="38"/>
                  </a:cubicBezTo>
                  <a:cubicBezTo>
                    <a:pt x="381" y="54"/>
                    <a:pt x="395" y="78"/>
                    <a:pt x="407" y="102"/>
                  </a:cubicBezTo>
                  <a:cubicBezTo>
                    <a:pt x="415" y="117"/>
                    <a:pt x="420" y="133"/>
                    <a:pt x="425" y="149"/>
                  </a:cubicBezTo>
                  <a:cubicBezTo>
                    <a:pt x="429" y="163"/>
                    <a:pt x="433" y="177"/>
                    <a:pt x="435" y="192"/>
                  </a:cubicBezTo>
                  <a:cubicBezTo>
                    <a:pt x="441" y="223"/>
                    <a:pt x="446" y="255"/>
                    <a:pt x="455" y="287"/>
                  </a:cubicBezTo>
                  <a:cubicBezTo>
                    <a:pt x="455" y="286"/>
                    <a:pt x="454" y="286"/>
                    <a:pt x="454" y="286"/>
                  </a:cubicBezTo>
                  <a:cubicBezTo>
                    <a:pt x="462" y="312"/>
                    <a:pt x="472" y="338"/>
                    <a:pt x="480" y="363"/>
                  </a:cubicBezTo>
                  <a:cubicBezTo>
                    <a:pt x="484" y="374"/>
                    <a:pt x="488" y="385"/>
                    <a:pt x="491" y="397"/>
                  </a:cubicBezTo>
                  <a:cubicBezTo>
                    <a:pt x="491" y="398"/>
                    <a:pt x="491" y="398"/>
                    <a:pt x="492" y="398"/>
                  </a:cubicBezTo>
                  <a:lnTo>
                    <a:pt x="492" y="399"/>
                  </a:lnTo>
                  <a:cubicBezTo>
                    <a:pt x="492" y="400"/>
                    <a:pt x="492" y="402"/>
                    <a:pt x="493" y="403"/>
                  </a:cubicBezTo>
                  <a:cubicBezTo>
                    <a:pt x="497" y="417"/>
                    <a:pt x="501" y="432"/>
                    <a:pt x="504" y="446"/>
                  </a:cubicBezTo>
                  <a:cubicBezTo>
                    <a:pt x="508" y="459"/>
                    <a:pt x="510" y="473"/>
                    <a:pt x="512" y="486"/>
                  </a:cubicBezTo>
                  <a:cubicBezTo>
                    <a:pt x="515" y="501"/>
                    <a:pt x="517" y="515"/>
                    <a:pt x="520" y="530"/>
                  </a:cubicBezTo>
                  <a:cubicBezTo>
                    <a:pt x="522" y="543"/>
                    <a:pt x="525" y="555"/>
                    <a:pt x="527" y="567"/>
                  </a:cubicBezTo>
                  <a:cubicBezTo>
                    <a:pt x="530" y="580"/>
                    <a:pt x="534" y="593"/>
                    <a:pt x="538" y="606"/>
                  </a:cubicBezTo>
                  <a:cubicBezTo>
                    <a:pt x="543" y="622"/>
                    <a:pt x="548" y="638"/>
                    <a:pt x="554" y="653"/>
                  </a:cubicBezTo>
                  <a:cubicBezTo>
                    <a:pt x="559" y="668"/>
                    <a:pt x="564" y="684"/>
                    <a:pt x="568" y="699"/>
                  </a:cubicBezTo>
                  <a:cubicBezTo>
                    <a:pt x="573" y="715"/>
                    <a:pt x="576" y="731"/>
                    <a:pt x="580" y="747"/>
                  </a:cubicBezTo>
                  <a:cubicBezTo>
                    <a:pt x="584" y="763"/>
                    <a:pt x="588" y="779"/>
                    <a:pt x="592" y="795"/>
                  </a:cubicBezTo>
                  <a:lnTo>
                    <a:pt x="593" y="796"/>
                  </a:lnTo>
                  <a:cubicBezTo>
                    <a:pt x="599" y="815"/>
                    <a:pt x="605" y="834"/>
                    <a:pt x="611" y="853"/>
                  </a:cubicBezTo>
                  <a:cubicBezTo>
                    <a:pt x="619" y="875"/>
                    <a:pt x="625" y="897"/>
                    <a:pt x="631" y="918"/>
                  </a:cubicBezTo>
                  <a:cubicBezTo>
                    <a:pt x="636" y="939"/>
                    <a:pt x="640" y="960"/>
                    <a:pt x="645" y="980"/>
                  </a:cubicBezTo>
                  <a:cubicBezTo>
                    <a:pt x="649" y="1001"/>
                    <a:pt x="653" y="1022"/>
                    <a:pt x="659" y="1043"/>
                  </a:cubicBezTo>
                  <a:cubicBezTo>
                    <a:pt x="665" y="1063"/>
                    <a:pt x="672" y="1084"/>
                    <a:pt x="679" y="1104"/>
                  </a:cubicBezTo>
                  <a:cubicBezTo>
                    <a:pt x="685" y="1125"/>
                    <a:pt x="692" y="1146"/>
                    <a:pt x="698" y="1167"/>
                  </a:cubicBezTo>
                  <a:cubicBezTo>
                    <a:pt x="710" y="1209"/>
                    <a:pt x="720" y="1252"/>
                    <a:pt x="732" y="1294"/>
                  </a:cubicBezTo>
                  <a:cubicBezTo>
                    <a:pt x="740" y="1320"/>
                    <a:pt x="747" y="1348"/>
                    <a:pt x="755" y="1375"/>
                  </a:cubicBezTo>
                  <a:cubicBezTo>
                    <a:pt x="763" y="1402"/>
                    <a:pt x="771" y="1429"/>
                    <a:pt x="780" y="1456"/>
                  </a:cubicBezTo>
                  <a:cubicBezTo>
                    <a:pt x="784" y="1470"/>
                    <a:pt x="789" y="1484"/>
                    <a:pt x="794" y="1497"/>
                  </a:cubicBezTo>
                  <a:cubicBezTo>
                    <a:pt x="798" y="1511"/>
                    <a:pt x="804" y="1525"/>
                    <a:pt x="810" y="1538"/>
                  </a:cubicBezTo>
                  <a:lnTo>
                    <a:pt x="809" y="1537"/>
                  </a:lnTo>
                  <a:cubicBezTo>
                    <a:pt x="819" y="1558"/>
                    <a:pt x="828" y="1578"/>
                    <a:pt x="840" y="1598"/>
                  </a:cubicBezTo>
                  <a:cubicBezTo>
                    <a:pt x="839" y="1597"/>
                    <a:pt x="839" y="1597"/>
                    <a:pt x="839" y="1597"/>
                  </a:cubicBezTo>
                  <a:cubicBezTo>
                    <a:pt x="845" y="1606"/>
                    <a:pt x="851" y="1616"/>
                    <a:pt x="858" y="1625"/>
                  </a:cubicBezTo>
                  <a:cubicBezTo>
                    <a:pt x="862" y="1630"/>
                    <a:pt x="867" y="1636"/>
                    <a:pt x="872" y="1641"/>
                  </a:cubicBezTo>
                  <a:cubicBezTo>
                    <a:pt x="873" y="1641"/>
                    <a:pt x="873" y="1641"/>
                    <a:pt x="873" y="1641"/>
                  </a:cubicBezTo>
                  <a:lnTo>
                    <a:pt x="874" y="1641"/>
                  </a:lnTo>
                  <a:cubicBezTo>
                    <a:pt x="875" y="1641"/>
                    <a:pt x="876" y="1640"/>
                    <a:pt x="878" y="1640"/>
                  </a:cubicBezTo>
                  <a:cubicBezTo>
                    <a:pt x="881" y="1639"/>
                    <a:pt x="884" y="1637"/>
                    <a:pt x="887" y="1635"/>
                  </a:cubicBezTo>
                  <a:cubicBezTo>
                    <a:pt x="891" y="1633"/>
                    <a:pt x="895" y="1630"/>
                    <a:pt x="899" y="1627"/>
                  </a:cubicBezTo>
                  <a:cubicBezTo>
                    <a:pt x="903" y="1623"/>
                    <a:pt x="907" y="1619"/>
                    <a:pt x="911" y="1616"/>
                  </a:cubicBezTo>
                  <a:cubicBezTo>
                    <a:pt x="918" y="1609"/>
                    <a:pt x="924" y="1601"/>
                    <a:pt x="929" y="1594"/>
                  </a:cubicBezTo>
                  <a:cubicBezTo>
                    <a:pt x="938" y="1581"/>
                    <a:pt x="947" y="1568"/>
                    <a:pt x="956" y="1555"/>
                  </a:cubicBezTo>
                  <a:cubicBezTo>
                    <a:pt x="964" y="1541"/>
                    <a:pt x="973" y="1528"/>
                    <a:pt x="981" y="1514"/>
                  </a:cubicBezTo>
                  <a:cubicBezTo>
                    <a:pt x="985" y="1506"/>
                    <a:pt x="989" y="1499"/>
                    <a:pt x="992" y="1491"/>
                  </a:cubicBezTo>
                  <a:cubicBezTo>
                    <a:pt x="996" y="1481"/>
                    <a:pt x="1001" y="1470"/>
                    <a:pt x="1005" y="1460"/>
                  </a:cubicBezTo>
                  <a:cubicBezTo>
                    <a:pt x="1012" y="1441"/>
                    <a:pt x="1020" y="1422"/>
                    <a:pt x="1027" y="1404"/>
                  </a:cubicBezTo>
                  <a:cubicBezTo>
                    <a:pt x="1027" y="1403"/>
                    <a:pt x="1027" y="1403"/>
                    <a:pt x="1027" y="1403"/>
                  </a:cubicBezTo>
                  <a:cubicBezTo>
                    <a:pt x="1033" y="1388"/>
                    <a:pt x="1038" y="1373"/>
                    <a:pt x="1043" y="1358"/>
                  </a:cubicBezTo>
                  <a:cubicBezTo>
                    <a:pt x="1047" y="1342"/>
                    <a:pt x="1051" y="1326"/>
                    <a:pt x="1056" y="1309"/>
                  </a:cubicBezTo>
                  <a:cubicBezTo>
                    <a:pt x="1060" y="1292"/>
                    <a:pt x="1065" y="1276"/>
                    <a:pt x="1070" y="1259"/>
                  </a:cubicBezTo>
                  <a:cubicBezTo>
                    <a:pt x="1075" y="1243"/>
                    <a:pt x="1079" y="1228"/>
                    <a:pt x="1083" y="1213"/>
                  </a:cubicBezTo>
                  <a:lnTo>
                    <a:pt x="1083" y="1214"/>
                  </a:lnTo>
                  <a:cubicBezTo>
                    <a:pt x="1089" y="1186"/>
                    <a:pt x="1094" y="1158"/>
                    <a:pt x="1100" y="1130"/>
                  </a:cubicBezTo>
                  <a:cubicBezTo>
                    <a:pt x="1103" y="1115"/>
                    <a:pt x="1106" y="1101"/>
                    <a:pt x="1109" y="1087"/>
                  </a:cubicBezTo>
                  <a:cubicBezTo>
                    <a:pt x="1112" y="1073"/>
                    <a:pt x="1114" y="1059"/>
                    <a:pt x="1117" y="1045"/>
                  </a:cubicBezTo>
                  <a:cubicBezTo>
                    <a:pt x="1122" y="1017"/>
                    <a:pt x="1128" y="991"/>
                    <a:pt x="1133" y="963"/>
                  </a:cubicBezTo>
                  <a:cubicBezTo>
                    <a:pt x="1135" y="949"/>
                    <a:pt x="1138" y="935"/>
                    <a:pt x="1140" y="921"/>
                  </a:cubicBezTo>
                  <a:cubicBezTo>
                    <a:pt x="1143" y="906"/>
                    <a:pt x="1146" y="890"/>
                    <a:pt x="1150" y="875"/>
                  </a:cubicBezTo>
                  <a:cubicBezTo>
                    <a:pt x="1153" y="861"/>
                    <a:pt x="1156" y="848"/>
                    <a:pt x="1158" y="834"/>
                  </a:cubicBezTo>
                  <a:cubicBezTo>
                    <a:pt x="1162" y="819"/>
                    <a:pt x="1165" y="804"/>
                    <a:pt x="1168" y="788"/>
                  </a:cubicBezTo>
                  <a:cubicBezTo>
                    <a:pt x="1171" y="773"/>
                    <a:pt x="1175" y="759"/>
                    <a:pt x="1179" y="744"/>
                  </a:cubicBezTo>
                  <a:cubicBezTo>
                    <a:pt x="1184" y="728"/>
                    <a:pt x="1188" y="713"/>
                    <a:pt x="1192" y="698"/>
                  </a:cubicBezTo>
                  <a:cubicBezTo>
                    <a:pt x="1196" y="684"/>
                    <a:pt x="1199" y="670"/>
                    <a:pt x="1202" y="656"/>
                  </a:cubicBezTo>
                  <a:cubicBezTo>
                    <a:pt x="1205" y="640"/>
                    <a:pt x="1207" y="626"/>
                    <a:pt x="1210" y="611"/>
                  </a:cubicBezTo>
                  <a:cubicBezTo>
                    <a:pt x="1214" y="596"/>
                    <a:pt x="1217" y="581"/>
                    <a:pt x="1221" y="566"/>
                  </a:cubicBezTo>
                  <a:cubicBezTo>
                    <a:pt x="1225" y="551"/>
                    <a:pt x="1229" y="537"/>
                    <a:pt x="1232" y="522"/>
                  </a:cubicBezTo>
                  <a:cubicBezTo>
                    <a:pt x="1232" y="523"/>
                    <a:pt x="1232" y="523"/>
                    <a:pt x="1232" y="523"/>
                  </a:cubicBezTo>
                  <a:cubicBezTo>
                    <a:pt x="1233" y="520"/>
                    <a:pt x="1234" y="516"/>
                    <a:pt x="1235" y="512"/>
                  </a:cubicBezTo>
                  <a:cubicBezTo>
                    <a:pt x="1235" y="512"/>
                    <a:pt x="1235" y="513"/>
                    <a:pt x="1234" y="513"/>
                  </a:cubicBezTo>
                  <a:cubicBezTo>
                    <a:pt x="1238" y="498"/>
                    <a:pt x="1241" y="484"/>
                    <a:pt x="1245" y="469"/>
                  </a:cubicBezTo>
                  <a:cubicBezTo>
                    <a:pt x="1249" y="453"/>
                    <a:pt x="1253" y="438"/>
                    <a:pt x="1258" y="423"/>
                  </a:cubicBezTo>
                  <a:cubicBezTo>
                    <a:pt x="1267" y="396"/>
                    <a:pt x="1277" y="370"/>
                    <a:pt x="1286" y="343"/>
                  </a:cubicBezTo>
                  <a:cubicBezTo>
                    <a:pt x="1291" y="331"/>
                    <a:pt x="1294" y="319"/>
                    <a:pt x="1298" y="307"/>
                  </a:cubicBezTo>
                  <a:cubicBezTo>
                    <a:pt x="1302" y="293"/>
                    <a:pt x="1305" y="279"/>
                    <a:pt x="1309" y="266"/>
                  </a:cubicBezTo>
                  <a:cubicBezTo>
                    <a:pt x="1311" y="259"/>
                    <a:pt x="1313" y="252"/>
                    <a:pt x="1315" y="246"/>
                  </a:cubicBezTo>
                  <a:cubicBezTo>
                    <a:pt x="1317" y="239"/>
                    <a:pt x="1320" y="233"/>
                    <a:pt x="1323" y="226"/>
                  </a:cubicBezTo>
                  <a:cubicBezTo>
                    <a:pt x="1329" y="213"/>
                    <a:pt x="1334" y="199"/>
                    <a:pt x="1340" y="185"/>
                  </a:cubicBezTo>
                  <a:cubicBezTo>
                    <a:pt x="1345" y="172"/>
                    <a:pt x="1351" y="159"/>
                    <a:pt x="1357" y="146"/>
                  </a:cubicBezTo>
                  <a:cubicBezTo>
                    <a:pt x="1363" y="133"/>
                    <a:pt x="1370" y="120"/>
                    <a:pt x="1377" y="107"/>
                  </a:cubicBezTo>
                  <a:cubicBezTo>
                    <a:pt x="1384" y="96"/>
                    <a:pt x="1390" y="84"/>
                    <a:pt x="1397" y="71"/>
                  </a:cubicBezTo>
                  <a:cubicBezTo>
                    <a:pt x="1404" y="59"/>
                    <a:pt x="1411" y="47"/>
                    <a:pt x="1419" y="35"/>
                  </a:cubicBezTo>
                  <a:cubicBezTo>
                    <a:pt x="1422" y="30"/>
                    <a:pt x="1426" y="25"/>
                    <a:pt x="1430" y="21"/>
                  </a:cubicBezTo>
                  <a:cubicBezTo>
                    <a:pt x="1434" y="16"/>
                    <a:pt x="1438" y="11"/>
                    <a:pt x="1443" y="7"/>
                  </a:cubicBezTo>
                  <a:cubicBezTo>
                    <a:pt x="1445" y="5"/>
                    <a:pt x="1448" y="3"/>
                    <a:pt x="1451" y="1"/>
                  </a:cubicBezTo>
                  <a:cubicBezTo>
                    <a:pt x="1453" y="1"/>
                    <a:pt x="1454" y="1"/>
                    <a:pt x="1456" y="1"/>
                  </a:cubicBezTo>
                  <a:cubicBezTo>
                    <a:pt x="1458" y="0"/>
                    <a:pt x="1460" y="0"/>
                    <a:pt x="1462" y="1"/>
                  </a:cubicBezTo>
                  <a:cubicBezTo>
                    <a:pt x="1468" y="1"/>
                    <a:pt x="1473" y="4"/>
                    <a:pt x="1478" y="6"/>
                  </a:cubicBezTo>
                  <a:cubicBezTo>
                    <a:pt x="1483" y="8"/>
                    <a:pt x="1488" y="11"/>
                    <a:pt x="1492" y="15"/>
                  </a:cubicBezTo>
                  <a:cubicBezTo>
                    <a:pt x="1503" y="23"/>
                    <a:pt x="1513" y="32"/>
                    <a:pt x="1523" y="42"/>
                  </a:cubicBezTo>
                  <a:cubicBezTo>
                    <a:pt x="1527" y="47"/>
                    <a:pt x="1532" y="52"/>
                    <a:pt x="1536" y="57"/>
                  </a:cubicBezTo>
                  <a:cubicBezTo>
                    <a:pt x="1541" y="64"/>
                    <a:pt x="1545" y="70"/>
                    <a:pt x="1549" y="77"/>
                  </a:cubicBezTo>
                  <a:cubicBezTo>
                    <a:pt x="1557" y="88"/>
                    <a:pt x="1563" y="99"/>
                    <a:pt x="1569" y="111"/>
                  </a:cubicBezTo>
                  <a:cubicBezTo>
                    <a:pt x="1574" y="123"/>
                    <a:pt x="1580" y="135"/>
                    <a:pt x="1584" y="148"/>
                  </a:cubicBezTo>
                  <a:cubicBezTo>
                    <a:pt x="1595" y="174"/>
                    <a:pt x="1604" y="201"/>
                    <a:pt x="1615" y="226"/>
                  </a:cubicBezTo>
                  <a:lnTo>
                    <a:pt x="1615" y="225"/>
                  </a:lnTo>
                  <a:cubicBezTo>
                    <a:pt x="1627" y="252"/>
                    <a:pt x="1639" y="279"/>
                    <a:pt x="1648" y="308"/>
                  </a:cubicBezTo>
                  <a:cubicBezTo>
                    <a:pt x="1650" y="314"/>
                    <a:pt x="1652" y="321"/>
                    <a:pt x="1654" y="328"/>
                  </a:cubicBezTo>
                  <a:cubicBezTo>
                    <a:pt x="1656" y="335"/>
                    <a:pt x="1658" y="342"/>
                    <a:pt x="1659" y="350"/>
                  </a:cubicBezTo>
                  <a:cubicBezTo>
                    <a:pt x="1662" y="364"/>
                    <a:pt x="1665" y="378"/>
                    <a:pt x="1667" y="392"/>
                  </a:cubicBezTo>
                  <a:cubicBezTo>
                    <a:pt x="1669" y="406"/>
                    <a:pt x="1671" y="421"/>
                    <a:pt x="1674" y="435"/>
                  </a:cubicBezTo>
                  <a:cubicBezTo>
                    <a:pt x="1677" y="450"/>
                    <a:pt x="1681" y="465"/>
                    <a:pt x="1685" y="479"/>
                  </a:cubicBezTo>
                  <a:cubicBezTo>
                    <a:pt x="1692" y="508"/>
                    <a:pt x="1701" y="537"/>
                    <a:pt x="1708" y="566"/>
                  </a:cubicBezTo>
                  <a:cubicBezTo>
                    <a:pt x="1712" y="580"/>
                    <a:pt x="1715" y="596"/>
                    <a:pt x="1719" y="610"/>
                  </a:cubicBezTo>
                  <a:cubicBezTo>
                    <a:pt x="1722" y="625"/>
                    <a:pt x="1725" y="639"/>
                    <a:pt x="1728" y="654"/>
                  </a:cubicBezTo>
                  <a:cubicBezTo>
                    <a:pt x="1734" y="683"/>
                    <a:pt x="1742" y="712"/>
                    <a:pt x="1749" y="740"/>
                  </a:cubicBezTo>
                  <a:cubicBezTo>
                    <a:pt x="1757" y="769"/>
                    <a:pt x="1764" y="798"/>
                    <a:pt x="1770" y="828"/>
                  </a:cubicBezTo>
                  <a:cubicBezTo>
                    <a:pt x="1775" y="857"/>
                    <a:pt x="1779" y="887"/>
                    <a:pt x="1783" y="917"/>
                  </a:cubicBezTo>
                  <a:cubicBezTo>
                    <a:pt x="1788" y="952"/>
                    <a:pt x="1793" y="987"/>
                    <a:pt x="1798" y="1022"/>
                  </a:cubicBezTo>
                  <a:cubicBezTo>
                    <a:pt x="1798" y="1021"/>
                    <a:pt x="1798" y="1020"/>
                    <a:pt x="1798" y="1020"/>
                  </a:cubicBezTo>
                  <a:cubicBezTo>
                    <a:pt x="1799" y="1031"/>
                    <a:pt x="1801" y="1042"/>
                    <a:pt x="1803" y="1053"/>
                  </a:cubicBezTo>
                  <a:cubicBezTo>
                    <a:pt x="1805" y="1064"/>
                    <a:pt x="1808" y="1075"/>
                    <a:pt x="1809" y="1086"/>
                  </a:cubicBezTo>
                  <a:cubicBezTo>
                    <a:pt x="1812" y="1108"/>
                    <a:pt x="1815" y="1130"/>
                    <a:pt x="1819" y="1151"/>
                  </a:cubicBezTo>
                  <a:lnTo>
                    <a:pt x="1819" y="1152"/>
                  </a:lnTo>
                  <a:lnTo>
                    <a:pt x="1819" y="1153"/>
                  </a:lnTo>
                  <a:lnTo>
                    <a:pt x="1819" y="1152"/>
                  </a:lnTo>
                  <a:cubicBezTo>
                    <a:pt x="1820" y="1161"/>
                    <a:pt x="1822" y="1169"/>
                    <a:pt x="1823" y="1178"/>
                  </a:cubicBezTo>
                  <a:cubicBezTo>
                    <a:pt x="1825" y="1186"/>
                    <a:pt x="1827" y="1196"/>
                    <a:pt x="1829" y="1204"/>
                  </a:cubicBezTo>
                  <a:cubicBezTo>
                    <a:pt x="1839" y="1236"/>
                    <a:pt x="1851" y="1269"/>
                    <a:pt x="1862" y="1300"/>
                  </a:cubicBezTo>
                  <a:cubicBezTo>
                    <a:pt x="1868" y="1316"/>
                    <a:pt x="1873" y="1332"/>
                    <a:pt x="1879" y="1348"/>
                  </a:cubicBezTo>
                  <a:cubicBezTo>
                    <a:pt x="1884" y="1365"/>
                    <a:pt x="1889" y="1382"/>
                    <a:pt x="1893" y="1398"/>
                  </a:cubicBezTo>
                  <a:cubicBezTo>
                    <a:pt x="1898" y="1413"/>
                    <a:pt x="1903" y="1428"/>
                    <a:pt x="1908" y="1442"/>
                  </a:cubicBezTo>
                  <a:cubicBezTo>
                    <a:pt x="1914" y="1456"/>
                    <a:pt x="1919" y="1470"/>
                    <a:pt x="1925" y="1483"/>
                  </a:cubicBezTo>
                  <a:lnTo>
                    <a:pt x="1925" y="1482"/>
                  </a:lnTo>
                  <a:cubicBezTo>
                    <a:pt x="1932" y="1499"/>
                    <a:pt x="1940" y="1515"/>
                    <a:pt x="1948" y="1531"/>
                  </a:cubicBezTo>
                  <a:cubicBezTo>
                    <a:pt x="1956" y="1546"/>
                    <a:pt x="1965" y="1562"/>
                    <a:pt x="1974" y="1577"/>
                  </a:cubicBezTo>
                  <a:cubicBezTo>
                    <a:pt x="1979" y="1585"/>
                    <a:pt x="1985" y="1593"/>
                    <a:pt x="1992" y="1601"/>
                  </a:cubicBezTo>
                  <a:cubicBezTo>
                    <a:pt x="1991" y="1601"/>
                    <a:pt x="1991" y="1601"/>
                    <a:pt x="1990" y="1600"/>
                  </a:cubicBezTo>
                  <a:cubicBezTo>
                    <a:pt x="1994" y="1604"/>
                    <a:pt x="1997" y="1608"/>
                    <a:pt x="2000" y="1612"/>
                  </a:cubicBezTo>
                  <a:cubicBezTo>
                    <a:pt x="2001" y="1612"/>
                    <a:pt x="2001" y="1612"/>
                    <a:pt x="2002" y="1612"/>
                  </a:cubicBezTo>
                  <a:lnTo>
                    <a:pt x="2002" y="1613"/>
                  </a:lnTo>
                  <a:cubicBezTo>
                    <a:pt x="2002" y="1613"/>
                    <a:pt x="2002" y="1612"/>
                    <a:pt x="2003" y="1612"/>
                  </a:cubicBezTo>
                  <a:lnTo>
                    <a:pt x="2004" y="1612"/>
                  </a:lnTo>
                  <a:cubicBezTo>
                    <a:pt x="2006" y="1611"/>
                    <a:pt x="2007" y="1610"/>
                    <a:pt x="2009" y="1609"/>
                  </a:cubicBezTo>
                  <a:cubicBezTo>
                    <a:pt x="2012" y="1606"/>
                    <a:pt x="2016" y="1602"/>
                    <a:pt x="2019" y="1599"/>
                  </a:cubicBezTo>
                  <a:cubicBezTo>
                    <a:pt x="2024" y="1595"/>
                    <a:pt x="2028" y="1590"/>
                    <a:pt x="2033" y="1585"/>
                  </a:cubicBezTo>
                  <a:cubicBezTo>
                    <a:pt x="2041" y="1579"/>
                    <a:pt x="2048" y="1572"/>
                    <a:pt x="2055" y="1565"/>
                  </a:cubicBezTo>
                  <a:cubicBezTo>
                    <a:pt x="2058" y="1562"/>
                    <a:pt x="2062" y="1558"/>
                    <a:pt x="2065" y="1553"/>
                  </a:cubicBezTo>
                  <a:cubicBezTo>
                    <a:pt x="2069" y="1548"/>
                    <a:pt x="2074" y="1544"/>
                    <a:pt x="2078" y="1539"/>
                  </a:cubicBezTo>
                  <a:cubicBezTo>
                    <a:pt x="2088" y="1528"/>
                    <a:pt x="2098" y="1518"/>
                    <a:pt x="2106" y="1507"/>
                  </a:cubicBezTo>
                  <a:cubicBezTo>
                    <a:pt x="2112" y="1499"/>
                    <a:pt x="2118" y="1491"/>
                    <a:pt x="2122" y="1483"/>
                  </a:cubicBezTo>
                  <a:cubicBezTo>
                    <a:pt x="2125" y="1478"/>
                    <a:pt x="2127" y="1473"/>
                    <a:pt x="2130" y="1468"/>
                  </a:cubicBezTo>
                  <a:cubicBezTo>
                    <a:pt x="2132" y="1462"/>
                    <a:pt x="2135" y="1456"/>
                    <a:pt x="2137" y="1450"/>
                  </a:cubicBezTo>
                  <a:cubicBezTo>
                    <a:pt x="2138" y="1446"/>
                    <a:pt x="2140" y="1442"/>
                    <a:pt x="2141" y="1438"/>
                  </a:cubicBezTo>
                  <a:cubicBezTo>
                    <a:pt x="2143" y="1433"/>
                    <a:pt x="2144" y="1428"/>
                    <a:pt x="2145" y="1424"/>
                  </a:cubicBezTo>
                  <a:cubicBezTo>
                    <a:pt x="2145" y="1424"/>
                    <a:pt x="2145" y="1423"/>
                    <a:pt x="2145" y="1422"/>
                  </a:cubicBezTo>
                  <a:cubicBezTo>
                    <a:pt x="2154" y="1382"/>
                    <a:pt x="2165" y="1342"/>
                    <a:pt x="2175" y="1302"/>
                  </a:cubicBezTo>
                  <a:cubicBezTo>
                    <a:pt x="2180" y="1282"/>
                    <a:pt x="2185" y="1263"/>
                    <a:pt x="2190" y="1243"/>
                  </a:cubicBezTo>
                  <a:cubicBezTo>
                    <a:pt x="2194" y="1233"/>
                    <a:pt x="2197" y="1222"/>
                    <a:pt x="2200" y="1211"/>
                  </a:cubicBezTo>
                  <a:cubicBezTo>
                    <a:pt x="2203" y="1200"/>
                    <a:pt x="2205" y="1190"/>
                    <a:pt x="2208" y="1179"/>
                  </a:cubicBezTo>
                  <a:cubicBezTo>
                    <a:pt x="2215" y="1149"/>
                    <a:pt x="2222" y="1119"/>
                    <a:pt x="2228" y="1089"/>
                  </a:cubicBezTo>
                  <a:cubicBezTo>
                    <a:pt x="2232" y="1073"/>
                    <a:pt x="2235" y="1056"/>
                    <a:pt x="2239" y="1040"/>
                  </a:cubicBezTo>
                  <a:cubicBezTo>
                    <a:pt x="2242" y="1026"/>
                    <a:pt x="2244" y="1012"/>
                    <a:pt x="2247" y="997"/>
                  </a:cubicBezTo>
                  <a:cubicBezTo>
                    <a:pt x="2250" y="983"/>
                    <a:pt x="2253" y="969"/>
                    <a:pt x="2256" y="954"/>
                  </a:cubicBezTo>
                  <a:cubicBezTo>
                    <a:pt x="2258" y="939"/>
                    <a:pt x="2260" y="924"/>
                    <a:pt x="2263" y="909"/>
                  </a:cubicBezTo>
                  <a:cubicBezTo>
                    <a:pt x="2267" y="878"/>
                    <a:pt x="2274" y="848"/>
                    <a:pt x="2281" y="819"/>
                  </a:cubicBezTo>
                  <a:cubicBezTo>
                    <a:pt x="2282" y="814"/>
                    <a:pt x="2284" y="809"/>
                    <a:pt x="2285" y="805"/>
                  </a:cubicBezTo>
                  <a:lnTo>
                    <a:pt x="2285" y="804"/>
                  </a:lnTo>
                  <a:cubicBezTo>
                    <a:pt x="2292" y="776"/>
                    <a:pt x="2298" y="748"/>
                    <a:pt x="2304" y="720"/>
                  </a:cubicBezTo>
                  <a:cubicBezTo>
                    <a:pt x="2308" y="705"/>
                    <a:pt x="2311" y="691"/>
                    <a:pt x="2316" y="676"/>
                  </a:cubicBezTo>
                  <a:cubicBezTo>
                    <a:pt x="2319" y="661"/>
                    <a:pt x="2323" y="647"/>
                    <a:pt x="2326" y="632"/>
                  </a:cubicBezTo>
                  <a:cubicBezTo>
                    <a:pt x="2332" y="604"/>
                    <a:pt x="2338" y="575"/>
                    <a:pt x="2345" y="547"/>
                  </a:cubicBezTo>
                  <a:cubicBezTo>
                    <a:pt x="2348" y="532"/>
                    <a:pt x="2352" y="517"/>
                    <a:pt x="2356" y="502"/>
                  </a:cubicBezTo>
                  <a:cubicBezTo>
                    <a:pt x="2360" y="488"/>
                    <a:pt x="2365" y="474"/>
                    <a:pt x="2369" y="459"/>
                  </a:cubicBezTo>
                  <a:cubicBezTo>
                    <a:pt x="2373" y="444"/>
                    <a:pt x="2378" y="429"/>
                    <a:pt x="2383" y="413"/>
                  </a:cubicBezTo>
                  <a:cubicBezTo>
                    <a:pt x="2387" y="400"/>
                    <a:pt x="2391" y="387"/>
                    <a:pt x="2395" y="374"/>
                  </a:cubicBezTo>
                  <a:cubicBezTo>
                    <a:pt x="2399" y="360"/>
                    <a:pt x="2403" y="346"/>
                    <a:pt x="2407" y="332"/>
                  </a:cubicBezTo>
                  <a:cubicBezTo>
                    <a:pt x="2412" y="318"/>
                    <a:pt x="2417" y="303"/>
                    <a:pt x="2422" y="289"/>
                  </a:cubicBezTo>
                  <a:cubicBezTo>
                    <a:pt x="2427" y="273"/>
                    <a:pt x="2434" y="257"/>
                    <a:pt x="2440" y="240"/>
                  </a:cubicBezTo>
                  <a:cubicBezTo>
                    <a:pt x="2446" y="227"/>
                    <a:pt x="2450" y="214"/>
                    <a:pt x="2455" y="201"/>
                  </a:cubicBezTo>
                  <a:cubicBezTo>
                    <a:pt x="2460" y="188"/>
                    <a:pt x="2466" y="176"/>
                    <a:pt x="2472" y="163"/>
                  </a:cubicBezTo>
                  <a:cubicBezTo>
                    <a:pt x="2479" y="150"/>
                    <a:pt x="2485" y="137"/>
                    <a:pt x="2493" y="124"/>
                  </a:cubicBezTo>
                  <a:cubicBezTo>
                    <a:pt x="2500" y="111"/>
                    <a:pt x="2507" y="99"/>
                    <a:pt x="2514" y="86"/>
                  </a:cubicBezTo>
                  <a:cubicBezTo>
                    <a:pt x="2522" y="75"/>
                    <a:pt x="2529" y="63"/>
                    <a:pt x="2536" y="51"/>
                  </a:cubicBezTo>
                  <a:cubicBezTo>
                    <a:pt x="2539" y="46"/>
                    <a:pt x="2543" y="40"/>
                    <a:pt x="2546" y="35"/>
                  </a:cubicBezTo>
                  <a:cubicBezTo>
                    <a:pt x="2549" y="32"/>
                    <a:pt x="2552" y="28"/>
                    <a:pt x="2556" y="25"/>
                  </a:cubicBezTo>
                  <a:cubicBezTo>
                    <a:pt x="2559" y="23"/>
                    <a:pt x="2562" y="21"/>
                    <a:pt x="2566" y="18"/>
                  </a:cubicBezTo>
                  <a:cubicBezTo>
                    <a:pt x="2571" y="15"/>
                    <a:pt x="2577" y="12"/>
                    <a:pt x="2582" y="10"/>
                  </a:cubicBezTo>
                  <a:cubicBezTo>
                    <a:pt x="2585" y="10"/>
                    <a:pt x="2588" y="9"/>
                    <a:pt x="2591" y="8"/>
                  </a:cubicBezTo>
                  <a:cubicBezTo>
                    <a:pt x="2595" y="8"/>
                    <a:pt x="2597" y="8"/>
                    <a:pt x="2600" y="8"/>
                  </a:cubicBezTo>
                  <a:cubicBezTo>
                    <a:pt x="2603" y="8"/>
                    <a:pt x="2607" y="8"/>
                    <a:pt x="2610" y="9"/>
                  </a:cubicBezTo>
                  <a:cubicBezTo>
                    <a:pt x="2613" y="10"/>
                    <a:pt x="2615" y="10"/>
                    <a:pt x="2617" y="11"/>
                  </a:cubicBezTo>
                  <a:cubicBezTo>
                    <a:pt x="2624" y="12"/>
                    <a:pt x="2630" y="15"/>
                    <a:pt x="2637" y="17"/>
                  </a:cubicBezTo>
                  <a:cubicBezTo>
                    <a:pt x="2643" y="20"/>
                    <a:pt x="2649" y="23"/>
                    <a:pt x="2655" y="26"/>
                  </a:cubicBezTo>
                  <a:cubicBezTo>
                    <a:pt x="2673" y="37"/>
                    <a:pt x="2688" y="52"/>
                    <a:pt x="2701" y="69"/>
                  </a:cubicBezTo>
                  <a:cubicBezTo>
                    <a:pt x="2707" y="78"/>
                    <a:pt x="2713" y="88"/>
                    <a:pt x="2717" y="99"/>
                  </a:cubicBezTo>
                  <a:cubicBezTo>
                    <a:pt x="2721" y="108"/>
                    <a:pt x="2724" y="117"/>
                    <a:pt x="2726" y="127"/>
                  </a:cubicBezTo>
                  <a:cubicBezTo>
                    <a:pt x="2739" y="170"/>
                    <a:pt x="2749" y="213"/>
                    <a:pt x="2761" y="256"/>
                  </a:cubicBezTo>
                  <a:cubicBezTo>
                    <a:pt x="2765" y="269"/>
                    <a:pt x="2769" y="283"/>
                    <a:pt x="2774" y="296"/>
                  </a:cubicBezTo>
                  <a:cubicBezTo>
                    <a:pt x="2778" y="310"/>
                    <a:pt x="2783" y="324"/>
                    <a:pt x="2787" y="338"/>
                  </a:cubicBezTo>
                  <a:cubicBezTo>
                    <a:pt x="2795" y="364"/>
                    <a:pt x="2802" y="392"/>
                    <a:pt x="2809" y="419"/>
                  </a:cubicBezTo>
                  <a:cubicBezTo>
                    <a:pt x="2813" y="433"/>
                    <a:pt x="2817" y="448"/>
                    <a:pt x="2820" y="462"/>
                  </a:cubicBezTo>
                  <a:cubicBezTo>
                    <a:pt x="2824" y="476"/>
                    <a:pt x="2827" y="490"/>
                    <a:pt x="2828" y="504"/>
                  </a:cubicBezTo>
                  <a:cubicBezTo>
                    <a:pt x="2832" y="532"/>
                    <a:pt x="2835" y="559"/>
                    <a:pt x="2839" y="587"/>
                  </a:cubicBezTo>
                  <a:cubicBezTo>
                    <a:pt x="2842" y="601"/>
                    <a:pt x="2844" y="615"/>
                    <a:pt x="2848" y="629"/>
                  </a:cubicBezTo>
                  <a:cubicBezTo>
                    <a:pt x="2852" y="643"/>
                    <a:pt x="2856" y="657"/>
                    <a:pt x="2860" y="671"/>
                  </a:cubicBezTo>
                  <a:cubicBezTo>
                    <a:pt x="2864" y="685"/>
                    <a:pt x="2867" y="699"/>
                    <a:pt x="2871" y="714"/>
                  </a:cubicBezTo>
                  <a:cubicBezTo>
                    <a:pt x="2875" y="727"/>
                    <a:pt x="2878" y="741"/>
                    <a:pt x="2883" y="754"/>
                  </a:cubicBezTo>
                  <a:cubicBezTo>
                    <a:pt x="2887" y="769"/>
                    <a:pt x="2890" y="783"/>
                    <a:pt x="2894" y="798"/>
                  </a:cubicBezTo>
                  <a:cubicBezTo>
                    <a:pt x="2896" y="812"/>
                    <a:pt x="2899" y="827"/>
                    <a:pt x="2902" y="841"/>
                  </a:cubicBezTo>
                  <a:cubicBezTo>
                    <a:pt x="2909" y="871"/>
                    <a:pt x="2917" y="902"/>
                    <a:pt x="2924" y="932"/>
                  </a:cubicBezTo>
                  <a:cubicBezTo>
                    <a:pt x="2927" y="945"/>
                    <a:pt x="2930" y="959"/>
                    <a:pt x="2933" y="972"/>
                  </a:cubicBezTo>
                  <a:cubicBezTo>
                    <a:pt x="2936" y="986"/>
                    <a:pt x="2938" y="1000"/>
                    <a:pt x="2940" y="1015"/>
                  </a:cubicBezTo>
                  <a:cubicBezTo>
                    <a:pt x="2944" y="1043"/>
                    <a:pt x="2948" y="1070"/>
                    <a:pt x="2951" y="1098"/>
                  </a:cubicBezTo>
                  <a:cubicBezTo>
                    <a:pt x="2952" y="1104"/>
                    <a:pt x="2947" y="1109"/>
                    <a:pt x="2942" y="1110"/>
                  </a:cubicBezTo>
                  <a:cubicBezTo>
                    <a:pt x="2936" y="1110"/>
                    <a:pt x="2931" y="1105"/>
                    <a:pt x="2931" y="1100"/>
                  </a:cubicBezTo>
                  <a:cubicBezTo>
                    <a:pt x="2929" y="1084"/>
                    <a:pt x="2927" y="1068"/>
                    <a:pt x="2925" y="1052"/>
                  </a:cubicBezTo>
                  <a:cubicBezTo>
                    <a:pt x="2923" y="1037"/>
                    <a:pt x="2920" y="1021"/>
                    <a:pt x="2918" y="1005"/>
                  </a:cubicBezTo>
                  <a:cubicBezTo>
                    <a:pt x="2916" y="991"/>
                    <a:pt x="2914" y="977"/>
                    <a:pt x="2911" y="963"/>
                  </a:cubicBezTo>
                  <a:cubicBezTo>
                    <a:pt x="2908" y="949"/>
                    <a:pt x="2905" y="935"/>
                    <a:pt x="2901" y="921"/>
                  </a:cubicBezTo>
                  <a:cubicBezTo>
                    <a:pt x="2894" y="890"/>
                    <a:pt x="2886" y="861"/>
                    <a:pt x="2880" y="830"/>
                  </a:cubicBezTo>
                  <a:cubicBezTo>
                    <a:pt x="2877" y="816"/>
                    <a:pt x="2874" y="801"/>
                    <a:pt x="2870" y="787"/>
                  </a:cubicBezTo>
                  <a:cubicBezTo>
                    <a:pt x="2867" y="772"/>
                    <a:pt x="2863" y="758"/>
                    <a:pt x="2859" y="742"/>
                  </a:cubicBezTo>
                  <a:cubicBezTo>
                    <a:pt x="2851" y="715"/>
                    <a:pt x="2843" y="688"/>
                    <a:pt x="2836" y="660"/>
                  </a:cubicBezTo>
                  <a:cubicBezTo>
                    <a:pt x="2832" y="647"/>
                    <a:pt x="2828" y="635"/>
                    <a:pt x="2825" y="621"/>
                  </a:cubicBezTo>
                  <a:cubicBezTo>
                    <a:pt x="2822" y="608"/>
                    <a:pt x="2820" y="595"/>
                    <a:pt x="2818" y="582"/>
                  </a:cubicBezTo>
                  <a:cubicBezTo>
                    <a:pt x="2817" y="569"/>
                    <a:pt x="2815" y="555"/>
                    <a:pt x="2813" y="542"/>
                  </a:cubicBezTo>
                  <a:cubicBezTo>
                    <a:pt x="2812" y="529"/>
                    <a:pt x="2810" y="515"/>
                    <a:pt x="2808" y="501"/>
                  </a:cubicBezTo>
                  <a:lnTo>
                    <a:pt x="2808" y="502"/>
                  </a:lnTo>
                  <a:cubicBezTo>
                    <a:pt x="2808" y="501"/>
                    <a:pt x="2808" y="501"/>
                    <a:pt x="2808" y="501"/>
                  </a:cubicBezTo>
                  <a:cubicBezTo>
                    <a:pt x="2806" y="490"/>
                    <a:pt x="2804" y="478"/>
                    <a:pt x="2801" y="466"/>
                  </a:cubicBezTo>
                  <a:cubicBezTo>
                    <a:pt x="2798" y="454"/>
                    <a:pt x="2795" y="442"/>
                    <a:pt x="2792" y="430"/>
                  </a:cubicBezTo>
                  <a:cubicBezTo>
                    <a:pt x="2786" y="407"/>
                    <a:pt x="2779" y="384"/>
                    <a:pt x="2773" y="360"/>
                  </a:cubicBezTo>
                  <a:cubicBezTo>
                    <a:pt x="2767" y="340"/>
                    <a:pt x="2760" y="320"/>
                    <a:pt x="2754" y="300"/>
                  </a:cubicBezTo>
                  <a:cubicBezTo>
                    <a:pt x="2748" y="282"/>
                    <a:pt x="2742" y="262"/>
                    <a:pt x="2737" y="243"/>
                  </a:cubicBezTo>
                  <a:cubicBezTo>
                    <a:pt x="2726" y="205"/>
                    <a:pt x="2717" y="167"/>
                    <a:pt x="2706" y="129"/>
                  </a:cubicBezTo>
                  <a:cubicBezTo>
                    <a:pt x="2706" y="128"/>
                    <a:pt x="2706" y="128"/>
                    <a:pt x="2706" y="128"/>
                  </a:cubicBezTo>
                  <a:cubicBezTo>
                    <a:pt x="2704" y="120"/>
                    <a:pt x="2701" y="113"/>
                    <a:pt x="2698" y="104"/>
                  </a:cubicBezTo>
                  <a:cubicBezTo>
                    <a:pt x="2695" y="100"/>
                    <a:pt x="2693" y="95"/>
                    <a:pt x="2691" y="91"/>
                  </a:cubicBezTo>
                  <a:cubicBezTo>
                    <a:pt x="2687" y="86"/>
                    <a:pt x="2684" y="81"/>
                    <a:pt x="2680" y="76"/>
                  </a:cubicBezTo>
                  <a:cubicBezTo>
                    <a:pt x="2675" y="70"/>
                    <a:pt x="2670" y="64"/>
                    <a:pt x="2664" y="58"/>
                  </a:cubicBezTo>
                  <a:cubicBezTo>
                    <a:pt x="2661" y="55"/>
                    <a:pt x="2658" y="52"/>
                    <a:pt x="2654" y="49"/>
                  </a:cubicBezTo>
                  <a:cubicBezTo>
                    <a:pt x="2652" y="48"/>
                    <a:pt x="2651" y="47"/>
                    <a:pt x="2649" y="46"/>
                  </a:cubicBezTo>
                  <a:cubicBezTo>
                    <a:pt x="2648" y="44"/>
                    <a:pt x="2646" y="44"/>
                    <a:pt x="2644" y="43"/>
                  </a:cubicBezTo>
                  <a:cubicBezTo>
                    <a:pt x="2639" y="40"/>
                    <a:pt x="2633" y="37"/>
                    <a:pt x="2627" y="35"/>
                  </a:cubicBezTo>
                  <a:cubicBezTo>
                    <a:pt x="2624" y="34"/>
                    <a:pt x="2621" y="33"/>
                    <a:pt x="2618" y="32"/>
                  </a:cubicBezTo>
                  <a:cubicBezTo>
                    <a:pt x="2615" y="31"/>
                    <a:pt x="2612" y="30"/>
                    <a:pt x="2609" y="29"/>
                  </a:cubicBezTo>
                  <a:cubicBezTo>
                    <a:pt x="2607" y="29"/>
                    <a:pt x="2606" y="29"/>
                    <a:pt x="2603" y="28"/>
                  </a:cubicBezTo>
                  <a:cubicBezTo>
                    <a:pt x="2604" y="28"/>
                    <a:pt x="2605" y="28"/>
                    <a:pt x="2605" y="29"/>
                  </a:cubicBezTo>
                  <a:cubicBezTo>
                    <a:pt x="2602" y="28"/>
                    <a:pt x="2599" y="28"/>
                    <a:pt x="2595" y="28"/>
                  </a:cubicBezTo>
                  <a:cubicBezTo>
                    <a:pt x="2596" y="28"/>
                    <a:pt x="2596" y="28"/>
                    <a:pt x="2597" y="28"/>
                  </a:cubicBezTo>
                  <a:cubicBezTo>
                    <a:pt x="2595" y="28"/>
                    <a:pt x="2594" y="28"/>
                    <a:pt x="2593" y="29"/>
                  </a:cubicBezTo>
                  <a:cubicBezTo>
                    <a:pt x="2594" y="29"/>
                    <a:pt x="2594" y="28"/>
                    <a:pt x="2594" y="28"/>
                  </a:cubicBezTo>
                  <a:cubicBezTo>
                    <a:pt x="2592" y="29"/>
                    <a:pt x="2590" y="29"/>
                    <a:pt x="2588" y="30"/>
                  </a:cubicBezTo>
                  <a:cubicBezTo>
                    <a:pt x="2586" y="30"/>
                    <a:pt x="2584" y="31"/>
                    <a:pt x="2582" y="32"/>
                  </a:cubicBezTo>
                  <a:cubicBezTo>
                    <a:pt x="2581" y="32"/>
                    <a:pt x="2579" y="33"/>
                    <a:pt x="2578" y="34"/>
                  </a:cubicBezTo>
                  <a:cubicBezTo>
                    <a:pt x="2575" y="36"/>
                    <a:pt x="2573" y="37"/>
                    <a:pt x="2570" y="39"/>
                  </a:cubicBezTo>
                  <a:cubicBezTo>
                    <a:pt x="2569" y="40"/>
                    <a:pt x="2567" y="42"/>
                    <a:pt x="2566" y="43"/>
                  </a:cubicBezTo>
                  <a:cubicBezTo>
                    <a:pt x="2565" y="44"/>
                    <a:pt x="2564" y="46"/>
                    <a:pt x="2563" y="47"/>
                  </a:cubicBezTo>
                  <a:cubicBezTo>
                    <a:pt x="2557" y="54"/>
                    <a:pt x="2553" y="62"/>
                    <a:pt x="2549" y="69"/>
                  </a:cubicBezTo>
                  <a:cubicBezTo>
                    <a:pt x="2544" y="76"/>
                    <a:pt x="2539" y="84"/>
                    <a:pt x="2535" y="91"/>
                  </a:cubicBezTo>
                  <a:cubicBezTo>
                    <a:pt x="2525" y="107"/>
                    <a:pt x="2515" y="123"/>
                    <a:pt x="2507" y="139"/>
                  </a:cubicBezTo>
                  <a:cubicBezTo>
                    <a:pt x="2500" y="151"/>
                    <a:pt x="2494" y="163"/>
                    <a:pt x="2488" y="175"/>
                  </a:cubicBezTo>
                  <a:cubicBezTo>
                    <a:pt x="2482" y="187"/>
                    <a:pt x="2476" y="200"/>
                    <a:pt x="2471" y="213"/>
                  </a:cubicBezTo>
                  <a:cubicBezTo>
                    <a:pt x="2468" y="223"/>
                    <a:pt x="2464" y="232"/>
                    <a:pt x="2461" y="241"/>
                  </a:cubicBezTo>
                  <a:cubicBezTo>
                    <a:pt x="2457" y="251"/>
                    <a:pt x="2453" y="261"/>
                    <a:pt x="2450" y="271"/>
                  </a:cubicBezTo>
                  <a:cubicBezTo>
                    <a:pt x="2446" y="281"/>
                    <a:pt x="2441" y="292"/>
                    <a:pt x="2438" y="302"/>
                  </a:cubicBezTo>
                  <a:cubicBezTo>
                    <a:pt x="2434" y="313"/>
                    <a:pt x="2430" y="324"/>
                    <a:pt x="2427" y="336"/>
                  </a:cubicBezTo>
                  <a:cubicBezTo>
                    <a:pt x="2420" y="357"/>
                    <a:pt x="2415" y="378"/>
                    <a:pt x="2408" y="399"/>
                  </a:cubicBezTo>
                  <a:cubicBezTo>
                    <a:pt x="2401" y="423"/>
                    <a:pt x="2394" y="445"/>
                    <a:pt x="2387" y="468"/>
                  </a:cubicBezTo>
                  <a:cubicBezTo>
                    <a:pt x="2380" y="490"/>
                    <a:pt x="2374" y="513"/>
                    <a:pt x="2368" y="535"/>
                  </a:cubicBezTo>
                  <a:lnTo>
                    <a:pt x="2368" y="534"/>
                  </a:lnTo>
                  <a:cubicBezTo>
                    <a:pt x="2368" y="535"/>
                    <a:pt x="2368" y="535"/>
                    <a:pt x="2368" y="535"/>
                  </a:cubicBezTo>
                  <a:cubicBezTo>
                    <a:pt x="2368" y="536"/>
                    <a:pt x="2368" y="536"/>
                    <a:pt x="2368" y="536"/>
                  </a:cubicBezTo>
                  <a:cubicBezTo>
                    <a:pt x="2360" y="568"/>
                    <a:pt x="2354" y="601"/>
                    <a:pt x="2346" y="633"/>
                  </a:cubicBezTo>
                  <a:cubicBezTo>
                    <a:pt x="2339" y="666"/>
                    <a:pt x="2330" y="698"/>
                    <a:pt x="2322" y="731"/>
                  </a:cubicBezTo>
                  <a:cubicBezTo>
                    <a:pt x="2318" y="749"/>
                    <a:pt x="2313" y="768"/>
                    <a:pt x="2309" y="787"/>
                  </a:cubicBezTo>
                  <a:cubicBezTo>
                    <a:pt x="2304" y="807"/>
                    <a:pt x="2299" y="828"/>
                    <a:pt x="2295" y="847"/>
                  </a:cubicBezTo>
                  <a:cubicBezTo>
                    <a:pt x="2291" y="862"/>
                    <a:pt x="2288" y="876"/>
                    <a:pt x="2285" y="890"/>
                  </a:cubicBezTo>
                  <a:cubicBezTo>
                    <a:pt x="2283" y="906"/>
                    <a:pt x="2281" y="921"/>
                    <a:pt x="2278" y="936"/>
                  </a:cubicBezTo>
                  <a:cubicBezTo>
                    <a:pt x="2276" y="952"/>
                    <a:pt x="2274" y="967"/>
                    <a:pt x="2271" y="983"/>
                  </a:cubicBezTo>
                  <a:cubicBezTo>
                    <a:pt x="2268" y="998"/>
                    <a:pt x="2265" y="1012"/>
                    <a:pt x="2261" y="1027"/>
                  </a:cubicBezTo>
                  <a:cubicBezTo>
                    <a:pt x="2255" y="1057"/>
                    <a:pt x="2249" y="1088"/>
                    <a:pt x="2242" y="1118"/>
                  </a:cubicBezTo>
                  <a:cubicBezTo>
                    <a:pt x="2236" y="1148"/>
                    <a:pt x="2230" y="1178"/>
                    <a:pt x="2222" y="1207"/>
                  </a:cubicBezTo>
                  <a:cubicBezTo>
                    <a:pt x="2220" y="1215"/>
                    <a:pt x="2218" y="1222"/>
                    <a:pt x="2215" y="1229"/>
                  </a:cubicBezTo>
                  <a:cubicBezTo>
                    <a:pt x="2213" y="1238"/>
                    <a:pt x="2211" y="1246"/>
                    <a:pt x="2208" y="1255"/>
                  </a:cubicBezTo>
                  <a:cubicBezTo>
                    <a:pt x="2204" y="1271"/>
                    <a:pt x="2199" y="1288"/>
                    <a:pt x="2195" y="1304"/>
                  </a:cubicBezTo>
                  <a:cubicBezTo>
                    <a:pt x="2191" y="1319"/>
                    <a:pt x="2188" y="1334"/>
                    <a:pt x="2184" y="1349"/>
                  </a:cubicBezTo>
                  <a:cubicBezTo>
                    <a:pt x="2180" y="1365"/>
                    <a:pt x="2176" y="1382"/>
                    <a:pt x="2172" y="1398"/>
                  </a:cubicBezTo>
                  <a:cubicBezTo>
                    <a:pt x="2168" y="1412"/>
                    <a:pt x="2166" y="1426"/>
                    <a:pt x="2162" y="1440"/>
                  </a:cubicBezTo>
                  <a:cubicBezTo>
                    <a:pt x="2158" y="1454"/>
                    <a:pt x="2153" y="1467"/>
                    <a:pt x="2147" y="1480"/>
                  </a:cubicBezTo>
                  <a:cubicBezTo>
                    <a:pt x="2140" y="1493"/>
                    <a:pt x="2134" y="1505"/>
                    <a:pt x="2125" y="1516"/>
                  </a:cubicBezTo>
                  <a:cubicBezTo>
                    <a:pt x="2117" y="1528"/>
                    <a:pt x="2106" y="1539"/>
                    <a:pt x="2097" y="1549"/>
                  </a:cubicBezTo>
                  <a:cubicBezTo>
                    <a:pt x="2092" y="1555"/>
                    <a:pt x="2088" y="1559"/>
                    <a:pt x="2083" y="1565"/>
                  </a:cubicBezTo>
                  <a:cubicBezTo>
                    <a:pt x="2078" y="1569"/>
                    <a:pt x="2074" y="1575"/>
                    <a:pt x="2070" y="1580"/>
                  </a:cubicBezTo>
                  <a:cubicBezTo>
                    <a:pt x="2062" y="1588"/>
                    <a:pt x="2052" y="1596"/>
                    <a:pt x="2044" y="1604"/>
                  </a:cubicBezTo>
                  <a:cubicBezTo>
                    <a:pt x="2039" y="1609"/>
                    <a:pt x="2034" y="1614"/>
                    <a:pt x="2029" y="1619"/>
                  </a:cubicBezTo>
                  <a:cubicBezTo>
                    <a:pt x="2027" y="1620"/>
                    <a:pt x="2024" y="1623"/>
                    <a:pt x="2022" y="1625"/>
                  </a:cubicBezTo>
                  <a:cubicBezTo>
                    <a:pt x="2018" y="1627"/>
                    <a:pt x="2014" y="1630"/>
                    <a:pt x="2010" y="1632"/>
                  </a:cubicBezTo>
                  <a:cubicBezTo>
                    <a:pt x="2007" y="1633"/>
                    <a:pt x="2003" y="1634"/>
                    <a:pt x="2000" y="1634"/>
                  </a:cubicBezTo>
                  <a:cubicBezTo>
                    <a:pt x="1997" y="1633"/>
                    <a:pt x="1996" y="1633"/>
                    <a:pt x="1994" y="1632"/>
                  </a:cubicBezTo>
                  <a:cubicBezTo>
                    <a:pt x="1992" y="1632"/>
                    <a:pt x="1990" y="1631"/>
                    <a:pt x="1989" y="1630"/>
                  </a:cubicBezTo>
                  <a:cubicBezTo>
                    <a:pt x="1986" y="1628"/>
                    <a:pt x="1984" y="1625"/>
                    <a:pt x="1982" y="1623"/>
                  </a:cubicBezTo>
                  <a:cubicBezTo>
                    <a:pt x="1979" y="1620"/>
                    <a:pt x="1977" y="1617"/>
                    <a:pt x="1975" y="1614"/>
                  </a:cubicBezTo>
                  <a:cubicBezTo>
                    <a:pt x="1969" y="1606"/>
                    <a:pt x="1963" y="1598"/>
                    <a:pt x="1957" y="1589"/>
                  </a:cubicBezTo>
                  <a:cubicBezTo>
                    <a:pt x="1954" y="1585"/>
                    <a:pt x="1953" y="1581"/>
                    <a:pt x="1950" y="1577"/>
                  </a:cubicBezTo>
                  <a:cubicBezTo>
                    <a:pt x="1947" y="1573"/>
                    <a:pt x="1944" y="1567"/>
                    <a:pt x="1942" y="1563"/>
                  </a:cubicBezTo>
                  <a:cubicBezTo>
                    <a:pt x="1936" y="1552"/>
                    <a:pt x="1930" y="1542"/>
                    <a:pt x="1925" y="1531"/>
                  </a:cubicBezTo>
                  <a:cubicBezTo>
                    <a:pt x="1920" y="1521"/>
                    <a:pt x="1915" y="1511"/>
                    <a:pt x="1911" y="1500"/>
                  </a:cubicBezTo>
                  <a:cubicBezTo>
                    <a:pt x="1906" y="1491"/>
                    <a:pt x="1902" y="1481"/>
                    <a:pt x="1898" y="1471"/>
                  </a:cubicBezTo>
                  <a:cubicBezTo>
                    <a:pt x="1894" y="1461"/>
                    <a:pt x="1890" y="1451"/>
                    <a:pt x="1886" y="1441"/>
                  </a:cubicBezTo>
                  <a:cubicBezTo>
                    <a:pt x="1883" y="1431"/>
                    <a:pt x="1879" y="1420"/>
                    <a:pt x="1876" y="1410"/>
                  </a:cubicBezTo>
                  <a:cubicBezTo>
                    <a:pt x="1873" y="1400"/>
                    <a:pt x="1870" y="1389"/>
                    <a:pt x="1867" y="1379"/>
                  </a:cubicBezTo>
                  <a:cubicBezTo>
                    <a:pt x="1862" y="1361"/>
                    <a:pt x="1855" y="1343"/>
                    <a:pt x="1849" y="1325"/>
                  </a:cubicBezTo>
                  <a:cubicBezTo>
                    <a:pt x="1843" y="1306"/>
                    <a:pt x="1836" y="1288"/>
                    <a:pt x="1829" y="1269"/>
                  </a:cubicBezTo>
                  <a:cubicBezTo>
                    <a:pt x="1826" y="1261"/>
                    <a:pt x="1824" y="1252"/>
                    <a:pt x="1821" y="1244"/>
                  </a:cubicBezTo>
                  <a:cubicBezTo>
                    <a:pt x="1818" y="1236"/>
                    <a:pt x="1815" y="1227"/>
                    <a:pt x="1813" y="1218"/>
                  </a:cubicBezTo>
                  <a:cubicBezTo>
                    <a:pt x="1810" y="1209"/>
                    <a:pt x="1807" y="1200"/>
                    <a:pt x="1805" y="1191"/>
                  </a:cubicBezTo>
                  <a:cubicBezTo>
                    <a:pt x="1803" y="1181"/>
                    <a:pt x="1802" y="1172"/>
                    <a:pt x="1800" y="1163"/>
                  </a:cubicBezTo>
                  <a:cubicBezTo>
                    <a:pt x="1800" y="1163"/>
                    <a:pt x="1801" y="1163"/>
                    <a:pt x="1801" y="1164"/>
                  </a:cubicBezTo>
                  <a:cubicBezTo>
                    <a:pt x="1800" y="1161"/>
                    <a:pt x="1799" y="1159"/>
                    <a:pt x="1799" y="1157"/>
                  </a:cubicBezTo>
                  <a:cubicBezTo>
                    <a:pt x="1799" y="1156"/>
                    <a:pt x="1799" y="1156"/>
                    <a:pt x="1799" y="1155"/>
                  </a:cubicBezTo>
                  <a:cubicBezTo>
                    <a:pt x="1796" y="1136"/>
                    <a:pt x="1794" y="1116"/>
                    <a:pt x="1791" y="1097"/>
                  </a:cubicBezTo>
                  <a:cubicBezTo>
                    <a:pt x="1788" y="1077"/>
                    <a:pt x="1784" y="1058"/>
                    <a:pt x="1781" y="1039"/>
                  </a:cubicBezTo>
                  <a:cubicBezTo>
                    <a:pt x="1778" y="1019"/>
                    <a:pt x="1775" y="999"/>
                    <a:pt x="1773" y="980"/>
                  </a:cubicBezTo>
                  <a:cubicBezTo>
                    <a:pt x="1767" y="938"/>
                    <a:pt x="1761" y="896"/>
                    <a:pt x="1755" y="854"/>
                  </a:cubicBezTo>
                  <a:lnTo>
                    <a:pt x="1755" y="853"/>
                  </a:lnTo>
                  <a:lnTo>
                    <a:pt x="1755" y="854"/>
                  </a:lnTo>
                  <a:cubicBezTo>
                    <a:pt x="1752" y="839"/>
                    <a:pt x="1749" y="825"/>
                    <a:pt x="1746" y="810"/>
                  </a:cubicBezTo>
                  <a:cubicBezTo>
                    <a:pt x="1743" y="795"/>
                    <a:pt x="1739" y="781"/>
                    <a:pt x="1736" y="766"/>
                  </a:cubicBezTo>
                  <a:cubicBezTo>
                    <a:pt x="1729" y="737"/>
                    <a:pt x="1721" y="709"/>
                    <a:pt x="1714" y="680"/>
                  </a:cubicBezTo>
                  <a:cubicBezTo>
                    <a:pt x="1707" y="651"/>
                    <a:pt x="1702" y="622"/>
                    <a:pt x="1695" y="593"/>
                  </a:cubicBezTo>
                  <a:cubicBezTo>
                    <a:pt x="1688" y="564"/>
                    <a:pt x="1681" y="536"/>
                    <a:pt x="1672" y="508"/>
                  </a:cubicBezTo>
                  <a:cubicBezTo>
                    <a:pt x="1667" y="490"/>
                    <a:pt x="1662" y="471"/>
                    <a:pt x="1658" y="452"/>
                  </a:cubicBezTo>
                  <a:cubicBezTo>
                    <a:pt x="1654" y="434"/>
                    <a:pt x="1651" y="415"/>
                    <a:pt x="1648" y="396"/>
                  </a:cubicBezTo>
                  <a:cubicBezTo>
                    <a:pt x="1648" y="397"/>
                    <a:pt x="1648" y="397"/>
                    <a:pt x="1648" y="397"/>
                  </a:cubicBezTo>
                  <a:cubicBezTo>
                    <a:pt x="1644" y="374"/>
                    <a:pt x="1640" y="350"/>
                    <a:pt x="1634" y="328"/>
                  </a:cubicBezTo>
                  <a:cubicBezTo>
                    <a:pt x="1630" y="316"/>
                    <a:pt x="1626" y="304"/>
                    <a:pt x="1622" y="293"/>
                  </a:cubicBezTo>
                  <a:cubicBezTo>
                    <a:pt x="1617" y="281"/>
                    <a:pt x="1612" y="269"/>
                    <a:pt x="1607" y="257"/>
                  </a:cubicBezTo>
                  <a:cubicBezTo>
                    <a:pt x="1607" y="258"/>
                    <a:pt x="1608" y="258"/>
                    <a:pt x="1608" y="258"/>
                  </a:cubicBezTo>
                  <a:cubicBezTo>
                    <a:pt x="1603" y="248"/>
                    <a:pt x="1598" y="238"/>
                    <a:pt x="1594" y="227"/>
                  </a:cubicBezTo>
                  <a:cubicBezTo>
                    <a:pt x="1589" y="216"/>
                    <a:pt x="1585" y="205"/>
                    <a:pt x="1580" y="194"/>
                  </a:cubicBezTo>
                  <a:cubicBezTo>
                    <a:pt x="1572" y="173"/>
                    <a:pt x="1564" y="151"/>
                    <a:pt x="1555" y="130"/>
                  </a:cubicBezTo>
                  <a:cubicBezTo>
                    <a:pt x="1549" y="117"/>
                    <a:pt x="1543" y="105"/>
                    <a:pt x="1536" y="93"/>
                  </a:cubicBezTo>
                  <a:cubicBezTo>
                    <a:pt x="1537" y="94"/>
                    <a:pt x="1537" y="94"/>
                    <a:pt x="1537" y="95"/>
                  </a:cubicBezTo>
                  <a:cubicBezTo>
                    <a:pt x="1537" y="94"/>
                    <a:pt x="1536" y="94"/>
                    <a:pt x="1536" y="93"/>
                  </a:cubicBezTo>
                  <a:cubicBezTo>
                    <a:pt x="1534" y="89"/>
                    <a:pt x="1531" y="85"/>
                    <a:pt x="1528" y="81"/>
                  </a:cubicBezTo>
                  <a:cubicBezTo>
                    <a:pt x="1525" y="76"/>
                    <a:pt x="1521" y="71"/>
                    <a:pt x="1518" y="67"/>
                  </a:cubicBezTo>
                  <a:cubicBezTo>
                    <a:pt x="1513" y="61"/>
                    <a:pt x="1507" y="55"/>
                    <a:pt x="1502" y="49"/>
                  </a:cubicBezTo>
                  <a:cubicBezTo>
                    <a:pt x="1499" y="46"/>
                    <a:pt x="1495" y="43"/>
                    <a:pt x="1491" y="40"/>
                  </a:cubicBezTo>
                  <a:cubicBezTo>
                    <a:pt x="1488" y="36"/>
                    <a:pt x="1484" y="33"/>
                    <a:pt x="1479" y="30"/>
                  </a:cubicBezTo>
                  <a:cubicBezTo>
                    <a:pt x="1477" y="28"/>
                    <a:pt x="1474" y="26"/>
                    <a:pt x="1472" y="25"/>
                  </a:cubicBezTo>
                  <a:cubicBezTo>
                    <a:pt x="1470" y="24"/>
                    <a:pt x="1468" y="23"/>
                    <a:pt x="1466" y="22"/>
                  </a:cubicBezTo>
                  <a:cubicBezTo>
                    <a:pt x="1465" y="22"/>
                    <a:pt x="1463" y="22"/>
                    <a:pt x="1462" y="21"/>
                  </a:cubicBezTo>
                  <a:cubicBezTo>
                    <a:pt x="1461" y="21"/>
                    <a:pt x="1461" y="21"/>
                    <a:pt x="1460" y="21"/>
                  </a:cubicBezTo>
                  <a:lnTo>
                    <a:pt x="1459" y="21"/>
                  </a:lnTo>
                  <a:lnTo>
                    <a:pt x="1458" y="21"/>
                  </a:lnTo>
                  <a:cubicBezTo>
                    <a:pt x="1457" y="22"/>
                    <a:pt x="1456" y="22"/>
                    <a:pt x="1456" y="23"/>
                  </a:cubicBezTo>
                  <a:cubicBezTo>
                    <a:pt x="1456" y="22"/>
                    <a:pt x="1456" y="22"/>
                    <a:pt x="1456" y="22"/>
                  </a:cubicBezTo>
                  <a:cubicBezTo>
                    <a:pt x="1454" y="24"/>
                    <a:pt x="1453" y="25"/>
                    <a:pt x="1451" y="28"/>
                  </a:cubicBezTo>
                  <a:cubicBezTo>
                    <a:pt x="1447" y="32"/>
                    <a:pt x="1443" y="36"/>
                    <a:pt x="1439" y="41"/>
                  </a:cubicBezTo>
                  <a:cubicBezTo>
                    <a:pt x="1430" y="54"/>
                    <a:pt x="1422" y="68"/>
                    <a:pt x="1414" y="82"/>
                  </a:cubicBezTo>
                  <a:cubicBezTo>
                    <a:pt x="1406" y="97"/>
                    <a:pt x="1398" y="111"/>
                    <a:pt x="1390" y="125"/>
                  </a:cubicBezTo>
                  <a:cubicBezTo>
                    <a:pt x="1380" y="144"/>
                    <a:pt x="1371" y="163"/>
                    <a:pt x="1362" y="182"/>
                  </a:cubicBezTo>
                  <a:cubicBezTo>
                    <a:pt x="1354" y="202"/>
                    <a:pt x="1346" y="222"/>
                    <a:pt x="1338" y="241"/>
                  </a:cubicBezTo>
                  <a:cubicBezTo>
                    <a:pt x="1333" y="255"/>
                    <a:pt x="1328" y="269"/>
                    <a:pt x="1324" y="284"/>
                  </a:cubicBezTo>
                  <a:cubicBezTo>
                    <a:pt x="1322" y="292"/>
                    <a:pt x="1320" y="301"/>
                    <a:pt x="1318" y="310"/>
                  </a:cubicBezTo>
                  <a:cubicBezTo>
                    <a:pt x="1316" y="318"/>
                    <a:pt x="1313" y="326"/>
                    <a:pt x="1311" y="334"/>
                  </a:cubicBezTo>
                  <a:cubicBezTo>
                    <a:pt x="1305" y="351"/>
                    <a:pt x="1299" y="368"/>
                    <a:pt x="1292" y="384"/>
                  </a:cubicBezTo>
                  <a:cubicBezTo>
                    <a:pt x="1286" y="402"/>
                    <a:pt x="1280" y="419"/>
                    <a:pt x="1274" y="437"/>
                  </a:cubicBezTo>
                  <a:cubicBezTo>
                    <a:pt x="1269" y="456"/>
                    <a:pt x="1263" y="476"/>
                    <a:pt x="1259" y="497"/>
                  </a:cubicBezTo>
                  <a:cubicBezTo>
                    <a:pt x="1259" y="496"/>
                    <a:pt x="1259" y="496"/>
                    <a:pt x="1259" y="496"/>
                  </a:cubicBezTo>
                  <a:cubicBezTo>
                    <a:pt x="1259" y="497"/>
                    <a:pt x="1259" y="497"/>
                    <a:pt x="1259" y="497"/>
                  </a:cubicBezTo>
                  <a:cubicBezTo>
                    <a:pt x="1258" y="498"/>
                    <a:pt x="1258" y="498"/>
                    <a:pt x="1258" y="498"/>
                  </a:cubicBezTo>
                  <a:cubicBezTo>
                    <a:pt x="1258" y="500"/>
                    <a:pt x="1258" y="502"/>
                    <a:pt x="1257" y="504"/>
                  </a:cubicBezTo>
                  <a:lnTo>
                    <a:pt x="1257" y="505"/>
                  </a:lnTo>
                  <a:cubicBezTo>
                    <a:pt x="1256" y="505"/>
                    <a:pt x="1256" y="505"/>
                    <a:pt x="1256" y="506"/>
                  </a:cubicBezTo>
                  <a:cubicBezTo>
                    <a:pt x="1251" y="532"/>
                    <a:pt x="1243" y="557"/>
                    <a:pt x="1237" y="582"/>
                  </a:cubicBezTo>
                  <a:cubicBezTo>
                    <a:pt x="1237" y="583"/>
                    <a:pt x="1236" y="584"/>
                    <a:pt x="1236" y="585"/>
                  </a:cubicBezTo>
                  <a:lnTo>
                    <a:pt x="1236" y="584"/>
                  </a:lnTo>
                  <a:cubicBezTo>
                    <a:pt x="1235" y="587"/>
                    <a:pt x="1235" y="589"/>
                    <a:pt x="1234" y="592"/>
                  </a:cubicBezTo>
                  <a:lnTo>
                    <a:pt x="1235" y="591"/>
                  </a:lnTo>
                  <a:cubicBezTo>
                    <a:pt x="1227" y="622"/>
                    <a:pt x="1223" y="654"/>
                    <a:pt x="1216" y="685"/>
                  </a:cubicBezTo>
                  <a:cubicBezTo>
                    <a:pt x="1212" y="700"/>
                    <a:pt x="1208" y="716"/>
                    <a:pt x="1203" y="731"/>
                  </a:cubicBezTo>
                  <a:cubicBezTo>
                    <a:pt x="1199" y="747"/>
                    <a:pt x="1195" y="762"/>
                    <a:pt x="1191" y="778"/>
                  </a:cubicBezTo>
                  <a:lnTo>
                    <a:pt x="1191" y="777"/>
                  </a:lnTo>
                  <a:lnTo>
                    <a:pt x="1191" y="778"/>
                  </a:lnTo>
                  <a:lnTo>
                    <a:pt x="1191" y="779"/>
                  </a:lnTo>
                  <a:lnTo>
                    <a:pt x="1191" y="778"/>
                  </a:lnTo>
                  <a:cubicBezTo>
                    <a:pt x="1188" y="793"/>
                    <a:pt x="1185" y="808"/>
                    <a:pt x="1182" y="822"/>
                  </a:cubicBezTo>
                  <a:cubicBezTo>
                    <a:pt x="1179" y="836"/>
                    <a:pt x="1176" y="849"/>
                    <a:pt x="1172" y="863"/>
                  </a:cubicBezTo>
                  <a:cubicBezTo>
                    <a:pt x="1166" y="892"/>
                    <a:pt x="1160" y="920"/>
                    <a:pt x="1156" y="949"/>
                  </a:cubicBezTo>
                  <a:cubicBezTo>
                    <a:pt x="1153" y="963"/>
                    <a:pt x="1151" y="977"/>
                    <a:pt x="1148" y="991"/>
                  </a:cubicBezTo>
                  <a:cubicBezTo>
                    <a:pt x="1145" y="1005"/>
                    <a:pt x="1142" y="1019"/>
                    <a:pt x="1140" y="1033"/>
                  </a:cubicBezTo>
                  <a:cubicBezTo>
                    <a:pt x="1137" y="1046"/>
                    <a:pt x="1135" y="1060"/>
                    <a:pt x="1132" y="1073"/>
                  </a:cubicBezTo>
                  <a:cubicBezTo>
                    <a:pt x="1129" y="1088"/>
                    <a:pt x="1126" y="1102"/>
                    <a:pt x="1123" y="1117"/>
                  </a:cubicBezTo>
                  <a:cubicBezTo>
                    <a:pt x="1117" y="1143"/>
                    <a:pt x="1112" y="1170"/>
                    <a:pt x="1107" y="1196"/>
                  </a:cubicBezTo>
                  <a:cubicBezTo>
                    <a:pt x="1104" y="1210"/>
                    <a:pt x="1101" y="1223"/>
                    <a:pt x="1097" y="1236"/>
                  </a:cubicBezTo>
                  <a:cubicBezTo>
                    <a:pt x="1093" y="1250"/>
                    <a:pt x="1089" y="1263"/>
                    <a:pt x="1085" y="1276"/>
                  </a:cubicBezTo>
                  <a:cubicBezTo>
                    <a:pt x="1081" y="1290"/>
                    <a:pt x="1077" y="1304"/>
                    <a:pt x="1073" y="1319"/>
                  </a:cubicBezTo>
                  <a:cubicBezTo>
                    <a:pt x="1069" y="1333"/>
                    <a:pt x="1066" y="1347"/>
                    <a:pt x="1062" y="1361"/>
                  </a:cubicBezTo>
                  <a:cubicBezTo>
                    <a:pt x="1055" y="1388"/>
                    <a:pt x="1044" y="1414"/>
                    <a:pt x="1034" y="1440"/>
                  </a:cubicBezTo>
                  <a:cubicBezTo>
                    <a:pt x="1028" y="1455"/>
                    <a:pt x="1023" y="1470"/>
                    <a:pt x="1016" y="1485"/>
                  </a:cubicBezTo>
                  <a:cubicBezTo>
                    <a:pt x="1013" y="1492"/>
                    <a:pt x="1010" y="1500"/>
                    <a:pt x="1007" y="1507"/>
                  </a:cubicBezTo>
                  <a:cubicBezTo>
                    <a:pt x="1003" y="1515"/>
                    <a:pt x="999" y="1523"/>
                    <a:pt x="995" y="1530"/>
                  </a:cubicBezTo>
                  <a:cubicBezTo>
                    <a:pt x="987" y="1543"/>
                    <a:pt x="979" y="1556"/>
                    <a:pt x="971" y="1569"/>
                  </a:cubicBezTo>
                  <a:cubicBezTo>
                    <a:pt x="963" y="1581"/>
                    <a:pt x="954" y="1594"/>
                    <a:pt x="945" y="1606"/>
                  </a:cubicBezTo>
                  <a:cubicBezTo>
                    <a:pt x="941" y="1611"/>
                    <a:pt x="937" y="1617"/>
                    <a:pt x="933" y="1622"/>
                  </a:cubicBezTo>
                  <a:cubicBezTo>
                    <a:pt x="928" y="1627"/>
                    <a:pt x="923" y="1633"/>
                    <a:pt x="917" y="1638"/>
                  </a:cubicBezTo>
                  <a:cubicBezTo>
                    <a:pt x="907" y="1647"/>
                    <a:pt x="896" y="1654"/>
                    <a:pt x="884" y="1659"/>
                  </a:cubicBezTo>
                  <a:cubicBezTo>
                    <a:pt x="881" y="1661"/>
                    <a:pt x="876" y="1663"/>
                    <a:pt x="872" y="1663"/>
                  </a:cubicBezTo>
                  <a:cubicBezTo>
                    <a:pt x="869" y="1663"/>
                    <a:pt x="868" y="1662"/>
                    <a:pt x="866" y="16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9" name="Google Shape;3879;p47"/>
            <p:cNvSpPr/>
            <p:nvPr/>
          </p:nvSpPr>
          <p:spPr>
            <a:xfrm>
              <a:off x="3239640" y="4519800"/>
              <a:ext cx="93600" cy="9000"/>
            </a:xfrm>
            <a:custGeom>
              <a:avLst/>
              <a:gdLst/>
              <a:ahLst/>
              <a:cxnLst/>
              <a:rect l="l" t="t" r="r" b="b"/>
              <a:pathLst>
                <a:path w="260" h="25" extrusionOk="0">
                  <a:moveTo>
                    <a:pt x="0" y="15"/>
                  </a:moveTo>
                  <a:cubicBezTo>
                    <a:pt x="0" y="12"/>
                    <a:pt x="1" y="9"/>
                    <a:pt x="3" y="7"/>
                  </a:cubicBezTo>
                  <a:cubicBezTo>
                    <a:pt x="5" y="6"/>
                    <a:pt x="8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1" y="5"/>
                    <a:pt x="14" y="4"/>
                    <a:pt x="17" y="4"/>
                  </a:cubicBezTo>
                  <a:cubicBezTo>
                    <a:pt x="20" y="4"/>
                    <a:pt x="23" y="4"/>
                    <a:pt x="27" y="4"/>
                  </a:cubicBezTo>
                  <a:cubicBezTo>
                    <a:pt x="34" y="3"/>
                    <a:pt x="41" y="3"/>
                    <a:pt x="49" y="3"/>
                  </a:cubicBezTo>
                  <a:cubicBezTo>
                    <a:pt x="55" y="2"/>
                    <a:pt x="61" y="2"/>
                    <a:pt x="67" y="2"/>
                  </a:cubicBezTo>
                  <a:cubicBezTo>
                    <a:pt x="71" y="2"/>
                    <a:pt x="76" y="2"/>
                    <a:pt x="80" y="1"/>
                  </a:cubicBezTo>
                  <a:cubicBezTo>
                    <a:pt x="83" y="1"/>
                    <a:pt x="86" y="1"/>
                    <a:pt x="90" y="0"/>
                  </a:cubicBezTo>
                  <a:lnTo>
                    <a:pt x="91" y="0"/>
                  </a:lnTo>
                  <a:cubicBezTo>
                    <a:pt x="99" y="0"/>
                    <a:pt x="106" y="0"/>
                    <a:pt x="115" y="0"/>
                  </a:cubicBezTo>
                  <a:cubicBezTo>
                    <a:pt x="114" y="0"/>
                    <a:pt x="114" y="0"/>
                    <a:pt x="113" y="0"/>
                  </a:cubicBezTo>
                  <a:cubicBezTo>
                    <a:pt x="114" y="0"/>
                    <a:pt x="114" y="0"/>
                    <a:pt x="115" y="0"/>
                  </a:cubicBezTo>
                  <a:lnTo>
                    <a:pt x="114" y="0"/>
                  </a:lnTo>
                  <a:cubicBezTo>
                    <a:pt x="115" y="0"/>
                    <a:pt x="115" y="0"/>
                    <a:pt x="115" y="0"/>
                  </a:cubicBezTo>
                  <a:cubicBezTo>
                    <a:pt x="119" y="0"/>
                    <a:pt x="124" y="0"/>
                    <a:pt x="128" y="0"/>
                  </a:cubicBezTo>
                  <a:cubicBezTo>
                    <a:pt x="132" y="0"/>
                    <a:pt x="136" y="0"/>
                    <a:pt x="140" y="0"/>
                  </a:cubicBezTo>
                  <a:cubicBezTo>
                    <a:pt x="146" y="0"/>
                    <a:pt x="151" y="0"/>
                    <a:pt x="157" y="0"/>
                  </a:cubicBezTo>
                  <a:cubicBezTo>
                    <a:pt x="161" y="0"/>
                    <a:pt x="165" y="0"/>
                    <a:pt x="169" y="0"/>
                  </a:cubicBezTo>
                  <a:cubicBezTo>
                    <a:pt x="188" y="2"/>
                    <a:pt x="207" y="2"/>
                    <a:pt x="226" y="3"/>
                  </a:cubicBezTo>
                  <a:cubicBezTo>
                    <a:pt x="235" y="3"/>
                    <a:pt x="243" y="4"/>
                    <a:pt x="252" y="4"/>
                  </a:cubicBezTo>
                  <a:cubicBezTo>
                    <a:pt x="256" y="4"/>
                    <a:pt x="259" y="8"/>
                    <a:pt x="259" y="13"/>
                  </a:cubicBezTo>
                  <a:cubicBezTo>
                    <a:pt x="259" y="17"/>
                    <a:pt x="255" y="20"/>
                    <a:pt x="251" y="20"/>
                  </a:cubicBezTo>
                  <a:cubicBezTo>
                    <a:pt x="229" y="19"/>
                    <a:pt x="208" y="18"/>
                    <a:pt x="187" y="18"/>
                  </a:cubicBezTo>
                  <a:cubicBezTo>
                    <a:pt x="169" y="17"/>
                    <a:pt x="150" y="16"/>
                    <a:pt x="131" y="17"/>
                  </a:cubicBezTo>
                  <a:cubicBezTo>
                    <a:pt x="126" y="17"/>
                    <a:pt x="121" y="17"/>
                    <a:pt x="116" y="17"/>
                  </a:cubicBezTo>
                  <a:cubicBezTo>
                    <a:pt x="107" y="17"/>
                    <a:pt x="99" y="18"/>
                    <a:pt x="90" y="18"/>
                  </a:cubicBezTo>
                  <a:cubicBezTo>
                    <a:pt x="81" y="18"/>
                    <a:pt x="73" y="19"/>
                    <a:pt x="64" y="20"/>
                  </a:cubicBezTo>
                  <a:cubicBezTo>
                    <a:pt x="55" y="20"/>
                    <a:pt x="46" y="21"/>
                    <a:pt x="38" y="21"/>
                  </a:cubicBezTo>
                  <a:cubicBezTo>
                    <a:pt x="30" y="22"/>
                    <a:pt x="21" y="23"/>
                    <a:pt x="12" y="23"/>
                  </a:cubicBezTo>
                  <a:lnTo>
                    <a:pt x="12" y="24"/>
                  </a:lnTo>
                  <a:lnTo>
                    <a:pt x="11" y="24"/>
                  </a:lnTo>
                  <a:cubicBezTo>
                    <a:pt x="11" y="24"/>
                    <a:pt x="10" y="24"/>
                    <a:pt x="9" y="24"/>
                  </a:cubicBezTo>
                  <a:cubicBezTo>
                    <a:pt x="4" y="24"/>
                    <a:pt x="0" y="20"/>
                    <a:pt x="0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0" name="Google Shape;3880;p47"/>
            <p:cNvSpPr/>
            <p:nvPr/>
          </p:nvSpPr>
          <p:spPr>
            <a:xfrm>
              <a:off x="3366360" y="4518720"/>
              <a:ext cx="51840" cy="11520"/>
            </a:xfrm>
            <a:custGeom>
              <a:avLst/>
              <a:gdLst/>
              <a:ahLst/>
              <a:cxnLst/>
              <a:rect l="l" t="t" r="r" b="b"/>
              <a:pathLst>
                <a:path w="144" h="32" extrusionOk="0">
                  <a:moveTo>
                    <a:pt x="133" y="31"/>
                  </a:moveTo>
                  <a:cubicBezTo>
                    <a:pt x="123" y="29"/>
                    <a:pt x="113" y="28"/>
                    <a:pt x="103" y="26"/>
                  </a:cubicBezTo>
                  <a:cubicBezTo>
                    <a:pt x="94" y="25"/>
                    <a:pt x="84" y="24"/>
                    <a:pt x="74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65" y="21"/>
                    <a:pt x="55" y="21"/>
                    <a:pt x="44" y="20"/>
                  </a:cubicBezTo>
                  <a:cubicBezTo>
                    <a:pt x="32" y="20"/>
                    <a:pt x="21" y="20"/>
                    <a:pt x="9" y="19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1" y="0"/>
                    <a:pt x="32" y="1"/>
                    <a:pt x="44" y="2"/>
                  </a:cubicBezTo>
                  <a:cubicBezTo>
                    <a:pt x="55" y="3"/>
                    <a:pt x="66" y="4"/>
                    <a:pt x="77" y="5"/>
                  </a:cubicBezTo>
                  <a:lnTo>
                    <a:pt x="76" y="5"/>
                  </a:lnTo>
                  <a:cubicBezTo>
                    <a:pt x="86" y="6"/>
                    <a:pt x="95" y="7"/>
                    <a:pt x="105" y="9"/>
                  </a:cubicBezTo>
                  <a:cubicBezTo>
                    <a:pt x="115" y="10"/>
                    <a:pt x="125" y="12"/>
                    <a:pt x="136" y="14"/>
                  </a:cubicBezTo>
                  <a:cubicBezTo>
                    <a:pt x="140" y="14"/>
                    <a:pt x="143" y="19"/>
                    <a:pt x="142" y="24"/>
                  </a:cubicBezTo>
                  <a:cubicBezTo>
                    <a:pt x="141" y="28"/>
                    <a:pt x="138" y="31"/>
                    <a:pt x="134" y="31"/>
                  </a:cubicBezTo>
                  <a:cubicBezTo>
                    <a:pt x="133" y="31"/>
                    <a:pt x="133" y="31"/>
                    <a:pt x="133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1" name="Google Shape;3881;p47"/>
            <p:cNvSpPr/>
            <p:nvPr/>
          </p:nvSpPr>
          <p:spPr>
            <a:xfrm>
              <a:off x="3453480" y="4512960"/>
              <a:ext cx="77760" cy="11880"/>
            </a:xfrm>
            <a:custGeom>
              <a:avLst/>
              <a:gdLst/>
              <a:ahLst/>
              <a:cxnLst/>
              <a:rect l="l" t="t" r="r" b="b"/>
              <a:pathLst>
                <a:path w="216" h="33" extrusionOk="0">
                  <a:moveTo>
                    <a:pt x="97" y="31"/>
                  </a:moveTo>
                  <a:cubicBezTo>
                    <a:pt x="93" y="30"/>
                    <a:pt x="88" y="30"/>
                    <a:pt x="83" y="30"/>
                  </a:cubicBezTo>
                  <a:cubicBezTo>
                    <a:pt x="75" y="29"/>
                    <a:pt x="66" y="29"/>
                    <a:pt x="57" y="28"/>
                  </a:cubicBezTo>
                  <a:cubicBezTo>
                    <a:pt x="48" y="26"/>
                    <a:pt x="38" y="25"/>
                    <a:pt x="29" y="23"/>
                  </a:cubicBezTo>
                  <a:cubicBezTo>
                    <a:pt x="22" y="22"/>
                    <a:pt x="15" y="21"/>
                    <a:pt x="8" y="19"/>
                  </a:cubicBezTo>
                  <a:cubicBezTo>
                    <a:pt x="3" y="18"/>
                    <a:pt x="0" y="14"/>
                    <a:pt x="0" y="8"/>
                  </a:cubicBezTo>
                  <a:cubicBezTo>
                    <a:pt x="1" y="2"/>
                    <a:pt x="7" y="0"/>
                    <a:pt x="12" y="1"/>
                  </a:cubicBezTo>
                  <a:cubicBezTo>
                    <a:pt x="16" y="2"/>
                    <a:pt x="21" y="3"/>
                    <a:pt x="25" y="4"/>
                  </a:cubicBezTo>
                  <a:cubicBezTo>
                    <a:pt x="37" y="7"/>
                    <a:pt x="49" y="9"/>
                    <a:pt x="62" y="11"/>
                  </a:cubicBezTo>
                  <a:cubicBezTo>
                    <a:pt x="61" y="11"/>
                    <a:pt x="61" y="11"/>
                    <a:pt x="61" y="11"/>
                  </a:cubicBezTo>
                  <a:lnTo>
                    <a:pt x="62" y="11"/>
                  </a:lnTo>
                  <a:lnTo>
                    <a:pt x="63" y="11"/>
                  </a:lnTo>
                  <a:cubicBezTo>
                    <a:pt x="62" y="11"/>
                    <a:pt x="62" y="11"/>
                    <a:pt x="62" y="11"/>
                  </a:cubicBezTo>
                  <a:cubicBezTo>
                    <a:pt x="63" y="11"/>
                    <a:pt x="64" y="11"/>
                    <a:pt x="64" y="11"/>
                  </a:cubicBez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cubicBezTo>
                    <a:pt x="68" y="11"/>
                    <a:pt x="69" y="11"/>
                    <a:pt x="71" y="11"/>
                  </a:cubicBezTo>
                  <a:lnTo>
                    <a:pt x="70" y="11"/>
                  </a:lnTo>
                  <a:cubicBezTo>
                    <a:pt x="71" y="12"/>
                    <a:pt x="72" y="12"/>
                    <a:pt x="74" y="12"/>
                  </a:cubicBezTo>
                  <a:cubicBezTo>
                    <a:pt x="74" y="12"/>
                    <a:pt x="75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76" y="12"/>
                  </a:lnTo>
                  <a:cubicBezTo>
                    <a:pt x="77" y="12"/>
                    <a:pt x="78" y="12"/>
                    <a:pt x="78" y="12"/>
                  </a:cubicBezTo>
                  <a:lnTo>
                    <a:pt x="79" y="12"/>
                  </a:lnTo>
                  <a:lnTo>
                    <a:pt x="80" y="12"/>
                  </a:lnTo>
                  <a:lnTo>
                    <a:pt x="79" y="12"/>
                  </a:lnTo>
                  <a:cubicBezTo>
                    <a:pt x="93" y="14"/>
                    <a:pt x="106" y="15"/>
                    <a:pt x="120" y="15"/>
                  </a:cubicBezTo>
                  <a:cubicBezTo>
                    <a:pt x="134" y="15"/>
                    <a:pt x="148" y="14"/>
                    <a:pt x="161" y="14"/>
                  </a:cubicBezTo>
                  <a:cubicBezTo>
                    <a:pt x="168" y="14"/>
                    <a:pt x="175" y="14"/>
                    <a:pt x="181" y="14"/>
                  </a:cubicBezTo>
                  <a:cubicBezTo>
                    <a:pt x="182" y="14"/>
                    <a:pt x="182" y="14"/>
                    <a:pt x="182" y="14"/>
                  </a:cubicBezTo>
                  <a:lnTo>
                    <a:pt x="183" y="14"/>
                  </a:lnTo>
                  <a:cubicBezTo>
                    <a:pt x="182" y="14"/>
                    <a:pt x="182" y="14"/>
                    <a:pt x="182" y="14"/>
                  </a:cubicBezTo>
                  <a:cubicBezTo>
                    <a:pt x="183" y="14"/>
                    <a:pt x="184" y="14"/>
                    <a:pt x="185" y="14"/>
                  </a:cubicBezTo>
                  <a:lnTo>
                    <a:pt x="186" y="14"/>
                  </a:lnTo>
                  <a:cubicBezTo>
                    <a:pt x="185" y="14"/>
                    <a:pt x="185" y="14"/>
                    <a:pt x="185" y="14"/>
                  </a:cubicBezTo>
                  <a:cubicBezTo>
                    <a:pt x="187" y="14"/>
                    <a:pt x="187" y="14"/>
                    <a:pt x="188" y="14"/>
                  </a:cubicBezTo>
                  <a:lnTo>
                    <a:pt x="189" y="14"/>
                  </a:lnTo>
                  <a:lnTo>
                    <a:pt x="188" y="14"/>
                  </a:lnTo>
                  <a:cubicBezTo>
                    <a:pt x="189" y="14"/>
                    <a:pt x="190" y="14"/>
                    <a:pt x="191" y="14"/>
                  </a:cubicBezTo>
                  <a:cubicBezTo>
                    <a:pt x="192" y="14"/>
                    <a:pt x="192" y="14"/>
                    <a:pt x="192" y="13"/>
                  </a:cubicBezTo>
                  <a:cubicBezTo>
                    <a:pt x="193" y="13"/>
                    <a:pt x="193" y="13"/>
                    <a:pt x="194" y="13"/>
                  </a:cubicBezTo>
                  <a:lnTo>
                    <a:pt x="195" y="13"/>
                  </a:lnTo>
                  <a:lnTo>
                    <a:pt x="196" y="13"/>
                  </a:lnTo>
                  <a:lnTo>
                    <a:pt x="195" y="13"/>
                  </a:lnTo>
                  <a:lnTo>
                    <a:pt x="196" y="13"/>
                  </a:lnTo>
                  <a:cubicBezTo>
                    <a:pt x="195" y="13"/>
                    <a:pt x="195" y="13"/>
                    <a:pt x="195" y="13"/>
                  </a:cubicBezTo>
                  <a:cubicBezTo>
                    <a:pt x="196" y="13"/>
                    <a:pt x="196" y="13"/>
                    <a:pt x="196" y="13"/>
                  </a:cubicBezTo>
                  <a:cubicBezTo>
                    <a:pt x="200" y="13"/>
                    <a:pt x="203" y="13"/>
                    <a:pt x="206" y="13"/>
                  </a:cubicBezTo>
                  <a:cubicBezTo>
                    <a:pt x="210" y="13"/>
                    <a:pt x="214" y="16"/>
                    <a:pt x="215" y="21"/>
                  </a:cubicBezTo>
                  <a:cubicBezTo>
                    <a:pt x="215" y="25"/>
                    <a:pt x="212" y="29"/>
                    <a:pt x="208" y="29"/>
                  </a:cubicBezTo>
                  <a:cubicBezTo>
                    <a:pt x="199" y="29"/>
                    <a:pt x="191" y="30"/>
                    <a:pt x="182" y="30"/>
                  </a:cubicBezTo>
                  <a:lnTo>
                    <a:pt x="181" y="30"/>
                  </a:lnTo>
                  <a:cubicBezTo>
                    <a:pt x="175" y="30"/>
                    <a:pt x="168" y="30"/>
                    <a:pt x="162" y="30"/>
                  </a:cubicBezTo>
                  <a:cubicBezTo>
                    <a:pt x="161" y="30"/>
                    <a:pt x="161" y="30"/>
                    <a:pt x="161" y="30"/>
                  </a:cubicBezTo>
                  <a:cubicBezTo>
                    <a:pt x="159" y="30"/>
                    <a:pt x="157" y="30"/>
                    <a:pt x="156" y="30"/>
                  </a:cubicBezTo>
                  <a:cubicBezTo>
                    <a:pt x="156" y="30"/>
                    <a:pt x="155" y="30"/>
                    <a:pt x="154" y="31"/>
                  </a:cubicBezTo>
                  <a:lnTo>
                    <a:pt x="153" y="31"/>
                  </a:lnTo>
                  <a:lnTo>
                    <a:pt x="154" y="31"/>
                  </a:lnTo>
                  <a:cubicBezTo>
                    <a:pt x="153" y="31"/>
                    <a:pt x="153" y="31"/>
                    <a:pt x="152" y="31"/>
                  </a:cubicBezTo>
                  <a:cubicBezTo>
                    <a:pt x="151" y="31"/>
                    <a:pt x="150" y="31"/>
                    <a:pt x="149" y="31"/>
                  </a:cubicBezTo>
                  <a:cubicBezTo>
                    <a:pt x="148" y="31"/>
                    <a:pt x="148" y="31"/>
                    <a:pt x="147" y="31"/>
                  </a:cubicBezTo>
                  <a:cubicBezTo>
                    <a:pt x="146" y="31"/>
                    <a:pt x="145" y="31"/>
                    <a:pt x="144" y="31"/>
                  </a:cubicBezTo>
                  <a:lnTo>
                    <a:pt x="143" y="31"/>
                  </a:lnTo>
                  <a:cubicBezTo>
                    <a:pt x="133" y="31"/>
                    <a:pt x="122" y="32"/>
                    <a:pt x="111" y="32"/>
                  </a:cubicBezTo>
                  <a:cubicBezTo>
                    <a:pt x="107" y="32"/>
                    <a:pt x="102" y="31"/>
                    <a:pt x="97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2" name="Google Shape;3882;p47"/>
            <p:cNvSpPr/>
            <p:nvPr/>
          </p:nvSpPr>
          <p:spPr>
            <a:xfrm>
              <a:off x="3582360" y="4517280"/>
              <a:ext cx="73800" cy="7920"/>
            </a:xfrm>
            <a:custGeom>
              <a:avLst/>
              <a:gdLst/>
              <a:ahLst/>
              <a:cxnLst/>
              <a:rect l="l" t="t" r="r" b="b"/>
              <a:pathLst>
                <a:path w="205" h="22" extrusionOk="0">
                  <a:moveTo>
                    <a:pt x="196" y="21"/>
                  </a:moveTo>
                  <a:cubicBezTo>
                    <a:pt x="158" y="21"/>
                    <a:pt x="119" y="20"/>
                    <a:pt x="81" y="19"/>
                  </a:cubicBezTo>
                  <a:cubicBezTo>
                    <a:pt x="70" y="18"/>
                    <a:pt x="58" y="18"/>
                    <a:pt x="47" y="18"/>
                  </a:cubicBezTo>
                  <a:cubicBezTo>
                    <a:pt x="35" y="18"/>
                    <a:pt x="24" y="18"/>
                    <a:pt x="12" y="18"/>
                  </a:cubicBezTo>
                  <a:lnTo>
                    <a:pt x="11" y="18"/>
                  </a:lnTo>
                  <a:lnTo>
                    <a:pt x="12" y="18"/>
                  </a:lnTo>
                  <a:cubicBezTo>
                    <a:pt x="11" y="18"/>
                    <a:pt x="10" y="18"/>
                    <a:pt x="10" y="18"/>
                  </a:cubicBezTo>
                  <a:cubicBezTo>
                    <a:pt x="5" y="18"/>
                    <a:pt x="0" y="14"/>
                    <a:pt x="0" y="9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30" y="0"/>
                    <a:pt x="48" y="0"/>
                    <a:pt x="67" y="1"/>
                  </a:cubicBezTo>
                  <a:cubicBezTo>
                    <a:pt x="76" y="2"/>
                    <a:pt x="85" y="2"/>
                    <a:pt x="94" y="3"/>
                  </a:cubicBezTo>
                  <a:cubicBezTo>
                    <a:pt x="104" y="3"/>
                    <a:pt x="113" y="3"/>
                    <a:pt x="123" y="4"/>
                  </a:cubicBezTo>
                  <a:cubicBezTo>
                    <a:pt x="147" y="5"/>
                    <a:pt x="172" y="6"/>
                    <a:pt x="197" y="7"/>
                  </a:cubicBezTo>
                  <a:cubicBezTo>
                    <a:pt x="201" y="7"/>
                    <a:pt x="204" y="10"/>
                    <a:pt x="204" y="14"/>
                  </a:cubicBezTo>
                  <a:cubicBezTo>
                    <a:pt x="204" y="18"/>
                    <a:pt x="200" y="21"/>
                    <a:pt x="196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3" name="Google Shape;3883;p47"/>
            <p:cNvSpPr/>
            <p:nvPr/>
          </p:nvSpPr>
          <p:spPr>
            <a:xfrm>
              <a:off x="3713040" y="4516920"/>
              <a:ext cx="58320" cy="8280"/>
            </a:xfrm>
            <a:custGeom>
              <a:avLst/>
              <a:gdLst/>
              <a:ahLst/>
              <a:cxnLst/>
              <a:rect l="l" t="t" r="r" b="b"/>
              <a:pathLst>
                <a:path w="162" h="23" extrusionOk="0">
                  <a:moveTo>
                    <a:pt x="153" y="22"/>
                  </a:moveTo>
                  <a:cubicBezTo>
                    <a:pt x="132" y="22"/>
                    <a:pt x="111" y="22"/>
                    <a:pt x="90" y="22"/>
                  </a:cubicBezTo>
                  <a:cubicBezTo>
                    <a:pt x="70" y="22"/>
                    <a:pt x="51" y="22"/>
                    <a:pt x="32" y="22"/>
                  </a:cubicBezTo>
                  <a:cubicBezTo>
                    <a:pt x="29" y="22"/>
                    <a:pt x="25" y="21"/>
                    <a:pt x="22" y="21"/>
                  </a:cubicBezTo>
                  <a:cubicBezTo>
                    <a:pt x="19" y="21"/>
                    <a:pt x="16" y="21"/>
                    <a:pt x="13" y="21"/>
                  </a:cubicBezTo>
                  <a:cubicBezTo>
                    <a:pt x="10" y="20"/>
                    <a:pt x="7" y="19"/>
                    <a:pt x="5" y="17"/>
                  </a:cubicBezTo>
                  <a:cubicBezTo>
                    <a:pt x="0" y="11"/>
                    <a:pt x="2" y="4"/>
                    <a:pt x="8" y="1"/>
                  </a:cubicBezTo>
                  <a:cubicBezTo>
                    <a:pt x="10" y="1"/>
                    <a:pt x="13" y="0"/>
                    <a:pt x="14" y="1"/>
                  </a:cubicBezTo>
                  <a:cubicBezTo>
                    <a:pt x="16" y="1"/>
                    <a:pt x="17" y="1"/>
                    <a:pt x="19" y="3"/>
                  </a:cubicBezTo>
                  <a:lnTo>
                    <a:pt x="20" y="3"/>
                  </a:lnTo>
                  <a:cubicBezTo>
                    <a:pt x="29" y="4"/>
                    <a:pt x="39" y="4"/>
                    <a:pt x="48" y="4"/>
                  </a:cubicBezTo>
                  <a:cubicBezTo>
                    <a:pt x="58" y="4"/>
                    <a:pt x="69" y="5"/>
                    <a:pt x="79" y="5"/>
                  </a:cubicBezTo>
                  <a:cubicBezTo>
                    <a:pt x="99" y="5"/>
                    <a:pt x="118" y="5"/>
                    <a:pt x="137" y="6"/>
                  </a:cubicBezTo>
                  <a:cubicBezTo>
                    <a:pt x="143" y="6"/>
                    <a:pt x="148" y="6"/>
                    <a:pt x="154" y="7"/>
                  </a:cubicBezTo>
                  <a:cubicBezTo>
                    <a:pt x="158" y="7"/>
                    <a:pt x="161" y="10"/>
                    <a:pt x="161" y="15"/>
                  </a:cubicBezTo>
                  <a:cubicBezTo>
                    <a:pt x="161" y="19"/>
                    <a:pt x="157" y="22"/>
                    <a:pt x="153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4" name="Google Shape;3884;p47"/>
            <p:cNvSpPr/>
            <p:nvPr/>
          </p:nvSpPr>
          <p:spPr>
            <a:xfrm>
              <a:off x="3821040" y="4516920"/>
              <a:ext cx="85680" cy="8280"/>
            </a:xfrm>
            <a:custGeom>
              <a:avLst/>
              <a:gdLst/>
              <a:ahLst/>
              <a:cxnLst/>
              <a:rect l="l" t="t" r="r" b="b"/>
              <a:pathLst>
                <a:path w="238" h="23" extrusionOk="0">
                  <a:moveTo>
                    <a:pt x="228" y="22"/>
                  </a:moveTo>
                  <a:cubicBezTo>
                    <a:pt x="190" y="22"/>
                    <a:pt x="151" y="21"/>
                    <a:pt x="112" y="20"/>
                  </a:cubicBezTo>
                  <a:cubicBezTo>
                    <a:pt x="97" y="19"/>
                    <a:pt x="81" y="19"/>
                    <a:pt x="65" y="19"/>
                  </a:cubicBezTo>
                  <a:cubicBezTo>
                    <a:pt x="49" y="19"/>
                    <a:pt x="34" y="18"/>
                    <a:pt x="19" y="19"/>
                  </a:cubicBezTo>
                  <a:cubicBezTo>
                    <a:pt x="18" y="19"/>
                    <a:pt x="18" y="19"/>
                    <a:pt x="17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19"/>
                    <a:pt x="14" y="19"/>
                    <a:pt x="13" y="19"/>
                  </a:cubicBezTo>
                  <a:lnTo>
                    <a:pt x="12" y="19"/>
                  </a:lnTo>
                  <a:cubicBezTo>
                    <a:pt x="9" y="20"/>
                    <a:pt x="6" y="19"/>
                    <a:pt x="4" y="17"/>
                  </a:cubicBezTo>
                  <a:cubicBezTo>
                    <a:pt x="0" y="14"/>
                    <a:pt x="0" y="7"/>
                    <a:pt x="4" y="3"/>
                  </a:cubicBezTo>
                  <a:cubicBezTo>
                    <a:pt x="6" y="1"/>
                    <a:pt x="9" y="1"/>
                    <a:pt x="13" y="0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4" y="1"/>
                    <a:pt x="28" y="1"/>
                    <a:pt x="34" y="1"/>
                  </a:cubicBezTo>
                  <a:cubicBezTo>
                    <a:pt x="43" y="1"/>
                    <a:pt x="52" y="1"/>
                    <a:pt x="62" y="2"/>
                  </a:cubicBezTo>
                  <a:cubicBezTo>
                    <a:pt x="80" y="3"/>
                    <a:pt x="98" y="3"/>
                    <a:pt x="117" y="4"/>
                  </a:cubicBezTo>
                  <a:cubicBezTo>
                    <a:pt x="134" y="5"/>
                    <a:pt x="152" y="5"/>
                    <a:pt x="170" y="5"/>
                  </a:cubicBezTo>
                  <a:cubicBezTo>
                    <a:pt x="190" y="6"/>
                    <a:pt x="210" y="6"/>
                    <a:pt x="229" y="7"/>
                  </a:cubicBezTo>
                  <a:cubicBezTo>
                    <a:pt x="234" y="7"/>
                    <a:pt x="237" y="11"/>
                    <a:pt x="237" y="15"/>
                  </a:cubicBezTo>
                  <a:cubicBezTo>
                    <a:pt x="236" y="19"/>
                    <a:pt x="233" y="22"/>
                    <a:pt x="228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5" name="Google Shape;3885;p47"/>
            <p:cNvSpPr/>
            <p:nvPr/>
          </p:nvSpPr>
          <p:spPr>
            <a:xfrm>
              <a:off x="3949200" y="4516920"/>
              <a:ext cx="64440" cy="7920"/>
            </a:xfrm>
            <a:custGeom>
              <a:avLst/>
              <a:gdLst/>
              <a:ahLst/>
              <a:cxnLst/>
              <a:rect l="l" t="t" r="r" b="b"/>
              <a:pathLst>
                <a:path w="179" h="22" extrusionOk="0">
                  <a:moveTo>
                    <a:pt x="169" y="21"/>
                  </a:moveTo>
                  <a:cubicBezTo>
                    <a:pt x="151" y="19"/>
                    <a:pt x="133" y="19"/>
                    <a:pt x="116" y="18"/>
                  </a:cubicBezTo>
                  <a:cubicBezTo>
                    <a:pt x="107" y="18"/>
                    <a:pt x="98" y="18"/>
                    <a:pt x="89" y="18"/>
                  </a:cubicBezTo>
                  <a:cubicBezTo>
                    <a:pt x="80" y="18"/>
                    <a:pt x="72" y="18"/>
                    <a:pt x="64" y="18"/>
                  </a:cubicBezTo>
                  <a:cubicBezTo>
                    <a:pt x="58" y="18"/>
                    <a:pt x="52" y="18"/>
                    <a:pt x="47" y="19"/>
                  </a:cubicBezTo>
                  <a:lnTo>
                    <a:pt x="48" y="19"/>
                  </a:lnTo>
                  <a:cubicBezTo>
                    <a:pt x="40" y="19"/>
                    <a:pt x="33" y="19"/>
                    <a:pt x="25" y="19"/>
                  </a:cubicBezTo>
                  <a:cubicBezTo>
                    <a:pt x="21" y="19"/>
                    <a:pt x="19" y="19"/>
                    <a:pt x="15" y="19"/>
                  </a:cubicBezTo>
                  <a:cubicBezTo>
                    <a:pt x="12" y="19"/>
                    <a:pt x="9" y="19"/>
                    <a:pt x="6" y="18"/>
                  </a:cubicBezTo>
                  <a:cubicBezTo>
                    <a:pt x="3" y="17"/>
                    <a:pt x="1" y="14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lnTo>
                    <a:pt x="13" y="1"/>
                  </a:lnTo>
                  <a:cubicBezTo>
                    <a:pt x="22" y="1"/>
                    <a:pt x="30" y="1"/>
                    <a:pt x="39" y="1"/>
                  </a:cubicBezTo>
                  <a:cubicBezTo>
                    <a:pt x="47" y="1"/>
                    <a:pt x="55" y="1"/>
                    <a:pt x="63" y="0"/>
                  </a:cubicBezTo>
                  <a:cubicBezTo>
                    <a:pt x="64" y="0"/>
                    <a:pt x="64" y="0"/>
                    <a:pt x="65" y="0"/>
                  </a:cubicBezTo>
                  <a:cubicBezTo>
                    <a:pt x="81" y="0"/>
                    <a:pt x="98" y="1"/>
                    <a:pt x="115" y="1"/>
                  </a:cubicBezTo>
                  <a:cubicBezTo>
                    <a:pt x="133" y="2"/>
                    <a:pt x="151" y="3"/>
                    <a:pt x="169" y="4"/>
                  </a:cubicBezTo>
                  <a:cubicBezTo>
                    <a:pt x="174" y="4"/>
                    <a:pt x="178" y="8"/>
                    <a:pt x="178" y="12"/>
                  </a:cubicBezTo>
                  <a:cubicBezTo>
                    <a:pt x="177" y="17"/>
                    <a:pt x="174" y="21"/>
                    <a:pt x="169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6" name="Google Shape;3886;p47"/>
            <p:cNvSpPr/>
            <p:nvPr/>
          </p:nvSpPr>
          <p:spPr>
            <a:xfrm>
              <a:off x="4045320" y="4518720"/>
              <a:ext cx="72720" cy="8640"/>
            </a:xfrm>
            <a:custGeom>
              <a:avLst/>
              <a:gdLst/>
              <a:ahLst/>
              <a:cxnLst/>
              <a:rect l="l" t="t" r="r" b="b"/>
              <a:pathLst>
                <a:path w="202" h="24" extrusionOk="0">
                  <a:moveTo>
                    <a:pt x="193" y="23"/>
                  </a:moveTo>
                  <a:cubicBezTo>
                    <a:pt x="173" y="22"/>
                    <a:pt x="153" y="21"/>
                    <a:pt x="133" y="21"/>
                  </a:cubicBezTo>
                  <a:cubicBezTo>
                    <a:pt x="113" y="21"/>
                    <a:pt x="94" y="20"/>
                    <a:pt x="74" y="20"/>
                  </a:cubicBezTo>
                  <a:cubicBezTo>
                    <a:pt x="56" y="20"/>
                    <a:pt x="39" y="20"/>
                    <a:pt x="22" y="20"/>
                  </a:cubicBezTo>
                  <a:lnTo>
                    <a:pt x="21" y="20"/>
                  </a:lnTo>
                  <a:cubicBezTo>
                    <a:pt x="19" y="20"/>
                    <a:pt x="17" y="20"/>
                    <a:pt x="15" y="20"/>
                  </a:cubicBezTo>
                  <a:lnTo>
                    <a:pt x="16" y="20"/>
                  </a:lnTo>
                  <a:cubicBezTo>
                    <a:pt x="12" y="20"/>
                    <a:pt x="8" y="20"/>
                    <a:pt x="4" y="17"/>
                  </a:cubicBezTo>
                  <a:cubicBezTo>
                    <a:pt x="2" y="15"/>
                    <a:pt x="0" y="10"/>
                    <a:pt x="2" y="6"/>
                  </a:cubicBezTo>
                  <a:cubicBezTo>
                    <a:pt x="4" y="3"/>
                    <a:pt x="9" y="0"/>
                    <a:pt x="13" y="1"/>
                  </a:cubicBezTo>
                  <a:cubicBezTo>
                    <a:pt x="15" y="1"/>
                    <a:pt x="18" y="1"/>
                    <a:pt x="21" y="1"/>
                  </a:cubicBezTo>
                  <a:cubicBezTo>
                    <a:pt x="22" y="1"/>
                    <a:pt x="24" y="1"/>
                    <a:pt x="25" y="1"/>
                  </a:cubicBezTo>
                  <a:cubicBezTo>
                    <a:pt x="31" y="1"/>
                    <a:pt x="36" y="2"/>
                    <a:pt x="41" y="2"/>
                  </a:cubicBezTo>
                  <a:cubicBezTo>
                    <a:pt x="51" y="2"/>
                    <a:pt x="60" y="2"/>
                    <a:pt x="70" y="2"/>
                  </a:cubicBezTo>
                  <a:cubicBezTo>
                    <a:pt x="89" y="3"/>
                    <a:pt x="108" y="3"/>
                    <a:pt x="127" y="4"/>
                  </a:cubicBezTo>
                  <a:cubicBezTo>
                    <a:pt x="149" y="5"/>
                    <a:pt x="171" y="5"/>
                    <a:pt x="193" y="6"/>
                  </a:cubicBezTo>
                  <a:cubicBezTo>
                    <a:pt x="198" y="6"/>
                    <a:pt x="201" y="10"/>
                    <a:pt x="201" y="14"/>
                  </a:cubicBezTo>
                  <a:cubicBezTo>
                    <a:pt x="201" y="19"/>
                    <a:pt x="197" y="23"/>
                    <a:pt x="193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7" name="Google Shape;3887;p47"/>
            <p:cNvSpPr/>
            <p:nvPr/>
          </p:nvSpPr>
          <p:spPr>
            <a:xfrm>
              <a:off x="4172040" y="4516200"/>
              <a:ext cx="76680" cy="8640"/>
            </a:xfrm>
            <a:custGeom>
              <a:avLst/>
              <a:gdLst/>
              <a:ahLst/>
              <a:cxnLst/>
              <a:rect l="l" t="t" r="r" b="b"/>
              <a:pathLst>
                <a:path w="213" h="24" extrusionOk="0">
                  <a:moveTo>
                    <a:pt x="47" y="23"/>
                  </a:moveTo>
                  <a:cubicBezTo>
                    <a:pt x="41" y="23"/>
                    <a:pt x="35" y="23"/>
                    <a:pt x="28" y="23"/>
                  </a:cubicBezTo>
                  <a:cubicBezTo>
                    <a:pt x="25" y="22"/>
                    <a:pt x="22" y="22"/>
                    <a:pt x="18" y="21"/>
                  </a:cubicBezTo>
                  <a:cubicBezTo>
                    <a:pt x="17" y="21"/>
                    <a:pt x="15" y="21"/>
                    <a:pt x="13" y="21"/>
                  </a:cubicBezTo>
                  <a:cubicBezTo>
                    <a:pt x="10" y="20"/>
                    <a:pt x="7" y="20"/>
                    <a:pt x="5" y="18"/>
                  </a:cubicBezTo>
                  <a:cubicBezTo>
                    <a:pt x="2" y="14"/>
                    <a:pt x="0" y="9"/>
                    <a:pt x="3" y="5"/>
                  </a:cubicBezTo>
                  <a:cubicBezTo>
                    <a:pt x="6" y="2"/>
                    <a:pt x="11" y="0"/>
                    <a:pt x="15" y="2"/>
                  </a:cubicBezTo>
                  <a:lnTo>
                    <a:pt x="16" y="2"/>
                  </a:lnTo>
                  <a:cubicBezTo>
                    <a:pt x="19" y="3"/>
                    <a:pt x="22" y="3"/>
                    <a:pt x="25" y="4"/>
                  </a:cubicBezTo>
                  <a:cubicBezTo>
                    <a:pt x="34" y="5"/>
                    <a:pt x="43" y="5"/>
                    <a:pt x="52" y="5"/>
                  </a:cubicBezTo>
                  <a:cubicBezTo>
                    <a:pt x="62" y="5"/>
                    <a:pt x="73" y="6"/>
                    <a:pt x="84" y="6"/>
                  </a:cubicBezTo>
                  <a:cubicBezTo>
                    <a:pt x="102" y="5"/>
                    <a:pt x="120" y="5"/>
                    <a:pt x="137" y="6"/>
                  </a:cubicBezTo>
                  <a:cubicBezTo>
                    <a:pt x="160" y="6"/>
                    <a:pt x="182" y="6"/>
                    <a:pt x="204" y="6"/>
                  </a:cubicBezTo>
                  <a:cubicBezTo>
                    <a:pt x="209" y="6"/>
                    <a:pt x="212" y="10"/>
                    <a:pt x="212" y="15"/>
                  </a:cubicBezTo>
                  <a:cubicBezTo>
                    <a:pt x="212" y="20"/>
                    <a:pt x="208" y="23"/>
                    <a:pt x="204" y="23"/>
                  </a:cubicBezTo>
                  <a:cubicBezTo>
                    <a:pt x="164" y="23"/>
                    <a:pt x="125" y="22"/>
                    <a:pt x="85" y="23"/>
                  </a:cubicBezTo>
                  <a:cubicBezTo>
                    <a:pt x="78" y="23"/>
                    <a:pt x="71" y="23"/>
                    <a:pt x="65" y="23"/>
                  </a:cubicBezTo>
                  <a:cubicBezTo>
                    <a:pt x="62" y="23"/>
                    <a:pt x="58" y="23"/>
                    <a:pt x="55" y="23"/>
                  </a:cubicBezTo>
                  <a:cubicBezTo>
                    <a:pt x="52" y="23"/>
                    <a:pt x="50" y="23"/>
                    <a:pt x="47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8" name="Google Shape;3888;p47"/>
            <p:cNvSpPr/>
            <p:nvPr/>
          </p:nvSpPr>
          <p:spPr>
            <a:xfrm>
              <a:off x="4273560" y="4516920"/>
              <a:ext cx="68040" cy="7920"/>
            </a:xfrm>
            <a:custGeom>
              <a:avLst/>
              <a:gdLst/>
              <a:ahLst/>
              <a:cxnLst/>
              <a:rect l="l" t="t" r="r" b="b"/>
              <a:pathLst>
                <a:path w="189" h="22" extrusionOk="0">
                  <a:moveTo>
                    <a:pt x="5" y="19"/>
                  </a:moveTo>
                  <a:cubicBezTo>
                    <a:pt x="0" y="16"/>
                    <a:pt x="0" y="8"/>
                    <a:pt x="4" y="4"/>
                  </a:cubicBezTo>
                  <a:cubicBezTo>
                    <a:pt x="7" y="1"/>
                    <a:pt x="11" y="1"/>
                    <a:pt x="15" y="1"/>
                  </a:cubicBezTo>
                  <a:cubicBezTo>
                    <a:pt x="18" y="1"/>
                    <a:pt x="21" y="1"/>
                    <a:pt x="24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9" y="1"/>
                    <a:pt x="36" y="1"/>
                    <a:pt x="42" y="1"/>
                  </a:cubicBezTo>
                  <a:lnTo>
                    <a:pt x="43" y="1"/>
                  </a:lnTo>
                  <a:lnTo>
                    <a:pt x="44" y="1"/>
                  </a:lnTo>
                  <a:cubicBezTo>
                    <a:pt x="45" y="1"/>
                    <a:pt x="45" y="0"/>
                    <a:pt x="46" y="0"/>
                  </a:cubicBezTo>
                  <a:cubicBezTo>
                    <a:pt x="47" y="0"/>
                    <a:pt x="48" y="0"/>
                    <a:pt x="49" y="0"/>
                  </a:cubicBezTo>
                  <a:lnTo>
                    <a:pt x="50" y="0"/>
                  </a:lnTo>
                  <a:lnTo>
                    <a:pt x="49" y="0"/>
                  </a:lnTo>
                  <a:cubicBezTo>
                    <a:pt x="50" y="0"/>
                    <a:pt x="50" y="0"/>
                    <a:pt x="52" y="0"/>
                  </a:cubicBezTo>
                  <a:lnTo>
                    <a:pt x="51" y="0"/>
                  </a:lnTo>
                  <a:cubicBezTo>
                    <a:pt x="52" y="0"/>
                    <a:pt x="52" y="0"/>
                    <a:pt x="52" y="0"/>
                  </a:cubicBezTo>
                  <a:cubicBezTo>
                    <a:pt x="53" y="0"/>
                    <a:pt x="53" y="0"/>
                    <a:pt x="54" y="0"/>
                  </a:cubicBezTo>
                  <a:lnTo>
                    <a:pt x="55" y="0"/>
                  </a:lnTo>
                  <a:cubicBezTo>
                    <a:pt x="74" y="0"/>
                    <a:pt x="92" y="0"/>
                    <a:pt x="110" y="1"/>
                  </a:cubicBezTo>
                  <a:cubicBezTo>
                    <a:pt x="130" y="1"/>
                    <a:pt x="149" y="1"/>
                    <a:pt x="168" y="2"/>
                  </a:cubicBezTo>
                  <a:cubicBezTo>
                    <a:pt x="172" y="2"/>
                    <a:pt x="176" y="2"/>
                    <a:pt x="180" y="2"/>
                  </a:cubicBezTo>
                  <a:cubicBezTo>
                    <a:pt x="184" y="2"/>
                    <a:pt x="188" y="6"/>
                    <a:pt x="188" y="11"/>
                  </a:cubicBezTo>
                  <a:cubicBezTo>
                    <a:pt x="188" y="15"/>
                    <a:pt x="184" y="18"/>
                    <a:pt x="180" y="18"/>
                  </a:cubicBezTo>
                  <a:cubicBezTo>
                    <a:pt x="140" y="18"/>
                    <a:pt x="100" y="17"/>
                    <a:pt x="60" y="18"/>
                  </a:cubicBezTo>
                  <a:cubicBezTo>
                    <a:pt x="59" y="18"/>
                    <a:pt x="57" y="18"/>
                    <a:pt x="56" y="18"/>
                  </a:cubicBezTo>
                  <a:cubicBezTo>
                    <a:pt x="49" y="18"/>
                    <a:pt x="41" y="19"/>
                    <a:pt x="33" y="19"/>
                  </a:cubicBezTo>
                  <a:cubicBezTo>
                    <a:pt x="31" y="19"/>
                    <a:pt x="27" y="19"/>
                    <a:pt x="24" y="19"/>
                  </a:cubicBezTo>
                  <a:cubicBezTo>
                    <a:pt x="21" y="20"/>
                    <a:pt x="17" y="20"/>
                    <a:pt x="13" y="20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8" y="21"/>
                    <a:pt x="7" y="20"/>
                    <a:pt x="5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9" name="Google Shape;3889;p47"/>
            <p:cNvSpPr/>
            <p:nvPr/>
          </p:nvSpPr>
          <p:spPr>
            <a:xfrm>
              <a:off x="4384080" y="4518360"/>
              <a:ext cx="61560" cy="9720"/>
            </a:xfrm>
            <a:custGeom>
              <a:avLst/>
              <a:gdLst/>
              <a:ahLst/>
              <a:cxnLst/>
              <a:rect l="l" t="t" r="r" b="b"/>
              <a:pathLst>
                <a:path w="171" h="27" extrusionOk="0">
                  <a:moveTo>
                    <a:pt x="161" y="26"/>
                  </a:moveTo>
                  <a:cubicBezTo>
                    <a:pt x="140" y="25"/>
                    <a:pt x="120" y="24"/>
                    <a:pt x="99" y="24"/>
                  </a:cubicBezTo>
                  <a:cubicBezTo>
                    <a:pt x="80" y="22"/>
                    <a:pt x="61" y="21"/>
                    <a:pt x="42" y="21"/>
                  </a:cubicBezTo>
                  <a:cubicBezTo>
                    <a:pt x="36" y="20"/>
                    <a:pt x="31" y="20"/>
                    <a:pt x="25" y="20"/>
                  </a:cubicBezTo>
                  <a:cubicBezTo>
                    <a:pt x="20" y="20"/>
                    <a:pt x="15" y="19"/>
                    <a:pt x="11" y="19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1"/>
                    <a:pt x="9" y="0"/>
                  </a:cubicBezTo>
                  <a:cubicBezTo>
                    <a:pt x="11" y="0"/>
                    <a:pt x="14" y="0"/>
                    <a:pt x="16" y="1"/>
                  </a:cubicBezTo>
                  <a:cubicBezTo>
                    <a:pt x="18" y="1"/>
                    <a:pt x="20" y="1"/>
                    <a:pt x="22" y="1"/>
                  </a:cubicBezTo>
                  <a:cubicBezTo>
                    <a:pt x="27" y="1"/>
                    <a:pt x="32" y="2"/>
                    <a:pt x="36" y="2"/>
                  </a:cubicBezTo>
                  <a:cubicBezTo>
                    <a:pt x="46" y="3"/>
                    <a:pt x="55" y="3"/>
                    <a:pt x="65" y="4"/>
                  </a:cubicBezTo>
                  <a:cubicBezTo>
                    <a:pt x="85" y="6"/>
                    <a:pt x="106" y="7"/>
                    <a:pt x="126" y="7"/>
                  </a:cubicBezTo>
                  <a:cubicBezTo>
                    <a:pt x="138" y="8"/>
                    <a:pt x="150" y="8"/>
                    <a:pt x="162" y="9"/>
                  </a:cubicBezTo>
                  <a:cubicBezTo>
                    <a:pt x="166" y="9"/>
                    <a:pt x="170" y="13"/>
                    <a:pt x="169" y="18"/>
                  </a:cubicBezTo>
                  <a:cubicBezTo>
                    <a:pt x="169" y="22"/>
                    <a:pt x="166" y="26"/>
                    <a:pt x="161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0" name="Google Shape;3890;p47"/>
            <p:cNvSpPr/>
            <p:nvPr/>
          </p:nvSpPr>
          <p:spPr>
            <a:xfrm>
              <a:off x="4465800" y="4515840"/>
              <a:ext cx="63000" cy="11520"/>
            </a:xfrm>
            <a:custGeom>
              <a:avLst/>
              <a:gdLst/>
              <a:ahLst/>
              <a:cxnLst/>
              <a:rect l="l" t="t" r="r" b="b"/>
              <a:pathLst>
                <a:path w="175" h="32" extrusionOk="0">
                  <a:moveTo>
                    <a:pt x="164" y="31"/>
                  </a:moveTo>
                  <a:cubicBezTo>
                    <a:pt x="125" y="29"/>
                    <a:pt x="85" y="28"/>
                    <a:pt x="45" y="24"/>
                  </a:cubicBezTo>
                  <a:cubicBezTo>
                    <a:pt x="33" y="22"/>
                    <a:pt x="20" y="22"/>
                    <a:pt x="8" y="20"/>
                  </a:cubicBezTo>
                  <a:cubicBezTo>
                    <a:pt x="3" y="18"/>
                    <a:pt x="0" y="14"/>
                    <a:pt x="1" y="8"/>
                  </a:cubicBezTo>
                  <a:cubicBezTo>
                    <a:pt x="1" y="4"/>
                    <a:pt x="6" y="0"/>
                    <a:pt x="11" y="1"/>
                  </a:cubicBezTo>
                  <a:cubicBezTo>
                    <a:pt x="24" y="4"/>
                    <a:pt x="37" y="5"/>
                    <a:pt x="50" y="6"/>
                  </a:cubicBezTo>
                  <a:cubicBezTo>
                    <a:pt x="55" y="7"/>
                    <a:pt x="61" y="7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99" y="11"/>
                    <a:pt x="132" y="12"/>
                    <a:pt x="165" y="14"/>
                  </a:cubicBezTo>
                  <a:cubicBezTo>
                    <a:pt x="170" y="14"/>
                    <a:pt x="174" y="18"/>
                    <a:pt x="173" y="22"/>
                  </a:cubicBezTo>
                  <a:cubicBezTo>
                    <a:pt x="173" y="27"/>
                    <a:pt x="169" y="31"/>
                    <a:pt x="165" y="31"/>
                  </a:cubicBezTo>
                  <a:cubicBezTo>
                    <a:pt x="164" y="31"/>
                    <a:pt x="164" y="31"/>
                    <a:pt x="164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1" name="Google Shape;3891;p47"/>
            <p:cNvSpPr/>
            <p:nvPr/>
          </p:nvSpPr>
          <p:spPr>
            <a:xfrm>
              <a:off x="4482360" y="4501800"/>
              <a:ext cx="65880" cy="33840"/>
            </a:xfrm>
            <a:custGeom>
              <a:avLst/>
              <a:gdLst/>
              <a:ahLst/>
              <a:cxnLst/>
              <a:rect l="l" t="t" r="r" b="b"/>
              <a:pathLst>
                <a:path w="183" h="94" extrusionOk="0">
                  <a:moveTo>
                    <a:pt x="69" y="88"/>
                  </a:moveTo>
                  <a:cubicBezTo>
                    <a:pt x="67" y="84"/>
                    <a:pt x="69" y="78"/>
                    <a:pt x="74" y="76"/>
                  </a:cubicBezTo>
                  <a:cubicBezTo>
                    <a:pt x="88" y="68"/>
                    <a:pt x="103" y="61"/>
                    <a:pt x="118" y="54"/>
                  </a:cubicBezTo>
                  <a:cubicBezTo>
                    <a:pt x="126" y="50"/>
                    <a:pt x="134" y="47"/>
                    <a:pt x="142" y="43"/>
                  </a:cubicBezTo>
                  <a:cubicBezTo>
                    <a:pt x="143" y="42"/>
                    <a:pt x="145" y="42"/>
                    <a:pt x="146" y="41"/>
                  </a:cubicBezTo>
                  <a:cubicBezTo>
                    <a:pt x="143" y="41"/>
                    <a:pt x="141" y="40"/>
                    <a:pt x="138" y="40"/>
                  </a:cubicBezTo>
                  <a:cubicBezTo>
                    <a:pt x="128" y="39"/>
                    <a:pt x="118" y="38"/>
                    <a:pt x="108" y="37"/>
                  </a:cubicBezTo>
                  <a:cubicBezTo>
                    <a:pt x="98" y="36"/>
                    <a:pt x="88" y="34"/>
                    <a:pt x="77" y="33"/>
                  </a:cubicBezTo>
                  <a:cubicBezTo>
                    <a:pt x="68" y="32"/>
                    <a:pt x="58" y="29"/>
                    <a:pt x="50" y="28"/>
                  </a:cubicBezTo>
                  <a:cubicBezTo>
                    <a:pt x="36" y="25"/>
                    <a:pt x="22" y="22"/>
                    <a:pt x="9" y="19"/>
                  </a:cubicBezTo>
                  <a:cubicBezTo>
                    <a:pt x="4" y="18"/>
                    <a:pt x="0" y="14"/>
                    <a:pt x="1" y="8"/>
                  </a:cubicBezTo>
                  <a:cubicBezTo>
                    <a:pt x="2" y="4"/>
                    <a:pt x="7" y="0"/>
                    <a:pt x="12" y="1"/>
                  </a:cubicBezTo>
                  <a:cubicBezTo>
                    <a:pt x="14" y="1"/>
                    <a:pt x="16" y="1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3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lnTo>
                    <a:pt x="22" y="3"/>
                  </a:lnTo>
                  <a:lnTo>
                    <a:pt x="23" y="3"/>
                  </a:lnTo>
                  <a:lnTo>
                    <a:pt x="22" y="3"/>
                  </a:lnTo>
                  <a:cubicBezTo>
                    <a:pt x="23" y="3"/>
                    <a:pt x="23" y="3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lnTo>
                    <a:pt x="27" y="4"/>
                  </a:lnTo>
                  <a:cubicBezTo>
                    <a:pt x="46" y="8"/>
                    <a:pt x="65" y="13"/>
                    <a:pt x="84" y="16"/>
                  </a:cubicBezTo>
                  <a:cubicBezTo>
                    <a:pt x="104" y="19"/>
                    <a:pt x="124" y="21"/>
                    <a:pt x="144" y="23"/>
                  </a:cubicBezTo>
                  <a:cubicBezTo>
                    <a:pt x="149" y="24"/>
                    <a:pt x="153" y="24"/>
                    <a:pt x="158" y="25"/>
                  </a:cubicBezTo>
                  <a:cubicBezTo>
                    <a:pt x="160" y="25"/>
                    <a:pt x="162" y="25"/>
                    <a:pt x="164" y="25"/>
                  </a:cubicBezTo>
                  <a:cubicBezTo>
                    <a:pt x="169" y="26"/>
                    <a:pt x="174" y="26"/>
                    <a:pt x="177" y="29"/>
                  </a:cubicBezTo>
                  <a:cubicBezTo>
                    <a:pt x="180" y="31"/>
                    <a:pt x="181" y="32"/>
                    <a:pt x="181" y="35"/>
                  </a:cubicBezTo>
                  <a:cubicBezTo>
                    <a:pt x="182" y="37"/>
                    <a:pt x="182" y="39"/>
                    <a:pt x="181" y="42"/>
                  </a:cubicBezTo>
                  <a:cubicBezTo>
                    <a:pt x="179" y="46"/>
                    <a:pt x="174" y="48"/>
                    <a:pt x="169" y="50"/>
                  </a:cubicBezTo>
                  <a:cubicBezTo>
                    <a:pt x="164" y="53"/>
                    <a:pt x="160" y="54"/>
                    <a:pt x="155" y="57"/>
                  </a:cubicBezTo>
                  <a:cubicBezTo>
                    <a:pt x="137" y="65"/>
                    <a:pt x="120" y="73"/>
                    <a:pt x="102" y="82"/>
                  </a:cubicBezTo>
                  <a:cubicBezTo>
                    <a:pt x="96" y="85"/>
                    <a:pt x="89" y="89"/>
                    <a:pt x="82" y="92"/>
                  </a:cubicBezTo>
                  <a:cubicBezTo>
                    <a:pt x="81" y="93"/>
                    <a:pt x="79" y="93"/>
                    <a:pt x="78" y="93"/>
                  </a:cubicBezTo>
                  <a:cubicBezTo>
                    <a:pt x="74" y="93"/>
                    <a:pt x="71" y="92"/>
                    <a:pt x="69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2" name="Google Shape;3892;p47"/>
            <p:cNvSpPr/>
            <p:nvPr/>
          </p:nvSpPr>
          <p:spPr>
            <a:xfrm>
              <a:off x="4504680" y="4539600"/>
              <a:ext cx="21960" cy="50400"/>
            </a:xfrm>
            <a:custGeom>
              <a:avLst/>
              <a:gdLst/>
              <a:ahLst/>
              <a:cxnLst/>
              <a:rect l="l" t="t" r="r" b="b"/>
              <a:pathLst>
                <a:path w="61" h="140" extrusionOk="0">
                  <a:moveTo>
                    <a:pt x="41" y="132"/>
                  </a:moveTo>
                  <a:cubicBezTo>
                    <a:pt x="39" y="122"/>
                    <a:pt x="37" y="114"/>
                    <a:pt x="35" y="105"/>
                  </a:cubicBezTo>
                  <a:cubicBezTo>
                    <a:pt x="33" y="97"/>
                    <a:pt x="31" y="90"/>
                    <a:pt x="28" y="82"/>
                  </a:cubicBezTo>
                  <a:cubicBezTo>
                    <a:pt x="25" y="74"/>
                    <a:pt x="21" y="67"/>
                    <a:pt x="18" y="59"/>
                  </a:cubicBezTo>
                  <a:cubicBezTo>
                    <a:pt x="15" y="51"/>
                    <a:pt x="12" y="43"/>
                    <a:pt x="10" y="35"/>
                  </a:cubicBezTo>
                  <a:cubicBezTo>
                    <a:pt x="7" y="28"/>
                    <a:pt x="5" y="21"/>
                    <a:pt x="2" y="14"/>
                  </a:cubicBezTo>
                  <a:cubicBezTo>
                    <a:pt x="0" y="9"/>
                    <a:pt x="3" y="3"/>
                    <a:pt x="8" y="1"/>
                  </a:cubicBezTo>
                  <a:cubicBezTo>
                    <a:pt x="13" y="0"/>
                    <a:pt x="18" y="2"/>
                    <a:pt x="20" y="8"/>
                  </a:cubicBezTo>
                  <a:lnTo>
                    <a:pt x="20" y="7"/>
                  </a:lnTo>
                  <a:lnTo>
                    <a:pt x="20" y="8"/>
                  </a:lnTo>
                  <a:cubicBezTo>
                    <a:pt x="21" y="11"/>
                    <a:pt x="22" y="14"/>
                    <a:pt x="23" y="17"/>
                  </a:cubicBezTo>
                  <a:cubicBezTo>
                    <a:pt x="24" y="22"/>
                    <a:pt x="25" y="26"/>
                    <a:pt x="27" y="30"/>
                  </a:cubicBezTo>
                  <a:cubicBezTo>
                    <a:pt x="28" y="35"/>
                    <a:pt x="30" y="39"/>
                    <a:pt x="31" y="43"/>
                  </a:cubicBezTo>
                  <a:cubicBezTo>
                    <a:pt x="35" y="52"/>
                    <a:pt x="39" y="61"/>
                    <a:pt x="42" y="70"/>
                  </a:cubicBezTo>
                  <a:cubicBezTo>
                    <a:pt x="49" y="89"/>
                    <a:pt x="54" y="109"/>
                    <a:pt x="59" y="128"/>
                  </a:cubicBezTo>
                  <a:cubicBezTo>
                    <a:pt x="60" y="132"/>
                    <a:pt x="57" y="138"/>
                    <a:pt x="52" y="139"/>
                  </a:cubicBezTo>
                  <a:cubicBezTo>
                    <a:pt x="52" y="139"/>
                    <a:pt x="51" y="139"/>
                    <a:pt x="50" y="139"/>
                  </a:cubicBezTo>
                  <a:cubicBezTo>
                    <a:pt x="46" y="139"/>
                    <a:pt x="42" y="136"/>
                    <a:pt x="41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3" name="Google Shape;3893;p47"/>
            <p:cNvSpPr/>
            <p:nvPr/>
          </p:nvSpPr>
          <p:spPr>
            <a:xfrm>
              <a:off x="4499280" y="4555080"/>
              <a:ext cx="47520" cy="2808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2" y="72"/>
                  </a:moveTo>
                  <a:cubicBezTo>
                    <a:pt x="0" y="68"/>
                    <a:pt x="1" y="63"/>
                    <a:pt x="5" y="60"/>
                  </a:cubicBezTo>
                  <a:cubicBezTo>
                    <a:pt x="17" y="51"/>
                    <a:pt x="30" y="43"/>
                    <a:pt x="43" y="36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4"/>
                  </a:cubicBezTo>
                  <a:lnTo>
                    <a:pt x="45" y="35"/>
                  </a:lnTo>
                  <a:cubicBezTo>
                    <a:pt x="47" y="33"/>
                    <a:pt x="49" y="32"/>
                    <a:pt x="50" y="32"/>
                  </a:cubicBezTo>
                  <a:cubicBezTo>
                    <a:pt x="51" y="31"/>
                    <a:pt x="53" y="30"/>
                    <a:pt x="54" y="29"/>
                  </a:cubicBezTo>
                  <a:cubicBezTo>
                    <a:pt x="60" y="26"/>
                    <a:pt x="64" y="23"/>
                    <a:pt x="69" y="20"/>
                  </a:cubicBezTo>
                  <a:cubicBezTo>
                    <a:pt x="69" y="20"/>
                    <a:pt x="69" y="21"/>
                    <a:pt x="68" y="21"/>
                  </a:cubicBezTo>
                  <a:cubicBezTo>
                    <a:pt x="76" y="16"/>
                    <a:pt x="83" y="12"/>
                    <a:pt x="91" y="8"/>
                  </a:cubicBezTo>
                  <a:cubicBezTo>
                    <a:pt x="98" y="4"/>
                    <a:pt x="106" y="1"/>
                    <a:pt x="114" y="0"/>
                  </a:cubicBezTo>
                  <a:cubicBezTo>
                    <a:pt x="118" y="0"/>
                    <a:pt x="122" y="0"/>
                    <a:pt x="125" y="3"/>
                  </a:cubicBezTo>
                  <a:cubicBezTo>
                    <a:pt x="127" y="4"/>
                    <a:pt x="128" y="7"/>
                    <a:pt x="130" y="9"/>
                  </a:cubicBezTo>
                  <a:cubicBezTo>
                    <a:pt x="131" y="14"/>
                    <a:pt x="128" y="19"/>
                    <a:pt x="124" y="21"/>
                  </a:cubicBezTo>
                  <a:cubicBezTo>
                    <a:pt x="120" y="22"/>
                    <a:pt x="117" y="21"/>
                    <a:pt x="114" y="19"/>
                  </a:cubicBezTo>
                  <a:cubicBezTo>
                    <a:pt x="112" y="19"/>
                    <a:pt x="110" y="20"/>
                    <a:pt x="109" y="21"/>
                  </a:cubicBezTo>
                  <a:cubicBezTo>
                    <a:pt x="107" y="21"/>
                    <a:pt x="105" y="22"/>
                    <a:pt x="103" y="22"/>
                  </a:cubicBezTo>
                  <a:cubicBezTo>
                    <a:pt x="96" y="25"/>
                    <a:pt x="90" y="29"/>
                    <a:pt x="83" y="33"/>
                  </a:cubicBezTo>
                  <a:cubicBezTo>
                    <a:pt x="76" y="36"/>
                    <a:pt x="70" y="40"/>
                    <a:pt x="64" y="43"/>
                  </a:cubicBezTo>
                  <a:cubicBezTo>
                    <a:pt x="60" y="46"/>
                    <a:pt x="56" y="48"/>
                    <a:pt x="52" y="51"/>
                  </a:cubicBezTo>
                  <a:cubicBezTo>
                    <a:pt x="40" y="58"/>
                    <a:pt x="27" y="66"/>
                    <a:pt x="15" y="75"/>
                  </a:cubicBezTo>
                  <a:cubicBezTo>
                    <a:pt x="14" y="76"/>
                    <a:pt x="12" y="77"/>
                    <a:pt x="11" y="77"/>
                  </a:cubicBezTo>
                  <a:cubicBezTo>
                    <a:pt x="8" y="77"/>
                    <a:pt x="4" y="75"/>
                    <a:pt x="2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4" name="Google Shape;3894;p47"/>
            <p:cNvSpPr/>
            <p:nvPr/>
          </p:nvSpPr>
          <p:spPr>
            <a:xfrm>
              <a:off x="4565520" y="4536000"/>
              <a:ext cx="30240" cy="29160"/>
            </a:xfrm>
            <a:custGeom>
              <a:avLst/>
              <a:gdLst/>
              <a:ahLst/>
              <a:cxnLst/>
              <a:rect l="l" t="t" r="r" b="b"/>
              <a:pathLst>
                <a:path w="84" h="81" extrusionOk="0">
                  <a:moveTo>
                    <a:pt x="23" y="78"/>
                  </a:moveTo>
                  <a:cubicBezTo>
                    <a:pt x="18" y="77"/>
                    <a:pt x="13" y="73"/>
                    <a:pt x="10" y="68"/>
                  </a:cubicBezTo>
                  <a:cubicBezTo>
                    <a:pt x="7" y="64"/>
                    <a:pt x="7" y="57"/>
                    <a:pt x="9" y="52"/>
                  </a:cubicBezTo>
                  <a:cubicBezTo>
                    <a:pt x="10" y="45"/>
                    <a:pt x="14" y="39"/>
                    <a:pt x="18" y="33"/>
                  </a:cubicBezTo>
                  <a:cubicBezTo>
                    <a:pt x="19" y="32"/>
                    <a:pt x="19" y="31"/>
                    <a:pt x="20" y="30"/>
                  </a:cubicBezTo>
                  <a:cubicBezTo>
                    <a:pt x="17" y="31"/>
                    <a:pt x="14" y="30"/>
                    <a:pt x="12" y="29"/>
                  </a:cubicBezTo>
                  <a:cubicBezTo>
                    <a:pt x="12" y="28"/>
                    <a:pt x="10" y="28"/>
                    <a:pt x="9" y="27"/>
                  </a:cubicBezTo>
                  <a:cubicBezTo>
                    <a:pt x="9" y="26"/>
                    <a:pt x="8" y="26"/>
                    <a:pt x="7" y="26"/>
                  </a:cubicBezTo>
                  <a:cubicBezTo>
                    <a:pt x="5" y="24"/>
                    <a:pt x="3" y="22"/>
                    <a:pt x="2" y="19"/>
                  </a:cubicBezTo>
                  <a:cubicBezTo>
                    <a:pt x="0" y="12"/>
                    <a:pt x="7" y="7"/>
                    <a:pt x="12" y="4"/>
                  </a:cubicBezTo>
                  <a:cubicBezTo>
                    <a:pt x="14" y="3"/>
                    <a:pt x="17" y="1"/>
                    <a:pt x="21" y="1"/>
                  </a:cubicBezTo>
                  <a:cubicBezTo>
                    <a:pt x="24" y="0"/>
                    <a:pt x="27" y="0"/>
                    <a:pt x="30" y="0"/>
                  </a:cubicBezTo>
                  <a:cubicBezTo>
                    <a:pt x="37" y="1"/>
                    <a:pt x="42" y="5"/>
                    <a:pt x="43" y="12"/>
                  </a:cubicBezTo>
                  <a:cubicBezTo>
                    <a:pt x="45" y="19"/>
                    <a:pt x="42" y="27"/>
                    <a:pt x="38" y="33"/>
                  </a:cubicBezTo>
                  <a:cubicBezTo>
                    <a:pt x="35" y="40"/>
                    <a:pt x="32" y="46"/>
                    <a:pt x="28" y="52"/>
                  </a:cubicBezTo>
                  <a:cubicBezTo>
                    <a:pt x="28" y="53"/>
                    <a:pt x="27" y="54"/>
                    <a:pt x="27" y="56"/>
                  </a:cubicBezTo>
                  <a:lnTo>
                    <a:pt x="27" y="57"/>
                  </a:lnTo>
                  <a:cubicBezTo>
                    <a:pt x="26" y="57"/>
                    <a:pt x="26" y="57"/>
                    <a:pt x="26" y="58"/>
                  </a:cubicBezTo>
                  <a:lnTo>
                    <a:pt x="27" y="59"/>
                  </a:lnTo>
                  <a:lnTo>
                    <a:pt x="27" y="60"/>
                  </a:lnTo>
                  <a:lnTo>
                    <a:pt x="28" y="60"/>
                  </a:lnTo>
                  <a:cubicBezTo>
                    <a:pt x="27" y="60"/>
                    <a:pt x="27" y="60"/>
                    <a:pt x="27" y="60"/>
                  </a:cubicBezTo>
                  <a:lnTo>
                    <a:pt x="28" y="60"/>
                  </a:lnTo>
                  <a:cubicBezTo>
                    <a:pt x="28" y="60"/>
                    <a:pt x="29" y="61"/>
                    <a:pt x="30" y="61"/>
                  </a:cubicBezTo>
                  <a:cubicBezTo>
                    <a:pt x="30" y="61"/>
                    <a:pt x="29" y="61"/>
                    <a:pt x="29" y="60"/>
                  </a:cubicBezTo>
                  <a:cubicBezTo>
                    <a:pt x="30" y="61"/>
                    <a:pt x="31" y="61"/>
                    <a:pt x="32" y="61"/>
                  </a:cubicBezTo>
                  <a:cubicBezTo>
                    <a:pt x="33" y="61"/>
                    <a:pt x="35" y="62"/>
                    <a:pt x="36" y="62"/>
                  </a:cubicBezTo>
                  <a:cubicBezTo>
                    <a:pt x="41" y="63"/>
                    <a:pt x="46" y="63"/>
                    <a:pt x="51" y="63"/>
                  </a:cubicBezTo>
                  <a:lnTo>
                    <a:pt x="52" y="63"/>
                  </a:lnTo>
                  <a:cubicBezTo>
                    <a:pt x="59" y="62"/>
                    <a:pt x="66" y="61"/>
                    <a:pt x="73" y="61"/>
                  </a:cubicBezTo>
                  <a:cubicBezTo>
                    <a:pt x="78" y="60"/>
                    <a:pt x="82" y="64"/>
                    <a:pt x="83" y="69"/>
                  </a:cubicBezTo>
                  <a:cubicBezTo>
                    <a:pt x="83" y="74"/>
                    <a:pt x="79" y="78"/>
                    <a:pt x="74" y="78"/>
                  </a:cubicBezTo>
                  <a:cubicBezTo>
                    <a:pt x="68" y="79"/>
                    <a:pt x="62" y="79"/>
                    <a:pt x="56" y="80"/>
                  </a:cubicBezTo>
                  <a:cubicBezTo>
                    <a:pt x="51" y="80"/>
                    <a:pt x="47" y="80"/>
                    <a:pt x="43" y="80"/>
                  </a:cubicBezTo>
                  <a:cubicBezTo>
                    <a:pt x="36" y="80"/>
                    <a:pt x="30" y="80"/>
                    <a:pt x="23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5" name="Google Shape;3895;p47"/>
            <p:cNvSpPr/>
            <p:nvPr/>
          </p:nvSpPr>
          <p:spPr>
            <a:xfrm>
              <a:off x="3860280" y="4816440"/>
              <a:ext cx="7920" cy="51480"/>
            </a:xfrm>
            <a:custGeom>
              <a:avLst/>
              <a:gdLst/>
              <a:ahLst/>
              <a:cxnLst/>
              <a:rect l="l" t="t" r="r" b="b"/>
              <a:pathLst>
                <a:path w="22" h="143" extrusionOk="0">
                  <a:moveTo>
                    <a:pt x="9" y="142"/>
                  </a:moveTo>
                  <a:cubicBezTo>
                    <a:pt x="4" y="140"/>
                    <a:pt x="1" y="135"/>
                    <a:pt x="2" y="130"/>
                  </a:cubicBezTo>
                  <a:cubicBezTo>
                    <a:pt x="2" y="120"/>
                    <a:pt x="2" y="111"/>
                    <a:pt x="1" y="102"/>
                  </a:cubicBezTo>
                  <a:cubicBezTo>
                    <a:pt x="0" y="92"/>
                    <a:pt x="0" y="82"/>
                    <a:pt x="0" y="72"/>
                  </a:cubicBezTo>
                  <a:cubicBezTo>
                    <a:pt x="0" y="62"/>
                    <a:pt x="1" y="51"/>
                    <a:pt x="1" y="41"/>
                  </a:cubicBezTo>
                  <a:cubicBezTo>
                    <a:pt x="2" y="30"/>
                    <a:pt x="2" y="19"/>
                    <a:pt x="3" y="9"/>
                  </a:cubicBezTo>
                  <a:cubicBezTo>
                    <a:pt x="3" y="4"/>
                    <a:pt x="7" y="0"/>
                    <a:pt x="12" y="0"/>
                  </a:cubicBezTo>
                  <a:cubicBezTo>
                    <a:pt x="17" y="1"/>
                    <a:pt x="21" y="5"/>
                    <a:pt x="20" y="10"/>
                  </a:cubicBezTo>
                  <a:cubicBezTo>
                    <a:pt x="20" y="23"/>
                    <a:pt x="18" y="37"/>
                    <a:pt x="18" y="51"/>
                  </a:cubicBezTo>
                  <a:cubicBezTo>
                    <a:pt x="18" y="65"/>
                    <a:pt x="18" y="78"/>
                    <a:pt x="18" y="92"/>
                  </a:cubicBezTo>
                  <a:cubicBezTo>
                    <a:pt x="19" y="100"/>
                    <a:pt x="20" y="108"/>
                    <a:pt x="20" y="117"/>
                  </a:cubicBezTo>
                  <a:cubicBezTo>
                    <a:pt x="20" y="121"/>
                    <a:pt x="21" y="125"/>
                    <a:pt x="21" y="130"/>
                  </a:cubicBezTo>
                  <a:cubicBezTo>
                    <a:pt x="21" y="133"/>
                    <a:pt x="21" y="137"/>
                    <a:pt x="18" y="139"/>
                  </a:cubicBezTo>
                  <a:cubicBezTo>
                    <a:pt x="16" y="141"/>
                    <a:pt x="14" y="142"/>
                    <a:pt x="11" y="142"/>
                  </a:cubicBezTo>
                  <a:cubicBezTo>
                    <a:pt x="11" y="142"/>
                    <a:pt x="10" y="142"/>
                    <a:pt x="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6" name="Google Shape;3896;p47"/>
            <p:cNvSpPr/>
            <p:nvPr/>
          </p:nvSpPr>
          <p:spPr>
            <a:xfrm>
              <a:off x="3861360" y="4733280"/>
              <a:ext cx="9000" cy="60480"/>
            </a:xfrm>
            <a:custGeom>
              <a:avLst/>
              <a:gdLst/>
              <a:ahLst/>
              <a:cxnLst/>
              <a:rect l="l" t="t" r="r" b="b"/>
              <a:pathLst>
                <a:path w="25" h="168" extrusionOk="0">
                  <a:moveTo>
                    <a:pt x="4" y="161"/>
                  </a:moveTo>
                  <a:cubicBezTo>
                    <a:pt x="3" y="158"/>
                    <a:pt x="3" y="156"/>
                    <a:pt x="3" y="153"/>
                  </a:cubicBezTo>
                  <a:cubicBezTo>
                    <a:pt x="3" y="150"/>
                    <a:pt x="3" y="146"/>
                    <a:pt x="2" y="143"/>
                  </a:cubicBezTo>
                  <a:cubicBezTo>
                    <a:pt x="2" y="135"/>
                    <a:pt x="2" y="128"/>
                    <a:pt x="1" y="120"/>
                  </a:cubicBezTo>
                  <a:lnTo>
                    <a:pt x="1" y="121"/>
                  </a:lnTo>
                  <a:cubicBezTo>
                    <a:pt x="1" y="120"/>
                    <a:pt x="1" y="119"/>
                    <a:pt x="1" y="119"/>
                  </a:cubicBezTo>
                  <a:cubicBezTo>
                    <a:pt x="1" y="115"/>
                    <a:pt x="1" y="112"/>
                    <a:pt x="1" y="109"/>
                  </a:cubicBezTo>
                  <a:cubicBezTo>
                    <a:pt x="1" y="108"/>
                    <a:pt x="1" y="106"/>
                    <a:pt x="1" y="105"/>
                  </a:cubicBezTo>
                  <a:lnTo>
                    <a:pt x="1" y="104"/>
                  </a:lnTo>
                  <a:cubicBezTo>
                    <a:pt x="0" y="88"/>
                    <a:pt x="0" y="73"/>
                    <a:pt x="1" y="58"/>
                  </a:cubicBezTo>
                  <a:cubicBezTo>
                    <a:pt x="1" y="41"/>
                    <a:pt x="0" y="24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0"/>
                    <a:pt x="17" y="4"/>
                    <a:pt x="17" y="9"/>
                  </a:cubicBezTo>
                  <a:cubicBezTo>
                    <a:pt x="17" y="23"/>
                    <a:pt x="18" y="37"/>
                    <a:pt x="18" y="51"/>
                  </a:cubicBezTo>
                  <a:cubicBezTo>
                    <a:pt x="18" y="62"/>
                    <a:pt x="18" y="74"/>
                    <a:pt x="18" y="86"/>
                  </a:cubicBezTo>
                  <a:lnTo>
                    <a:pt x="18" y="87"/>
                  </a:lnTo>
                  <a:lnTo>
                    <a:pt x="18" y="88"/>
                  </a:lnTo>
                  <a:lnTo>
                    <a:pt x="18" y="89"/>
                  </a:lnTo>
                  <a:cubicBezTo>
                    <a:pt x="18" y="90"/>
                    <a:pt x="18" y="91"/>
                    <a:pt x="18" y="92"/>
                  </a:cubicBezTo>
                  <a:cubicBezTo>
                    <a:pt x="18" y="93"/>
                    <a:pt x="18" y="93"/>
                    <a:pt x="18" y="94"/>
                  </a:cubicBezTo>
                  <a:lnTo>
                    <a:pt x="18" y="93"/>
                  </a:lnTo>
                  <a:cubicBezTo>
                    <a:pt x="18" y="94"/>
                    <a:pt x="18" y="94"/>
                    <a:pt x="18" y="94"/>
                  </a:cubicBezTo>
                  <a:cubicBezTo>
                    <a:pt x="18" y="95"/>
                    <a:pt x="18" y="95"/>
                    <a:pt x="18" y="96"/>
                  </a:cubicBezTo>
                  <a:lnTo>
                    <a:pt x="18" y="95"/>
                  </a:lnTo>
                  <a:cubicBezTo>
                    <a:pt x="18" y="96"/>
                    <a:pt x="18" y="97"/>
                    <a:pt x="18" y="97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9"/>
                    <a:pt x="18" y="100"/>
                    <a:pt x="18" y="101"/>
                  </a:cubicBezTo>
                  <a:lnTo>
                    <a:pt x="18" y="102"/>
                  </a:lnTo>
                  <a:lnTo>
                    <a:pt x="18" y="101"/>
                  </a:lnTo>
                  <a:cubicBezTo>
                    <a:pt x="18" y="102"/>
                    <a:pt x="18" y="102"/>
                    <a:pt x="18" y="102"/>
                  </a:cubicBezTo>
                  <a:cubicBezTo>
                    <a:pt x="18" y="103"/>
                    <a:pt x="18" y="103"/>
                    <a:pt x="18" y="103"/>
                  </a:cubicBezTo>
                  <a:lnTo>
                    <a:pt x="18" y="104"/>
                  </a:lnTo>
                  <a:lnTo>
                    <a:pt x="18" y="105"/>
                  </a:lnTo>
                  <a:cubicBezTo>
                    <a:pt x="18" y="104"/>
                    <a:pt x="18" y="104"/>
                    <a:pt x="18" y="104"/>
                  </a:cubicBezTo>
                  <a:cubicBezTo>
                    <a:pt x="20" y="120"/>
                    <a:pt x="20" y="136"/>
                    <a:pt x="22" y="152"/>
                  </a:cubicBezTo>
                  <a:cubicBezTo>
                    <a:pt x="22" y="153"/>
                    <a:pt x="22" y="154"/>
                    <a:pt x="22" y="154"/>
                  </a:cubicBezTo>
                  <a:cubicBezTo>
                    <a:pt x="24" y="160"/>
                    <a:pt x="20" y="165"/>
                    <a:pt x="15" y="167"/>
                  </a:cubicBezTo>
                  <a:cubicBezTo>
                    <a:pt x="15" y="167"/>
                    <a:pt x="14" y="167"/>
                    <a:pt x="13" y="167"/>
                  </a:cubicBezTo>
                  <a:cubicBezTo>
                    <a:pt x="10" y="167"/>
                    <a:pt x="6" y="164"/>
                    <a:pt x="4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7" name="Google Shape;3897;p47"/>
            <p:cNvSpPr/>
            <p:nvPr/>
          </p:nvSpPr>
          <p:spPr>
            <a:xfrm>
              <a:off x="3859560" y="4652280"/>
              <a:ext cx="11520" cy="48240"/>
            </a:xfrm>
            <a:custGeom>
              <a:avLst/>
              <a:gdLst/>
              <a:ahLst/>
              <a:cxnLst/>
              <a:rect l="l" t="t" r="r" b="b"/>
              <a:pathLst>
                <a:path w="32" h="134" extrusionOk="0">
                  <a:moveTo>
                    <a:pt x="7" y="133"/>
                  </a:moveTo>
                  <a:cubicBezTo>
                    <a:pt x="3" y="132"/>
                    <a:pt x="0" y="126"/>
                    <a:pt x="1" y="122"/>
                  </a:cubicBezTo>
                  <a:cubicBezTo>
                    <a:pt x="1" y="118"/>
                    <a:pt x="2" y="114"/>
                    <a:pt x="2" y="109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3" y="107"/>
                    <a:pt x="3" y="104"/>
                    <a:pt x="3" y="101"/>
                  </a:cubicBezTo>
                  <a:lnTo>
                    <a:pt x="3" y="102"/>
                  </a:lnTo>
                  <a:cubicBezTo>
                    <a:pt x="3" y="98"/>
                    <a:pt x="4" y="95"/>
                    <a:pt x="4" y="91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89"/>
                    <a:pt x="4" y="87"/>
                    <a:pt x="5" y="84"/>
                  </a:cubicBezTo>
                  <a:lnTo>
                    <a:pt x="5" y="85"/>
                  </a:lnTo>
                  <a:cubicBezTo>
                    <a:pt x="6" y="75"/>
                    <a:pt x="7" y="64"/>
                    <a:pt x="8" y="54"/>
                  </a:cubicBezTo>
                  <a:lnTo>
                    <a:pt x="8" y="55"/>
                  </a:lnTo>
                  <a:cubicBezTo>
                    <a:pt x="8" y="54"/>
                    <a:pt x="8" y="53"/>
                    <a:pt x="8" y="52"/>
                  </a:cubicBezTo>
                  <a:lnTo>
                    <a:pt x="8" y="53"/>
                  </a:lnTo>
                  <a:cubicBezTo>
                    <a:pt x="8" y="52"/>
                    <a:pt x="8" y="52"/>
                    <a:pt x="8" y="52"/>
                  </a:cubicBezTo>
                  <a:cubicBezTo>
                    <a:pt x="8" y="51"/>
                    <a:pt x="8" y="50"/>
                    <a:pt x="8" y="49"/>
                  </a:cubicBezTo>
                  <a:lnTo>
                    <a:pt x="8" y="50"/>
                  </a:lnTo>
                  <a:cubicBezTo>
                    <a:pt x="8" y="48"/>
                    <a:pt x="9" y="47"/>
                    <a:pt x="9" y="45"/>
                  </a:cubicBezTo>
                  <a:lnTo>
                    <a:pt x="9" y="46"/>
                  </a:lnTo>
                  <a:cubicBezTo>
                    <a:pt x="9" y="45"/>
                    <a:pt x="9" y="45"/>
                    <a:pt x="9" y="45"/>
                  </a:cubicBezTo>
                  <a:lnTo>
                    <a:pt x="9" y="44"/>
                  </a:lnTo>
                  <a:lnTo>
                    <a:pt x="9" y="43"/>
                  </a:lnTo>
                  <a:lnTo>
                    <a:pt x="9" y="42"/>
                  </a:lnTo>
                  <a:cubicBezTo>
                    <a:pt x="10" y="31"/>
                    <a:pt x="11" y="20"/>
                    <a:pt x="12" y="8"/>
                  </a:cubicBezTo>
                  <a:cubicBezTo>
                    <a:pt x="13" y="3"/>
                    <a:pt x="17" y="0"/>
                    <a:pt x="22" y="0"/>
                  </a:cubicBezTo>
                  <a:cubicBezTo>
                    <a:pt x="26" y="0"/>
                    <a:pt x="31" y="5"/>
                    <a:pt x="30" y="9"/>
                  </a:cubicBezTo>
                  <a:cubicBezTo>
                    <a:pt x="29" y="24"/>
                    <a:pt x="27" y="38"/>
                    <a:pt x="26" y="52"/>
                  </a:cubicBezTo>
                  <a:cubicBezTo>
                    <a:pt x="26" y="53"/>
                    <a:pt x="26" y="54"/>
                    <a:pt x="26" y="54"/>
                  </a:cubicBezTo>
                  <a:lnTo>
                    <a:pt x="26" y="55"/>
                  </a:lnTo>
                  <a:cubicBezTo>
                    <a:pt x="25" y="59"/>
                    <a:pt x="25" y="65"/>
                    <a:pt x="24" y="69"/>
                  </a:cubicBezTo>
                  <a:cubicBezTo>
                    <a:pt x="23" y="79"/>
                    <a:pt x="22" y="90"/>
                    <a:pt x="22" y="100"/>
                  </a:cubicBezTo>
                  <a:cubicBezTo>
                    <a:pt x="21" y="104"/>
                    <a:pt x="21" y="108"/>
                    <a:pt x="21" y="113"/>
                  </a:cubicBezTo>
                  <a:cubicBezTo>
                    <a:pt x="20" y="117"/>
                    <a:pt x="20" y="121"/>
                    <a:pt x="19" y="125"/>
                  </a:cubicBezTo>
                  <a:cubicBezTo>
                    <a:pt x="19" y="130"/>
                    <a:pt x="14" y="133"/>
                    <a:pt x="10" y="133"/>
                  </a:cubicBezTo>
                  <a:cubicBezTo>
                    <a:pt x="9" y="133"/>
                    <a:pt x="8" y="133"/>
                    <a:pt x="7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8" name="Google Shape;3898;p47"/>
            <p:cNvSpPr/>
            <p:nvPr/>
          </p:nvSpPr>
          <p:spPr>
            <a:xfrm>
              <a:off x="3859200" y="4560480"/>
              <a:ext cx="9360" cy="56160"/>
            </a:xfrm>
            <a:custGeom>
              <a:avLst/>
              <a:gdLst/>
              <a:ahLst/>
              <a:cxnLst/>
              <a:rect l="l" t="t" r="r" b="b"/>
              <a:pathLst>
                <a:path w="26" h="156" extrusionOk="0">
                  <a:moveTo>
                    <a:pt x="2" y="147"/>
                  </a:moveTo>
                  <a:cubicBezTo>
                    <a:pt x="2" y="145"/>
                    <a:pt x="1" y="142"/>
                    <a:pt x="1" y="140"/>
                  </a:cubicBezTo>
                  <a:cubicBezTo>
                    <a:pt x="1" y="137"/>
                    <a:pt x="1" y="134"/>
                    <a:pt x="1" y="131"/>
                  </a:cubicBezTo>
                  <a:cubicBezTo>
                    <a:pt x="1" y="128"/>
                    <a:pt x="1" y="125"/>
                    <a:pt x="1" y="122"/>
                  </a:cubicBezTo>
                  <a:cubicBezTo>
                    <a:pt x="0" y="113"/>
                    <a:pt x="1" y="104"/>
                    <a:pt x="1" y="94"/>
                  </a:cubicBezTo>
                  <a:cubicBezTo>
                    <a:pt x="2" y="74"/>
                    <a:pt x="4" y="54"/>
                    <a:pt x="6" y="34"/>
                  </a:cubicBezTo>
                  <a:cubicBezTo>
                    <a:pt x="7" y="26"/>
                    <a:pt x="7" y="17"/>
                    <a:pt x="8" y="9"/>
                  </a:cubicBezTo>
                  <a:cubicBezTo>
                    <a:pt x="8" y="4"/>
                    <a:pt x="12" y="0"/>
                    <a:pt x="16" y="0"/>
                  </a:cubicBezTo>
                  <a:cubicBezTo>
                    <a:pt x="21" y="0"/>
                    <a:pt x="25" y="5"/>
                    <a:pt x="25" y="10"/>
                  </a:cubicBezTo>
                  <a:cubicBezTo>
                    <a:pt x="23" y="29"/>
                    <a:pt x="22" y="48"/>
                    <a:pt x="20" y="67"/>
                  </a:cubicBezTo>
                  <a:cubicBezTo>
                    <a:pt x="20" y="76"/>
                    <a:pt x="19" y="85"/>
                    <a:pt x="19" y="94"/>
                  </a:cubicBezTo>
                  <a:cubicBezTo>
                    <a:pt x="19" y="103"/>
                    <a:pt x="19" y="112"/>
                    <a:pt x="19" y="120"/>
                  </a:cubicBezTo>
                  <a:cubicBezTo>
                    <a:pt x="19" y="126"/>
                    <a:pt x="19" y="131"/>
                    <a:pt x="19" y="137"/>
                  </a:cubicBezTo>
                  <a:cubicBezTo>
                    <a:pt x="23" y="140"/>
                    <a:pt x="24" y="146"/>
                    <a:pt x="20" y="150"/>
                  </a:cubicBezTo>
                  <a:lnTo>
                    <a:pt x="21" y="150"/>
                  </a:lnTo>
                  <a:cubicBezTo>
                    <a:pt x="19" y="152"/>
                    <a:pt x="17" y="154"/>
                    <a:pt x="13" y="155"/>
                  </a:cubicBezTo>
                  <a:lnTo>
                    <a:pt x="12" y="155"/>
                  </a:lnTo>
                  <a:cubicBezTo>
                    <a:pt x="8" y="155"/>
                    <a:pt x="4" y="151"/>
                    <a:pt x="2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9" name="Google Shape;3899;p47"/>
            <p:cNvSpPr/>
            <p:nvPr/>
          </p:nvSpPr>
          <p:spPr>
            <a:xfrm>
              <a:off x="3858120" y="4470480"/>
              <a:ext cx="9720" cy="63360"/>
            </a:xfrm>
            <a:custGeom>
              <a:avLst/>
              <a:gdLst/>
              <a:ahLst/>
              <a:cxnLst/>
              <a:rect l="l" t="t" r="r" b="b"/>
              <a:pathLst>
                <a:path w="27" h="176" extrusionOk="0">
                  <a:moveTo>
                    <a:pt x="10" y="173"/>
                  </a:moveTo>
                  <a:cubicBezTo>
                    <a:pt x="6" y="170"/>
                    <a:pt x="5" y="165"/>
                    <a:pt x="5" y="161"/>
                  </a:cubicBezTo>
                  <a:cubicBezTo>
                    <a:pt x="4" y="154"/>
                    <a:pt x="4" y="147"/>
                    <a:pt x="3" y="140"/>
                  </a:cubicBezTo>
                  <a:cubicBezTo>
                    <a:pt x="3" y="126"/>
                    <a:pt x="2" y="111"/>
                    <a:pt x="1" y="97"/>
                  </a:cubicBezTo>
                  <a:cubicBezTo>
                    <a:pt x="1" y="87"/>
                    <a:pt x="1" y="79"/>
                    <a:pt x="1" y="69"/>
                  </a:cubicBezTo>
                  <a:cubicBezTo>
                    <a:pt x="0" y="49"/>
                    <a:pt x="1" y="28"/>
                    <a:pt x="1" y="8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14" y="0"/>
                    <a:pt x="18" y="5"/>
                    <a:pt x="18" y="9"/>
                  </a:cubicBezTo>
                  <a:cubicBezTo>
                    <a:pt x="18" y="29"/>
                    <a:pt x="18" y="49"/>
                    <a:pt x="18" y="69"/>
                  </a:cubicBezTo>
                  <a:cubicBezTo>
                    <a:pt x="18" y="84"/>
                    <a:pt x="19" y="98"/>
                    <a:pt x="20" y="113"/>
                  </a:cubicBezTo>
                  <a:cubicBezTo>
                    <a:pt x="20" y="122"/>
                    <a:pt x="21" y="130"/>
                    <a:pt x="21" y="139"/>
                  </a:cubicBezTo>
                  <a:cubicBezTo>
                    <a:pt x="22" y="146"/>
                    <a:pt x="22" y="153"/>
                    <a:pt x="23" y="160"/>
                  </a:cubicBezTo>
                  <a:cubicBezTo>
                    <a:pt x="26" y="163"/>
                    <a:pt x="26" y="167"/>
                    <a:pt x="24" y="171"/>
                  </a:cubicBezTo>
                  <a:cubicBezTo>
                    <a:pt x="22" y="174"/>
                    <a:pt x="19" y="175"/>
                    <a:pt x="16" y="175"/>
                  </a:cubicBezTo>
                  <a:cubicBezTo>
                    <a:pt x="14" y="175"/>
                    <a:pt x="11" y="175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0" name="Google Shape;3900;p47"/>
            <p:cNvSpPr/>
            <p:nvPr/>
          </p:nvSpPr>
          <p:spPr>
            <a:xfrm>
              <a:off x="3858120" y="4362840"/>
              <a:ext cx="10080" cy="64800"/>
            </a:xfrm>
            <a:custGeom>
              <a:avLst/>
              <a:gdLst/>
              <a:ahLst/>
              <a:cxnLst/>
              <a:rect l="l" t="t" r="r" b="b"/>
              <a:pathLst>
                <a:path w="28" h="180" extrusionOk="0">
                  <a:moveTo>
                    <a:pt x="11" y="176"/>
                  </a:moveTo>
                  <a:cubicBezTo>
                    <a:pt x="7" y="173"/>
                    <a:pt x="6" y="167"/>
                    <a:pt x="5" y="162"/>
                  </a:cubicBezTo>
                  <a:cubicBezTo>
                    <a:pt x="5" y="157"/>
                    <a:pt x="4" y="153"/>
                    <a:pt x="4" y="149"/>
                  </a:cubicBezTo>
                  <a:cubicBezTo>
                    <a:pt x="2" y="139"/>
                    <a:pt x="2" y="129"/>
                    <a:pt x="1" y="119"/>
                  </a:cubicBezTo>
                  <a:cubicBezTo>
                    <a:pt x="0" y="100"/>
                    <a:pt x="0" y="81"/>
                    <a:pt x="1" y="62"/>
                  </a:cubicBezTo>
                  <a:cubicBezTo>
                    <a:pt x="1" y="44"/>
                    <a:pt x="2" y="26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1"/>
                    <a:pt x="19" y="4"/>
                    <a:pt x="19" y="9"/>
                  </a:cubicBezTo>
                  <a:cubicBezTo>
                    <a:pt x="19" y="23"/>
                    <a:pt x="19" y="38"/>
                    <a:pt x="18" y="52"/>
                  </a:cubicBezTo>
                  <a:cubicBezTo>
                    <a:pt x="17" y="65"/>
                    <a:pt x="17" y="78"/>
                    <a:pt x="18" y="90"/>
                  </a:cubicBezTo>
                  <a:cubicBezTo>
                    <a:pt x="19" y="112"/>
                    <a:pt x="20" y="133"/>
                    <a:pt x="23" y="154"/>
                  </a:cubicBezTo>
                  <a:lnTo>
                    <a:pt x="23" y="153"/>
                  </a:lnTo>
                  <a:cubicBezTo>
                    <a:pt x="23" y="157"/>
                    <a:pt x="24" y="160"/>
                    <a:pt x="25" y="164"/>
                  </a:cubicBezTo>
                  <a:cubicBezTo>
                    <a:pt x="27" y="167"/>
                    <a:pt x="27" y="171"/>
                    <a:pt x="25" y="174"/>
                  </a:cubicBezTo>
                  <a:cubicBezTo>
                    <a:pt x="23" y="177"/>
                    <a:pt x="20" y="179"/>
                    <a:pt x="17" y="179"/>
                  </a:cubicBezTo>
                  <a:cubicBezTo>
                    <a:pt x="15" y="179"/>
                    <a:pt x="13" y="178"/>
                    <a:pt x="11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1" name="Google Shape;3901;p47"/>
            <p:cNvSpPr/>
            <p:nvPr/>
          </p:nvSpPr>
          <p:spPr>
            <a:xfrm>
              <a:off x="3856320" y="4259520"/>
              <a:ext cx="7920" cy="62280"/>
            </a:xfrm>
            <a:custGeom>
              <a:avLst/>
              <a:gdLst/>
              <a:ahLst/>
              <a:cxnLst/>
              <a:rect l="l" t="t" r="r" b="b"/>
              <a:pathLst>
                <a:path w="22" h="173" extrusionOk="0">
                  <a:moveTo>
                    <a:pt x="4" y="169"/>
                  </a:moveTo>
                  <a:cubicBezTo>
                    <a:pt x="4" y="169"/>
                    <a:pt x="4" y="170"/>
                    <a:pt x="5" y="170"/>
                  </a:cubicBezTo>
                  <a:cubicBezTo>
                    <a:pt x="2" y="168"/>
                    <a:pt x="2" y="165"/>
                    <a:pt x="1" y="162"/>
                  </a:cubicBezTo>
                  <a:cubicBezTo>
                    <a:pt x="0" y="159"/>
                    <a:pt x="0" y="156"/>
                    <a:pt x="0" y="154"/>
                  </a:cubicBezTo>
                  <a:cubicBezTo>
                    <a:pt x="0" y="150"/>
                    <a:pt x="0" y="145"/>
                    <a:pt x="0" y="141"/>
                  </a:cubicBezTo>
                  <a:cubicBezTo>
                    <a:pt x="1" y="131"/>
                    <a:pt x="1" y="121"/>
                    <a:pt x="1" y="111"/>
                  </a:cubicBezTo>
                  <a:cubicBezTo>
                    <a:pt x="2" y="92"/>
                    <a:pt x="2" y="74"/>
                    <a:pt x="2" y="55"/>
                  </a:cubicBezTo>
                  <a:cubicBezTo>
                    <a:pt x="1" y="39"/>
                    <a:pt x="1" y="24"/>
                    <a:pt x="0" y="8"/>
                  </a:cubicBezTo>
                  <a:cubicBezTo>
                    <a:pt x="0" y="4"/>
                    <a:pt x="4" y="1"/>
                    <a:pt x="8" y="1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8" y="29"/>
                    <a:pt x="18" y="50"/>
                    <a:pt x="19" y="71"/>
                  </a:cubicBezTo>
                  <a:cubicBezTo>
                    <a:pt x="19" y="89"/>
                    <a:pt x="19" y="108"/>
                    <a:pt x="19" y="127"/>
                  </a:cubicBezTo>
                  <a:cubicBezTo>
                    <a:pt x="19" y="134"/>
                    <a:pt x="19" y="142"/>
                    <a:pt x="19" y="149"/>
                  </a:cubicBezTo>
                  <a:lnTo>
                    <a:pt x="19" y="148"/>
                  </a:lnTo>
                  <a:cubicBezTo>
                    <a:pt x="19" y="152"/>
                    <a:pt x="19" y="155"/>
                    <a:pt x="20" y="159"/>
                  </a:cubicBezTo>
                  <a:cubicBezTo>
                    <a:pt x="21" y="162"/>
                    <a:pt x="21" y="165"/>
                    <a:pt x="19" y="168"/>
                  </a:cubicBezTo>
                  <a:cubicBezTo>
                    <a:pt x="17" y="170"/>
                    <a:pt x="14" y="172"/>
                    <a:pt x="11" y="172"/>
                  </a:cubicBezTo>
                  <a:cubicBezTo>
                    <a:pt x="9" y="172"/>
                    <a:pt x="6" y="171"/>
                    <a:pt x="4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2" name="Google Shape;3902;p47"/>
            <p:cNvSpPr/>
            <p:nvPr/>
          </p:nvSpPr>
          <p:spPr>
            <a:xfrm>
              <a:off x="3855960" y="4198320"/>
              <a:ext cx="9720" cy="44640"/>
            </a:xfrm>
            <a:custGeom>
              <a:avLst/>
              <a:gdLst/>
              <a:ahLst/>
              <a:cxnLst/>
              <a:rect l="l" t="t" r="r" b="b"/>
              <a:pathLst>
                <a:path w="27" h="124" extrusionOk="0">
                  <a:moveTo>
                    <a:pt x="4" y="121"/>
                  </a:moveTo>
                  <a:cubicBezTo>
                    <a:pt x="1" y="119"/>
                    <a:pt x="0" y="116"/>
                    <a:pt x="0" y="111"/>
                  </a:cubicBezTo>
                  <a:lnTo>
                    <a:pt x="0" y="112"/>
                  </a:lnTo>
                  <a:cubicBezTo>
                    <a:pt x="0" y="111"/>
                    <a:pt x="0" y="111"/>
                    <a:pt x="0" y="111"/>
                  </a:cubicBezTo>
                  <a:lnTo>
                    <a:pt x="0" y="112"/>
                  </a:lnTo>
                  <a:lnTo>
                    <a:pt x="0" y="113"/>
                  </a:lnTo>
                  <a:cubicBezTo>
                    <a:pt x="0" y="110"/>
                    <a:pt x="0" y="107"/>
                    <a:pt x="0" y="104"/>
                  </a:cubicBezTo>
                  <a:cubicBezTo>
                    <a:pt x="0" y="101"/>
                    <a:pt x="1" y="98"/>
                    <a:pt x="1" y="94"/>
                  </a:cubicBezTo>
                  <a:cubicBezTo>
                    <a:pt x="1" y="88"/>
                    <a:pt x="3" y="81"/>
                    <a:pt x="3" y="75"/>
                  </a:cubicBezTo>
                  <a:cubicBezTo>
                    <a:pt x="3" y="72"/>
                    <a:pt x="4" y="69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57"/>
                    <a:pt x="5" y="49"/>
                    <a:pt x="6" y="40"/>
                  </a:cubicBezTo>
                  <a:cubicBezTo>
                    <a:pt x="7" y="30"/>
                    <a:pt x="8" y="19"/>
                    <a:pt x="8" y="9"/>
                  </a:cubicBezTo>
                  <a:cubicBezTo>
                    <a:pt x="9" y="4"/>
                    <a:pt x="12" y="0"/>
                    <a:pt x="18" y="1"/>
                  </a:cubicBezTo>
                  <a:cubicBezTo>
                    <a:pt x="22" y="1"/>
                    <a:pt x="26" y="5"/>
                    <a:pt x="26" y="10"/>
                  </a:cubicBezTo>
                  <a:cubicBezTo>
                    <a:pt x="24" y="35"/>
                    <a:pt x="22" y="61"/>
                    <a:pt x="20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9" y="94"/>
                    <a:pt x="19" y="101"/>
                    <a:pt x="18" y="109"/>
                  </a:cubicBezTo>
                  <a:cubicBezTo>
                    <a:pt x="18" y="110"/>
                    <a:pt x="19" y="111"/>
                    <a:pt x="19" y="112"/>
                  </a:cubicBezTo>
                  <a:cubicBezTo>
                    <a:pt x="19" y="114"/>
                    <a:pt x="19" y="117"/>
                    <a:pt x="17" y="118"/>
                  </a:cubicBezTo>
                  <a:cubicBezTo>
                    <a:pt x="15" y="121"/>
                    <a:pt x="12" y="123"/>
                    <a:pt x="10" y="123"/>
                  </a:cubicBezTo>
                  <a:cubicBezTo>
                    <a:pt x="8" y="123"/>
                    <a:pt x="6" y="123"/>
                    <a:pt x="4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3" name="Google Shape;3903;p47"/>
            <p:cNvSpPr/>
            <p:nvPr/>
          </p:nvSpPr>
          <p:spPr>
            <a:xfrm>
              <a:off x="3857040" y="4115160"/>
              <a:ext cx="9360" cy="62280"/>
            </a:xfrm>
            <a:custGeom>
              <a:avLst/>
              <a:gdLst/>
              <a:ahLst/>
              <a:cxnLst/>
              <a:rect l="l" t="t" r="r" b="b"/>
              <a:pathLst>
                <a:path w="26" h="173" extrusionOk="0">
                  <a:moveTo>
                    <a:pt x="8" y="169"/>
                  </a:moveTo>
                  <a:cubicBezTo>
                    <a:pt x="7" y="167"/>
                    <a:pt x="6" y="165"/>
                    <a:pt x="5" y="162"/>
                  </a:cubicBezTo>
                  <a:cubicBezTo>
                    <a:pt x="5" y="160"/>
                    <a:pt x="5" y="157"/>
                    <a:pt x="5" y="154"/>
                  </a:cubicBezTo>
                  <a:cubicBezTo>
                    <a:pt x="4" y="150"/>
                    <a:pt x="4" y="145"/>
                    <a:pt x="3" y="140"/>
                  </a:cubicBezTo>
                  <a:cubicBezTo>
                    <a:pt x="2" y="130"/>
                    <a:pt x="2" y="120"/>
                    <a:pt x="1" y="111"/>
                  </a:cubicBezTo>
                  <a:cubicBezTo>
                    <a:pt x="0" y="101"/>
                    <a:pt x="0" y="91"/>
                    <a:pt x="0" y="83"/>
                  </a:cubicBezTo>
                  <a:cubicBezTo>
                    <a:pt x="0" y="72"/>
                    <a:pt x="0" y="62"/>
                    <a:pt x="1" y="52"/>
                  </a:cubicBezTo>
                  <a:cubicBezTo>
                    <a:pt x="1" y="38"/>
                    <a:pt x="2" y="23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0"/>
                    <a:pt x="20" y="4"/>
                    <a:pt x="20" y="9"/>
                  </a:cubicBezTo>
                  <a:cubicBezTo>
                    <a:pt x="19" y="22"/>
                    <a:pt x="19" y="35"/>
                    <a:pt x="18" y="48"/>
                  </a:cubicBezTo>
                  <a:cubicBezTo>
                    <a:pt x="18" y="60"/>
                    <a:pt x="18" y="72"/>
                    <a:pt x="18" y="84"/>
                  </a:cubicBezTo>
                  <a:cubicBezTo>
                    <a:pt x="18" y="90"/>
                    <a:pt x="18" y="97"/>
                    <a:pt x="18" y="102"/>
                  </a:cubicBezTo>
                  <a:cubicBezTo>
                    <a:pt x="19" y="109"/>
                    <a:pt x="19" y="115"/>
                    <a:pt x="20" y="121"/>
                  </a:cubicBezTo>
                  <a:cubicBezTo>
                    <a:pt x="21" y="134"/>
                    <a:pt x="22" y="146"/>
                    <a:pt x="24" y="158"/>
                  </a:cubicBezTo>
                  <a:cubicBezTo>
                    <a:pt x="24" y="159"/>
                    <a:pt x="24" y="159"/>
                    <a:pt x="24" y="160"/>
                  </a:cubicBezTo>
                  <a:cubicBezTo>
                    <a:pt x="25" y="162"/>
                    <a:pt x="25" y="165"/>
                    <a:pt x="23" y="168"/>
                  </a:cubicBezTo>
                  <a:cubicBezTo>
                    <a:pt x="22" y="171"/>
                    <a:pt x="19" y="172"/>
                    <a:pt x="15" y="172"/>
                  </a:cubicBezTo>
                  <a:cubicBezTo>
                    <a:pt x="13" y="172"/>
                    <a:pt x="10" y="171"/>
                    <a:pt x="8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4" name="Google Shape;3904;p47"/>
            <p:cNvSpPr/>
            <p:nvPr/>
          </p:nvSpPr>
          <p:spPr>
            <a:xfrm>
              <a:off x="3846960" y="4072680"/>
              <a:ext cx="21600" cy="47160"/>
            </a:xfrm>
            <a:custGeom>
              <a:avLst/>
              <a:gdLst/>
              <a:ahLst/>
              <a:cxnLst/>
              <a:rect l="l" t="t" r="r" b="b"/>
              <a:pathLst>
                <a:path w="60" h="131" extrusionOk="0">
                  <a:moveTo>
                    <a:pt x="9" y="130"/>
                  </a:moveTo>
                  <a:cubicBezTo>
                    <a:pt x="3" y="129"/>
                    <a:pt x="0" y="123"/>
                    <a:pt x="1" y="117"/>
                  </a:cubicBezTo>
                  <a:cubicBezTo>
                    <a:pt x="4" y="109"/>
                    <a:pt x="8" y="99"/>
                    <a:pt x="11" y="91"/>
                  </a:cubicBezTo>
                  <a:cubicBezTo>
                    <a:pt x="14" y="81"/>
                    <a:pt x="18" y="72"/>
                    <a:pt x="21" y="63"/>
                  </a:cubicBezTo>
                  <a:cubicBezTo>
                    <a:pt x="24" y="53"/>
                    <a:pt x="28" y="44"/>
                    <a:pt x="31" y="35"/>
                  </a:cubicBezTo>
                  <a:cubicBezTo>
                    <a:pt x="34" y="26"/>
                    <a:pt x="36" y="17"/>
                    <a:pt x="39" y="8"/>
                  </a:cubicBezTo>
                  <a:cubicBezTo>
                    <a:pt x="41" y="3"/>
                    <a:pt x="45" y="0"/>
                    <a:pt x="50" y="1"/>
                  </a:cubicBezTo>
                  <a:cubicBezTo>
                    <a:pt x="54" y="2"/>
                    <a:pt x="59" y="7"/>
                    <a:pt x="57" y="12"/>
                  </a:cubicBezTo>
                  <a:cubicBezTo>
                    <a:pt x="56" y="19"/>
                    <a:pt x="54" y="27"/>
                    <a:pt x="54" y="35"/>
                  </a:cubicBezTo>
                  <a:cubicBezTo>
                    <a:pt x="53" y="42"/>
                    <a:pt x="53" y="48"/>
                    <a:pt x="52" y="54"/>
                  </a:cubicBezTo>
                  <a:cubicBezTo>
                    <a:pt x="52" y="61"/>
                    <a:pt x="52" y="68"/>
                    <a:pt x="52" y="75"/>
                  </a:cubicBezTo>
                  <a:cubicBezTo>
                    <a:pt x="53" y="83"/>
                    <a:pt x="53" y="91"/>
                    <a:pt x="54" y="99"/>
                  </a:cubicBezTo>
                  <a:cubicBezTo>
                    <a:pt x="54" y="99"/>
                    <a:pt x="54" y="100"/>
                    <a:pt x="55" y="101"/>
                  </a:cubicBezTo>
                  <a:cubicBezTo>
                    <a:pt x="55" y="103"/>
                    <a:pt x="55" y="106"/>
                    <a:pt x="53" y="108"/>
                  </a:cubicBezTo>
                  <a:cubicBezTo>
                    <a:pt x="52" y="110"/>
                    <a:pt x="50" y="111"/>
                    <a:pt x="47" y="112"/>
                  </a:cubicBezTo>
                  <a:cubicBezTo>
                    <a:pt x="42" y="113"/>
                    <a:pt x="37" y="109"/>
                    <a:pt x="36" y="104"/>
                  </a:cubicBezTo>
                  <a:cubicBezTo>
                    <a:pt x="35" y="96"/>
                    <a:pt x="35" y="87"/>
                    <a:pt x="34" y="79"/>
                  </a:cubicBezTo>
                  <a:cubicBezTo>
                    <a:pt x="32" y="84"/>
                    <a:pt x="31" y="89"/>
                    <a:pt x="29" y="95"/>
                  </a:cubicBezTo>
                  <a:cubicBezTo>
                    <a:pt x="26" y="103"/>
                    <a:pt x="22" y="112"/>
                    <a:pt x="20" y="121"/>
                  </a:cubicBezTo>
                  <a:lnTo>
                    <a:pt x="20" y="122"/>
                  </a:lnTo>
                  <a:cubicBezTo>
                    <a:pt x="19" y="127"/>
                    <a:pt x="15" y="130"/>
                    <a:pt x="10" y="130"/>
                  </a:cubicBezTo>
                  <a:lnTo>
                    <a:pt x="9" y="1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5" name="Google Shape;3905;p47"/>
            <p:cNvSpPr/>
            <p:nvPr/>
          </p:nvSpPr>
          <p:spPr>
            <a:xfrm>
              <a:off x="3885840" y="4080600"/>
              <a:ext cx="28080" cy="96480"/>
            </a:xfrm>
            <a:custGeom>
              <a:avLst/>
              <a:gdLst/>
              <a:ahLst/>
              <a:cxnLst/>
              <a:rect l="l" t="t" r="r" b="b"/>
              <a:pathLst>
                <a:path w="78" h="268" extrusionOk="0">
                  <a:moveTo>
                    <a:pt x="52" y="99"/>
                  </a:moveTo>
                  <a:cubicBezTo>
                    <a:pt x="51" y="103"/>
                    <a:pt x="49" y="106"/>
                    <a:pt x="47" y="110"/>
                  </a:cubicBezTo>
                  <a:cubicBezTo>
                    <a:pt x="47" y="112"/>
                    <a:pt x="45" y="113"/>
                    <a:pt x="45" y="115"/>
                  </a:cubicBezTo>
                  <a:cubicBezTo>
                    <a:pt x="47" y="113"/>
                    <a:pt x="49" y="113"/>
                    <a:pt x="52" y="113"/>
                  </a:cubicBezTo>
                  <a:cubicBezTo>
                    <a:pt x="52" y="108"/>
                    <a:pt x="52" y="103"/>
                    <a:pt x="53" y="98"/>
                  </a:cubicBezTo>
                  <a:cubicBezTo>
                    <a:pt x="52" y="98"/>
                    <a:pt x="52" y="99"/>
                    <a:pt x="52" y="99"/>
                  </a:cubicBezTo>
                  <a:moveTo>
                    <a:pt x="34" y="249"/>
                  </a:moveTo>
                  <a:cubicBezTo>
                    <a:pt x="34" y="248"/>
                    <a:pt x="34" y="248"/>
                    <a:pt x="34" y="248"/>
                  </a:cubicBezTo>
                  <a:lnTo>
                    <a:pt x="35" y="248"/>
                  </a:lnTo>
                  <a:lnTo>
                    <a:pt x="35" y="247"/>
                  </a:lnTo>
                  <a:cubicBezTo>
                    <a:pt x="35" y="246"/>
                    <a:pt x="35" y="246"/>
                    <a:pt x="36" y="246"/>
                  </a:cubicBezTo>
                  <a:cubicBezTo>
                    <a:pt x="37" y="242"/>
                    <a:pt x="38" y="239"/>
                    <a:pt x="39" y="235"/>
                  </a:cubicBezTo>
                  <a:lnTo>
                    <a:pt x="39" y="234"/>
                  </a:lnTo>
                  <a:cubicBezTo>
                    <a:pt x="39" y="235"/>
                    <a:pt x="39" y="235"/>
                    <a:pt x="39" y="235"/>
                  </a:cubicBezTo>
                  <a:cubicBezTo>
                    <a:pt x="39" y="234"/>
                    <a:pt x="39" y="234"/>
                    <a:pt x="39" y="233"/>
                  </a:cubicBezTo>
                  <a:cubicBezTo>
                    <a:pt x="41" y="225"/>
                    <a:pt x="42" y="216"/>
                    <a:pt x="44" y="207"/>
                  </a:cubicBezTo>
                  <a:cubicBezTo>
                    <a:pt x="45" y="199"/>
                    <a:pt x="47" y="190"/>
                    <a:pt x="47" y="182"/>
                  </a:cubicBezTo>
                  <a:cubicBezTo>
                    <a:pt x="48" y="173"/>
                    <a:pt x="49" y="163"/>
                    <a:pt x="50" y="154"/>
                  </a:cubicBezTo>
                  <a:cubicBezTo>
                    <a:pt x="50" y="148"/>
                    <a:pt x="51" y="142"/>
                    <a:pt x="51" y="136"/>
                  </a:cubicBezTo>
                  <a:cubicBezTo>
                    <a:pt x="45" y="144"/>
                    <a:pt x="40" y="153"/>
                    <a:pt x="35" y="162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31" y="168"/>
                    <a:pt x="28" y="175"/>
                    <a:pt x="26" y="182"/>
                  </a:cubicBezTo>
                  <a:cubicBezTo>
                    <a:pt x="24" y="187"/>
                    <a:pt x="22" y="192"/>
                    <a:pt x="21" y="197"/>
                  </a:cubicBezTo>
                  <a:lnTo>
                    <a:pt x="21" y="198"/>
                  </a:lnTo>
                  <a:cubicBezTo>
                    <a:pt x="21" y="197"/>
                    <a:pt x="21" y="197"/>
                    <a:pt x="21" y="197"/>
                  </a:cubicBezTo>
                  <a:cubicBezTo>
                    <a:pt x="20" y="201"/>
                    <a:pt x="19" y="205"/>
                    <a:pt x="19" y="208"/>
                  </a:cubicBezTo>
                  <a:cubicBezTo>
                    <a:pt x="19" y="212"/>
                    <a:pt x="19" y="215"/>
                    <a:pt x="19" y="219"/>
                  </a:cubicBezTo>
                  <a:cubicBezTo>
                    <a:pt x="19" y="222"/>
                    <a:pt x="19" y="224"/>
                    <a:pt x="19" y="227"/>
                  </a:cubicBezTo>
                  <a:cubicBezTo>
                    <a:pt x="20" y="229"/>
                    <a:pt x="20" y="231"/>
                    <a:pt x="20" y="233"/>
                  </a:cubicBezTo>
                  <a:cubicBezTo>
                    <a:pt x="21" y="235"/>
                    <a:pt x="21" y="236"/>
                    <a:pt x="22" y="237"/>
                  </a:cubicBezTo>
                  <a:cubicBezTo>
                    <a:pt x="23" y="239"/>
                    <a:pt x="23" y="239"/>
                    <a:pt x="24" y="240"/>
                  </a:cubicBezTo>
                  <a:cubicBezTo>
                    <a:pt x="25" y="242"/>
                    <a:pt x="27" y="243"/>
                    <a:pt x="28" y="245"/>
                  </a:cubicBezTo>
                  <a:cubicBezTo>
                    <a:pt x="28" y="246"/>
                    <a:pt x="29" y="246"/>
                    <a:pt x="30" y="246"/>
                  </a:cubicBezTo>
                  <a:cubicBezTo>
                    <a:pt x="30" y="247"/>
                    <a:pt x="31" y="247"/>
                    <a:pt x="32" y="248"/>
                  </a:cubicBezTo>
                  <a:lnTo>
                    <a:pt x="33" y="248"/>
                  </a:lnTo>
                  <a:lnTo>
                    <a:pt x="33" y="249"/>
                  </a:lnTo>
                  <a:lnTo>
                    <a:pt x="34" y="249"/>
                  </a:lnTo>
                  <a:moveTo>
                    <a:pt x="28" y="266"/>
                  </a:moveTo>
                  <a:cubicBezTo>
                    <a:pt x="21" y="264"/>
                    <a:pt x="17" y="260"/>
                    <a:pt x="13" y="256"/>
                  </a:cubicBezTo>
                  <a:cubicBezTo>
                    <a:pt x="11" y="253"/>
                    <a:pt x="9" y="251"/>
                    <a:pt x="8" y="249"/>
                  </a:cubicBezTo>
                  <a:cubicBezTo>
                    <a:pt x="6" y="247"/>
                    <a:pt x="5" y="244"/>
                    <a:pt x="5" y="242"/>
                  </a:cubicBezTo>
                  <a:cubicBezTo>
                    <a:pt x="2" y="235"/>
                    <a:pt x="1" y="228"/>
                    <a:pt x="1" y="222"/>
                  </a:cubicBezTo>
                  <a:cubicBezTo>
                    <a:pt x="0" y="197"/>
                    <a:pt x="9" y="172"/>
                    <a:pt x="21" y="151"/>
                  </a:cubicBezTo>
                  <a:cubicBezTo>
                    <a:pt x="26" y="141"/>
                    <a:pt x="32" y="133"/>
                    <a:pt x="38" y="124"/>
                  </a:cubicBezTo>
                  <a:cubicBezTo>
                    <a:pt x="37" y="124"/>
                    <a:pt x="37" y="125"/>
                    <a:pt x="36" y="126"/>
                  </a:cubicBezTo>
                  <a:cubicBezTo>
                    <a:pt x="33" y="129"/>
                    <a:pt x="27" y="131"/>
                    <a:pt x="22" y="130"/>
                  </a:cubicBezTo>
                  <a:cubicBezTo>
                    <a:pt x="20" y="129"/>
                    <a:pt x="18" y="128"/>
                    <a:pt x="16" y="126"/>
                  </a:cubicBezTo>
                  <a:cubicBezTo>
                    <a:pt x="14" y="124"/>
                    <a:pt x="13" y="122"/>
                    <a:pt x="13" y="119"/>
                  </a:cubicBezTo>
                  <a:cubicBezTo>
                    <a:pt x="12" y="114"/>
                    <a:pt x="11" y="109"/>
                    <a:pt x="10" y="103"/>
                  </a:cubicBezTo>
                  <a:cubicBezTo>
                    <a:pt x="9" y="95"/>
                    <a:pt x="9" y="85"/>
                    <a:pt x="9" y="77"/>
                  </a:cubicBezTo>
                  <a:cubicBezTo>
                    <a:pt x="9" y="66"/>
                    <a:pt x="9" y="55"/>
                    <a:pt x="9" y="45"/>
                  </a:cubicBezTo>
                  <a:cubicBezTo>
                    <a:pt x="9" y="40"/>
                    <a:pt x="9" y="35"/>
                    <a:pt x="9" y="31"/>
                  </a:cubicBezTo>
                  <a:cubicBezTo>
                    <a:pt x="10" y="22"/>
                    <a:pt x="10" y="14"/>
                    <a:pt x="13" y="6"/>
                  </a:cubicBezTo>
                  <a:cubicBezTo>
                    <a:pt x="15" y="1"/>
                    <a:pt x="21" y="0"/>
                    <a:pt x="26" y="1"/>
                  </a:cubicBezTo>
                  <a:cubicBezTo>
                    <a:pt x="30" y="4"/>
                    <a:pt x="33" y="10"/>
                    <a:pt x="30" y="14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20"/>
                    <a:pt x="28" y="21"/>
                    <a:pt x="28" y="24"/>
                  </a:cubicBezTo>
                  <a:cubicBezTo>
                    <a:pt x="28" y="23"/>
                    <a:pt x="28" y="23"/>
                    <a:pt x="28" y="22"/>
                  </a:cubicBezTo>
                  <a:cubicBezTo>
                    <a:pt x="27" y="29"/>
                    <a:pt x="27" y="36"/>
                    <a:pt x="27" y="43"/>
                  </a:cubicBezTo>
                  <a:cubicBezTo>
                    <a:pt x="27" y="51"/>
                    <a:pt x="27" y="59"/>
                    <a:pt x="27" y="66"/>
                  </a:cubicBezTo>
                  <a:cubicBezTo>
                    <a:pt x="27" y="79"/>
                    <a:pt x="27" y="92"/>
                    <a:pt x="29" y="105"/>
                  </a:cubicBezTo>
                  <a:cubicBezTo>
                    <a:pt x="29" y="105"/>
                    <a:pt x="29" y="104"/>
                    <a:pt x="29" y="103"/>
                  </a:cubicBezTo>
                  <a:cubicBezTo>
                    <a:pt x="29" y="104"/>
                    <a:pt x="29" y="105"/>
                    <a:pt x="30" y="105"/>
                  </a:cubicBezTo>
                  <a:cubicBezTo>
                    <a:pt x="30" y="103"/>
                    <a:pt x="30" y="103"/>
                    <a:pt x="31" y="102"/>
                  </a:cubicBezTo>
                  <a:cubicBezTo>
                    <a:pt x="35" y="93"/>
                    <a:pt x="40" y="84"/>
                    <a:pt x="43" y="75"/>
                  </a:cubicBezTo>
                  <a:cubicBezTo>
                    <a:pt x="48" y="62"/>
                    <a:pt x="52" y="49"/>
                    <a:pt x="55" y="35"/>
                  </a:cubicBezTo>
                  <a:lnTo>
                    <a:pt x="55" y="36"/>
                  </a:ln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2"/>
                    <a:pt x="56" y="30"/>
                  </a:cubicBezTo>
                  <a:cubicBezTo>
                    <a:pt x="57" y="28"/>
                    <a:pt x="57" y="26"/>
                    <a:pt x="58" y="24"/>
                  </a:cubicBezTo>
                  <a:cubicBezTo>
                    <a:pt x="59" y="20"/>
                    <a:pt x="63" y="17"/>
                    <a:pt x="68" y="18"/>
                  </a:cubicBezTo>
                  <a:cubicBezTo>
                    <a:pt x="73" y="19"/>
                    <a:pt x="77" y="24"/>
                    <a:pt x="76" y="29"/>
                  </a:cubicBezTo>
                  <a:cubicBezTo>
                    <a:pt x="76" y="29"/>
                    <a:pt x="76" y="30"/>
                    <a:pt x="76" y="31"/>
                  </a:cubicBezTo>
                  <a:cubicBezTo>
                    <a:pt x="75" y="34"/>
                    <a:pt x="75" y="35"/>
                    <a:pt x="75" y="38"/>
                  </a:cubicBezTo>
                  <a:lnTo>
                    <a:pt x="75" y="37"/>
                  </a:lnTo>
                  <a:lnTo>
                    <a:pt x="75" y="38"/>
                  </a:lnTo>
                  <a:lnTo>
                    <a:pt x="75" y="37"/>
                  </a:lnTo>
                  <a:lnTo>
                    <a:pt x="75" y="36"/>
                  </a:lnTo>
                  <a:cubicBezTo>
                    <a:pt x="75" y="37"/>
                    <a:pt x="75" y="38"/>
                    <a:pt x="75" y="38"/>
                  </a:cubicBezTo>
                  <a:lnTo>
                    <a:pt x="75" y="39"/>
                  </a:lnTo>
                  <a:cubicBezTo>
                    <a:pt x="75" y="39"/>
                    <a:pt x="74" y="40"/>
                    <a:pt x="74" y="41"/>
                  </a:cubicBezTo>
                  <a:lnTo>
                    <a:pt x="74" y="40"/>
                  </a:lnTo>
                  <a:cubicBezTo>
                    <a:pt x="74" y="43"/>
                    <a:pt x="74" y="45"/>
                    <a:pt x="73" y="48"/>
                  </a:cubicBezTo>
                  <a:cubicBezTo>
                    <a:pt x="73" y="48"/>
                    <a:pt x="73" y="47"/>
                    <a:pt x="73" y="46"/>
                  </a:cubicBezTo>
                  <a:cubicBezTo>
                    <a:pt x="72" y="66"/>
                    <a:pt x="70" y="86"/>
                    <a:pt x="70" y="105"/>
                  </a:cubicBezTo>
                  <a:cubicBezTo>
                    <a:pt x="69" y="126"/>
                    <a:pt x="68" y="146"/>
                    <a:pt x="66" y="166"/>
                  </a:cubicBezTo>
                  <a:cubicBezTo>
                    <a:pt x="65" y="185"/>
                    <a:pt x="62" y="205"/>
                    <a:pt x="59" y="224"/>
                  </a:cubicBezTo>
                  <a:cubicBezTo>
                    <a:pt x="58" y="229"/>
                    <a:pt x="58" y="234"/>
                    <a:pt x="56" y="239"/>
                  </a:cubicBezTo>
                  <a:cubicBezTo>
                    <a:pt x="55" y="249"/>
                    <a:pt x="52" y="260"/>
                    <a:pt x="43" y="265"/>
                  </a:cubicBezTo>
                  <a:cubicBezTo>
                    <a:pt x="40" y="266"/>
                    <a:pt x="37" y="267"/>
                    <a:pt x="34" y="267"/>
                  </a:cubicBezTo>
                  <a:cubicBezTo>
                    <a:pt x="31" y="267"/>
                    <a:pt x="30" y="267"/>
                    <a:pt x="28" y="2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6" name="Google Shape;3906;p47"/>
            <p:cNvSpPr/>
            <p:nvPr/>
          </p:nvSpPr>
          <p:spPr>
            <a:xfrm>
              <a:off x="3934800" y="4078080"/>
              <a:ext cx="24840" cy="31680"/>
            </a:xfrm>
            <a:custGeom>
              <a:avLst/>
              <a:gdLst/>
              <a:ahLst/>
              <a:cxnLst/>
              <a:rect l="l" t="t" r="r" b="b"/>
              <a:pathLst>
                <a:path w="69" h="88" extrusionOk="0">
                  <a:moveTo>
                    <a:pt x="8" y="80"/>
                  </a:moveTo>
                  <a:cubicBezTo>
                    <a:pt x="4" y="74"/>
                    <a:pt x="7" y="66"/>
                    <a:pt x="10" y="60"/>
                  </a:cubicBezTo>
                  <a:lnTo>
                    <a:pt x="10" y="59"/>
                  </a:lnTo>
                  <a:cubicBezTo>
                    <a:pt x="12" y="54"/>
                    <a:pt x="14" y="49"/>
                    <a:pt x="15" y="43"/>
                  </a:cubicBezTo>
                  <a:cubicBezTo>
                    <a:pt x="11" y="42"/>
                    <a:pt x="6" y="40"/>
                    <a:pt x="4" y="35"/>
                  </a:cubicBezTo>
                  <a:cubicBezTo>
                    <a:pt x="0" y="28"/>
                    <a:pt x="3" y="20"/>
                    <a:pt x="7" y="13"/>
                  </a:cubicBezTo>
                  <a:cubicBezTo>
                    <a:pt x="8" y="10"/>
                    <a:pt x="11" y="7"/>
                    <a:pt x="14" y="5"/>
                  </a:cubicBezTo>
                  <a:cubicBezTo>
                    <a:pt x="17" y="3"/>
                    <a:pt x="20" y="1"/>
                    <a:pt x="24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8" y="8"/>
                    <a:pt x="39" y="12"/>
                    <a:pt x="39" y="16"/>
                  </a:cubicBezTo>
                  <a:cubicBezTo>
                    <a:pt x="40" y="24"/>
                    <a:pt x="38" y="31"/>
                    <a:pt x="36" y="39"/>
                  </a:cubicBezTo>
                  <a:cubicBezTo>
                    <a:pt x="35" y="43"/>
                    <a:pt x="33" y="46"/>
                    <a:pt x="32" y="50"/>
                  </a:cubicBezTo>
                  <a:cubicBezTo>
                    <a:pt x="31" y="54"/>
                    <a:pt x="30" y="57"/>
                    <a:pt x="29" y="61"/>
                  </a:cubicBezTo>
                  <a:cubicBezTo>
                    <a:pt x="28" y="63"/>
                    <a:pt x="28" y="64"/>
                    <a:pt x="27" y="66"/>
                  </a:cubicBezTo>
                  <a:cubicBezTo>
                    <a:pt x="28" y="66"/>
                    <a:pt x="30" y="65"/>
                    <a:pt x="31" y="64"/>
                  </a:cubicBezTo>
                  <a:cubicBezTo>
                    <a:pt x="34" y="63"/>
                    <a:pt x="37" y="62"/>
                    <a:pt x="40" y="60"/>
                  </a:cubicBezTo>
                  <a:cubicBezTo>
                    <a:pt x="43" y="59"/>
                    <a:pt x="46" y="57"/>
                    <a:pt x="49" y="55"/>
                  </a:cubicBezTo>
                  <a:cubicBezTo>
                    <a:pt x="50" y="55"/>
                    <a:pt x="52" y="53"/>
                    <a:pt x="53" y="52"/>
                  </a:cubicBezTo>
                  <a:cubicBezTo>
                    <a:pt x="58" y="50"/>
                    <a:pt x="63" y="50"/>
                    <a:pt x="66" y="55"/>
                  </a:cubicBezTo>
                  <a:cubicBezTo>
                    <a:pt x="68" y="59"/>
                    <a:pt x="68" y="64"/>
                    <a:pt x="64" y="67"/>
                  </a:cubicBezTo>
                  <a:cubicBezTo>
                    <a:pt x="54" y="73"/>
                    <a:pt x="45" y="79"/>
                    <a:pt x="34" y="83"/>
                  </a:cubicBezTo>
                  <a:cubicBezTo>
                    <a:pt x="30" y="85"/>
                    <a:pt x="25" y="87"/>
                    <a:pt x="21" y="87"/>
                  </a:cubicBezTo>
                  <a:cubicBezTo>
                    <a:pt x="15" y="87"/>
                    <a:pt x="11" y="85"/>
                    <a:pt x="8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7" name="Google Shape;3907;p47"/>
            <p:cNvSpPr/>
            <p:nvPr/>
          </p:nvSpPr>
          <p:spPr>
            <a:xfrm>
              <a:off x="3223080" y="4553640"/>
              <a:ext cx="16920" cy="24840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29" y="65"/>
                  </a:moveTo>
                  <a:cubicBezTo>
                    <a:pt x="20" y="56"/>
                    <a:pt x="11" y="45"/>
                    <a:pt x="4" y="34"/>
                  </a:cubicBezTo>
                  <a:cubicBezTo>
                    <a:pt x="3" y="31"/>
                    <a:pt x="2" y="29"/>
                    <a:pt x="1" y="26"/>
                  </a:cubicBezTo>
                  <a:cubicBezTo>
                    <a:pt x="0" y="23"/>
                    <a:pt x="0" y="21"/>
                    <a:pt x="0" y="18"/>
                  </a:cubicBezTo>
                  <a:cubicBezTo>
                    <a:pt x="0" y="12"/>
                    <a:pt x="2" y="7"/>
                    <a:pt x="6" y="4"/>
                  </a:cubicBezTo>
                  <a:cubicBezTo>
                    <a:pt x="11" y="0"/>
                    <a:pt x="18" y="3"/>
                    <a:pt x="23" y="6"/>
                  </a:cubicBezTo>
                  <a:cubicBezTo>
                    <a:pt x="27" y="8"/>
                    <a:pt x="28" y="15"/>
                    <a:pt x="26" y="19"/>
                  </a:cubicBezTo>
                  <a:cubicBezTo>
                    <a:pt x="24" y="21"/>
                    <a:pt x="22" y="23"/>
                    <a:pt x="20" y="23"/>
                  </a:cubicBezTo>
                  <a:cubicBezTo>
                    <a:pt x="20" y="25"/>
                    <a:pt x="21" y="25"/>
                    <a:pt x="21" y="26"/>
                  </a:cubicBezTo>
                  <a:cubicBezTo>
                    <a:pt x="24" y="31"/>
                    <a:pt x="28" y="36"/>
                    <a:pt x="31" y="40"/>
                  </a:cubicBezTo>
                  <a:cubicBezTo>
                    <a:pt x="31" y="40"/>
                    <a:pt x="31" y="39"/>
                    <a:pt x="30" y="39"/>
                  </a:cubicBezTo>
                  <a:cubicBezTo>
                    <a:pt x="34" y="44"/>
                    <a:pt x="38" y="49"/>
                    <a:pt x="43" y="53"/>
                  </a:cubicBezTo>
                  <a:cubicBezTo>
                    <a:pt x="46" y="56"/>
                    <a:pt x="46" y="62"/>
                    <a:pt x="42" y="65"/>
                  </a:cubicBezTo>
                  <a:cubicBezTo>
                    <a:pt x="41" y="67"/>
                    <a:pt x="38" y="68"/>
                    <a:pt x="36" y="68"/>
                  </a:cubicBezTo>
                  <a:cubicBezTo>
                    <a:pt x="34" y="68"/>
                    <a:pt x="32" y="67"/>
                    <a:pt x="2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8" name="Google Shape;3908;p47"/>
            <p:cNvSpPr/>
            <p:nvPr/>
          </p:nvSpPr>
          <p:spPr>
            <a:xfrm>
              <a:off x="3265920" y="4587840"/>
              <a:ext cx="29880" cy="21240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67" y="57"/>
                  </a:moveTo>
                  <a:cubicBezTo>
                    <a:pt x="55" y="50"/>
                    <a:pt x="43" y="44"/>
                    <a:pt x="32" y="37"/>
                  </a:cubicBezTo>
                  <a:cubicBezTo>
                    <a:pt x="26" y="33"/>
                    <a:pt x="22" y="30"/>
                    <a:pt x="17" y="26"/>
                  </a:cubicBezTo>
                  <a:cubicBezTo>
                    <a:pt x="12" y="23"/>
                    <a:pt x="7" y="19"/>
                    <a:pt x="3" y="16"/>
                  </a:cubicBezTo>
                  <a:cubicBezTo>
                    <a:pt x="0" y="12"/>
                    <a:pt x="0" y="5"/>
                    <a:pt x="4" y="2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4" y="0"/>
                    <a:pt x="16" y="1"/>
                    <a:pt x="18" y="4"/>
                  </a:cubicBezTo>
                  <a:lnTo>
                    <a:pt x="19" y="5"/>
                  </a:lnTo>
                  <a:cubicBezTo>
                    <a:pt x="23" y="8"/>
                    <a:pt x="28" y="12"/>
                    <a:pt x="32" y="15"/>
                  </a:cubicBezTo>
                  <a:cubicBezTo>
                    <a:pt x="46" y="25"/>
                    <a:pt x="61" y="33"/>
                    <a:pt x="77" y="42"/>
                  </a:cubicBezTo>
                  <a:cubicBezTo>
                    <a:pt x="81" y="44"/>
                    <a:pt x="82" y="50"/>
                    <a:pt x="79" y="54"/>
                  </a:cubicBezTo>
                  <a:cubicBezTo>
                    <a:pt x="78" y="57"/>
                    <a:pt x="75" y="58"/>
                    <a:pt x="72" y="58"/>
                  </a:cubicBezTo>
                  <a:cubicBezTo>
                    <a:pt x="70" y="58"/>
                    <a:pt x="68" y="58"/>
                    <a:pt x="67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9" name="Google Shape;3909;p47"/>
            <p:cNvSpPr/>
            <p:nvPr/>
          </p:nvSpPr>
          <p:spPr>
            <a:xfrm>
              <a:off x="3329280" y="4628520"/>
              <a:ext cx="37080" cy="15840"/>
            </a:xfrm>
            <a:custGeom>
              <a:avLst/>
              <a:gdLst/>
              <a:ahLst/>
              <a:cxnLst/>
              <a:rect l="l" t="t" r="r" b="b"/>
              <a:pathLst>
                <a:path w="103" h="44" extrusionOk="0">
                  <a:moveTo>
                    <a:pt x="91" y="43"/>
                  </a:moveTo>
                  <a:cubicBezTo>
                    <a:pt x="76" y="40"/>
                    <a:pt x="60" y="37"/>
                    <a:pt x="45" y="33"/>
                  </a:cubicBezTo>
                  <a:cubicBezTo>
                    <a:pt x="38" y="32"/>
                    <a:pt x="32" y="29"/>
                    <a:pt x="25" y="27"/>
                  </a:cubicBezTo>
                  <a:cubicBezTo>
                    <a:pt x="19" y="25"/>
                    <a:pt x="13" y="22"/>
                    <a:pt x="7" y="19"/>
                  </a:cubicBezTo>
                  <a:cubicBezTo>
                    <a:pt x="3" y="16"/>
                    <a:pt x="0" y="11"/>
                    <a:pt x="3" y="5"/>
                  </a:cubicBezTo>
                  <a:cubicBezTo>
                    <a:pt x="6" y="1"/>
                    <a:pt x="13" y="0"/>
                    <a:pt x="17" y="3"/>
                  </a:cubicBezTo>
                  <a:cubicBezTo>
                    <a:pt x="22" y="5"/>
                    <a:pt x="26" y="7"/>
                    <a:pt x="31" y="9"/>
                  </a:cubicBezTo>
                  <a:cubicBezTo>
                    <a:pt x="35" y="11"/>
                    <a:pt x="39" y="12"/>
                    <a:pt x="44" y="14"/>
                  </a:cubicBezTo>
                  <a:cubicBezTo>
                    <a:pt x="49" y="15"/>
                    <a:pt x="55" y="16"/>
                    <a:pt x="59" y="18"/>
                  </a:cubicBezTo>
                  <a:cubicBezTo>
                    <a:pt x="71" y="21"/>
                    <a:pt x="82" y="23"/>
                    <a:pt x="94" y="25"/>
                  </a:cubicBezTo>
                  <a:cubicBezTo>
                    <a:pt x="98" y="26"/>
                    <a:pt x="102" y="30"/>
                    <a:pt x="101" y="35"/>
                  </a:cubicBezTo>
                  <a:cubicBezTo>
                    <a:pt x="100" y="40"/>
                    <a:pt x="96" y="43"/>
                    <a:pt x="92" y="43"/>
                  </a:cubicBezTo>
                  <a:lnTo>
                    <a:pt x="91" y="4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0" name="Google Shape;3910;p47"/>
            <p:cNvSpPr/>
            <p:nvPr/>
          </p:nvSpPr>
          <p:spPr>
            <a:xfrm>
              <a:off x="3410640" y="4617720"/>
              <a:ext cx="51120" cy="23040"/>
            </a:xfrm>
            <a:custGeom>
              <a:avLst/>
              <a:gdLst/>
              <a:ahLst/>
              <a:cxnLst/>
              <a:rect l="l" t="t" r="r" b="b"/>
              <a:pathLst>
                <a:path w="142" h="64" extrusionOk="0">
                  <a:moveTo>
                    <a:pt x="14" y="63"/>
                  </a:moveTo>
                  <a:cubicBezTo>
                    <a:pt x="13" y="63"/>
                    <a:pt x="11" y="63"/>
                    <a:pt x="9" y="63"/>
                  </a:cubicBezTo>
                  <a:cubicBezTo>
                    <a:pt x="4" y="63"/>
                    <a:pt x="0" y="58"/>
                    <a:pt x="0" y="53"/>
                  </a:cubicBezTo>
                  <a:cubicBezTo>
                    <a:pt x="0" y="48"/>
                    <a:pt x="5" y="44"/>
                    <a:pt x="10" y="44"/>
                  </a:cubicBezTo>
                  <a:cubicBezTo>
                    <a:pt x="18" y="45"/>
                    <a:pt x="25" y="45"/>
                    <a:pt x="32" y="45"/>
                  </a:cubicBezTo>
                  <a:cubicBezTo>
                    <a:pt x="34" y="45"/>
                    <a:pt x="36" y="45"/>
                    <a:pt x="38" y="44"/>
                  </a:cubicBezTo>
                  <a:cubicBezTo>
                    <a:pt x="43" y="44"/>
                    <a:pt x="49" y="42"/>
                    <a:pt x="54" y="41"/>
                  </a:cubicBezTo>
                  <a:cubicBezTo>
                    <a:pt x="57" y="40"/>
                    <a:pt x="60" y="39"/>
                    <a:pt x="63" y="38"/>
                  </a:cubicBezTo>
                  <a:cubicBezTo>
                    <a:pt x="66" y="37"/>
                    <a:pt x="69" y="35"/>
                    <a:pt x="72" y="34"/>
                  </a:cubicBezTo>
                  <a:cubicBezTo>
                    <a:pt x="77" y="31"/>
                    <a:pt x="82" y="29"/>
                    <a:pt x="87" y="26"/>
                  </a:cubicBezTo>
                  <a:cubicBezTo>
                    <a:pt x="92" y="23"/>
                    <a:pt x="97" y="21"/>
                    <a:pt x="102" y="18"/>
                  </a:cubicBezTo>
                  <a:cubicBezTo>
                    <a:pt x="105" y="16"/>
                    <a:pt x="107" y="14"/>
                    <a:pt x="110" y="13"/>
                  </a:cubicBezTo>
                  <a:lnTo>
                    <a:pt x="109" y="13"/>
                  </a:lnTo>
                  <a:cubicBezTo>
                    <a:pt x="115" y="10"/>
                    <a:pt x="120" y="6"/>
                    <a:pt x="126" y="3"/>
                  </a:cubicBezTo>
                  <a:cubicBezTo>
                    <a:pt x="130" y="0"/>
                    <a:pt x="135" y="1"/>
                    <a:pt x="138" y="5"/>
                  </a:cubicBezTo>
                  <a:cubicBezTo>
                    <a:pt x="141" y="9"/>
                    <a:pt x="140" y="14"/>
                    <a:pt x="136" y="17"/>
                  </a:cubicBezTo>
                  <a:cubicBezTo>
                    <a:pt x="127" y="23"/>
                    <a:pt x="118" y="29"/>
                    <a:pt x="109" y="34"/>
                  </a:cubicBezTo>
                  <a:cubicBezTo>
                    <a:pt x="104" y="37"/>
                    <a:pt x="99" y="40"/>
                    <a:pt x="95" y="42"/>
                  </a:cubicBezTo>
                  <a:cubicBezTo>
                    <a:pt x="90" y="45"/>
                    <a:pt x="85" y="47"/>
                    <a:pt x="81" y="49"/>
                  </a:cubicBezTo>
                  <a:cubicBezTo>
                    <a:pt x="72" y="53"/>
                    <a:pt x="63" y="57"/>
                    <a:pt x="53" y="59"/>
                  </a:cubicBezTo>
                  <a:cubicBezTo>
                    <a:pt x="49" y="60"/>
                    <a:pt x="45" y="62"/>
                    <a:pt x="42" y="62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6" y="63"/>
                    <a:pt x="25" y="63"/>
                    <a:pt x="22" y="63"/>
                  </a:cubicBezTo>
                  <a:cubicBezTo>
                    <a:pt x="19" y="63"/>
                    <a:pt x="17" y="63"/>
                    <a:pt x="14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1" name="Google Shape;3911;p47"/>
            <p:cNvSpPr/>
            <p:nvPr/>
          </p:nvSpPr>
          <p:spPr>
            <a:xfrm>
              <a:off x="3494160" y="4562640"/>
              <a:ext cx="43560" cy="33480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3" y="88"/>
                  </a:moveTo>
                  <a:cubicBezTo>
                    <a:pt x="0" y="84"/>
                    <a:pt x="1" y="78"/>
                    <a:pt x="5" y="75"/>
                  </a:cubicBezTo>
                  <a:cubicBezTo>
                    <a:pt x="22" y="64"/>
                    <a:pt x="39" y="52"/>
                    <a:pt x="55" y="40"/>
                  </a:cubicBezTo>
                  <a:cubicBezTo>
                    <a:pt x="71" y="28"/>
                    <a:pt x="88" y="15"/>
                    <a:pt x="104" y="3"/>
                  </a:cubicBezTo>
                  <a:cubicBezTo>
                    <a:pt x="108" y="0"/>
                    <a:pt x="114" y="1"/>
                    <a:pt x="117" y="5"/>
                  </a:cubicBezTo>
                  <a:cubicBezTo>
                    <a:pt x="120" y="10"/>
                    <a:pt x="118" y="15"/>
                    <a:pt x="114" y="18"/>
                  </a:cubicBezTo>
                  <a:cubicBezTo>
                    <a:pt x="98" y="30"/>
                    <a:pt x="82" y="43"/>
                    <a:pt x="65" y="55"/>
                  </a:cubicBezTo>
                  <a:cubicBezTo>
                    <a:pt x="49" y="67"/>
                    <a:pt x="33" y="79"/>
                    <a:pt x="16" y="91"/>
                  </a:cubicBezTo>
                  <a:cubicBezTo>
                    <a:pt x="15" y="92"/>
                    <a:pt x="13" y="92"/>
                    <a:pt x="11" y="92"/>
                  </a:cubicBezTo>
                  <a:cubicBezTo>
                    <a:pt x="8" y="92"/>
                    <a:pt x="5" y="91"/>
                    <a:pt x="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2" name="Google Shape;3912;p47"/>
            <p:cNvSpPr/>
            <p:nvPr/>
          </p:nvSpPr>
          <p:spPr>
            <a:xfrm>
              <a:off x="3557520" y="4492080"/>
              <a:ext cx="41040" cy="49680"/>
            </a:xfrm>
            <a:custGeom>
              <a:avLst/>
              <a:gdLst/>
              <a:ahLst/>
              <a:cxnLst/>
              <a:rect l="l" t="t" r="r" b="b"/>
              <a:pathLst>
                <a:path w="114" h="138" extrusionOk="0">
                  <a:moveTo>
                    <a:pt x="7" y="136"/>
                  </a:moveTo>
                  <a:cubicBezTo>
                    <a:pt x="2" y="134"/>
                    <a:pt x="0" y="128"/>
                    <a:pt x="2" y="123"/>
                  </a:cubicBezTo>
                  <a:cubicBezTo>
                    <a:pt x="5" y="118"/>
                    <a:pt x="8" y="113"/>
                    <a:pt x="12" y="108"/>
                  </a:cubicBezTo>
                  <a:cubicBezTo>
                    <a:pt x="16" y="103"/>
                    <a:pt x="19" y="98"/>
                    <a:pt x="23" y="94"/>
                  </a:cubicBezTo>
                  <a:cubicBezTo>
                    <a:pt x="26" y="91"/>
                    <a:pt x="28" y="88"/>
                    <a:pt x="30" y="85"/>
                  </a:cubicBezTo>
                  <a:cubicBezTo>
                    <a:pt x="39" y="74"/>
                    <a:pt x="48" y="63"/>
                    <a:pt x="57" y="52"/>
                  </a:cubicBezTo>
                  <a:cubicBezTo>
                    <a:pt x="69" y="38"/>
                    <a:pt x="81" y="24"/>
                    <a:pt x="93" y="9"/>
                  </a:cubicBezTo>
                  <a:cubicBezTo>
                    <a:pt x="94" y="8"/>
                    <a:pt x="95" y="6"/>
                    <a:pt x="96" y="5"/>
                  </a:cubicBezTo>
                  <a:cubicBezTo>
                    <a:pt x="100" y="1"/>
                    <a:pt x="105" y="0"/>
                    <a:pt x="109" y="4"/>
                  </a:cubicBezTo>
                  <a:cubicBezTo>
                    <a:pt x="113" y="7"/>
                    <a:pt x="113" y="13"/>
                    <a:pt x="110" y="17"/>
                  </a:cubicBezTo>
                  <a:cubicBezTo>
                    <a:pt x="99" y="31"/>
                    <a:pt x="86" y="45"/>
                    <a:pt x="75" y="60"/>
                  </a:cubicBezTo>
                  <a:cubicBezTo>
                    <a:pt x="67" y="70"/>
                    <a:pt x="58" y="80"/>
                    <a:pt x="50" y="91"/>
                  </a:cubicBezTo>
                  <a:cubicBezTo>
                    <a:pt x="42" y="100"/>
                    <a:pt x="34" y="110"/>
                    <a:pt x="27" y="120"/>
                  </a:cubicBezTo>
                  <a:cubicBezTo>
                    <a:pt x="25" y="123"/>
                    <a:pt x="22" y="127"/>
                    <a:pt x="19" y="131"/>
                  </a:cubicBezTo>
                  <a:cubicBezTo>
                    <a:pt x="18" y="134"/>
                    <a:pt x="14" y="137"/>
                    <a:pt x="11" y="137"/>
                  </a:cubicBezTo>
                  <a:cubicBezTo>
                    <a:pt x="9" y="137"/>
                    <a:pt x="8" y="137"/>
                    <a:pt x="7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3" name="Google Shape;3913;p47"/>
            <p:cNvSpPr/>
            <p:nvPr/>
          </p:nvSpPr>
          <p:spPr>
            <a:xfrm>
              <a:off x="3616560" y="4430160"/>
              <a:ext cx="36720" cy="39960"/>
            </a:xfrm>
            <a:custGeom>
              <a:avLst/>
              <a:gdLst/>
              <a:ahLst/>
              <a:cxnLst/>
              <a:rect l="l" t="t" r="r" b="b"/>
              <a:pathLst>
                <a:path w="102" h="111" extrusionOk="0">
                  <a:moveTo>
                    <a:pt x="6" y="108"/>
                  </a:moveTo>
                  <a:cubicBezTo>
                    <a:pt x="1" y="105"/>
                    <a:pt x="0" y="100"/>
                    <a:pt x="3" y="96"/>
                  </a:cubicBezTo>
                  <a:cubicBezTo>
                    <a:pt x="8" y="87"/>
                    <a:pt x="13" y="79"/>
                    <a:pt x="18" y="71"/>
                  </a:cubicBezTo>
                  <a:cubicBezTo>
                    <a:pt x="24" y="63"/>
                    <a:pt x="30" y="55"/>
                    <a:pt x="36" y="48"/>
                  </a:cubicBezTo>
                  <a:cubicBezTo>
                    <a:pt x="40" y="44"/>
                    <a:pt x="44" y="40"/>
                    <a:pt x="48" y="36"/>
                  </a:cubicBezTo>
                  <a:cubicBezTo>
                    <a:pt x="51" y="32"/>
                    <a:pt x="55" y="29"/>
                    <a:pt x="59" y="25"/>
                  </a:cubicBezTo>
                  <a:cubicBezTo>
                    <a:pt x="66" y="19"/>
                    <a:pt x="74" y="12"/>
                    <a:pt x="81" y="6"/>
                  </a:cubicBezTo>
                  <a:cubicBezTo>
                    <a:pt x="83" y="5"/>
                    <a:pt x="84" y="4"/>
                    <a:pt x="85" y="3"/>
                  </a:cubicBezTo>
                  <a:cubicBezTo>
                    <a:pt x="89" y="0"/>
                    <a:pt x="94" y="0"/>
                    <a:pt x="98" y="3"/>
                  </a:cubicBezTo>
                  <a:cubicBezTo>
                    <a:pt x="101" y="7"/>
                    <a:pt x="101" y="13"/>
                    <a:pt x="97" y="16"/>
                  </a:cubicBezTo>
                  <a:cubicBezTo>
                    <a:pt x="89" y="23"/>
                    <a:pt x="81" y="30"/>
                    <a:pt x="74" y="37"/>
                  </a:cubicBezTo>
                  <a:cubicBezTo>
                    <a:pt x="67" y="42"/>
                    <a:pt x="62" y="47"/>
                    <a:pt x="56" y="53"/>
                  </a:cubicBezTo>
                  <a:cubicBezTo>
                    <a:pt x="53" y="56"/>
                    <a:pt x="51" y="59"/>
                    <a:pt x="48" y="62"/>
                  </a:cubicBezTo>
                  <a:cubicBezTo>
                    <a:pt x="45" y="65"/>
                    <a:pt x="42" y="69"/>
                    <a:pt x="39" y="72"/>
                  </a:cubicBezTo>
                  <a:cubicBezTo>
                    <a:pt x="32" y="83"/>
                    <a:pt x="25" y="94"/>
                    <a:pt x="18" y="105"/>
                  </a:cubicBezTo>
                  <a:cubicBezTo>
                    <a:pt x="17" y="108"/>
                    <a:pt x="14" y="110"/>
                    <a:pt x="10" y="110"/>
                  </a:cubicBezTo>
                  <a:cubicBezTo>
                    <a:pt x="9" y="110"/>
                    <a:pt x="7" y="110"/>
                    <a:pt x="6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4" name="Google Shape;3914;p47"/>
            <p:cNvSpPr/>
            <p:nvPr/>
          </p:nvSpPr>
          <p:spPr>
            <a:xfrm>
              <a:off x="3675960" y="4374000"/>
              <a:ext cx="44280" cy="33480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5" y="90"/>
                  </a:moveTo>
                  <a:cubicBezTo>
                    <a:pt x="1" y="86"/>
                    <a:pt x="0" y="80"/>
                    <a:pt x="4" y="76"/>
                  </a:cubicBezTo>
                  <a:cubicBezTo>
                    <a:pt x="10" y="69"/>
                    <a:pt x="17" y="63"/>
                    <a:pt x="24" y="57"/>
                  </a:cubicBezTo>
                  <a:cubicBezTo>
                    <a:pt x="31" y="50"/>
                    <a:pt x="39" y="44"/>
                    <a:pt x="47" y="37"/>
                  </a:cubicBezTo>
                  <a:cubicBezTo>
                    <a:pt x="55" y="31"/>
                    <a:pt x="63" y="25"/>
                    <a:pt x="73" y="20"/>
                  </a:cubicBezTo>
                  <a:cubicBezTo>
                    <a:pt x="81" y="15"/>
                    <a:pt x="90" y="10"/>
                    <a:pt x="99" y="6"/>
                  </a:cubicBezTo>
                  <a:cubicBezTo>
                    <a:pt x="102" y="4"/>
                    <a:pt x="105" y="3"/>
                    <a:pt x="108" y="2"/>
                  </a:cubicBezTo>
                  <a:cubicBezTo>
                    <a:pt x="112" y="0"/>
                    <a:pt x="117" y="2"/>
                    <a:pt x="120" y="6"/>
                  </a:cubicBezTo>
                  <a:cubicBezTo>
                    <a:pt x="122" y="10"/>
                    <a:pt x="120" y="16"/>
                    <a:pt x="116" y="18"/>
                  </a:cubicBezTo>
                  <a:cubicBezTo>
                    <a:pt x="109" y="21"/>
                    <a:pt x="102" y="24"/>
                    <a:pt x="95" y="28"/>
                  </a:cubicBezTo>
                  <a:cubicBezTo>
                    <a:pt x="89" y="31"/>
                    <a:pt x="83" y="34"/>
                    <a:pt x="77" y="38"/>
                  </a:cubicBezTo>
                  <a:cubicBezTo>
                    <a:pt x="74" y="40"/>
                    <a:pt x="71" y="42"/>
                    <a:pt x="67" y="45"/>
                  </a:cubicBezTo>
                  <a:cubicBezTo>
                    <a:pt x="64" y="47"/>
                    <a:pt x="61" y="49"/>
                    <a:pt x="58" y="52"/>
                  </a:cubicBezTo>
                  <a:cubicBezTo>
                    <a:pt x="52" y="56"/>
                    <a:pt x="46" y="62"/>
                    <a:pt x="39" y="67"/>
                  </a:cubicBezTo>
                  <a:cubicBezTo>
                    <a:pt x="34" y="72"/>
                    <a:pt x="29" y="77"/>
                    <a:pt x="24" y="82"/>
                  </a:cubicBezTo>
                  <a:cubicBezTo>
                    <a:pt x="22" y="84"/>
                    <a:pt x="20" y="86"/>
                    <a:pt x="18" y="88"/>
                  </a:cubicBezTo>
                  <a:cubicBezTo>
                    <a:pt x="17" y="91"/>
                    <a:pt x="14" y="92"/>
                    <a:pt x="11" y="92"/>
                  </a:cubicBezTo>
                  <a:cubicBezTo>
                    <a:pt x="8" y="92"/>
                    <a:pt x="7" y="91"/>
                    <a:pt x="5" y="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5" name="Google Shape;3915;p47"/>
            <p:cNvSpPr/>
            <p:nvPr/>
          </p:nvSpPr>
          <p:spPr>
            <a:xfrm>
              <a:off x="3752640" y="4352400"/>
              <a:ext cx="43200" cy="12960"/>
            </a:xfrm>
            <a:custGeom>
              <a:avLst/>
              <a:gdLst/>
              <a:ahLst/>
              <a:cxnLst/>
              <a:rect l="l" t="t" r="r" b="b"/>
              <a:pathLst>
                <a:path w="120" h="36" extrusionOk="0">
                  <a:moveTo>
                    <a:pt x="8" y="35"/>
                  </a:moveTo>
                  <a:cubicBezTo>
                    <a:pt x="3" y="34"/>
                    <a:pt x="0" y="28"/>
                    <a:pt x="2" y="23"/>
                  </a:cubicBezTo>
                  <a:cubicBezTo>
                    <a:pt x="3" y="19"/>
                    <a:pt x="6" y="17"/>
                    <a:pt x="10" y="16"/>
                  </a:cubicBezTo>
                  <a:cubicBezTo>
                    <a:pt x="11" y="16"/>
                    <a:pt x="12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27" y="13"/>
                    <a:pt x="42" y="9"/>
                    <a:pt x="57" y="6"/>
                  </a:cubicBezTo>
                  <a:cubicBezTo>
                    <a:pt x="65" y="4"/>
                    <a:pt x="73" y="3"/>
                    <a:pt x="82" y="2"/>
                  </a:cubicBezTo>
                  <a:cubicBezTo>
                    <a:pt x="91" y="1"/>
                    <a:pt x="100" y="1"/>
                    <a:pt x="109" y="0"/>
                  </a:cubicBezTo>
                  <a:cubicBezTo>
                    <a:pt x="114" y="0"/>
                    <a:pt x="119" y="3"/>
                    <a:pt x="119" y="9"/>
                  </a:cubicBezTo>
                  <a:cubicBezTo>
                    <a:pt x="119" y="13"/>
                    <a:pt x="116" y="18"/>
                    <a:pt x="111" y="18"/>
                  </a:cubicBezTo>
                  <a:cubicBezTo>
                    <a:pt x="104" y="19"/>
                    <a:pt x="98" y="19"/>
                    <a:pt x="92" y="20"/>
                  </a:cubicBezTo>
                  <a:cubicBezTo>
                    <a:pt x="87" y="20"/>
                    <a:pt x="82" y="20"/>
                    <a:pt x="76" y="21"/>
                  </a:cubicBezTo>
                  <a:cubicBezTo>
                    <a:pt x="65" y="23"/>
                    <a:pt x="55" y="25"/>
                    <a:pt x="44" y="28"/>
                  </a:cubicBezTo>
                  <a:cubicBezTo>
                    <a:pt x="34" y="31"/>
                    <a:pt x="24" y="33"/>
                    <a:pt x="13" y="35"/>
                  </a:cubicBezTo>
                  <a:lnTo>
                    <a:pt x="12" y="35"/>
                  </a:lnTo>
                  <a:lnTo>
                    <a:pt x="13" y="35"/>
                  </a:lnTo>
                  <a:cubicBezTo>
                    <a:pt x="12" y="35"/>
                    <a:pt x="11" y="35"/>
                    <a:pt x="10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6" name="Google Shape;3916;p47"/>
            <p:cNvSpPr/>
            <p:nvPr/>
          </p:nvSpPr>
          <p:spPr>
            <a:xfrm>
              <a:off x="3812760" y="4357800"/>
              <a:ext cx="35280" cy="19800"/>
            </a:xfrm>
            <a:custGeom>
              <a:avLst/>
              <a:gdLst/>
              <a:ahLst/>
              <a:cxnLst/>
              <a:rect l="l" t="t" r="r" b="b"/>
              <a:pathLst>
                <a:path w="98" h="55" extrusionOk="0">
                  <a:moveTo>
                    <a:pt x="84" y="53"/>
                  </a:moveTo>
                  <a:cubicBezTo>
                    <a:pt x="74" y="48"/>
                    <a:pt x="64" y="43"/>
                    <a:pt x="55" y="38"/>
                  </a:cubicBezTo>
                  <a:cubicBezTo>
                    <a:pt x="46" y="34"/>
                    <a:pt x="38" y="30"/>
                    <a:pt x="29" y="26"/>
                  </a:cubicBezTo>
                  <a:cubicBezTo>
                    <a:pt x="24" y="24"/>
                    <a:pt x="18" y="22"/>
                    <a:pt x="13" y="21"/>
                  </a:cubicBezTo>
                  <a:cubicBezTo>
                    <a:pt x="11" y="20"/>
                    <a:pt x="9" y="20"/>
                    <a:pt x="7" y="20"/>
                  </a:cubicBezTo>
                  <a:cubicBezTo>
                    <a:pt x="3" y="18"/>
                    <a:pt x="0" y="13"/>
                    <a:pt x="1" y="8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5" y="2"/>
                    <a:pt x="18" y="3"/>
                    <a:pt x="20" y="3"/>
                  </a:cubicBezTo>
                  <a:cubicBezTo>
                    <a:pt x="23" y="4"/>
                    <a:pt x="26" y="5"/>
                    <a:pt x="29" y="6"/>
                  </a:cubicBezTo>
                  <a:cubicBezTo>
                    <a:pt x="34" y="9"/>
                    <a:pt x="40" y="11"/>
                    <a:pt x="45" y="13"/>
                  </a:cubicBezTo>
                  <a:cubicBezTo>
                    <a:pt x="57" y="19"/>
                    <a:pt x="68" y="25"/>
                    <a:pt x="79" y="31"/>
                  </a:cubicBezTo>
                  <a:cubicBezTo>
                    <a:pt x="79" y="31"/>
                    <a:pt x="78" y="31"/>
                    <a:pt x="78" y="30"/>
                  </a:cubicBezTo>
                  <a:cubicBezTo>
                    <a:pt x="81" y="32"/>
                    <a:pt x="83" y="33"/>
                    <a:pt x="85" y="34"/>
                  </a:cubicBezTo>
                  <a:cubicBezTo>
                    <a:pt x="88" y="35"/>
                    <a:pt x="89" y="37"/>
                    <a:pt x="92" y="38"/>
                  </a:cubicBezTo>
                  <a:cubicBezTo>
                    <a:pt x="96" y="40"/>
                    <a:pt x="97" y="45"/>
                    <a:pt x="95" y="49"/>
                  </a:cubicBezTo>
                  <a:cubicBezTo>
                    <a:pt x="94" y="52"/>
                    <a:pt x="91" y="54"/>
                    <a:pt x="87" y="54"/>
                  </a:cubicBezTo>
                  <a:cubicBezTo>
                    <a:pt x="86" y="54"/>
                    <a:pt x="85" y="54"/>
                    <a:pt x="84" y="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7" name="Google Shape;3917;p47"/>
            <p:cNvSpPr/>
            <p:nvPr/>
          </p:nvSpPr>
          <p:spPr>
            <a:xfrm>
              <a:off x="3894480" y="4399200"/>
              <a:ext cx="61200" cy="51480"/>
            </a:xfrm>
            <a:custGeom>
              <a:avLst/>
              <a:gdLst/>
              <a:ahLst/>
              <a:cxnLst/>
              <a:rect l="l" t="t" r="r" b="b"/>
              <a:pathLst>
                <a:path w="170" h="143" extrusionOk="0">
                  <a:moveTo>
                    <a:pt x="154" y="140"/>
                  </a:moveTo>
                  <a:cubicBezTo>
                    <a:pt x="144" y="129"/>
                    <a:pt x="134" y="119"/>
                    <a:pt x="125" y="108"/>
                  </a:cubicBezTo>
                  <a:cubicBezTo>
                    <a:pt x="119" y="103"/>
                    <a:pt x="115" y="98"/>
                    <a:pt x="110" y="93"/>
                  </a:cubicBezTo>
                  <a:cubicBezTo>
                    <a:pt x="105" y="88"/>
                    <a:pt x="100" y="83"/>
                    <a:pt x="95" y="78"/>
                  </a:cubicBezTo>
                  <a:cubicBezTo>
                    <a:pt x="92" y="76"/>
                    <a:pt x="90" y="74"/>
                    <a:pt x="88" y="72"/>
                  </a:cubicBezTo>
                  <a:cubicBezTo>
                    <a:pt x="86" y="70"/>
                    <a:pt x="84" y="69"/>
                    <a:pt x="82" y="67"/>
                  </a:cubicBezTo>
                  <a:cubicBezTo>
                    <a:pt x="77" y="63"/>
                    <a:pt x="72" y="59"/>
                    <a:pt x="67" y="55"/>
                  </a:cubicBezTo>
                  <a:cubicBezTo>
                    <a:pt x="63" y="52"/>
                    <a:pt x="58" y="49"/>
                    <a:pt x="54" y="46"/>
                  </a:cubicBezTo>
                  <a:cubicBezTo>
                    <a:pt x="51" y="43"/>
                    <a:pt x="46" y="41"/>
                    <a:pt x="42" y="38"/>
                  </a:cubicBezTo>
                  <a:cubicBezTo>
                    <a:pt x="35" y="34"/>
                    <a:pt x="27" y="29"/>
                    <a:pt x="19" y="24"/>
                  </a:cubicBezTo>
                  <a:cubicBezTo>
                    <a:pt x="16" y="23"/>
                    <a:pt x="13" y="21"/>
                    <a:pt x="9" y="20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4" y="2"/>
                    <a:pt x="10" y="0"/>
                    <a:pt x="15" y="2"/>
                  </a:cubicBezTo>
                  <a:cubicBezTo>
                    <a:pt x="24" y="6"/>
                    <a:pt x="33" y="11"/>
                    <a:pt x="41" y="17"/>
                  </a:cubicBezTo>
                  <a:cubicBezTo>
                    <a:pt x="49" y="21"/>
                    <a:pt x="58" y="27"/>
                    <a:pt x="65" y="32"/>
                  </a:cubicBezTo>
                  <a:cubicBezTo>
                    <a:pt x="81" y="43"/>
                    <a:pt x="97" y="56"/>
                    <a:pt x="111" y="70"/>
                  </a:cubicBezTo>
                  <a:cubicBezTo>
                    <a:pt x="115" y="74"/>
                    <a:pt x="119" y="78"/>
                    <a:pt x="123" y="82"/>
                  </a:cubicBezTo>
                  <a:cubicBezTo>
                    <a:pt x="128" y="87"/>
                    <a:pt x="133" y="92"/>
                    <a:pt x="137" y="97"/>
                  </a:cubicBezTo>
                  <a:cubicBezTo>
                    <a:pt x="147" y="108"/>
                    <a:pt x="157" y="118"/>
                    <a:pt x="166" y="129"/>
                  </a:cubicBezTo>
                  <a:cubicBezTo>
                    <a:pt x="169" y="131"/>
                    <a:pt x="169" y="137"/>
                    <a:pt x="165" y="140"/>
                  </a:cubicBezTo>
                  <a:cubicBezTo>
                    <a:pt x="164" y="141"/>
                    <a:pt x="162" y="142"/>
                    <a:pt x="159" y="142"/>
                  </a:cubicBezTo>
                  <a:cubicBezTo>
                    <a:pt x="158" y="142"/>
                    <a:pt x="155" y="141"/>
                    <a:pt x="15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8" name="Google Shape;3918;p47"/>
            <p:cNvSpPr/>
            <p:nvPr/>
          </p:nvSpPr>
          <p:spPr>
            <a:xfrm>
              <a:off x="3988440" y="4491360"/>
              <a:ext cx="52920" cy="46080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32" y="125"/>
                  </a:moveTo>
                  <a:cubicBezTo>
                    <a:pt x="116" y="112"/>
                    <a:pt x="101" y="99"/>
                    <a:pt x="85" y="86"/>
                  </a:cubicBezTo>
                  <a:cubicBezTo>
                    <a:pt x="70" y="72"/>
                    <a:pt x="55" y="60"/>
                    <a:pt x="39" y="46"/>
                  </a:cubicBezTo>
                  <a:cubicBezTo>
                    <a:pt x="32" y="41"/>
                    <a:pt x="26" y="36"/>
                    <a:pt x="20" y="30"/>
                  </a:cubicBezTo>
                  <a:cubicBezTo>
                    <a:pt x="17" y="28"/>
                    <a:pt x="14" y="26"/>
                    <a:pt x="12" y="23"/>
                  </a:cubicBezTo>
                  <a:cubicBezTo>
                    <a:pt x="10" y="22"/>
                    <a:pt x="8" y="21"/>
                    <a:pt x="6" y="19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0" y="11"/>
                    <a:pt x="1" y="4"/>
                    <a:pt x="6" y="2"/>
                  </a:cubicBezTo>
                  <a:cubicBezTo>
                    <a:pt x="11" y="0"/>
                    <a:pt x="16" y="1"/>
                    <a:pt x="19" y="5"/>
                  </a:cubicBezTo>
                  <a:cubicBezTo>
                    <a:pt x="25" y="11"/>
                    <a:pt x="32" y="17"/>
                    <a:pt x="39" y="23"/>
                  </a:cubicBezTo>
                  <a:cubicBezTo>
                    <a:pt x="46" y="29"/>
                    <a:pt x="54" y="36"/>
                    <a:pt x="62" y="42"/>
                  </a:cubicBezTo>
                  <a:cubicBezTo>
                    <a:pt x="76" y="54"/>
                    <a:pt x="90" y="67"/>
                    <a:pt x="104" y="79"/>
                  </a:cubicBezTo>
                  <a:cubicBezTo>
                    <a:pt x="117" y="90"/>
                    <a:pt x="130" y="102"/>
                    <a:pt x="142" y="113"/>
                  </a:cubicBezTo>
                  <a:cubicBezTo>
                    <a:pt x="146" y="115"/>
                    <a:pt x="146" y="121"/>
                    <a:pt x="143" y="124"/>
                  </a:cubicBezTo>
                  <a:cubicBezTo>
                    <a:pt x="141" y="126"/>
                    <a:pt x="139" y="127"/>
                    <a:pt x="137" y="127"/>
                  </a:cubicBezTo>
                  <a:cubicBezTo>
                    <a:pt x="135" y="127"/>
                    <a:pt x="133" y="127"/>
                    <a:pt x="132" y="1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9" name="Google Shape;3919;p47"/>
            <p:cNvSpPr/>
            <p:nvPr/>
          </p:nvSpPr>
          <p:spPr>
            <a:xfrm>
              <a:off x="4081680" y="4574520"/>
              <a:ext cx="22680" cy="27720"/>
            </a:xfrm>
            <a:custGeom>
              <a:avLst/>
              <a:gdLst/>
              <a:ahLst/>
              <a:cxnLst/>
              <a:rect l="l" t="t" r="r" b="b"/>
              <a:pathLst>
                <a:path w="63" h="77" extrusionOk="0">
                  <a:moveTo>
                    <a:pt x="44" y="72"/>
                  </a:moveTo>
                  <a:cubicBezTo>
                    <a:pt x="38" y="63"/>
                    <a:pt x="32" y="55"/>
                    <a:pt x="25" y="46"/>
                  </a:cubicBezTo>
                  <a:cubicBezTo>
                    <a:pt x="20" y="38"/>
                    <a:pt x="15" y="31"/>
                    <a:pt x="9" y="23"/>
                  </a:cubicBezTo>
                  <a:lnTo>
                    <a:pt x="10" y="24"/>
                  </a:lnTo>
                  <a:cubicBezTo>
                    <a:pt x="9" y="23"/>
                    <a:pt x="8" y="21"/>
                    <a:pt x="7" y="20"/>
                  </a:cubicBezTo>
                  <a:cubicBezTo>
                    <a:pt x="7" y="21"/>
                    <a:pt x="8" y="21"/>
                    <a:pt x="8" y="21"/>
                  </a:cubicBezTo>
                  <a:cubicBezTo>
                    <a:pt x="7" y="20"/>
                    <a:pt x="6" y="19"/>
                    <a:pt x="5" y="18"/>
                  </a:cubicBezTo>
                  <a:cubicBezTo>
                    <a:pt x="1" y="16"/>
                    <a:pt x="0" y="10"/>
                    <a:pt x="3" y="6"/>
                  </a:cubicBezTo>
                  <a:cubicBezTo>
                    <a:pt x="6" y="0"/>
                    <a:pt x="13" y="0"/>
                    <a:pt x="17" y="3"/>
                  </a:cubicBezTo>
                  <a:cubicBezTo>
                    <a:pt x="19" y="5"/>
                    <a:pt x="20" y="6"/>
                    <a:pt x="2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7" y="15"/>
                    <a:pt x="32" y="23"/>
                    <a:pt x="38" y="32"/>
                  </a:cubicBezTo>
                  <a:cubicBezTo>
                    <a:pt x="44" y="42"/>
                    <a:pt x="52" y="52"/>
                    <a:pt x="59" y="62"/>
                  </a:cubicBezTo>
                  <a:cubicBezTo>
                    <a:pt x="62" y="65"/>
                    <a:pt x="61" y="71"/>
                    <a:pt x="57" y="74"/>
                  </a:cubicBezTo>
                  <a:cubicBezTo>
                    <a:pt x="55" y="75"/>
                    <a:pt x="54" y="76"/>
                    <a:pt x="52" y="76"/>
                  </a:cubicBezTo>
                  <a:cubicBezTo>
                    <a:pt x="49" y="76"/>
                    <a:pt x="46" y="74"/>
                    <a:pt x="44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0" name="Google Shape;3920;p47"/>
            <p:cNvSpPr/>
            <p:nvPr/>
          </p:nvSpPr>
          <p:spPr>
            <a:xfrm>
              <a:off x="4173120" y="4628520"/>
              <a:ext cx="29880" cy="17640"/>
            </a:xfrm>
            <a:custGeom>
              <a:avLst/>
              <a:gdLst/>
              <a:ahLst/>
              <a:cxnLst/>
              <a:rect l="l" t="t" r="r" b="b"/>
              <a:pathLst>
                <a:path w="83" h="49" extrusionOk="0">
                  <a:moveTo>
                    <a:pt x="69" y="47"/>
                  </a:moveTo>
                  <a:cubicBezTo>
                    <a:pt x="61" y="45"/>
                    <a:pt x="54" y="43"/>
                    <a:pt x="47" y="40"/>
                  </a:cubicBezTo>
                  <a:cubicBezTo>
                    <a:pt x="39" y="37"/>
                    <a:pt x="31" y="33"/>
                    <a:pt x="23" y="29"/>
                  </a:cubicBezTo>
                  <a:cubicBezTo>
                    <a:pt x="20" y="28"/>
                    <a:pt x="16" y="25"/>
                    <a:pt x="14" y="23"/>
                  </a:cubicBezTo>
                  <a:cubicBezTo>
                    <a:pt x="12" y="22"/>
                    <a:pt x="10" y="21"/>
                    <a:pt x="9" y="20"/>
                  </a:cubicBezTo>
                  <a:cubicBezTo>
                    <a:pt x="8" y="19"/>
                    <a:pt x="7" y="19"/>
                    <a:pt x="5" y="18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5" y="0"/>
                    <a:pt x="18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24" y="8"/>
                    <a:pt x="28" y="11"/>
                    <a:pt x="33" y="14"/>
                  </a:cubicBezTo>
                  <a:cubicBezTo>
                    <a:pt x="37" y="15"/>
                    <a:pt x="40" y="17"/>
                    <a:pt x="44" y="19"/>
                  </a:cubicBezTo>
                  <a:cubicBezTo>
                    <a:pt x="49" y="21"/>
                    <a:pt x="53" y="23"/>
                    <a:pt x="57" y="25"/>
                  </a:cubicBezTo>
                  <a:cubicBezTo>
                    <a:pt x="63" y="26"/>
                    <a:pt x="68" y="28"/>
                    <a:pt x="74" y="30"/>
                  </a:cubicBezTo>
                  <a:cubicBezTo>
                    <a:pt x="79" y="32"/>
                    <a:pt x="82" y="37"/>
                    <a:pt x="80" y="41"/>
                  </a:cubicBezTo>
                  <a:cubicBezTo>
                    <a:pt x="79" y="46"/>
                    <a:pt x="75" y="48"/>
                    <a:pt x="71" y="48"/>
                  </a:cubicBezTo>
                  <a:cubicBezTo>
                    <a:pt x="71" y="48"/>
                    <a:pt x="69" y="48"/>
                    <a:pt x="69" y="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1" name="Google Shape;3921;p47"/>
            <p:cNvSpPr/>
            <p:nvPr/>
          </p:nvSpPr>
          <p:spPr>
            <a:xfrm>
              <a:off x="4237920" y="4626360"/>
              <a:ext cx="45360" cy="19080"/>
            </a:xfrm>
            <a:custGeom>
              <a:avLst/>
              <a:gdLst/>
              <a:ahLst/>
              <a:cxnLst/>
              <a:rect l="l" t="t" r="r" b="b"/>
              <a:pathLst>
                <a:path w="126" h="53" extrusionOk="0">
                  <a:moveTo>
                    <a:pt x="1" y="45"/>
                  </a:moveTo>
                  <a:cubicBezTo>
                    <a:pt x="0" y="39"/>
                    <a:pt x="3" y="34"/>
                    <a:pt x="8" y="33"/>
                  </a:cubicBezTo>
                  <a:cubicBezTo>
                    <a:pt x="22" y="30"/>
                    <a:pt x="35" y="27"/>
                    <a:pt x="49" y="22"/>
                  </a:cubicBezTo>
                  <a:cubicBezTo>
                    <a:pt x="70" y="17"/>
                    <a:pt x="91" y="9"/>
                    <a:pt x="112" y="2"/>
                  </a:cubicBezTo>
                  <a:cubicBezTo>
                    <a:pt x="117" y="0"/>
                    <a:pt x="122" y="2"/>
                    <a:pt x="124" y="7"/>
                  </a:cubicBezTo>
                  <a:cubicBezTo>
                    <a:pt x="125" y="11"/>
                    <a:pt x="123" y="17"/>
                    <a:pt x="118" y="18"/>
                  </a:cubicBezTo>
                  <a:cubicBezTo>
                    <a:pt x="100" y="25"/>
                    <a:pt x="82" y="32"/>
                    <a:pt x="63" y="37"/>
                  </a:cubicBezTo>
                  <a:cubicBezTo>
                    <a:pt x="55" y="40"/>
                    <a:pt x="47" y="42"/>
                    <a:pt x="39" y="45"/>
                  </a:cubicBezTo>
                  <a:cubicBezTo>
                    <a:pt x="30" y="47"/>
                    <a:pt x="21" y="49"/>
                    <a:pt x="12" y="52"/>
                  </a:cubicBezTo>
                  <a:cubicBezTo>
                    <a:pt x="11" y="52"/>
                    <a:pt x="11" y="52"/>
                    <a:pt x="10" y="52"/>
                  </a:cubicBezTo>
                  <a:cubicBezTo>
                    <a:pt x="6" y="52"/>
                    <a:pt x="2" y="49"/>
                    <a:pt x="1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2" name="Google Shape;3922;p47"/>
            <p:cNvSpPr/>
            <p:nvPr/>
          </p:nvSpPr>
          <p:spPr>
            <a:xfrm>
              <a:off x="4312440" y="4589640"/>
              <a:ext cx="23760" cy="22320"/>
            </a:xfrm>
            <a:custGeom>
              <a:avLst/>
              <a:gdLst/>
              <a:ahLst/>
              <a:cxnLst/>
              <a:rect l="l" t="t" r="r" b="b"/>
              <a:pathLst>
                <a:path w="66" h="62" extrusionOk="0">
                  <a:moveTo>
                    <a:pt x="3" y="57"/>
                  </a:moveTo>
                  <a:cubicBezTo>
                    <a:pt x="0" y="54"/>
                    <a:pt x="0" y="48"/>
                    <a:pt x="4" y="44"/>
                  </a:cubicBezTo>
                  <a:cubicBezTo>
                    <a:pt x="11" y="38"/>
                    <a:pt x="18" y="32"/>
                    <a:pt x="24" y="25"/>
                  </a:cubicBezTo>
                  <a:cubicBezTo>
                    <a:pt x="32" y="18"/>
                    <a:pt x="40" y="11"/>
                    <a:pt x="49" y="4"/>
                  </a:cubicBezTo>
                  <a:cubicBezTo>
                    <a:pt x="52" y="0"/>
                    <a:pt x="58" y="1"/>
                    <a:pt x="61" y="4"/>
                  </a:cubicBezTo>
                  <a:cubicBezTo>
                    <a:pt x="65" y="9"/>
                    <a:pt x="65" y="14"/>
                    <a:pt x="61" y="17"/>
                  </a:cubicBezTo>
                  <a:cubicBezTo>
                    <a:pt x="53" y="25"/>
                    <a:pt x="45" y="32"/>
                    <a:pt x="37" y="39"/>
                  </a:cubicBezTo>
                  <a:cubicBezTo>
                    <a:pt x="30" y="45"/>
                    <a:pt x="24" y="52"/>
                    <a:pt x="17" y="59"/>
                  </a:cubicBezTo>
                  <a:cubicBezTo>
                    <a:pt x="15" y="60"/>
                    <a:pt x="12" y="61"/>
                    <a:pt x="10" y="61"/>
                  </a:cubicBezTo>
                  <a:cubicBezTo>
                    <a:pt x="8" y="61"/>
                    <a:pt x="5" y="60"/>
                    <a:pt x="3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3" name="Google Shape;3923;p47"/>
            <p:cNvSpPr/>
            <p:nvPr/>
          </p:nvSpPr>
          <p:spPr>
            <a:xfrm>
              <a:off x="4367520" y="4523760"/>
              <a:ext cx="34560" cy="32040"/>
            </a:xfrm>
            <a:custGeom>
              <a:avLst/>
              <a:gdLst/>
              <a:ahLst/>
              <a:cxnLst/>
              <a:rect l="l" t="t" r="r" b="b"/>
              <a:pathLst>
                <a:path w="96" h="89" extrusionOk="0">
                  <a:moveTo>
                    <a:pt x="4" y="86"/>
                  </a:moveTo>
                  <a:cubicBezTo>
                    <a:pt x="2" y="84"/>
                    <a:pt x="1" y="81"/>
                    <a:pt x="0" y="79"/>
                  </a:cubicBezTo>
                  <a:cubicBezTo>
                    <a:pt x="0" y="76"/>
                    <a:pt x="1" y="73"/>
                    <a:pt x="4" y="71"/>
                  </a:cubicBezTo>
                  <a:cubicBezTo>
                    <a:pt x="9" y="66"/>
                    <a:pt x="14" y="61"/>
                    <a:pt x="20" y="56"/>
                  </a:cubicBezTo>
                  <a:cubicBezTo>
                    <a:pt x="27" y="51"/>
                    <a:pt x="32" y="46"/>
                    <a:pt x="38" y="41"/>
                  </a:cubicBezTo>
                  <a:cubicBezTo>
                    <a:pt x="52" y="28"/>
                    <a:pt x="66" y="16"/>
                    <a:pt x="78" y="3"/>
                  </a:cubicBezTo>
                  <a:cubicBezTo>
                    <a:pt x="82" y="0"/>
                    <a:pt x="88" y="0"/>
                    <a:pt x="91" y="4"/>
                  </a:cubicBezTo>
                  <a:cubicBezTo>
                    <a:pt x="95" y="8"/>
                    <a:pt x="94" y="13"/>
                    <a:pt x="91" y="17"/>
                  </a:cubicBezTo>
                  <a:cubicBezTo>
                    <a:pt x="79" y="28"/>
                    <a:pt x="67" y="39"/>
                    <a:pt x="55" y="50"/>
                  </a:cubicBezTo>
                  <a:cubicBezTo>
                    <a:pt x="49" y="55"/>
                    <a:pt x="43" y="60"/>
                    <a:pt x="38" y="66"/>
                  </a:cubicBezTo>
                  <a:cubicBezTo>
                    <a:pt x="32" y="70"/>
                    <a:pt x="26" y="76"/>
                    <a:pt x="21" y="81"/>
                  </a:cubicBezTo>
                  <a:cubicBezTo>
                    <a:pt x="21" y="80"/>
                    <a:pt x="21" y="80"/>
                    <a:pt x="21" y="80"/>
                  </a:cubicBezTo>
                  <a:lnTo>
                    <a:pt x="21" y="81"/>
                  </a:lnTo>
                  <a:cubicBezTo>
                    <a:pt x="20" y="82"/>
                    <a:pt x="18" y="83"/>
                    <a:pt x="17" y="84"/>
                  </a:cubicBezTo>
                  <a:cubicBezTo>
                    <a:pt x="15" y="87"/>
                    <a:pt x="13" y="88"/>
                    <a:pt x="10" y="88"/>
                  </a:cubicBezTo>
                  <a:cubicBezTo>
                    <a:pt x="8" y="88"/>
                    <a:pt x="6" y="87"/>
                    <a:pt x="4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4" name="Google Shape;3924;p47"/>
            <p:cNvSpPr/>
            <p:nvPr/>
          </p:nvSpPr>
          <p:spPr>
            <a:xfrm>
              <a:off x="4428360" y="4454280"/>
              <a:ext cx="37080" cy="38520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9" y="106"/>
                  </a:moveTo>
                  <a:cubicBezTo>
                    <a:pt x="3" y="104"/>
                    <a:pt x="0" y="98"/>
                    <a:pt x="3" y="92"/>
                  </a:cubicBezTo>
                  <a:cubicBezTo>
                    <a:pt x="7" y="84"/>
                    <a:pt x="14" y="76"/>
                    <a:pt x="20" y="69"/>
                  </a:cubicBezTo>
                  <a:cubicBezTo>
                    <a:pt x="27" y="62"/>
                    <a:pt x="34" y="56"/>
                    <a:pt x="41" y="49"/>
                  </a:cubicBezTo>
                  <a:cubicBezTo>
                    <a:pt x="56" y="35"/>
                    <a:pt x="71" y="21"/>
                    <a:pt x="85" y="6"/>
                  </a:cubicBezTo>
                  <a:cubicBezTo>
                    <a:pt x="86" y="6"/>
                    <a:pt x="87" y="4"/>
                    <a:pt x="87" y="4"/>
                  </a:cubicBezTo>
                  <a:cubicBezTo>
                    <a:pt x="91" y="0"/>
                    <a:pt x="97" y="1"/>
                    <a:pt x="100" y="4"/>
                  </a:cubicBezTo>
                  <a:cubicBezTo>
                    <a:pt x="101" y="6"/>
                    <a:pt x="102" y="9"/>
                    <a:pt x="102" y="11"/>
                  </a:cubicBezTo>
                  <a:cubicBezTo>
                    <a:pt x="102" y="13"/>
                    <a:pt x="101" y="16"/>
                    <a:pt x="99" y="17"/>
                  </a:cubicBezTo>
                  <a:cubicBezTo>
                    <a:pt x="88" y="28"/>
                    <a:pt x="77" y="39"/>
                    <a:pt x="66" y="51"/>
                  </a:cubicBezTo>
                  <a:cubicBezTo>
                    <a:pt x="56" y="60"/>
                    <a:pt x="45" y="71"/>
                    <a:pt x="35" y="81"/>
                  </a:cubicBezTo>
                  <a:cubicBezTo>
                    <a:pt x="31" y="85"/>
                    <a:pt x="28" y="88"/>
                    <a:pt x="25" y="92"/>
                  </a:cubicBezTo>
                  <a:cubicBezTo>
                    <a:pt x="24" y="94"/>
                    <a:pt x="23" y="95"/>
                    <a:pt x="21" y="97"/>
                  </a:cubicBezTo>
                  <a:cubicBezTo>
                    <a:pt x="21" y="98"/>
                    <a:pt x="21" y="99"/>
                    <a:pt x="20" y="101"/>
                  </a:cubicBezTo>
                  <a:cubicBezTo>
                    <a:pt x="20" y="100"/>
                    <a:pt x="20" y="100"/>
                    <a:pt x="20" y="99"/>
                  </a:cubicBezTo>
                  <a:cubicBezTo>
                    <a:pt x="20" y="102"/>
                    <a:pt x="18" y="104"/>
                    <a:pt x="16" y="105"/>
                  </a:cubicBezTo>
                  <a:cubicBezTo>
                    <a:pt x="14" y="106"/>
                    <a:pt x="13" y="106"/>
                    <a:pt x="11" y="106"/>
                  </a:cubicBezTo>
                  <a:cubicBezTo>
                    <a:pt x="10" y="106"/>
                    <a:pt x="10" y="106"/>
                    <a:pt x="9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5" name="Google Shape;3925;p47"/>
            <p:cNvSpPr/>
            <p:nvPr/>
          </p:nvSpPr>
          <p:spPr>
            <a:xfrm>
              <a:off x="4491000" y="4366440"/>
              <a:ext cx="49680" cy="60840"/>
            </a:xfrm>
            <a:custGeom>
              <a:avLst/>
              <a:gdLst/>
              <a:ahLst/>
              <a:cxnLst/>
              <a:rect l="l" t="t" r="r" b="b"/>
              <a:pathLst>
                <a:path w="138" h="169" extrusionOk="0">
                  <a:moveTo>
                    <a:pt x="9" y="167"/>
                  </a:moveTo>
                  <a:cubicBezTo>
                    <a:pt x="4" y="166"/>
                    <a:pt x="0" y="161"/>
                    <a:pt x="1" y="157"/>
                  </a:cubicBezTo>
                  <a:cubicBezTo>
                    <a:pt x="4" y="147"/>
                    <a:pt x="8" y="139"/>
                    <a:pt x="14" y="131"/>
                  </a:cubicBezTo>
                  <a:cubicBezTo>
                    <a:pt x="20" y="123"/>
                    <a:pt x="26" y="116"/>
                    <a:pt x="33" y="109"/>
                  </a:cubicBezTo>
                  <a:cubicBezTo>
                    <a:pt x="40" y="102"/>
                    <a:pt x="46" y="95"/>
                    <a:pt x="52" y="88"/>
                  </a:cubicBezTo>
                  <a:cubicBezTo>
                    <a:pt x="58" y="81"/>
                    <a:pt x="64" y="74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8" y="56"/>
                    <a:pt x="84" y="45"/>
                    <a:pt x="91" y="35"/>
                  </a:cubicBezTo>
                  <a:cubicBezTo>
                    <a:pt x="99" y="23"/>
                    <a:pt x="110" y="13"/>
                    <a:pt x="121" y="3"/>
                  </a:cubicBezTo>
                  <a:cubicBezTo>
                    <a:pt x="125" y="0"/>
                    <a:pt x="131" y="0"/>
                    <a:pt x="133" y="4"/>
                  </a:cubicBezTo>
                  <a:cubicBezTo>
                    <a:pt x="137" y="7"/>
                    <a:pt x="137" y="13"/>
                    <a:pt x="133" y="17"/>
                  </a:cubicBezTo>
                  <a:cubicBezTo>
                    <a:pt x="128" y="21"/>
                    <a:pt x="124" y="25"/>
                    <a:pt x="119" y="30"/>
                  </a:cubicBezTo>
                  <a:cubicBezTo>
                    <a:pt x="117" y="32"/>
                    <a:pt x="115" y="34"/>
                    <a:pt x="114" y="35"/>
                  </a:cubicBezTo>
                  <a:cubicBezTo>
                    <a:pt x="112" y="37"/>
                    <a:pt x="111" y="39"/>
                    <a:pt x="110" y="41"/>
                  </a:cubicBezTo>
                  <a:cubicBezTo>
                    <a:pt x="104" y="48"/>
                    <a:pt x="100" y="56"/>
                    <a:pt x="94" y="64"/>
                  </a:cubicBezTo>
                  <a:cubicBezTo>
                    <a:pt x="88" y="72"/>
                    <a:pt x="82" y="80"/>
                    <a:pt x="76" y="87"/>
                  </a:cubicBezTo>
                  <a:cubicBezTo>
                    <a:pt x="64" y="103"/>
                    <a:pt x="50" y="117"/>
                    <a:pt x="37" y="132"/>
                  </a:cubicBezTo>
                  <a:cubicBezTo>
                    <a:pt x="34" y="135"/>
                    <a:pt x="31" y="139"/>
                    <a:pt x="29" y="143"/>
                  </a:cubicBezTo>
                  <a:cubicBezTo>
                    <a:pt x="27" y="145"/>
                    <a:pt x="26" y="148"/>
                    <a:pt x="24" y="150"/>
                  </a:cubicBezTo>
                  <a:cubicBezTo>
                    <a:pt x="23" y="153"/>
                    <a:pt x="22" y="155"/>
                    <a:pt x="21" y="157"/>
                  </a:cubicBezTo>
                  <a:lnTo>
                    <a:pt x="20" y="157"/>
                  </a:lnTo>
                  <a:cubicBezTo>
                    <a:pt x="20" y="158"/>
                    <a:pt x="20" y="158"/>
                    <a:pt x="20" y="158"/>
                  </a:cubicBezTo>
                  <a:cubicBezTo>
                    <a:pt x="20" y="159"/>
                    <a:pt x="20" y="159"/>
                    <a:pt x="20" y="160"/>
                  </a:cubicBezTo>
                  <a:cubicBezTo>
                    <a:pt x="19" y="164"/>
                    <a:pt x="15" y="168"/>
                    <a:pt x="10" y="168"/>
                  </a:cubicBezTo>
                  <a:lnTo>
                    <a:pt x="9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6" name="Google Shape;3926;p47"/>
            <p:cNvSpPr/>
            <p:nvPr/>
          </p:nvSpPr>
          <p:spPr>
            <a:xfrm>
              <a:off x="4010400" y="4615200"/>
              <a:ext cx="29160" cy="2304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5" y="61"/>
                  </a:moveTo>
                  <a:cubicBezTo>
                    <a:pt x="1" y="58"/>
                    <a:pt x="0" y="52"/>
                    <a:pt x="4" y="48"/>
                  </a:cubicBezTo>
                  <a:cubicBezTo>
                    <a:pt x="8" y="42"/>
                    <a:pt x="14" y="38"/>
                    <a:pt x="20" y="35"/>
                  </a:cubicBezTo>
                  <a:cubicBezTo>
                    <a:pt x="24" y="33"/>
                    <a:pt x="29" y="31"/>
                    <a:pt x="33" y="28"/>
                  </a:cubicBezTo>
                  <a:cubicBezTo>
                    <a:pt x="39" y="24"/>
                    <a:pt x="45" y="20"/>
                    <a:pt x="51" y="16"/>
                  </a:cubicBezTo>
                  <a:cubicBezTo>
                    <a:pt x="55" y="12"/>
                    <a:pt x="60" y="7"/>
                    <a:pt x="64" y="3"/>
                  </a:cubicBezTo>
                  <a:cubicBezTo>
                    <a:pt x="68" y="0"/>
                    <a:pt x="74" y="0"/>
                    <a:pt x="77" y="4"/>
                  </a:cubicBezTo>
                  <a:cubicBezTo>
                    <a:pt x="80" y="8"/>
                    <a:pt x="80" y="13"/>
                    <a:pt x="76" y="17"/>
                  </a:cubicBezTo>
                  <a:cubicBezTo>
                    <a:pt x="72" y="21"/>
                    <a:pt x="68" y="26"/>
                    <a:pt x="62" y="30"/>
                  </a:cubicBezTo>
                  <a:lnTo>
                    <a:pt x="63" y="30"/>
                  </a:lnTo>
                  <a:cubicBezTo>
                    <a:pt x="57" y="35"/>
                    <a:pt x="50" y="40"/>
                    <a:pt x="44" y="44"/>
                  </a:cubicBezTo>
                  <a:cubicBezTo>
                    <a:pt x="37" y="47"/>
                    <a:pt x="32" y="50"/>
                    <a:pt x="25" y="53"/>
                  </a:cubicBezTo>
                  <a:cubicBezTo>
                    <a:pt x="24" y="55"/>
                    <a:pt x="23" y="55"/>
                    <a:pt x="22" y="56"/>
                  </a:cubicBezTo>
                  <a:cubicBezTo>
                    <a:pt x="21" y="56"/>
                    <a:pt x="20" y="57"/>
                    <a:pt x="20" y="58"/>
                  </a:cubicBezTo>
                  <a:cubicBezTo>
                    <a:pt x="19" y="58"/>
                    <a:pt x="19" y="59"/>
                    <a:pt x="18" y="60"/>
                  </a:cubicBezTo>
                  <a:cubicBezTo>
                    <a:pt x="16" y="62"/>
                    <a:pt x="13" y="63"/>
                    <a:pt x="11" y="63"/>
                  </a:cubicBezTo>
                  <a:cubicBezTo>
                    <a:pt x="9" y="63"/>
                    <a:pt x="6" y="62"/>
                    <a:pt x="5" y="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7" name="Google Shape;3927;p47"/>
            <p:cNvSpPr/>
            <p:nvPr/>
          </p:nvSpPr>
          <p:spPr>
            <a:xfrm>
              <a:off x="4053600" y="4540320"/>
              <a:ext cx="30960" cy="42840"/>
            </a:xfrm>
            <a:custGeom>
              <a:avLst/>
              <a:gdLst/>
              <a:ahLst/>
              <a:cxnLst/>
              <a:rect l="l" t="t" r="r" b="b"/>
              <a:pathLst>
                <a:path w="86" h="119" extrusionOk="0">
                  <a:moveTo>
                    <a:pt x="6" y="116"/>
                  </a:moveTo>
                  <a:cubicBezTo>
                    <a:pt x="2" y="113"/>
                    <a:pt x="0" y="107"/>
                    <a:pt x="3" y="103"/>
                  </a:cubicBezTo>
                  <a:cubicBezTo>
                    <a:pt x="8" y="96"/>
                    <a:pt x="13" y="89"/>
                    <a:pt x="18" y="82"/>
                  </a:cubicBezTo>
                  <a:cubicBezTo>
                    <a:pt x="23" y="74"/>
                    <a:pt x="29" y="66"/>
                    <a:pt x="34" y="58"/>
                  </a:cubicBezTo>
                  <a:cubicBezTo>
                    <a:pt x="46" y="41"/>
                    <a:pt x="57" y="23"/>
                    <a:pt x="68" y="6"/>
                  </a:cubicBezTo>
                  <a:cubicBezTo>
                    <a:pt x="70" y="2"/>
                    <a:pt x="76" y="0"/>
                    <a:pt x="80" y="3"/>
                  </a:cubicBezTo>
                  <a:cubicBezTo>
                    <a:pt x="84" y="6"/>
                    <a:pt x="85" y="12"/>
                    <a:pt x="82" y="16"/>
                  </a:cubicBezTo>
                  <a:cubicBezTo>
                    <a:pt x="72" y="33"/>
                    <a:pt x="61" y="50"/>
                    <a:pt x="50" y="67"/>
                  </a:cubicBezTo>
                  <a:cubicBezTo>
                    <a:pt x="45" y="75"/>
                    <a:pt x="39" y="83"/>
                    <a:pt x="34" y="91"/>
                  </a:cubicBezTo>
                  <a:cubicBezTo>
                    <a:pt x="29" y="99"/>
                    <a:pt x="24" y="106"/>
                    <a:pt x="19" y="113"/>
                  </a:cubicBezTo>
                  <a:cubicBezTo>
                    <a:pt x="17" y="116"/>
                    <a:pt x="14" y="118"/>
                    <a:pt x="11" y="118"/>
                  </a:cubicBezTo>
                  <a:cubicBezTo>
                    <a:pt x="10" y="118"/>
                    <a:pt x="8" y="117"/>
                    <a:pt x="6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8" name="Google Shape;3928;p47"/>
            <p:cNvSpPr/>
            <p:nvPr/>
          </p:nvSpPr>
          <p:spPr>
            <a:xfrm>
              <a:off x="4088520" y="4478040"/>
              <a:ext cx="27000" cy="46080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10" y="127"/>
                  </a:moveTo>
                  <a:cubicBezTo>
                    <a:pt x="4" y="127"/>
                    <a:pt x="0" y="122"/>
                    <a:pt x="2" y="116"/>
                  </a:cubicBezTo>
                  <a:cubicBezTo>
                    <a:pt x="3" y="111"/>
                    <a:pt x="4" y="106"/>
                    <a:pt x="6" y="101"/>
                  </a:cubicBezTo>
                  <a:cubicBezTo>
                    <a:pt x="7" y="97"/>
                    <a:pt x="10" y="92"/>
                    <a:pt x="11" y="87"/>
                  </a:cubicBezTo>
                  <a:cubicBezTo>
                    <a:pt x="15" y="78"/>
                    <a:pt x="19" y="70"/>
                    <a:pt x="24" y="62"/>
                  </a:cubicBezTo>
                  <a:cubicBezTo>
                    <a:pt x="33" y="45"/>
                    <a:pt x="43" y="27"/>
                    <a:pt x="53" y="10"/>
                  </a:cubicBezTo>
                  <a:cubicBezTo>
                    <a:pt x="55" y="9"/>
                    <a:pt x="55" y="7"/>
                    <a:pt x="56" y="6"/>
                  </a:cubicBezTo>
                  <a:cubicBezTo>
                    <a:pt x="59" y="2"/>
                    <a:pt x="64" y="0"/>
                    <a:pt x="68" y="3"/>
                  </a:cubicBezTo>
                  <a:cubicBezTo>
                    <a:pt x="73" y="6"/>
                    <a:pt x="74" y="11"/>
                    <a:pt x="71" y="16"/>
                  </a:cubicBezTo>
                  <a:cubicBezTo>
                    <a:pt x="63" y="28"/>
                    <a:pt x="56" y="41"/>
                    <a:pt x="49" y="53"/>
                  </a:cubicBezTo>
                  <a:cubicBezTo>
                    <a:pt x="48" y="54"/>
                    <a:pt x="48" y="55"/>
                    <a:pt x="48" y="55"/>
                  </a:cubicBezTo>
                  <a:cubicBezTo>
                    <a:pt x="48" y="56"/>
                    <a:pt x="47" y="56"/>
                    <a:pt x="47" y="57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6" y="58"/>
                    <a:pt x="45" y="60"/>
                    <a:pt x="43" y="63"/>
                  </a:cubicBezTo>
                  <a:cubicBezTo>
                    <a:pt x="43" y="62"/>
                    <a:pt x="44" y="62"/>
                    <a:pt x="44" y="62"/>
                  </a:cubicBezTo>
                  <a:cubicBezTo>
                    <a:pt x="41" y="69"/>
                    <a:pt x="37" y="75"/>
                    <a:pt x="34" y="81"/>
                  </a:cubicBezTo>
                  <a:cubicBezTo>
                    <a:pt x="31" y="87"/>
                    <a:pt x="29" y="94"/>
                    <a:pt x="27" y="99"/>
                  </a:cubicBezTo>
                  <a:cubicBezTo>
                    <a:pt x="25" y="104"/>
                    <a:pt x="23" y="109"/>
                    <a:pt x="22" y="114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6"/>
                    <a:pt x="21" y="118"/>
                    <a:pt x="21" y="120"/>
                  </a:cubicBezTo>
                  <a:cubicBezTo>
                    <a:pt x="20" y="125"/>
                    <a:pt x="16" y="127"/>
                    <a:pt x="11" y="127"/>
                  </a:cubicBezTo>
                  <a:lnTo>
                    <a:pt x="10" y="12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9" name="Google Shape;3929;p47"/>
            <p:cNvSpPr/>
            <p:nvPr/>
          </p:nvSpPr>
          <p:spPr>
            <a:xfrm>
              <a:off x="4122720" y="4394880"/>
              <a:ext cx="30600" cy="45000"/>
            </a:xfrm>
            <a:custGeom>
              <a:avLst/>
              <a:gdLst/>
              <a:ahLst/>
              <a:cxnLst/>
              <a:rect l="l" t="t" r="r" b="b"/>
              <a:pathLst>
                <a:path w="85" h="125" extrusionOk="0">
                  <a:moveTo>
                    <a:pt x="6" y="122"/>
                  </a:moveTo>
                  <a:cubicBezTo>
                    <a:pt x="1" y="119"/>
                    <a:pt x="0" y="112"/>
                    <a:pt x="4" y="108"/>
                  </a:cubicBezTo>
                  <a:cubicBezTo>
                    <a:pt x="5" y="108"/>
                    <a:pt x="5" y="108"/>
                    <a:pt x="5" y="108"/>
                  </a:cubicBezTo>
                  <a:lnTo>
                    <a:pt x="4" y="108"/>
                  </a:lnTo>
                  <a:cubicBezTo>
                    <a:pt x="5" y="108"/>
                    <a:pt x="5" y="108"/>
                    <a:pt x="5" y="107"/>
                  </a:cubicBezTo>
                  <a:cubicBezTo>
                    <a:pt x="7" y="104"/>
                    <a:pt x="9" y="100"/>
                    <a:pt x="11" y="96"/>
                  </a:cubicBezTo>
                  <a:cubicBezTo>
                    <a:pt x="13" y="93"/>
                    <a:pt x="16" y="89"/>
                    <a:pt x="18" y="85"/>
                  </a:cubicBezTo>
                  <a:cubicBezTo>
                    <a:pt x="23" y="76"/>
                    <a:pt x="28" y="68"/>
                    <a:pt x="33" y="59"/>
                  </a:cubicBezTo>
                  <a:cubicBezTo>
                    <a:pt x="44" y="41"/>
                    <a:pt x="55" y="23"/>
                    <a:pt x="67" y="5"/>
                  </a:cubicBezTo>
                  <a:cubicBezTo>
                    <a:pt x="69" y="1"/>
                    <a:pt x="75" y="0"/>
                    <a:pt x="79" y="2"/>
                  </a:cubicBezTo>
                  <a:cubicBezTo>
                    <a:pt x="83" y="5"/>
                    <a:pt x="84" y="11"/>
                    <a:pt x="81" y="15"/>
                  </a:cubicBezTo>
                  <a:cubicBezTo>
                    <a:pt x="63" y="43"/>
                    <a:pt x="45" y="72"/>
                    <a:pt x="29" y="102"/>
                  </a:cubicBezTo>
                  <a:cubicBezTo>
                    <a:pt x="26" y="106"/>
                    <a:pt x="24" y="111"/>
                    <a:pt x="21" y="115"/>
                  </a:cubicBezTo>
                  <a:lnTo>
                    <a:pt x="22" y="115"/>
                  </a:lnTo>
                  <a:lnTo>
                    <a:pt x="21" y="115"/>
                  </a:lnTo>
                  <a:lnTo>
                    <a:pt x="21" y="116"/>
                  </a:lnTo>
                  <a:lnTo>
                    <a:pt x="21" y="115"/>
                  </a:lnTo>
                  <a:cubicBezTo>
                    <a:pt x="21" y="116"/>
                    <a:pt x="21" y="117"/>
                    <a:pt x="21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19" y="121"/>
                    <a:pt x="15" y="124"/>
                    <a:pt x="12" y="124"/>
                  </a:cubicBezTo>
                  <a:cubicBezTo>
                    <a:pt x="10" y="124"/>
                    <a:pt x="8" y="123"/>
                    <a:pt x="6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0" name="Google Shape;3930;p47"/>
            <p:cNvSpPr/>
            <p:nvPr/>
          </p:nvSpPr>
          <p:spPr>
            <a:xfrm>
              <a:off x="4166640" y="4354920"/>
              <a:ext cx="25560" cy="19440"/>
            </a:xfrm>
            <a:custGeom>
              <a:avLst/>
              <a:gdLst/>
              <a:ahLst/>
              <a:cxnLst/>
              <a:rect l="l" t="t" r="r" b="b"/>
              <a:pathLst>
                <a:path w="71" h="54" extrusionOk="0">
                  <a:moveTo>
                    <a:pt x="5" y="51"/>
                  </a:moveTo>
                  <a:cubicBezTo>
                    <a:pt x="1" y="48"/>
                    <a:pt x="0" y="42"/>
                    <a:pt x="4" y="38"/>
                  </a:cubicBezTo>
                  <a:cubicBezTo>
                    <a:pt x="6" y="34"/>
                    <a:pt x="10" y="31"/>
                    <a:pt x="14" y="28"/>
                  </a:cubicBezTo>
                  <a:cubicBezTo>
                    <a:pt x="18" y="25"/>
                    <a:pt x="22" y="22"/>
                    <a:pt x="26" y="20"/>
                  </a:cubicBezTo>
                  <a:cubicBezTo>
                    <a:pt x="30" y="17"/>
                    <a:pt x="34" y="14"/>
                    <a:pt x="39" y="11"/>
                  </a:cubicBezTo>
                  <a:cubicBezTo>
                    <a:pt x="44" y="8"/>
                    <a:pt x="50" y="6"/>
                    <a:pt x="55" y="3"/>
                  </a:cubicBezTo>
                  <a:cubicBezTo>
                    <a:pt x="60" y="0"/>
                    <a:pt x="65" y="2"/>
                    <a:pt x="68" y="7"/>
                  </a:cubicBezTo>
                  <a:cubicBezTo>
                    <a:pt x="70" y="11"/>
                    <a:pt x="68" y="17"/>
                    <a:pt x="64" y="19"/>
                  </a:cubicBezTo>
                  <a:cubicBezTo>
                    <a:pt x="58" y="21"/>
                    <a:pt x="53" y="24"/>
                    <a:pt x="47" y="27"/>
                  </a:cubicBezTo>
                  <a:cubicBezTo>
                    <a:pt x="40" y="32"/>
                    <a:pt x="32" y="38"/>
                    <a:pt x="25" y="43"/>
                  </a:cubicBezTo>
                  <a:cubicBezTo>
                    <a:pt x="23" y="44"/>
                    <a:pt x="22" y="45"/>
                    <a:pt x="21" y="46"/>
                  </a:cubicBezTo>
                  <a:cubicBezTo>
                    <a:pt x="20" y="47"/>
                    <a:pt x="19" y="48"/>
                    <a:pt x="19" y="49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19" y="48"/>
                    <a:pt x="19" y="49"/>
                    <a:pt x="18" y="50"/>
                  </a:cubicBezTo>
                  <a:cubicBezTo>
                    <a:pt x="16" y="52"/>
                    <a:pt x="13" y="53"/>
                    <a:pt x="11" y="53"/>
                  </a:cubicBezTo>
                  <a:cubicBezTo>
                    <a:pt x="9" y="53"/>
                    <a:pt x="6" y="52"/>
                    <a:pt x="5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1" name="Google Shape;3931;p47"/>
            <p:cNvSpPr/>
            <p:nvPr/>
          </p:nvSpPr>
          <p:spPr>
            <a:xfrm>
              <a:off x="4212360" y="4354920"/>
              <a:ext cx="29520" cy="24480"/>
            </a:xfrm>
            <a:custGeom>
              <a:avLst/>
              <a:gdLst/>
              <a:ahLst/>
              <a:cxnLst/>
              <a:rect l="l" t="t" r="r" b="b"/>
              <a:pathLst>
                <a:path w="82" h="68" extrusionOk="0">
                  <a:moveTo>
                    <a:pt x="65" y="65"/>
                  </a:moveTo>
                  <a:cubicBezTo>
                    <a:pt x="56" y="58"/>
                    <a:pt x="47" y="50"/>
                    <a:pt x="38" y="43"/>
                  </a:cubicBezTo>
                  <a:cubicBezTo>
                    <a:pt x="32" y="39"/>
                    <a:pt x="26" y="35"/>
                    <a:pt x="21" y="32"/>
                  </a:cubicBezTo>
                  <a:cubicBezTo>
                    <a:pt x="17" y="29"/>
                    <a:pt x="14" y="27"/>
                    <a:pt x="11" y="25"/>
                  </a:cubicBezTo>
                  <a:cubicBezTo>
                    <a:pt x="8" y="23"/>
                    <a:pt x="6" y="21"/>
                    <a:pt x="4" y="18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4"/>
                  </a:cubicBezTo>
                  <a:cubicBezTo>
                    <a:pt x="18" y="5"/>
                    <a:pt x="18" y="7"/>
                    <a:pt x="20" y="8"/>
                  </a:cubicBezTo>
                  <a:cubicBezTo>
                    <a:pt x="22" y="9"/>
                    <a:pt x="24" y="11"/>
                    <a:pt x="25" y="12"/>
                  </a:cubicBezTo>
                  <a:lnTo>
                    <a:pt x="25" y="11"/>
                  </a:lnTo>
                  <a:cubicBezTo>
                    <a:pt x="25" y="12"/>
                    <a:pt x="25" y="12"/>
                    <a:pt x="25" y="12"/>
                  </a:cubicBezTo>
                  <a:cubicBezTo>
                    <a:pt x="26" y="12"/>
                    <a:pt x="27" y="13"/>
                    <a:pt x="28" y="14"/>
                  </a:cubicBezTo>
                  <a:cubicBezTo>
                    <a:pt x="27" y="14"/>
                    <a:pt x="27" y="13"/>
                    <a:pt x="26" y="13"/>
                  </a:cubicBezTo>
                  <a:cubicBezTo>
                    <a:pt x="35" y="19"/>
                    <a:pt x="43" y="24"/>
                    <a:pt x="51" y="30"/>
                  </a:cubicBezTo>
                  <a:cubicBezTo>
                    <a:pt x="60" y="37"/>
                    <a:pt x="68" y="44"/>
                    <a:pt x="77" y="51"/>
                  </a:cubicBezTo>
                  <a:cubicBezTo>
                    <a:pt x="80" y="54"/>
                    <a:pt x="81" y="60"/>
                    <a:pt x="78" y="64"/>
                  </a:cubicBezTo>
                  <a:cubicBezTo>
                    <a:pt x="76" y="66"/>
                    <a:pt x="73" y="67"/>
                    <a:pt x="71" y="67"/>
                  </a:cubicBezTo>
                  <a:cubicBezTo>
                    <a:pt x="68" y="67"/>
                    <a:pt x="67" y="67"/>
                    <a:pt x="65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2" name="Google Shape;3932;p47"/>
            <p:cNvSpPr/>
            <p:nvPr/>
          </p:nvSpPr>
          <p:spPr>
            <a:xfrm>
              <a:off x="4257720" y="4390560"/>
              <a:ext cx="20520" cy="30600"/>
            </a:xfrm>
            <a:custGeom>
              <a:avLst/>
              <a:gdLst/>
              <a:ahLst/>
              <a:cxnLst/>
              <a:rect l="l" t="t" r="r" b="b"/>
              <a:pathLst>
                <a:path w="57" h="85" extrusionOk="0">
                  <a:moveTo>
                    <a:pt x="37" y="79"/>
                  </a:moveTo>
                  <a:cubicBezTo>
                    <a:pt x="36" y="76"/>
                    <a:pt x="34" y="73"/>
                    <a:pt x="32" y="70"/>
                  </a:cubicBezTo>
                  <a:cubicBezTo>
                    <a:pt x="26" y="60"/>
                    <a:pt x="20" y="51"/>
                    <a:pt x="15" y="42"/>
                  </a:cubicBezTo>
                  <a:cubicBezTo>
                    <a:pt x="10" y="33"/>
                    <a:pt x="6" y="24"/>
                    <a:pt x="2" y="15"/>
                  </a:cubicBezTo>
                  <a:cubicBezTo>
                    <a:pt x="0" y="10"/>
                    <a:pt x="2" y="4"/>
                    <a:pt x="8" y="2"/>
                  </a:cubicBezTo>
                  <a:cubicBezTo>
                    <a:pt x="13" y="0"/>
                    <a:pt x="19" y="4"/>
                    <a:pt x="20" y="9"/>
                  </a:cubicBezTo>
                  <a:lnTo>
                    <a:pt x="20" y="10"/>
                  </a:lnTo>
                  <a:cubicBezTo>
                    <a:pt x="20" y="9"/>
                    <a:pt x="20" y="9"/>
                    <a:pt x="20" y="9"/>
                  </a:cubicBezTo>
                  <a:lnTo>
                    <a:pt x="20" y="10"/>
                  </a:lnTo>
                  <a:cubicBezTo>
                    <a:pt x="21" y="12"/>
                    <a:pt x="22" y="14"/>
                    <a:pt x="23" y="16"/>
                  </a:cubicBezTo>
                  <a:lnTo>
                    <a:pt x="23" y="15"/>
                  </a:lnTo>
                  <a:cubicBezTo>
                    <a:pt x="26" y="22"/>
                    <a:pt x="29" y="28"/>
                    <a:pt x="32" y="33"/>
                  </a:cubicBezTo>
                  <a:cubicBezTo>
                    <a:pt x="39" y="46"/>
                    <a:pt x="47" y="58"/>
                    <a:pt x="54" y="71"/>
                  </a:cubicBezTo>
                  <a:cubicBezTo>
                    <a:pt x="56" y="75"/>
                    <a:pt x="54" y="81"/>
                    <a:pt x="49" y="83"/>
                  </a:cubicBezTo>
                  <a:cubicBezTo>
                    <a:pt x="48" y="84"/>
                    <a:pt x="47" y="84"/>
                    <a:pt x="46" y="84"/>
                  </a:cubicBezTo>
                  <a:cubicBezTo>
                    <a:pt x="42" y="84"/>
                    <a:pt x="39" y="82"/>
                    <a:pt x="3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3" name="Google Shape;3933;p47"/>
            <p:cNvSpPr/>
            <p:nvPr/>
          </p:nvSpPr>
          <p:spPr>
            <a:xfrm>
              <a:off x="4285800" y="4442400"/>
              <a:ext cx="22680" cy="30960"/>
            </a:xfrm>
            <a:custGeom>
              <a:avLst/>
              <a:gdLst/>
              <a:ahLst/>
              <a:cxnLst/>
              <a:rect l="l" t="t" r="r" b="b"/>
              <a:pathLst>
                <a:path w="63" h="86" extrusionOk="0">
                  <a:moveTo>
                    <a:pt x="44" y="82"/>
                  </a:moveTo>
                  <a:cubicBezTo>
                    <a:pt x="37" y="70"/>
                    <a:pt x="29" y="59"/>
                    <a:pt x="22" y="46"/>
                  </a:cubicBezTo>
                  <a:cubicBezTo>
                    <a:pt x="15" y="36"/>
                    <a:pt x="9" y="27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20" y="9"/>
                    <a:pt x="22" y="12"/>
                    <a:pt x="25" y="15"/>
                  </a:cubicBezTo>
                  <a:cubicBezTo>
                    <a:pt x="24" y="15"/>
                    <a:pt x="24" y="14"/>
                    <a:pt x="23" y="14"/>
                  </a:cubicBezTo>
                  <a:cubicBezTo>
                    <a:pt x="24" y="14"/>
                    <a:pt x="24" y="15"/>
                    <a:pt x="25" y="16"/>
                  </a:cubicBezTo>
                  <a:lnTo>
                    <a:pt x="25" y="15"/>
                  </a:lnTo>
                  <a:cubicBezTo>
                    <a:pt x="27" y="20"/>
                    <a:pt x="30" y="26"/>
                    <a:pt x="34" y="31"/>
                  </a:cubicBezTo>
                  <a:cubicBezTo>
                    <a:pt x="35" y="33"/>
                    <a:pt x="36" y="35"/>
                    <a:pt x="37" y="36"/>
                  </a:cubicBezTo>
                  <a:cubicBezTo>
                    <a:pt x="44" y="48"/>
                    <a:pt x="52" y="60"/>
                    <a:pt x="59" y="71"/>
                  </a:cubicBezTo>
                  <a:cubicBezTo>
                    <a:pt x="62" y="76"/>
                    <a:pt x="61" y="81"/>
                    <a:pt x="57" y="84"/>
                  </a:cubicBezTo>
                  <a:cubicBezTo>
                    <a:pt x="55" y="85"/>
                    <a:pt x="54" y="85"/>
                    <a:pt x="52" y="85"/>
                  </a:cubicBezTo>
                  <a:cubicBezTo>
                    <a:pt x="49" y="85"/>
                    <a:pt x="46" y="84"/>
                    <a:pt x="44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4" name="Google Shape;3934;p47"/>
            <p:cNvSpPr/>
            <p:nvPr/>
          </p:nvSpPr>
          <p:spPr>
            <a:xfrm>
              <a:off x="4316040" y="4496400"/>
              <a:ext cx="21960" cy="3672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42" y="97"/>
                  </a:moveTo>
                  <a:cubicBezTo>
                    <a:pt x="38" y="89"/>
                    <a:pt x="34" y="82"/>
                    <a:pt x="30" y="74"/>
                  </a:cubicBezTo>
                  <a:cubicBezTo>
                    <a:pt x="26" y="68"/>
                    <a:pt x="23" y="61"/>
                    <a:pt x="19" y="54"/>
                  </a:cubicBezTo>
                  <a:cubicBezTo>
                    <a:pt x="15" y="47"/>
                    <a:pt x="12" y="41"/>
                    <a:pt x="9" y="34"/>
                  </a:cubicBezTo>
                  <a:cubicBezTo>
                    <a:pt x="5" y="27"/>
                    <a:pt x="2" y="20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9" y="2"/>
                    <a:pt x="19" y="8"/>
                  </a:cubicBezTo>
                  <a:cubicBezTo>
                    <a:pt x="19" y="9"/>
                    <a:pt x="20" y="11"/>
                    <a:pt x="21" y="13"/>
                  </a:cubicBezTo>
                  <a:cubicBezTo>
                    <a:pt x="21" y="16"/>
                    <a:pt x="22" y="19"/>
                    <a:pt x="24" y="23"/>
                  </a:cubicBezTo>
                  <a:cubicBezTo>
                    <a:pt x="24" y="22"/>
                    <a:pt x="24" y="22"/>
                    <a:pt x="23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6" y="27"/>
                    <a:pt x="28" y="32"/>
                    <a:pt x="30" y="37"/>
                  </a:cubicBezTo>
                  <a:cubicBezTo>
                    <a:pt x="33" y="43"/>
                    <a:pt x="36" y="48"/>
                    <a:pt x="40" y="54"/>
                  </a:cubicBezTo>
                  <a:cubicBezTo>
                    <a:pt x="46" y="65"/>
                    <a:pt x="52" y="77"/>
                    <a:pt x="58" y="89"/>
                  </a:cubicBezTo>
                  <a:cubicBezTo>
                    <a:pt x="60" y="93"/>
                    <a:pt x="58" y="98"/>
                    <a:pt x="54" y="100"/>
                  </a:cubicBezTo>
                  <a:cubicBezTo>
                    <a:pt x="53" y="101"/>
                    <a:pt x="51" y="101"/>
                    <a:pt x="50" y="101"/>
                  </a:cubicBezTo>
                  <a:cubicBezTo>
                    <a:pt x="47" y="101"/>
                    <a:pt x="43" y="100"/>
                    <a:pt x="42" y="9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5" name="Google Shape;3935;p47"/>
            <p:cNvSpPr/>
            <p:nvPr/>
          </p:nvSpPr>
          <p:spPr>
            <a:xfrm>
              <a:off x="4346280" y="4576320"/>
              <a:ext cx="16200" cy="22680"/>
            </a:xfrm>
            <a:custGeom>
              <a:avLst/>
              <a:gdLst/>
              <a:ahLst/>
              <a:cxnLst/>
              <a:rect l="l" t="t" r="r" b="b"/>
              <a:pathLst>
                <a:path w="45" h="63" extrusionOk="0">
                  <a:moveTo>
                    <a:pt x="26" y="57"/>
                  </a:moveTo>
                  <a:cubicBezTo>
                    <a:pt x="21" y="49"/>
                    <a:pt x="17" y="41"/>
                    <a:pt x="13" y="34"/>
                  </a:cubicBezTo>
                  <a:cubicBezTo>
                    <a:pt x="10" y="27"/>
                    <a:pt x="6" y="22"/>
                    <a:pt x="2" y="15"/>
                  </a:cubicBezTo>
                  <a:cubicBezTo>
                    <a:pt x="0" y="11"/>
                    <a:pt x="2" y="5"/>
                    <a:pt x="6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3" y="13"/>
                    <a:pt x="25" y="19"/>
                    <a:pt x="29" y="26"/>
                  </a:cubicBezTo>
                  <a:cubicBezTo>
                    <a:pt x="33" y="33"/>
                    <a:pt x="38" y="41"/>
                    <a:pt x="42" y="48"/>
                  </a:cubicBezTo>
                  <a:cubicBezTo>
                    <a:pt x="44" y="53"/>
                    <a:pt x="42" y="59"/>
                    <a:pt x="38" y="61"/>
                  </a:cubicBezTo>
                  <a:cubicBezTo>
                    <a:pt x="37" y="61"/>
                    <a:pt x="35" y="62"/>
                    <a:pt x="34" y="62"/>
                  </a:cubicBezTo>
                  <a:cubicBezTo>
                    <a:pt x="31" y="62"/>
                    <a:pt x="28" y="60"/>
                    <a:pt x="26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6" name="Google Shape;3936;p47"/>
            <p:cNvSpPr/>
            <p:nvPr/>
          </p:nvSpPr>
          <p:spPr>
            <a:xfrm>
              <a:off x="3965400" y="4628520"/>
              <a:ext cx="19080" cy="18720"/>
            </a:xfrm>
            <a:custGeom>
              <a:avLst/>
              <a:gdLst/>
              <a:ahLst/>
              <a:cxnLst/>
              <a:rect l="l" t="t" r="r" b="b"/>
              <a:pathLst>
                <a:path w="53" h="52" extrusionOk="0">
                  <a:moveTo>
                    <a:pt x="36" y="50"/>
                  </a:moveTo>
                  <a:cubicBezTo>
                    <a:pt x="35" y="49"/>
                    <a:pt x="34" y="48"/>
                    <a:pt x="33" y="47"/>
                  </a:cubicBezTo>
                  <a:cubicBezTo>
                    <a:pt x="31" y="46"/>
                    <a:pt x="30" y="44"/>
                    <a:pt x="29" y="43"/>
                  </a:cubicBezTo>
                  <a:cubicBezTo>
                    <a:pt x="27" y="40"/>
                    <a:pt x="24" y="38"/>
                    <a:pt x="21" y="35"/>
                  </a:cubicBezTo>
                  <a:cubicBezTo>
                    <a:pt x="15" y="29"/>
                    <a:pt x="9" y="22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3" y="0"/>
                    <a:pt x="17" y="4"/>
                  </a:cubicBezTo>
                  <a:cubicBezTo>
                    <a:pt x="25" y="12"/>
                    <a:pt x="33" y="21"/>
                    <a:pt x="42" y="29"/>
                  </a:cubicBezTo>
                  <a:cubicBezTo>
                    <a:pt x="42" y="29"/>
                    <a:pt x="41" y="29"/>
                    <a:pt x="41" y="28"/>
                  </a:cubicBezTo>
                  <a:cubicBezTo>
                    <a:pt x="43" y="30"/>
                    <a:pt x="45" y="32"/>
                    <a:pt x="47" y="34"/>
                  </a:cubicBezTo>
                  <a:cubicBezTo>
                    <a:pt x="51" y="37"/>
                    <a:pt x="52" y="43"/>
                    <a:pt x="49" y="47"/>
                  </a:cubicBezTo>
                  <a:cubicBezTo>
                    <a:pt x="48" y="50"/>
                    <a:pt x="44" y="51"/>
                    <a:pt x="41" y="51"/>
                  </a:cubicBezTo>
                  <a:cubicBezTo>
                    <a:pt x="40" y="51"/>
                    <a:pt x="38" y="51"/>
                    <a:pt x="36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7" name="Google Shape;3937;p47"/>
            <p:cNvSpPr/>
            <p:nvPr/>
          </p:nvSpPr>
          <p:spPr>
            <a:xfrm>
              <a:off x="3922920" y="4566960"/>
              <a:ext cx="19800" cy="27720"/>
            </a:xfrm>
            <a:custGeom>
              <a:avLst/>
              <a:gdLst/>
              <a:ahLst/>
              <a:cxnLst/>
              <a:rect l="l" t="t" r="r" b="b"/>
              <a:pathLst>
                <a:path w="55" h="77" extrusionOk="0">
                  <a:moveTo>
                    <a:pt x="36" y="73"/>
                  </a:moveTo>
                  <a:cubicBezTo>
                    <a:pt x="29" y="65"/>
                    <a:pt x="24" y="55"/>
                    <a:pt x="18" y="46"/>
                  </a:cubicBezTo>
                  <a:cubicBezTo>
                    <a:pt x="15" y="42"/>
                    <a:pt x="13" y="37"/>
                    <a:pt x="11" y="33"/>
                  </a:cubicBezTo>
                  <a:cubicBezTo>
                    <a:pt x="8" y="26"/>
                    <a:pt x="5" y="20"/>
                    <a:pt x="1" y="14"/>
                  </a:cubicBezTo>
                  <a:cubicBezTo>
                    <a:pt x="0" y="10"/>
                    <a:pt x="1" y="5"/>
                    <a:pt x="5" y="2"/>
                  </a:cubicBezTo>
                  <a:cubicBezTo>
                    <a:pt x="10" y="0"/>
                    <a:pt x="15" y="2"/>
                    <a:pt x="18" y="6"/>
                  </a:cubicBezTo>
                  <a:cubicBezTo>
                    <a:pt x="23" y="16"/>
                    <a:pt x="28" y="27"/>
                    <a:pt x="34" y="37"/>
                  </a:cubicBezTo>
                  <a:cubicBezTo>
                    <a:pt x="37" y="42"/>
                    <a:pt x="41" y="48"/>
                    <a:pt x="45" y="53"/>
                  </a:cubicBezTo>
                  <a:cubicBezTo>
                    <a:pt x="46" y="55"/>
                    <a:pt x="49" y="58"/>
                    <a:pt x="50" y="60"/>
                  </a:cubicBezTo>
                  <a:cubicBezTo>
                    <a:pt x="54" y="63"/>
                    <a:pt x="54" y="70"/>
                    <a:pt x="50" y="73"/>
                  </a:cubicBezTo>
                  <a:cubicBezTo>
                    <a:pt x="48" y="75"/>
                    <a:pt x="46" y="76"/>
                    <a:pt x="43" y="76"/>
                  </a:cubicBezTo>
                  <a:cubicBezTo>
                    <a:pt x="41" y="76"/>
                    <a:pt x="38" y="74"/>
                    <a:pt x="3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8" name="Google Shape;3938;p47"/>
            <p:cNvSpPr/>
            <p:nvPr/>
          </p:nvSpPr>
          <p:spPr>
            <a:xfrm>
              <a:off x="3897360" y="4487040"/>
              <a:ext cx="17640" cy="30960"/>
            </a:xfrm>
            <a:custGeom>
              <a:avLst/>
              <a:gdLst/>
              <a:ahLst/>
              <a:cxnLst/>
              <a:rect l="l" t="t" r="r" b="b"/>
              <a:pathLst>
                <a:path w="49" h="86" extrusionOk="0">
                  <a:moveTo>
                    <a:pt x="29" y="79"/>
                  </a:moveTo>
                  <a:cubicBezTo>
                    <a:pt x="29" y="79"/>
                    <a:pt x="28" y="78"/>
                    <a:pt x="28" y="77"/>
                  </a:cubicBezTo>
                  <a:cubicBezTo>
                    <a:pt x="26" y="73"/>
                    <a:pt x="23" y="68"/>
                    <a:pt x="21" y="63"/>
                  </a:cubicBezTo>
                  <a:cubicBezTo>
                    <a:pt x="18" y="59"/>
                    <a:pt x="16" y="53"/>
                    <a:pt x="14" y="49"/>
                  </a:cubicBezTo>
                  <a:cubicBezTo>
                    <a:pt x="9" y="37"/>
                    <a:pt x="5" y="25"/>
                    <a:pt x="1" y="13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2" y="20"/>
                    <a:pt x="27" y="32"/>
                    <a:pt x="32" y="44"/>
                  </a:cubicBezTo>
                  <a:cubicBezTo>
                    <a:pt x="34" y="49"/>
                    <a:pt x="37" y="54"/>
                    <a:pt x="39" y="59"/>
                  </a:cubicBezTo>
                  <a:cubicBezTo>
                    <a:pt x="42" y="63"/>
                    <a:pt x="44" y="67"/>
                    <a:pt x="46" y="71"/>
                  </a:cubicBezTo>
                  <a:cubicBezTo>
                    <a:pt x="48" y="76"/>
                    <a:pt x="47" y="81"/>
                    <a:pt x="42" y="84"/>
                  </a:cubicBezTo>
                  <a:cubicBezTo>
                    <a:pt x="40" y="85"/>
                    <a:pt x="39" y="85"/>
                    <a:pt x="37" y="85"/>
                  </a:cubicBezTo>
                  <a:cubicBezTo>
                    <a:pt x="34" y="85"/>
                    <a:pt x="30" y="83"/>
                    <a:pt x="29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9" name="Google Shape;3939;p47"/>
            <p:cNvSpPr/>
            <p:nvPr/>
          </p:nvSpPr>
          <p:spPr>
            <a:xfrm>
              <a:off x="3874680" y="4423680"/>
              <a:ext cx="12960" cy="18360"/>
            </a:xfrm>
            <a:custGeom>
              <a:avLst/>
              <a:gdLst/>
              <a:ahLst/>
              <a:cxnLst/>
              <a:rect l="l" t="t" r="r" b="b"/>
              <a:pathLst>
                <a:path w="36" h="51" extrusionOk="0">
                  <a:moveTo>
                    <a:pt x="22" y="50"/>
                  </a:moveTo>
                  <a:cubicBezTo>
                    <a:pt x="19" y="49"/>
                    <a:pt x="17" y="47"/>
                    <a:pt x="16" y="45"/>
                  </a:cubicBezTo>
                  <a:cubicBezTo>
                    <a:pt x="14" y="41"/>
                    <a:pt x="12" y="38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2" y="0"/>
                    <a:pt x="18" y="3"/>
                    <a:pt x="19" y="8"/>
                  </a:cubicBezTo>
                  <a:cubicBezTo>
                    <a:pt x="21" y="11"/>
                    <a:pt x="22" y="15"/>
                    <a:pt x="24" y="19"/>
                  </a:cubicBezTo>
                  <a:cubicBezTo>
                    <a:pt x="26" y="24"/>
                    <a:pt x="28" y="29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cubicBezTo>
                    <a:pt x="35" y="39"/>
                    <a:pt x="34" y="45"/>
                    <a:pt x="29" y="48"/>
                  </a:cubicBezTo>
                  <a:cubicBezTo>
                    <a:pt x="28" y="49"/>
                    <a:pt x="26" y="50"/>
                    <a:pt x="24" y="50"/>
                  </a:cubicBezTo>
                  <a:cubicBezTo>
                    <a:pt x="24" y="50"/>
                    <a:pt x="23" y="50"/>
                    <a:pt x="22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0" name="Google Shape;3940;p47"/>
            <p:cNvSpPr/>
            <p:nvPr/>
          </p:nvSpPr>
          <p:spPr>
            <a:xfrm>
              <a:off x="3826800" y="4368600"/>
              <a:ext cx="30240" cy="28080"/>
            </a:xfrm>
            <a:custGeom>
              <a:avLst/>
              <a:gdLst/>
              <a:ahLst/>
              <a:cxnLst/>
              <a:rect l="l" t="t" r="r" b="b"/>
              <a:pathLst>
                <a:path w="84" h="78" extrusionOk="0">
                  <a:moveTo>
                    <a:pt x="64" y="73"/>
                  </a:moveTo>
                  <a:cubicBezTo>
                    <a:pt x="63" y="71"/>
                    <a:pt x="63" y="70"/>
                    <a:pt x="61" y="68"/>
                  </a:cubicBezTo>
                  <a:cubicBezTo>
                    <a:pt x="58" y="65"/>
                    <a:pt x="56" y="62"/>
                    <a:pt x="53" y="59"/>
                  </a:cubicBezTo>
                  <a:cubicBezTo>
                    <a:pt x="46" y="52"/>
                    <a:pt x="38" y="46"/>
                    <a:pt x="30" y="39"/>
                  </a:cubicBezTo>
                  <a:cubicBezTo>
                    <a:pt x="21" y="32"/>
                    <a:pt x="13" y="24"/>
                    <a:pt x="4" y="17"/>
                  </a:cubicBezTo>
                  <a:cubicBezTo>
                    <a:pt x="1" y="13"/>
                    <a:pt x="0" y="8"/>
                    <a:pt x="3" y="4"/>
                  </a:cubicBezTo>
                  <a:cubicBezTo>
                    <a:pt x="6" y="0"/>
                    <a:pt x="12" y="0"/>
                    <a:pt x="16" y="3"/>
                  </a:cubicBezTo>
                  <a:cubicBezTo>
                    <a:pt x="25" y="11"/>
                    <a:pt x="33" y="18"/>
                    <a:pt x="43" y="26"/>
                  </a:cubicBezTo>
                  <a:cubicBezTo>
                    <a:pt x="51" y="33"/>
                    <a:pt x="60" y="40"/>
                    <a:pt x="68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72" y="53"/>
                    <a:pt x="77" y="57"/>
                    <a:pt x="80" y="62"/>
                  </a:cubicBezTo>
                  <a:cubicBezTo>
                    <a:pt x="83" y="66"/>
                    <a:pt x="82" y="72"/>
                    <a:pt x="78" y="75"/>
                  </a:cubicBezTo>
                  <a:cubicBezTo>
                    <a:pt x="76" y="76"/>
                    <a:pt x="74" y="77"/>
                    <a:pt x="72" y="77"/>
                  </a:cubicBezTo>
                  <a:cubicBezTo>
                    <a:pt x="69" y="77"/>
                    <a:pt x="66" y="75"/>
                    <a:pt x="64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1" name="Google Shape;3941;p47"/>
            <p:cNvSpPr/>
            <p:nvPr/>
          </p:nvSpPr>
          <p:spPr>
            <a:xfrm>
              <a:off x="3780720" y="4350960"/>
              <a:ext cx="19440" cy="7920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15"/>
                  </a:moveTo>
                  <a:cubicBezTo>
                    <a:pt x="0" y="10"/>
                    <a:pt x="2" y="5"/>
                    <a:pt x="7" y="3"/>
                  </a:cubicBezTo>
                  <a:cubicBezTo>
                    <a:pt x="12" y="1"/>
                    <a:pt x="18" y="0"/>
                    <a:pt x="24" y="0"/>
                  </a:cubicBezTo>
                  <a:cubicBezTo>
                    <a:pt x="27" y="0"/>
                    <a:pt x="29" y="0"/>
                    <a:pt x="32" y="0"/>
                  </a:cubicBezTo>
                  <a:cubicBezTo>
                    <a:pt x="35" y="0"/>
                    <a:pt x="38" y="0"/>
                    <a:pt x="40" y="1"/>
                  </a:cubicBezTo>
                  <a:cubicBezTo>
                    <a:pt x="41" y="1"/>
                    <a:pt x="42" y="1"/>
                    <a:pt x="43" y="1"/>
                  </a:cubicBezTo>
                  <a:cubicBezTo>
                    <a:pt x="48" y="1"/>
                    <a:pt x="53" y="6"/>
                    <a:pt x="52" y="11"/>
                  </a:cubicBezTo>
                  <a:cubicBezTo>
                    <a:pt x="52" y="16"/>
                    <a:pt x="47" y="21"/>
                    <a:pt x="42" y="20"/>
                  </a:cubicBezTo>
                  <a:cubicBezTo>
                    <a:pt x="42" y="20"/>
                    <a:pt x="41" y="20"/>
                    <a:pt x="40" y="20"/>
                  </a:cubicBezTo>
                  <a:cubicBezTo>
                    <a:pt x="38" y="20"/>
                    <a:pt x="35" y="20"/>
                    <a:pt x="33" y="19"/>
                  </a:cubicBezTo>
                  <a:cubicBezTo>
                    <a:pt x="31" y="19"/>
                    <a:pt x="28" y="18"/>
                    <a:pt x="24" y="18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9" y="19"/>
                    <a:pt x="18" y="20"/>
                    <a:pt x="18" y="20"/>
                  </a:cubicBezTo>
                  <a:lnTo>
                    <a:pt x="19" y="19"/>
                  </a:lnTo>
                  <a:cubicBezTo>
                    <a:pt x="18" y="20"/>
                    <a:pt x="16" y="20"/>
                    <a:pt x="15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6" y="21"/>
                    <a:pt x="3" y="19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2" name="Google Shape;3942;p47"/>
            <p:cNvSpPr/>
            <p:nvPr/>
          </p:nvSpPr>
          <p:spPr>
            <a:xfrm>
              <a:off x="3744360" y="4369680"/>
              <a:ext cx="17640" cy="18360"/>
            </a:xfrm>
            <a:custGeom>
              <a:avLst/>
              <a:gdLst/>
              <a:ahLst/>
              <a:cxnLst/>
              <a:rect l="l" t="t" r="r" b="b"/>
              <a:pathLst>
                <a:path w="49" h="51" extrusionOk="0">
                  <a:moveTo>
                    <a:pt x="6" y="48"/>
                  </a:moveTo>
                  <a:cubicBezTo>
                    <a:pt x="1" y="46"/>
                    <a:pt x="0" y="39"/>
                    <a:pt x="3" y="35"/>
                  </a:cubicBezTo>
                  <a:cubicBezTo>
                    <a:pt x="6" y="31"/>
                    <a:pt x="8" y="28"/>
                    <a:pt x="11" y="23"/>
                  </a:cubicBezTo>
                  <a:lnTo>
                    <a:pt x="11" y="24"/>
                  </a:lnTo>
                  <a:cubicBezTo>
                    <a:pt x="14" y="20"/>
                    <a:pt x="17" y="16"/>
                    <a:pt x="20" y="12"/>
                  </a:cubicBezTo>
                  <a:cubicBezTo>
                    <a:pt x="22" y="11"/>
                    <a:pt x="24" y="9"/>
                    <a:pt x="26" y="8"/>
                  </a:cubicBezTo>
                  <a:cubicBezTo>
                    <a:pt x="27" y="7"/>
                    <a:pt x="29" y="5"/>
                    <a:pt x="30" y="4"/>
                  </a:cubicBezTo>
                  <a:cubicBezTo>
                    <a:pt x="33" y="1"/>
                    <a:pt x="38" y="0"/>
                    <a:pt x="42" y="3"/>
                  </a:cubicBezTo>
                  <a:cubicBezTo>
                    <a:pt x="47" y="6"/>
                    <a:pt x="48" y="12"/>
                    <a:pt x="45" y="17"/>
                  </a:cubicBezTo>
                  <a:cubicBezTo>
                    <a:pt x="42" y="19"/>
                    <a:pt x="40" y="21"/>
                    <a:pt x="37" y="22"/>
                  </a:cubicBezTo>
                  <a:cubicBezTo>
                    <a:pt x="36" y="23"/>
                    <a:pt x="36" y="24"/>
                    <a:pt x="35" y="25"/>
                  </a:cubicBezTo>
                  <a:cubicBezTo>
                    <a:pt x="28" y="32"/>
                    <a:pt x="23" y="39"/>
                    <a:pt x="18" y="46"/>
                  </a:cubicBezTo>
                  <a:cubicBezTo>
                    <a:pt x="16" y="49"/>
                    <a:pt x="13" y="50"/>
                    <a:pt x="11" y="50"/>
                  </a:cubicBezTo>
                  <a:cubicBezTo>
                    <a:pt x="9" y="50"/>
                    <a:pt x="7" y="49"/>
                    <a:pt x="6" y="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3" name="Google Shape;3943;p47"/>
            <p:cNvSpPr/>
            <p:nvPr/>
          </p:nvSpPr>
          <p:spPr>
            <a:xfrm>
              <a:off x="3705840" y="4419000"/>
              <a:ext cx="18360" cy="27360"/>
            </a:xfrm>
            <a:custGeom>
              <a:avLst/>
              <a:gdLst/>
              <a:ahLst/>
              <a:cxnLst/>
              <a:rect l="l" t="t" r="r" b="b"/>
              <a:pathLst>
                <a:path w="51" h="76" extrusionOk="0">
                  <a:moveTo>
                    <a:pt x="7" y="74"/>
                  </a:moveTo>
                  <a:cubicBezTo>
                    <a:pt x="2" y="72"/>
                    <a:pt x="0" y="67"/>
                    <a:pt x="2" y="62"/>
                  </a:cubicBezTo>
                  <a:cubicBezTo>
                    <a:pt x="6" y="54"/>
                    <a:pt x="9" y="47"/>
                    <a:pt x="13" y="39"/>
                  </a:cubicBezTo>
                  <a:cubicBezTo>
                    <a:pt x="17" y="32"/>
                    <a:pt x="20" y="25"/>
                    <a:pt x="24" y="18"/>
                  </a:cubicBezTo>
                  <a:cubicBezTo>
                    <a:pt x="25" y="17"/>
                    <a:pt x="25" y="16"/>
                    <a:pt x="25" y="16"/>
                  </a:cubicBezTo>
                  <a:lnTo>
                    <a:pt x="25" y="17"/>
                  </a:lnTo>
                  <a:cubicBezTo>
                    <a:pt x="25" y="15"/>
                    <a:pt x="26" y="14"/>
                    <a:pt x="27" y="13"/>
                  </a:cubicBezTo>
                  <a:lnTo>
                    <a:pt x="26" y="14"/>
                  </a:lnTo>
                  <a:cubicBezTo>
                    <a:pt x="28" y="11"/>
                    <a:pt x="30" y="8"/>
                    <a:pt x="31" y="5"/>
                  </a:cubicBezTo>
                  <a:cubicBezTo>
                    <a:pt x="34" y="1"/>
                    <a:pt x="40" y="0"/>
                    <a:pt x="44" y="2"/>
                  </a:cubicBezTo>
                  <a:cubicBezTo>
                    <a:pt x="49" y="5"/>
                    <a:pt x="50" y="11"/>
                    <a:pt x="47" y="15"/>
                  </a:cubicBezTo>
                  <a:cubicBezTo>
                    <a:pt x="44" y="21"/>
                    <a:pt x="40" y="27"/>
                    <a:pt x="37" y="33"/>
                  </a:cubicBezTo>
                  <a:cubicBezTo>
                    <a:pt x="31" y="45"/>
                    <a:pt x="25" y="57"/>
                    <a:pt x="19" y="69"/>
                  </a:cubicBezTo>
                  <a:cubicBezTo>
                    <a:pt x="18" y="73"/>
                    <a:pt x="14" y="75"/>
                    <a:pt x="11" y="75"/>
                  </a:cubicBezTo>
                  <a:cubicBezTo>
                    <a:pt x="9" y="75"/>
                    <a:pt x="8" y="75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4" name="Google Shape;3944;p47"/>
            <p:cNvSpPr/>
            <p:nvPr/>
          </p:nvSpPr>
          <p:spPr>
            <a:xfrm>
              <a:off x="3680640" y="4475160"/>
              <a:ext cx="17640" cy="28080"/>
            </a:xfrm>
            <a:custGeom>
              <a:avLst/>
              <a:gdLst/>
              <a:ahLst/>
              <a:cxnLst/>
              <a:rect l="l" t="t" r="r" b="b"/>
              <a:pathLst>
                <a:path w="49" h="78" extrusionOk="0">
                  <a:moveTo>
                    <a:pt x="7" y="76"/>
                  </a:moveTo>
                  <a:cubicBezTo>
                    <a:pt x="2" y="74"/>
                    <a:pt x="0" y="68"/>
                    <a:pt x="2" y="64"/>
                  </a:cubicBezTo>
                  <a:cubicBezTo>
                    <a:pt x="7" y="54"/>
                    <a:pt x="11" y="44"/>
                    <a:pt x="15" y="34"/>
                  </a:cubicBezTo>
                  <a:cubicBezTo>
                    <a:pt x="19" y="25"/>
                    <a:pt x="24" y="15"/>
                    <a:pt x="28" y="7"/>
                  </a:cubicBezTo>
                  <a:cubicBezTo>
                    <a:pt x="30" y="1"/>
                    <a:pt x="36" y="0"/>
                    <a:pt x="41" y="2"/>
                  </a:cubicBezTo>
                  <a:cubicBezTo>
                    <a:pt x="46" y="4"/>
                    <a:pt x="48" y="10"/>
                    <a:pt x="46" y="14"/>
                  </a:cubicBezTo>
                  <a:cubicBezTo>
                    <a:pt x="41" y="24"/>
                    <a:pt x="36" y="32"/>
                    <a:pt x="32" y="42"/>
                  </a:cubicBezTo>
                  <a:cubicBezTo>
                    <a:pt x="28" y="52"/>
                    <a:pt x="23" y="61"/>
                    <a:pt x="19" y="71"/>
                  </a:cubicBezTo>
                  <a:cubicBezTo>
                    <a:pt x="18" y="75"/>
                    <a:pt x="14" y="77"/>
                    <a:pt x="11" y="77"/>
                  </a:cubicBezTo>
                  <a:cubicBezTo>
                    <a:pt x="9" y="77"/>
                    <a:pt x="8" y="77"/>
                    <a:pt x="7" y="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5" name="Google Shape;3945;p47"/>
            <p:cNvSpPr/>
            <p:nvPr/>
          </p:nvSpPr>
          <p:spPr>
            <a:xfrm>
              <a:off x="3659400" y="4545360"/>
              <a:ext cx="7920" cy="7920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1" y="6"/>
                    <a:pt x="20" y="12"/>
                  </a:cubicBezTo>
                  <a:cubicBezTo>
                    <a:pt x="20" y="17"/>
                    <a:pt x="15" y="21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6" name="Google Shape;3946;p47"/>
            <p:cNvSpPr/>
            <p:nvPr/>
          </p:nvSpPr>
          <p:spPr>
            <a:xfrm>
              <a:off x="3562560" y="4623480"/>
              <a:ext cx="38160" cy="16560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74" y="45"/>
                  </a:moveTo>
                  <a:cubicBezTo>
                    <a:pt x="68" y="44"/>
                    <a:pt x="63" y="43"/>
                    <a:pt x="57" y="42"/>
                  </a:cubicBezTo>
                  <a:cubicBezTo>
                    <a:pt x="54" y="41"/>
                    <a:pt x="50" y="40"/>
                    <a:pt x="47" y="38"/>
                  </a:cubicBezTo>
                  <a:cubicBezTo>
                    <a:pt x="33" y="32"/>
                    <a:pt x="20" y="25"/>
                    <a:pt x="7" y="18"/>
                  </a:cubicBezTo>
                  <a:cubicBezTo>
                    <a:pt x="3" y="15"/>
                    <a:pt x="0" y="11"/>
                    <a:pt x="3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8" y="9"/>
                    <a:pt x="41" y="16"/>
                    <a:pt x="55" y="22"/>
                  </a:cubicBezTo>
                  <a:cubicBezTo>
                    <a:pt x="59" y="23"/>
                    <a:pt x="63" y="24"/>
                    <a:pt x="67" y="25"/>
                  </a:cubicBezTo>
                  <a:cubicBezTo>
                    <a:pt x="68" y="26"/>
                    <a:pt x="71" y="26"/>
                    <a:pt x="72" y="26"/>
                  </a:cubicBezTo>
                  <a:cubicBezTo>
                    <a:pt x="75" y="26"/>
                    <a:pt x="78" y="26"/>
                    <a:pt x="81" y="26"/>
                  </a:cubicBezTo>
                  <a:lnTo>
                    <a:pt x="82" y="26"/>
                  </a:lnTo>
                  <a:cubicBezTo>
                    <a:pt x="82" y="26"/>
                    <a:pt x="83" y="26"/>
                    <a:pt x="84" y="26"/>
                  </a:cubicBezTo>
                  <a:lnTo>
                    <a:pt x="85" y="26"/>
                  </a:lnTo>
                  <a:cubicBezTo>
                    <a:pt x="85" y="25"/>
                    <a:pt x="86" y="25"/>
                    <a:pt x="86" y="25"/>
                  </a:cubicBezTo>
                  <a:cubicBezTo>
                    <a:pt x="86" y="25"/>
                    <a:pt x="87" y="25"/>
                    <a:pt x="87" y="24"/>
                  </a:cubicBezTo>
                  <a:lnTo>
                    <a:pt x="88" y="24"/>
                  </a:lnTo>
                  <a:cubicBezTo>
                    <a:pt x="91" y="21"/>
                    <a:pt x="97" y="21"/>
                    <a:pt x="101" y="25"/>
                  </a:cubicBezTo>
                  <a:cubicBezTo>
                    <a:pt x="105" y="29"/>
                    <a:pt x="104" y="36"/>
                    <a:pt x="99" y="39"/>
                  </a:cubicBezTo>
                  <a:cubicBezTo>
                    <a:pt x="96" y="41"/>
                    <a:pt x="93" y="43"/>
                    <a:pt x="90" y="44"/>
                  </a:cubicBezTo>
                  <a:cubicBezTo>
                    <a:pt x="86" y="45"/>
                    <a:pt x="83" y="45"/>
                    <a:pt x="79" y="45"/>
                  </a:cubicBezTo>
                  <a:cubicBezTo>
                    <a:pt x="77" y="45"/>
                    <a:pt x="75" y="45"/>
                    <a:pt x="74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7" name="Google Shape;3947;p47"/>
            <p:cNvSpPr/>
            <p:nvPr/>
          </p:nvSpPr>
          <p:spPr>
            <a:xfrm>
              <a:off x="3638880" y="4560120"/>
              <a:ext cx="25560" cy="43200"/>
            </a:xfrm>
            <a:custGeom>
              <a:avLst/>
              <a:gdLst/>
              <a:ahLst/>
              <a:cxnLst/>
              <a:rect l="l" t="t" r="r" b="b"/>
              <a:pathLst>
                <a:path w="71" h="120" extrusionOk="0">
                  <a:moveTo>
                    <a:pt x="7" y="119"/>
                  </a:moveTo>
                  <a:cubicBezTo>
                    <a:pt x="2" y="116"/>
                    <a:pt x="0" y="111"/>
                    <a:pt x="2" y="106"/>
                  </a:cubicBezTo>
                  <a:cubicBezTo>
                    <a:pt x="11" y="89"/>
                    <a:pt x="19" y="72"/>
                    <a:pt x="28" y="54"/>
                  </a:cubicBezTo>
                  <a:cubicBezTo>
                    <a:pt x="31" y="46"/>
                    <a:pt x="35" y="38"/>
                    <a:pt x="39" y="29"/>
                  </a:cubicBezTo>
                  <a:cubicBezTo>
                    <a:pt x="42" y="21"/>
                    <a:pt x="47" y="14"/>
                    <a:pt x="51" y="6"/>
                  </a:cubicBezTo>
                  <a:cubicBezTo>
                    <a:pt x="54" y="2"/>
                    <a:pt x="60" y="0"/>
                    <a:pt x="64" y="3"/>
                  </a:cubicBezTo>
                  <a:cubicBezTo>
                    <a:pt x="69" y="6"/>
                    <a:pt x="70" y="12"/>
                    <a:pt x="67" y="17"/>
                  </a:cubicBezTo>
                  <a:cubicBezTo>
                    <a:pt x="64" y="21"/>
                    <a:pt x="61" y="26"/>
                    <a:pt x="58" y="30"/>
                  </a:cubicBezTo>
                  <a:cubicBezTo>
                    <a:pt x="58" y="30"/>
                    <a:pt x="59" y="30"/>
                    <a:pt x="59" y="29"/>
                  </a:cubicBezTo>
                  <a:cubicBezTo>
                    <a:pt x="53" y="43"/>
                    <a:pt x="46" y="56"/>
                    <a:pt x="40" y="70"/>
                  </a:cubicBezTo>
                  <a:cubicBezTo>
                    <a:pt x="33" y="84"/>
                    <a:pt x="26" y="99"/>
                    <a:pt x="18" y="114"/>
                  </a:cubicBezTo>
                  <a:cubicBezTo>
                    <a:pt x="16" y="117"/>
                    <a:pt x="14" y="119"/>
                    <a:pt x="10" y="119"/>
                  </a:cubicBezTo>
                  <a:cubicBezTo>
                    <a:pt x="9" y="119"/>
                    <a:pt x="8" y="119"/>
                    <a:pt x="7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8" name="Google Shape;3948;p47"/>
            <p:cNvSpPr/>
            <p:nvPr/>
          </p:nvSpPr>
          <p:spPr>
            <a:xfrm>
              <a:off x="3552120" y="4615920"/>
              <a:ext cx="42120" cy="23760"/>
            </a:xfrm>
            <a:custGeom>
              <a:avLst/>
              <a:gdLst/>
              <a:ahLst/>
              <a:cxnLst/>
              <a:rect l="l" t="t" r="r" b="b"/>
              <a:pathLst>
                <a:path w="117" h="66" extrusionOk="0">
                  <a:moveTo>
                    <a:pt x="101" y="64"/>
                  </a:moveTo>
                  <a:lnTo>
                    <a:pt x="101" y="65"/>
                  </a:lnTo>
                  <a:cubicBezTo>
                    <a:pt x="101" y="64"/>
                    <a:pt x="100" y="64"/>
                    <a:pt x="99" y="64"/>
                  </a:cubicBezTo>
                  <a:cubicBezTo>
                    <a:pt x="96" y="63"/>
                    <a:pt x="92" y="61"/>
                    <a:pt x="89" y="60"/>
                  </a:cubicBezTo>
                  <a:cubicBezTo>
                    <a:pt x="82" y="59"/>
                    <a:pt x="74" y="58"/>
                    <a:pt x="67" y="56"/>
                  </a:cubicBezTo>
                  <a:cubicBezTo>
                    <a:pt x="59" y="53"/>
                    <a:pt x="52" y="51"/>
                    <a:pt x="45" y="47"/>
                  </a:cubicBezTo>
                  <a:cubicBezTo>
                    <a:pt x="41" y="46"/>
                    <a:pt x="37" y="43"/>
                    <a:pt x="33" y="41"/>
                  </a:cubicBezTo>
                  <a:cubicBezTo>
                    <a:pt x="30" y="39"/>
                    <a:pt x="27" y="37"/>
                    <a:pt x="23" y="34"/>
                  </a:cubicBezTo>
                  <a:cubicBezTo>
                    <a:pt x="16" y="29"/>
                    <a:pt x="10" y="22"/>
                    <a:pt x="3" y="15"/>
                  </a:cubicBezTo>
                  <a:cubicBezTo>
                    <a:pt x="0" y="12"/>
                    <a:pt x="1" y="6"/>
                    <a:pt x="4" y="3"/>
                  </a:cubicBezTo>
                  <a:cubicBezTo>
                    <a:pt x="8" y="0"/>
                    <a:pt x="14" y="0"/>
                    <a:pt x="17" y="3"/>
                  </a:cubicBezTo>
                  <a:cubicBezTo>
                    <a:pt x="19" y="6"/>
                    <a:pt x="22" y="8"/>
                    <a:pt x="24" y="11"/>
                  </a:cubicBezTo>
                  <a:cubicBezTo>
                    <a:pt x="27" y="13"/>
                    <a:pt x="28" y="15"/>
                    <a:pt x="31" y="17"/>
                  </a:cubicBezTo>
                  <a:cubicBezTo>
                    <a:pt x="33" y="19"/>
                    <a:pt x="35" y="21"/>
                    <a:pt x="38" y="22"/>
                  </a:cubicBezTo>
                  <a:cubicBezTo>
                    <a:pt x="41" y="24"/>
                    <a:pt x="44" y="26"/>
                    <a:pt x="48" y="28"/>
                  </a:cubicBezTo>
                  <a:cubicBezTo>
                    <a:pt x="52" y="31"/>
                    <a:pt x="56" y="32"/>
                    <a:pt x="60" y="34"/>
                  </a:cubicBezTo>
                  <a:cubicBezTo>
                    <a:pt x="62" y="35"/>
                    <a:pt x="65" y="36"/>
                    <a:pt x="68" y="37"/>
                  </a:cubicBezTo>
                  <a:cubicBezTo>
                    <a:pt x="72" y="38"/>
                    <a:pt x="75" y="39"/>
                    <a:pt x="78" y="39"/>
                  </a:cubicBezTo>
                  <a:cubicBezTo>
                    <a:pt x="83" y="40"/>
                    <a:pt x="89" y="42"/>
                    <a:pt x="94" y="43"/>
                  </a:cubicBezTo>
                  <a:cubicBezTo>
                    <a:pt x="100" y="44"/>
                    <a:pt x="104" y="46"/>
                    <a:pt x="108" y="47"/>
                  </a:cubicBezTo>
                  <a:cubicBezTo>
                    <a:pt x="114" y="49"/>
                    <a:pt x="116" y="55"/>
                    <a:pt x="114" y="60"/>
                  </a:cubicBezTo>
                  <a:cubicBezTo>
                    <a:pt x="112" y="64"/>
                    <a:pt x="109" y="65"/>
                    <a:pt x="105" y="65"/>
                  </a:cubicBezTo>
                  <a:cubicBezTo>
                    <a:pt x="104" y="65"/>
                    <a:pt x="102" y="65"/>
                    <a:pt x="101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9" name="Google Shape;3949;p47"/>
            <p:cNvSpPr/>
            <p:nvPr/>
          </p:nvSpPr>
          <p:spPr>
            <a:xfrm>
              <a:off x="3510000" y="4552200"/>
              <a:ext cx="16920" cy="27720"/>
            </a:xfrm>
            <a:custGeom>
              <a:avLst/>
              <a:gdLst/>
              <a:ahLst/>
              <a:cxnLst/>
              <a:rect l="l" t="t" r="r" b="b"/>
              <a:pathLst>
                <a:path w="47" h="77" extrusionOk="0">
                  <a:moveTo>
                    <a:pt x="28" y="70"/>
                  </a:moveTo>
                  <a:cubicBezTo>
                    <a:pt x="24" y="58"/>
                    <a:pt x="21" y="47"/>
                    <a:pt x="16" y="36"/>
                  </a:cubicBezTo>
                  <a:lnTo>
                    <a:pt x="16" y="37"/>
                  </a:lnTo>
                  <a:cubicBezTo>
                    <a:pt x="16" y="36"/>
                    <a:pt x="16" y="36"/>
                    <a:pt x="16" y="36"/>
                  </a:cubicBezTo>
                  <a:cubicBezTo>
                    <a:pt x="14" y="33"/>
                    <a:pt x="13" y="30"/>
                    <a:pt x="12" y="28"/>
                  </a:cubicBezTo>
                  <a:cubicBezTo>
                    <a:pt x="10" y="29"/>
                    <a:pt x="9" y="28"/>
                    <a:pt x="7" y="27"/>
                  </a:cubicBezTo>
                  <a:cubicBezTo>
                    <a:pt x="4" y="26"/>
                    <a:pt x="2" y="24"/>
                    <a:pt x="2" y="21"/>
                  </a:cubicBez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5" y="2"/>
                    <a:pt x="10" y="0"/>
                    <a:pt x="14" y="2"/>
                  </a:cubicBezTo>
                  <a:cubicBezTo>
                    <a:pt x="16" y="3"/>
                    <a:pt x="18" y="4"/>
                    <a:pt x="20" y="6"/>
                  </a:cubicBezTo>
                  <a:cubicBezTo>
                    <a:pt x="21" y="8"/>
                    <a:pt x="23" y="10"/>
                    <a:pt x="24" y="12"/>
                  </a:cubicBezTo>
                  <a:cubicBezTo>
                    <a:pt x="27" y="15"/>
                    <a:pt x="28" y="19"/>
                    <a:pt x="30" y="23"/>
                  </a:cubicBezTo>
                  <a:cubicBezTo>
                    <a:pt x="31" y="27"/>
                    <a:pt x="34" y="31"/>
                    <a:pt x="35" y="35"/>
                  </a:cubicBezTo>
                  <a:cubicBezTo>
                    <a:pt x="39" y="45"/>
                    <a:pt x="42" y="54"/>
                    <a:pt x="45" y="64"/>
                  </a:cubicBezTo>
                  <a:cubicBezTo>
                    <a:pt x="46" y="68"/>
                    <a:pt x="44" y="74"/>
                    <a:pt x="39" y="75"/>
                  </a:cubicBezTo>
                  <a:cubicBezTo>
                    <a:pt x="38" y="76"/>
                    <a:pt x="38" y="76"/>
                    <a:pt x="37" y="76"/>
                  </a:cubicBezTo>
                  <a:cubicBezTo>
                    <a:pt x="32" y="76"/>
                    <a:pt x="29" y="74"/>
                    <a:pt x="28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0" name="Google Shape;3950;p47"/>
            <p:cNvSpPr/>
            <p:nvPr/>
          </p:nvSpPr>
          <p:spPr>
            <a:xfrm>
              <a:off x="3475440" y="4480560"/>
              <a:ext cx="21240" cy="40680"/>
            </a:xfrm>
            <a:custGeom>
              <a:avLst/>
              <a:gdLst/>
              <a:ahLst/>
              <a:cxnLst/>
              <a:rect l="l" t="t" r="r" b="b"/>
              <a:pathLst>
                <a:path w="59" h="113" extrusionOk="0">
                  <a:moveTo>
                    <a:pt x="46" y="111"/>
                  </a:moveTo>
                  <a:cubicBezTo>
                    <a:pt x="43" y="111"/>
                    <a:pt x="41" y="108"/>
                    <a:pt x="40" y="106"/>
                  </a:cubicBezTo>
                  <a:cubicBezTo>
                    <a:pt x="34" y="90"/>
                    <a:pt x="27" y="74"/>
                    <a:pt x="20" y="59"/>
                  </a:cubicBezTo>
                  <a:cubicBezTo>
                    <a:pt x="19" y="56"/>
                    <a:pt x="17" y="53"/>
                    <a:pt x="16" y="49"/>
                  </a:cubicBezTo>
                  <a:cubicBezTo>
                    <a:pt x="16" y="50"/>
                    <a:pt x="16" y="50"/>
                    <a:pt x="17" y="51"/>
                  </a:cubicBezTo>
                  <a:cubicBezTo>
                    <a:pt x="14" y="45"/>
                    <a:pt x="12" y="39"/>
                    <a:pt x="9" y="34"/>
                  </a:cubicBezTo>
                  <a:cubicBezTo>
                    <a:pt x="7" y="31"/>
                    <a:pt x="6" y="28"/>
                    <a:pt x="5" y="25"/>
                  </a:cubicBezTo>
                  <a:cubicBezTo>
                    <a:pt x="3" y="20"/>
                    <a:pt x="0" y="13"/>
                    <a:pt x="3" y="8"/>
                  </a:cubicBezTo>
                  <a:cubicBezTo>
                    <a:pt x="5" y="3"/>
                    <a:pt x="12" y="0"/>
                    <a:pt x="16" y="4"/>
                  </a:cubicBezTo>
                  <a:cubicBezTo>
                    <a:pt x="20" y="6"/>
                    <a:pt x="21" y="9"/>
                    <a:pt x="21" y="13"/>
                  </a:cubicBezTo>
                  <a:lnTo>
                    <a:pt x="21" y="14"/>
                  </a:lnTo>
                  <a:lnTo>
                    <a:pt x="21" y="13"/>
                  </a:lnTo>
                  <a:cubicBezTo>
                    <a:pt x="23" y="20"/>
                    <a:pt x="26" y="27"/>
                    <a:pt x="28" y="33"/>
                  </a:cubicBezTo>
                  <a:cubicBezTo>
                    <a:pt x="31" y="38"/>
                    <a:pt x="33" y="44"/>
                    <a:pt x="35" y="48"/>
                  </a:cubicBezTo>
                  <a:cubicBezTo>
                    <a:pt x="40" y="59"/>
                    <a:pt x="44" y="70"/>
                    <a:pt x="48" y="81"/>
                  </a:cubicBezTo>
                  <a:cubicBezTo>
                    <a:pt x="51" y="87"/>
                    <a:pt x="54" y="92"/>
                    <a:pt x="56" y="99"/>
                  </a:cubicBezTo>
                  <a:cubicBezTo>
                    <a:pt x="58" y="103"/>
                    <a:pt x="57" y="108"/>
                    <a:pt x="52" y="111"/>
                  </a:cubicBezTo>
                  <a:cubicBezTo>
                    <a:pt x="51" y="111"/>
                    <a:pt x="50" y="112"/>
                    <a:pt x="48" y="112"/>
                  </a:cubicBezTo>
                  <a:cubicBezTo>
                    <a:pt x="48" y="112"/>
                    <a:pt x="47" y="112"/>
                    <a:pt x="46" y="1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1" name="Google Shape;3951;p47"/>
            <p:cNvSpPr/>
            <p:nvPr/>
          </p:nvSpPr>
          <p:spPr>
            <a:xfrm>
              <a:off x="3443760" y="4426560"/>
              <a:ext cx="18360" cy="31320"/>
            </a:xfrm>
            <a:custGeom>
              <a:avLst/>
              <a:gdLst/>
              <a:ahLst/>
              <a:cxnLst/>
              <a:rect l="l" t="t" r="r" b="b"/>
              <a:pathLst>
                <a:path w="51" h="87" extrusionOk="0">
                  <a:moveTo>
                    <a:pt x="31" y="80"/>
                  </a:moveTo>
                  <a:cubicBezTo>
                    <a:pt x="28" y="72"/>
                    <a:pt x="24" y="63"/>
                    <a:pt x="21" y="55"/>
                  </a:cubicBezTo>
                  <a:lnTo>
                    <a:pt x="21" y="56"/>
                  </a:lnTo>
                  <a:cubicBezTo>
                    <a:pt x="17" y="48"/>
                    <a:pt x="14" y="41"/>
                    <a:pt x="10" y="33"/>
                  </a:cubicBezTo>
                  <a:cubicBezTo>
                    <a:pt x="9" y="29"/>
                    <a:pt x="6" y="25"/>
                    <a:pt x="5" y="21"/>
                  </a:cubicBezTo>
                  <a:cubicBezTo>
                    <a:pt x="3" y="17"/>
                    <a:pt x="0" y="13"/>
                    <a:pt x="1" y="9"/>
                  </a:cubicBezTo>
                  <a:cubicBezTo>
                    <a:pt x="2" y="6"/>
                    <a:pt x="4" y="3"/>
                    <a:pt x="7" y="2"/>
                  </a:cubicBezTo>
                  <a:cubicBezTo>
                    <a:pt x="13" y="0"/>
                    <a:pt x="20" y="3"/>
                    <a:pt x="20" y="10"/>
                  </a:cubicBezTo>
                  <a:cubicBezTo>
                    <a:pt x="20" y="10"/>
                    <a:pt x="20" y="12"/>
                    <a:pt x="21" y="12"/>
                  </a:cubicBezTo>
                  <a:cubicBezTo>
                    <a:pt x="25" y="22"/>
                    <a:pt x="30" y="31"/>
                    <a:pt x="34" y="41"/>
                  </a:cubicBezTo>
                  <a:cubicBezTo>
                    <a:pt x="39" y="52"/>
                    <a:pt x="44" y="63"/>
                    <a:pt x="48" y="74"/>
                  </a:cubicBezTo>
                  <a:cubicBezTo>
                    <a:pt x="50" y="79"/>
                    <a:pt x="47" y="84"/>
                    <a:pt x="42" y="86"/>
                  </a:cubicBezTo>
                  <a:cubicBezTo>
                    <a:pt x="42" y="86"/>
                    <a:pt x="41" y="86"/>
                    <a:pt x="40" y="86"/>
                  </a:cubicBezTo>
                  <a:cubicBezTo>
                    <a:pt x="36" y="86"/>
                    <a:pt x="33" y="84"/>
                    <a:pt x="31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2" name="Google Shape;3952;p47"/>
            <p:cNvSpPr/>
            <p:nvPr/>
          </p:nvSpPr>
          <p:spPr>
            <a:xfrm>
              <a:off x="3410280" y="4368600"/>
              <a:ext cx="22680" cy="29880"/>
            </a:xfrm>
            <a:custGeom>
              <a:avLst/>
              <a:gdLst/>
              <a:ahLst/>
              <a:cxnLst/>
              <a:rect l="l" t="t" r="r" b="b"/>
              <a:pathLst>
                <a:path w="63" h="83" extrusionOk="0">
                  <a:moveTo>
                    <a:pt x="44" y="77"/>
                  </a:moveTo>
                  <a:cubicBezTo>
                    <a:pt x="43" y="75"/>
                    <a:pt x="43" y="74"/>
                    <a:pt x="42" y="73"/>
                  </a:cubicBezTo>
                  <a:cubicBezTo>
                    <a:pt x="41" y="73"/>
                    <a:pt x="41" y="73"/>
                    <a:pt x="41" y="72"/>
                  </a:cubicBezTo>
                  <a:lnTo>
                    <a:pt x="41" y="73"/>
                  </a:lnTo>
                  <a:cubicBezTo>
                    <a:pt x="38" y="63"/>
                    <a:pt x="34" y="54"/>
                    <a:pt x="29" y="46"/>
                  </a:cubicBezTo>
                  <a:cubicBezTo>
                    <a:pt x="26" y="41"/>
                    <a:pt x="23" y="36"/>
                    <a:pt x="19" y="31"/>
                  </a:cubicBezTo>
                  <a:cubicBezTo>
                    <a:pt x="18" y="29"/>
                    <a:pt x="16" y="28"/>
                    <a:pt x="15" y="26"/>
                  </a:cubicBezTo>
                  <a:cubicBezTo>
                    <a:pt x="13" y="25"/>
                    <a:pt x="11" y="23"/>
                    <a:pt x="9" y="21"/>
                  </a:cubicBezTo>
                  <a:lnTo>
                    <a:pt x="8" y="21"/>
                  </a:lnTo>
                  <a:cubicBezTo>
                    <a:pt x="8" y="21"/>
                    <a:pt x="7" y="20"/>
                    <a:pt x="7" y="19"/>
                  </a:cubicBezTo>
                  <a:cubicBezTo>
                    <a:pt x="2" y="18"/>
                    <a:pt x="0" y="12"/>
                    <a:pt x="2" y="7"/>
                  </a:cubicBezTo>
                  <a:cubicBezTo>
                    <a:pt x="4" y="2"/>
                    <a:pt x="11" y="0"/>
                    <a:pt x="15" y="3"/>
                  </a:cubicBezTo>
                  <a:cubicBezTo>
                    <a:pt x="23" y="7"/>
                    <a:pt x="29" y="14"/>
                    <a:pt x="34" y="21"/>
                  </a:cubicBezTo>
                  <a:cubicBezTo>
                    <a:pt x="38" y="25"/>
                    <a:pt x="41" y="31"/>
                    <a:pt x="44" y="36"/>
                  </a:cubicBezTo>
                  <a:cubicBezTo>
                    <a:pt x="48" y="45"/>
                    <a:pt x="53" y="53"/>
                    <a:pt x="56" y="62"/>
                  </a:cubicBezTo>
                  <a:cubicBezTo>
                    <a:pt x="57" y="63"/>
                    <a:pt x="57" y="64"/>
                    <a:pt x="58" y="65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8" y="66"/>
                    <a:pt x="59" y="68"/>
                    <a:pt x="60" y="71"/>
                  </a:cubicBezTo>
                  <a:cubicBezTo>
                    <a:pt x="62" y="75"/>
                    <a:pt x="59" y="81"/>
                    <a:pt x="55" y="82"/>
                  </a:cubicBezTo>
                  <a:cubicBezTo>
                    <a:pt x="54" y="82"/>
                    <a:pt x="53" y="82"/>
                    <a:pt x="52" y="82"/>
                  </a:cubicBezTo>
                  <a:cubicBezTo>
                    <a:pt x="48" y="82"/>
                    <a:pt x="45" y="80"/>
                    <a:pt x="4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3" name="Google Shape;3953;p47"/>
            <p:cNvSpPr/>
            <p:nvPr/>
          </p:nvSpPr>
          <p:spPr>
            <a:xfrm>
              <a:off x="3371040" y="4348800"/>
              <a:ext cx="24120" cy="12240"/>
            </a:xfrm>
            <a:custGeom>
              <a:avLst/>
              <a:gdLst/>
              <a:ahLst/>
              <a:cxnLst/>
              <a:rect l="l" t="t" r="r" b="b"/>
              <a:pathLst>
                <a:path w="67" h="34" extrusionOk="0">
                  <a:moveTo>
                    <a:pt x="54" y="32"/>
                  </a:moveTo>
                  <a:cubicBezTo>
                    <a:pt x="43" y="28"/>
                    <a:pt x="31" y="25"/>
                    <a:pt x="20" y="22"/>
                  </a:cubicBezTo>
                  <a:lnTo>
                    <a:pt x="21" y="22"/>
                  </a:lnTo>
                  <a:cubicBezTo>
                    <a:pt x="19" y="21"/>
                    <a:pt x="17" y="21"/>
                    <a:pt x="15" y="21"/>
                  </a:cubicBezTo>
                  <a:cubicBezTo>
                    <a:pt x="12" y="20"/>
                    <a:pt x="9" y="20"/>
                    <a:pt x="6" y="19"/>
                  </a:cubicBezTo>
                  <a:cubicBezTo>
                    <a:pt x="3" y="17"/>
                    <a:pt x="1" y="14"/>
                    <a:pt x="1" y="11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7" y="0"/>
                    <a:pt x="10" y="0"/>
                    <a:pt x="13" y="0"/>
                  </a:cubicBezTo>
                  <a:cubicBezTo>
                    <a:pt x="14" y="1"/>
                    <a:pt x="14" y="1"/>
                    <a:pt x="15" y="2"/>
                  </a:cubicBezTo>
                  <a:cubicBezTo>
                    <a:pt x="21" y="3"/>
                    <a:pt x="28" y="5"/>
                    <a:pt x="34" y="7"/>
                  </a:cubicBezTo>
                  <a:cubicBezTo>
                    <a:pt x="43" y="9"/>
                    <a:pt x="51" y="12"/>
                    <a:pt x="59" y="15"/>
                  </a:cubicBezTo>
                  <a:cubicBezTo>
                    <a:pt x="64" y="17"/>
                    <a:pt x="66" y="21"/>
                    <a:pt x="65" y="26"/>
                  </a:cubicBezTo>
                  <a:cubicBezTo>
                    <a:pt x="64" y="30"/>
                    <a:pt x="60" y="33"/>
                    <a:pt x="56" y="33"/>
                  </a:cubicBezTo>
                  <a:lnTo>
                    <a:pt x="54" y="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4" name="Google Shape;3954;p47"/>
            <p:cNvSpPr/>
            <p:nvPr/>
          </p:nvSpPr>
          <p:spPr>
            <a:xfrm>
              <a:off x="3325320" y="4353840"/>
              <a:ext cx="37080" cy="41760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5" y="114"/>
                  </a:moveTo>
                  <a:cubicBezTo>
                    <a:pt x="1" y="112"/>
                    <a:pt x="0" y="106"/>
                    <a:pt x="2" y="102"/>
                  </a:cubicBezTo>
                  <a:cubicBezTo>
                    <a:pt x="15" y="84"/>
                    <a:pt x="28" y="66"/>
                    <a:pt x="41" y="49"/>
                  </a:cubicBezTo>
                  <a:cubicBezTo>
                    <a:pt x="47" y="42"/>
                    <a:pt x="53" y="35"/>
                    <a:pt x="59" y="28"/>
                  </a:cubicBezTo>
                  <a:cubicBezTo>
                    <a:pt x="62" y="24"/>
                    <a:pt x="66" y="20"/>
                    <a:pt x="69" y="17"/>
                  </a:cubicBezTo>
                  <a:cubicBezTo>
                    <a:pt x="74" y="12"/>
                    <a:pt x="79" y="7"/>
                    <a:pt x="84" y="4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91" y="0"/>
                    <a:pt x="97" y="2"/>
                    <a:pt x="99" y="7"/>
                  </a:cubicBezTo>
                  <a:cubicBezTo>
                    <a:pt x="102" y="12"/>
                    <a:pt x="100" y="17"/>
                    <a:pt x="95" y="20"/>
                  </a:cubicBezTo>
                  <a:cubicBezTo>
                    <a:pt x="95" y="20"/>
                    <a:pt x="94" y="20"/>
                    <a:pt x="93" y="20"/>
                  </a:cubicBezTo>
                  <a:cubicBezTo>
                    <a:pt x="93" y="21"/>
                    <a:pt x="92" y="22"/>
                    <a:pt x="90" y="23"/>
                  </a:cubicBezTo>
                  <a:cubicBezTo>
                    <a:pt x="86" y="26"/>
                    <a:pt x="82" y="30"/>
                    <a:pt x="78" y="35"/>
                  </a:cubicBezTo>
                  <a:cubicBezTo>
                    <a:pt x="74" y="39"/>
                    <a:pt x="70" y="43"/>
                    <a:pt x="66" y="48"/>
                  </a:cubicBezTo>
                  <a:cubicBezTo>
                    <a:pt x="62" y="52"/>
                    <a:pt x="59" y="56"/>
                    <a:pt x="55" y="60"/>
                  </a:cubicBezTo>
                  <a:cubicBezTo>
                    <a:pt x="48" y="69"/>
                    <a:pt x="40" y="79"/>
                    <a:pt x="33" y="88"/>
                  </a:cubicBezTo>
                  <a:cubicBezTo>
                    <a:pt x="34" y="88"/>
                    <a:pt x="34" y="88"/>
                    <a:pt x="34" y="87"/>
                  </a:cubicBezTo>
                  <a:cubicBezTo>
                    <a:pt x="29" y="95"/>
                    <a:pt x="23" y="103"/>
                    <a:pt x="18" y="111"/>
                  </a:cubicBezTo>
                  <a:cubicBezTo>
                    <a:pt x="16" y="114"/>
                    <a:pt x="13" y="115"/>
                    <a:pt x="10" y="115"/>
                  </a:cubicBezTo>
                  <a:cubicBezTo>
                    <a:pt x="8" y="115"/>
                    <a:pt x="7" y="115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5" name="Google Shape;3955;p47"/>
            <p:cNvSpPr/>
            <p:nvPr/>
          </p:nvSpPr>
          <p:spPr>
            <a:xfrm>
              <a:off x="3292200" y="4414320"/>
              <a:ext cx="26640" cy="45720"/>
            </a:xfrm>
            <a:custGeom>
              <a:avLst/>
              <a:gdLst/>
              <a:ahLst/>
              <a:cxnLst/>
              <a:rect l="l" t="t" r="r" b="b"/>
              <a:pathLst>
                <a:path w="74" h="127" extrusionOk="0">
                  <a:moveTo>
                    <a:pt x="6" y="126"/>
                  </a:moveTo>
                  <a:cubicBezTo>
                    <a:pt x="2" y="123"/>
                    <a:pt x="0" y="118"/>
                    <a:pt x="2" y="113"/>
                  </a:cubicBezTo>
                  <a:cubicBezTo>
                    <a:pt x="12" y="95"/>
                    <a:pt x="20" y="76"/>
                    <a:pt x="29" y="57"/>
                  </a:cubicBezTo>
                  <a:cubicBezTo>
                    <a:pt x="33" y="49"/>
                    <a:pt x="36" y="40"/>
                    <a:pt x="40" y="32"/>
                  </a:cubicBezTo>
                  <a:cubicBezTo>
                    <a:pt x="44" y="23"/>
                    <a:pt x="49" y="14"/>
                    <a:pt x="54" y="6"/>
                  </a:cubicBezTo>
                  <a:cubicBezTo>
                    <a:pt x="57" y="1"/>
                    <a:pt x="63" y="0"/>
                    <a:pt x="68" y="3"/>
                  </a:cubicBezTo>
                  <a:cubicBezTo>
                    <a:pt x="72" y="6"/>
                    <a:pt x="73" y="11"/>
                    <a:pt x="71" y="16"/>
                  </a:cubicBezTo>
                  <a:cubicBezTo>
                    <a:pt x="68" y="20"/>
                    <a:pt x="65" y="24"/>
                    <a:pt x="62" y="29"/>
                  </a:cubicBezTo>
                  <a:cubicBezTo>
                    <a:pt x="55" y="43"/>
                    <a:pt x="48" y="59"/>
                    <a:pt x="41" y="73"/>
                  </a:cubicBezTo>
                  <a:cubicBezTo>
                    <a:pt x="34" y="89"/>
                    <a:pt x="26" y="105"/>
                    <a:pt x="19" y="121"/>
                  </a:cubicBezTo>
                  <a:cubicBezTo>
                    <a:pt x="17" y="124"/>
                    <a:pt x="13" y="126"/>
                    <a:pt x="11" y="126"/>
                  </a:cubicBezTo>
                  <a:cubicBezTo>
                    <a:pt x="9" y="126"/>
                    <a:pt x="8" y="126"/>
                    <a:pt x="6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6" name="Google Shape;3956;p47"/>
            <p:cNvSpPr/>
            <p:nvPr/>
          </p:nvSpPr>
          <p:spPr>
            <a:xfrm>
              <a:off x="3263760" y="4491720"/>
              <a:ext cx="18360" cy="27000"/>
            </a:xfrm>
            <a:custGeom>
              <a:avLst/>
              <a:gdLst/>
              <a:ahLst/>
              <a:cxnLst/>
              <a:rect l="l" t="t" r="r" b="b"/>
              <a:pathLst>
                <a:path w="51" h="75" extrusionOk="0">
                  <a:moveTo>
                    <a:pt x="7" y="74"/>
                  </a:moveTo>
                  <a:cubicBezTo>
                    <a:pt x="2" y="71"/>
                    <a:pt x="0" y="66"/>
                    <a:pt x="2" y="61"/>
                  </a:cubicBezTo>
                  <a:cubicBezTo>
                    <a:pt x="7" y="52"/>
                    <a:pt x="12" y="42"/>
                    <a:pt x="17" y="32"/>
                  </a:cubicBezTo>
                  <a:cubicBezTo>
                    <a:pt x="21" y="24"/>
                    <a:pt x="25" y="15"/>
                    <a:pt x="31" y="6"/>
                  </a:cubicBezTo>
                  <a:cubicBezTo>
                    <a:pt x="34" y="2"/>
                    <a:pt x="39" y="0"/>
                    <a:pt x="44" y="3"/>
                  </a:cubicBezTo>
                  <a:cubicBezTo>
                    <a:pt x="48" y="6"/>
                    <a:pt x="50" y="12"/>
                    <a:pt x="47" y="17"/>
                  </a:cubicBezTo>
                  <a:cubicBezTo>
                    <a:pt x="45" y="20"/>
                    <a:pt x="42" y="24"/>
                    <a:pt x="40" y="28"/>
                  </a:cubicBezTo>
                  <a:cubicBezTo>
                    <a:pt x="33" y="41"/>
                    <a:pt x="26" y="55"/>
                    <a:pt x="19" y="69"/>
                  </a:cubicBezTo>
                  <a:cubicBezTo>
                    <a:pt x="17" y="73"/>
                    <a:pt x="14" y="74"/>
                    <a:pt x="11" y="74"/>
                  </a:cubicBezTo>
                  <a:cubicBezTo>
                    <a:pt x="9" y="74"/>
                    <a:pt x="8" y="74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7" name="Google Shape;3957;p47"/>
            <p:cNvSpPr/>
            <p:nvPr/>
          </p:nvSpPr>
          <p:spPr>
            <a:xfrm>
              <a:off x="3132000" y="4584960"/>
              <a:ext cx="90000" cy="191880"/>
            </a:xfrm>
            <a:custGeom>
              <a:avLst/>
              <a:gdLst/>
              <a:ahLst/>
              <a:cxnLst/>
              <a:rect l="l" t="t" r="r" b="b"/>
              <a:pathLst>
                <a:path w="250" h="533" extrusionOk="0">
                  <a:moveTo>
                    <a:pt x="7" y="531"/>
                  </a:moveTo>
                  <a:cubicBezTo>
                    <a:pt x="2" y="529"/>
                    <a:pt x="0" y="523"/>
                    <a:pt x="2" y="518"/>
                  </a:cubicBezTo>
                  <a:cubicBezTo>
                    <a:pt x="19" y="483"/>
                    <a:pt x="34" y="447"/>
                    <a:pt x="50" y="412"/>
                  </a:cubicBezTo>
                  <a:cubicBezTo>
                    <a:pt x="66" y="375"/>
                    <a:pt x="83" y="338"/>
                    <a:pt x="99" y="301"/>
                  </a:cubicBezTo>
                  <a:cubicBezTo>
                    <a:pt x="115" y="265"/>
                    <a:pt x="132" y="229"/>
                    <a:pt x="147" y="193"/>
                  </a:cubicBezTo>
                  <a:cubicBezTo>
                    <a:pt x="164" y="156"/>
                    <a:pt x="181" y="119"/>
                    <a:pt x="197" y="82"/>
                  </a:cubicBezTo>
                  <a:cubicBezTo>
                    <a:pt x="202" y="69"/>
                    <a:pt x="208" y="57"/>
                    <a:pt x="213" y="44"/>
                  </a:cubicBezTo>
                  <a:cubicBezTo>
                    <a:pt x="218" y="32"/>
                    <a:pt x="224" y="19"/>
                    <a:pt x="229" y="7"/>
                  </a:cubicBezTo>
                  <a:cubicBezTo>
                    <a:pt x="231" y="2"/>
                    <a:pt x="238" y="0"/>
                    <a:pt x="242" y="2"/>
                  </a:cubicBezTo>
                  <a:cubicBezTo>
                    <a:pt x="247" y="5"/>
                    <a:pt x="249" y="10"/>
                    <a:pt x="247" y="15"/>
                  </a:cubicBezTo>
                  <a:cubicBezTo>
                    <a:pt x="239" y="33"/>
                    <a:pt x="230" y="51"/>
                    <a:pt x="222" y="69"/>
                  </a:cubicBezTo>
                  <a:cubicBezTo>
                    <a:pt x="214" y="87"/>
                    <a:pt x="206" y="105"/>
                    <a:pt x="198" y="122"/>
                  </a:cubicBezTo>
                  <a:cubicBezTo>
                    <a:pt x="182" y="160"/>
                    <a:pt x="165" y="197"/>
                    <a:pt x="149" y="234"/>
                  </a:cubicBezTo>
                  <a:cubicBezTo>
                    <a:pt x="133" y="270"/>
                    <a:pt x="117" y="306"/>
                    <a:pt x="101" y="343"/>
                  </a:cubicBezTo>
                  <a:cubicBezTo>
                    <a:pt x="85" y="379"/>
                    <a:pt x="69" y="415"/>
                    <a:pt x="53" y="452"/>
                  </a:cubicBezTo>
                  <a:cubicBezTo>
                    <a:pt x="42" y="477"/>
                    <a:pt x="31" y="502"/>
                    <a:pt x="20" y="527"/>
                  </a:cubicBezTo>
                  <a:cubicBezTo>
                    <a:pt x="19" y="530"/>
                    <a:pt x="15" y="532"/>
                    <a:pt x="11" y="532"/>
                  </a:cubicBezTo>
                  <a:cubicBezTo>
                    <a:pt x="10" y="532"/>
                    <a:pt x="9" y="532"/>
                    <a:pt x="7" y="5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8" name="Google Shape;3958;p47"/>
            <p:cNvSpPr/>
            <p:nvPr/>
          </p:nvSpPr>
          <p:spPr>
            <a:xfrm>
              <a:off x="3131640" y="4771800"/>
              <a:ext cx="415800" cy="11160"/>
            </a:xfrm>
            <a:custGeom>
              <a:avLst/>
              <a:gdLst/>
              <a:ahLst/>
              <a:cxnLst/>
              <a:rect l="l" t="t" r="r" b="b"/>
              <a:pathLst>
                <a:path w="1155" h="31" extrusionOk="0">
                  <a:moveTo>
                    <a:pt x="1143" y="30"/>
                  </a:moveTo>
                  <a:cubicBezTo>
                    <a:pt x="1120" y="29"/>
                    <a:pt x="1096" y="29"/>
                    <a:pt x="1073" y="29"/>
                  </a:cubicBezTo>
                  <a:cubicBezTo>
                    <a:pt x="1062" y="29"/>
                    <a:pt x="1050" y="28"/>
                    <a:pt x="1039" y="28"/>
                  </a:cubicBezTo>
                  <a:cubicBezTo>
                    <a:pt x="1027" y="27"/>
                    <a:pt x="1014" y="27"/>
                    <a:pt x="1002" y="27"/>
                  </a:cubicBezTo>
                  <a:cubicBezTo>
                    <a:pt x="954" y="27"/>
                    <a:pt x="905" y="26"/>
                    <a:pt x="857" y="26"/>
                  </a:cubicBezTo>
                  <a:cubicBezTo>
                    <a:pt x="808" y="25"/>
                    <a:pt x="758" y="25"/>
                    <a:pt x="709" y="25"/>
                  </a:cubicBezTo>
                  <a:cubicBezTo>
                    <a:pt x="658" y="24"/>
                    <a:pt x="608" y="23"/>
                    <a:pt x="557" y="23"/>
                  </a:cubicBezTo>
                  <a:cubicBezTo>
                    <a:pt x="508" y="23"/>
                    <a:pt x="459" y="22"/>
                    <a:pt x="411" y="22"/>
                  </a:cubicBezTo>
                  <a:cubicBezTo>
                    <a:pt x="362" y="22"/>
                    <a:pt x="312" y="22"/>
                    <a:pt x="263" y="21"/>
                  </a:cubicBezTo>
                  <a:cubicBezTo>
                    <a:pt x="215" y="20"/>
                    <a:pt x="166" y="20"/>
                    <a:pt x="119" y="19"/>
                  </a:cubicBezTo>
                  <a:cubicBezTo>
                    <a:pt x="101" y="19"/>
                    <a:pt x="83" y="19"/>
                    <a:pt x="64" y="19"/>
                  </a:cubicBezTo>
                  <a:cubicBezTo>
                    <a:pt x="47" y="19"/>
                    <a:pt x="29" y="19"/>
                    <a:pt x="11" y="19"/>
                  </a:cubicBezTo>
                  <a:lnTo>
                    <a:pt x="10" y="19"/>
                  </a:lnTo>
                  <a:cubicBezTo>
                    <a:pt x="4" y="19"/>
                    <a:pt x="0" y="15"/>
                    <a:pt x="0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0"/>
                    <a:pt x="20" y="1"/>
                    <a:pt x="25" y="1"/>
                  </a:cubicBezTo>
                  <a:cubicBezTo>
                    <a:pt x="32" y="1"/>
                    <a:pt x="38" y="1"/>
                    <a:pt x="45" y="1"/>
                  </a:cubicBezTo>
                  <a:cubicBezTo>
                    <a:pt x="57" y="1"/>
                    <a:pt x="69" y="1"/>
                    <a:pt x="81" y="2"/>
                  </a:cubicBezTo>
                  <a:cubicBezTo>
                    <a:pt x="105" y="2"/>
                    <a:pt x="128" y="2"/>
                    <a:pt x="152" y="2"/>
                  </a:cubicBezTo>
                  <a:cubicBezTo>
                    <a:pt x="201" y="3"/>
                    <a:pt x="250" y="3"/>
                    <a:pt x="299" y="4"/>
                  </a:cubicBezTo>
                  <a:cubicBezTo>
                    <a:pt x="349" y="4"/>
                    <a:pt x="398" y="5"/>
                    <a:pt x="447" y="5"/>
                  </a:cubicBezTo>
                  <a:cubicBezTo>
                    <a:pt x="472" y="5"/>
                    <a:pt x="497" y="5"/>
                    <a:pt x="523" y="6"/>
                  </a:cubicBezTo>
                  <a:cubicBezTo>
                    <a:pt x="546" y="6"/>
                    <a:pt x="570" y="6"/>
                    <a:pt x="594" y="6"/>
                  </a:cubicBezTo>
                  <a:cubicBezTo>
                    <a:pt x="644" y="7"/>
                    <a:pt x="695" y="7"/>
                    <a:pt x="746" y="8"/>
                  </a:cubicBezTo>
                  <a:cubicBezTo>
                    <a:pt x="794" y="8"/>
                    <a:pt x="843" y="9"/>
                    <a:pt x="891" y="9"/>
                  </a:cubicBezTo>
                  <a:cubicBezTo>
                    <a:pt x="916" y="9"/>
                    <a:pt x="941" y="9"/>
                    <a:pt x="965" y="9"/>
                  </a:cubicBezTo>
                  <a:cubicBezTo>
                    <a:pt x="990" y="9"/>
                    <a:pt x="1014" y="10"/>
                    <a:pt x="1037" y="10"/>
                  </a:cubicBezTo>
                  <a:cubicBezTo>
                    <a:pt x="1047" y="10"/>
                    <a:pt x="1055" y="9"/>
                    <a:pt x="1064" y="9"/>
                  </a:cubicBezTo>
                  <a:cubicBezTo>
                    <a:pt x="1074" y="10"/>
                    <a:pt x="1083" y="10"/>
                    <a:pt x="1092" y="10"/>
                  </a:cubicBezTo>
                  <a:cubicBezTo>
                    <a:pt x="1110" y="10"/>
                    <a:pt x="1127" y="10"/>
                    <a:pt x="1144" y="10"/>
                  </a:cubicBezTo>
                  <a:cubicBezTo>
                    <a:pt x="1150" y="10"/>
                    <a:pt x="1154" y="15"/>
                    <a:pt x="1154" y="20"/>
                  </a:cubicBezTo>
                  <a:cubicBezTo>
                    <a:pt x="1153" y="26"/>
                    <a:pt x="1149" y="30"/>
                    <a:pt x="1144" y="30"/>
                  </a:cubicBezTo>
                  <a:cubicBezTo>
                    <a:pt x="1143" y="30"/>
                    <a:pt x="1143" y="30"/>
                    <a:pt x="1143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9" name="Google Shape;3959;p47"/>
            <p:cNvSpPr/>
            <p:nvPr/>
          </p:nvSpPr>
          <p:spPr>
            <a:xfrm>
              <a:off x="3232080" y="4697280"/>
              <a:ext cx="32760" cy="66240"/>
            </a:xfrm>
            <a:custGeom>
              <a:avLst/>
              <a:gdLst/>
              <a:ahLst/>
              <a:cxnLst/>
              <a:rect l="l" t="t" r="r" b="b"/>
              <a:pathLst>
                <a:path w="91" h="184" extrusionOk="0">
                  <a:moveTo>
                    <a:pt x="62" y="79"/>
                  </a:moveTo>
                  <a:cubicBezTo>
                    <a:pt x="59" y="83"/>
                    <a:pt x="56" y="86"/>
                    <a:pt x="52" y="90"/>
                  </a:cubicBezTo>
                  <a:cubicBezTo>
                    <a:pt x="51" y="92"/>
                    <a:pt x="49" y="93"/>
                    <a:pt x="47" y="95"/>
                  </a:cubicBezTo>
                  <a:cubicBezTo>
                    <a:pt x="51" y="92"/>
                    <a:pt x="55" y="90"/>
                    <a:pt x="60" y="88"/>
                  </a:cubicBezTo>
                  <a:lnTo>
                    <a:pt x="60" y="87"/>
                  </a:lnTo>
                  <a:cubicBezTo>
                    <a:pt x="62" y="84"/>
                    <a:pt x="62" y="81"/>
                    <a:pt x="63" y="78"/>
                  </a:cubicBezTo>
                  <a:cubicBezTo>
                    <a:pt x="63" y="79"/>
                    <a:pt x="62" y="79"/>
                    <a:pt x="62" y="79"/>
                  </a:cubicBezTo>
                  <a:moveTo>
                    <a:pt x="21" y="164"/>
                  </a:moveTo>
                  <a:cubicBezTo>
                    <a:pt x="22" y="164"/>
                    <a:pt x="22" y="164"/>
                    <a:pt x="23" y="164"/>
                  </a:cubicBezTo>
                  <a:cubicBezTo>
                    <a:pt x="23" y="163"/>
                    <a:pt x="24" y="163"/>
                    <a:pt x="25" y="163"/>
                  </a:cubicBezTo>
                  <a:lnTo>
                    <a:pt x="24" y="163"/>
                  </a:lnTo>
                  <a:cubicBezTo>
                    <a:pt x="24" y="163"/>
                    <a:pt x="25" y="163"/>
                    <a:pt x="25" y="162"/>
                  </a:cubicBezTo>
                  <a:cubicBezTo>
                    <a:pt x="27" y="162"/>
                    <a:pt x="28" y="161"/>
                    <a:pt x="29" y="160"/>
                  </a:cubicBezTo>
                  <a:cubicBezTo>
                    <a:pt x="30" y="160"/>
                    <a:pt x="30" y="159"/>
                    <a:pt x="31" y="158"/>
                  </a:cubicBezTo>
                  <a:cubicBezTo>
                    <a:pt x="32" y="157"/>
                    <a:pt x="33" y="156"/>
                    <a:pt x="34" y="155"/>
                  </a:cubicBezTo>
                  <a:cubicBezTo>
                    <a:pt x="35" y="153"/>
                    <a:pt x="37" y="151"/>
                    <a:pt x="38" y="148"/>
                  </a:cubicBezTo>
                  <a:cubicBezTo>
                    <a:pt x="42" y="141"/>
                    <a:pt x="45" y="134"/>
                    <a:pt x="48" y="126"/>
                  </a:cubicBezTo>
                  <a:cubicBezTo>
                    <a:pt x="50" y="121"/>
                    <a:pt x="52" y="117"/>
                    <a:pt x="53" y="112"/>
                  </a:cubicBezTo>
                  <a:cubicBezTo>
                    <a:pt x="49" y="114"/>
                    <a:pt x="46" y="117"/>
                    <a:pt x="42" y="120"/>
                  </a:cubicBezTo>
                  <a:cubicBezTo>
                    <a:pt x="39" y="122"/>
                    <a:pt x="37" y="124"/>
                    <a:pt x="34" y="127"/>
                  </a:cubicBezTo>
                  <a:cubicBezTo>
                    <a:pt x="31" y="130"/>
                    <a:pt x="28" y="133"/>
                    <a:pt x="26" y="137"/>
                  </a:cubicBezTo>
                  <a:cubicBezTo>
                    <a:pt x="25" y="138"/>
                    <a:pt x="23" y="140"/>
                    <a:pt x="22" y="142"/>
                  </a:cubicBezTo>
                  <a:cubicBezTo>
                    <a:pt x="21" y="144"/>
                    <a:pt x="21" y="145"/>
                    <a:pt x="21" y="146"/>
                  </a:cubicBezTo>
                  <a:cubicBezTo>
                    <a:pt x="20" y="147"/>
                    <a:pt x="20" y="148"/>
                    <a:pt x="20" y="149"/>
                  </a:cubicBezTo>
                  <a:cubicBezTo>
                    <a:pt x="19" y="151"/>
                    <a:pt x="19" y="153"/>
                    <a:pt x="18" y="156"/>
                  </a:cubicBezTo>
                  <a:cubicBezTo>
                    <a:pt x="18" y="157"/>
                    <a:pt x="18" y="158"/>
                    <a:pt x="18" y="159"/>
                  </a:cubicBezTo>
                  <a:cubicBezTo>
                    <a:pt x="18" y="160"/>
                    <a:pt x="18" y="161"/>
                    <a:pt x="19" y="162"/>
                  </a:cubicBezTo>
                  <a:lnTo>
                    <a:pt x="19" y="163"/>
                  </a:lnTo>
                  <a:lnTo>
                    <a:pt x="20" y="163"/>
                  </a:lnTo>
                  <a:lnTo>
                    <a:pt x="20" y="164"/>
                  </a:lnTo>
                  <a:lnTo>
                    <a:pt x="21" y="164"/>
                  </a:lnTo>
                  <a:moveTo>
                    <a:pt x="12" y="181"/>
                  </a:moveTo>
                  <a:cubicBezTo>
                    <a:pt x="9" y="180"/>
                    <a:pt x="7" y="178"/>
                    <a:pt x="6" y="176"/>
                  </a:cubicBezTo>
                  <a:cubicBezTo>
                    <a:pt x="4" y="174"/>
                    <a:pt x="2" y="172"/>
                    <a:pt x="2" y="169"/>
                  </a:cubicBezTo>
                  <a:cubicBezTo>
                    <a:pt x="0" y="163"/>
                    <a:pt x="0" y="158"/>
                    <a:pt x="0" y="152"/>
                  </a:cubicBezTo>
                  <a:cubicBezTo>
                    <a:pt x="2" y="146"/>
                    <a:pt x="3" y="140"/>
                    <a:pt x="6" y="135"/>
                  </a:cubicBezTo>
                  <a:cubicBezTo>
                    <a:pt x="9" y="129"/>
                    <a:pt x="13" y="124"/>
                    <a:pt x="17" y="119"/>
                  </a:cubicBezTo>
                  <a:cubicBezTo>
                    <a:pt x="21" y="114"/>
                    <a:pt x="25" y="111"/>
                    <a:pt x="29" y="107"/>
                  </a:cubicBezTo>
                  <a:cubicBezTo>
                    <a:pt x="27" y="108"/>
                    <a:pt x="25" y="108"/>
                    <a:pt x="24" y="109"/>
                  </a:cubicBezTo>
                  <a:cubicBezTo>
                    <a:pt x="21" y="109"/>
                    <a:pt x="19" y="108"/>
                    <a:pt x="17" y="107"/>
                  </a:cubicBezTo>
                  <a:cubicBezTo>
                    <a:pt x="16" y="107"/>
                    <a:pt x="15" y="106"/>
                    <a:pt x="14" y="105"/>
                  </a:cubicBezTo>
                  <a:cubicBezTo>
                    <a:pt x="13" y="105"/>
                    <a:pt x="12" y="104"/>
                    <a:pt x="11" y="103"/>
                  </a:cubicBezTo>
                  <a:cubicBezTo>
                    <a:pt x="10" y="100"/>
                    <a:pt x="10" y="98"/>
                    <a:pt x="9" y="95"/>
                  </a:cubicBezTo>
                  <a:cubicBezTo>
                    <a:pt x="9" y="93"/>
                    <a:pt x="9" y="91"/>
                    <a:pt x="10" y="88"/>
                  </a:cubicBezTo>
                  <a:cubicBezTo>
                    <a:pt x="10" y="86"/>
                    <a:pt x="10" y="85"/>
                    <a:pt x="10" y="84"/>
                  </a:cubicBezTo>
                  <a:cubicBezTo>
                    <a:pt x="10" y="81"/>
                    <a:pt x="11" y="79"/>
                    <a:pt x="11" y="77"/>
                  </a:cubicBezTo>
                  <a:cubicBezTo>
                    <a:pt x="13" y="66"/>
                    <a:pt x="15" y="56"/>
                    <a:pt x="17" y="46"/>
                  </a:cubicBezTo>
                  <a:cubicBezTo>
                    <a:pt x="20" y="34"/>
                    <a:pt x="24" y="23"/>
                    <a:pt x="28" y="12"/>
                  </a:cubicBezTo>
                  <a:cubicBezTo>
                    <a:pt x="28" y="10"/>
                    <a:pt x="28" y="8"/>
                    <a:pt x="29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3" y="2"/>
                    <a:pt x="38" y="0"/>
                    <a:pt x="42" y="3"/>
                  </a:cubicBezTo>
                  <a:cubicBezTo>
                    <a:pt x="46" y="4"/>
                    <a:pt x="49" y="10"/>
                    <a:pt x="46" y="15"/>
                  </a:cubicBezTo>
                  <a:cubicBezTo>
                    <a:pt x="45" y="19"/>
                    <a:pt x="44" y="23"/>
                    <a:pt x="42" y="27"/>
                  </a:cubicBezTo>
                  <a:cubicBezTo>
                    <a:pt x="40" y="32"/>
                    <a:pt x="38" y="37"/>
                    <a:pt x="37" y="42"/>
                  </a:cubicBezTo>
                  <a:cubicBezTo>
                    <a:pt x="35" y="47"/>
                    <a:pt x="34" y="52"/>
                    <a:pt x="33" y="57"/>
                  </a:cubicBezTo>
                  <a:cubicBezTo>
                    <a:pt x="31" y="66"/>
                    <a:pt x="30" y="75"/>
                    <a:pt x="28" y="85"/>
                  </a:cubicBezTo>
                  <a:cubicBezTo>
                    <a:pt x="28" y="85"/>
                    <a:pt x="28" y="86"/>
                    <a:pt x="28" y="87"/>
                  </a:cubicBezTo>
                  <a:cubicBezTo>
                    <a:pt x="28" y="87"/>
                    <a:pt x="29" y="86"/>
                    <a:pt x="30" y="86"/>
                  </a:cubicBezTo>
                  <a:cubicBezTo>
                    <a:pt x="34" y="83"/>
                    <a:pt x="38" y="79"/>
                    <a:pt x="41" y="75"/>
                  </a:cubicBezTo>
                  <a:lnTo>
                    <a:pt x="42" y="75"/>
                  </a:lnTo>
                  <a:cubicBezTo>
                    <a:pt x="42" y="74"/>
                    <a:pt x="43" y="74"/>
                    <a:pt x="44" y="73"/>
                  </a:cubicBezTo>
                  <a:cubicBezTo>
                    <a:pt x="44" y="72"/>
                    <a:pt x="45" y="72"/>
                    <a:pt x="45" y="71"/>
                  </a:cubicBezTo>
                  <a:lnTo>
                    <a:pt x="45" y="72"/>
                  </a:lnTo>
                  <a:cubicBezTo>
                    <a:pt x="45" y="71"/>
                    <a:pt x="46" y="71"/>
                    <a:pt x="46" y="70"/>
                  </a:cubicBezTo>
                  <a:lnTo>
                    <a:pt x="47" y="70"/>
                  </a:lnTo>
                  <a:cubicBezTo>
                    <a:pt x="53" y="63"/>
                    <a:pt x="59" y="56"/>
                    <a:pt x="65" y="49"/>
                  </a:cubicBezTo>
                  <a:cubicBezTo>
                    <a:pt x="68" y="46"/>
                    <a:pt x="70" y="43"/>
                    <a:pt x="74" y="41"/>
                  </a:cubicBezTo>
                  <a:cubicBezTo>
                    <a:pt x="78" y="39"/>
                    <a:pt x="84" y="40"/>
                    <a:pt x="87" y="45"/>
                  </a:cubicBezTo>
                  <a:cubicBezTo>
                    <a:pt x="90" y="49"/>
                    <a:pt x="88" y="55"/>
                    <a:pt x="87" y="60"/>
                  </a:cubicBezTo>
                  <a:cubicBezTo>
                    <a:pt x="87" y="63"/>
                    <a:pt x="85" y="67"/>
                    <a:pt x="84" y="70"/>
                  </a:cubicBezTo>
                  <a:cubicBezTo>
                    <a:pt x="82" y="78"/>
                    <a:pt x="80" y="86"/>
                    <a:pt x="77" y="93"/>
                  </a:cubicBezTo>
                  <a:cubicBezTo>
                    <a:pt x="77" y="95"/>
                    <a:pt x="77" y="96"/>
                    <a:pt x="76" y="97"/>
                  </a:cubicBezTo>
                  <a:cubicBezTo>
                    <a:pt x="73" y="107"/>
                    <a:pt x="71" y="116"/>
                    <a:pt x="67" y="126"/>
                  </a:cubicBezTo>
                  <a:cubicBezTo>
                    <a:pt x="64" y="135"/>
                    <a:pt x="60" y="145"/>
                    <a:pt x="56" y="154"/>
                  </a:cubicBezTo>
                  <a:cubicBezTo>
                    <a:pt x="52" y="161"/>
                    <a:pt x="48" y="168"/>
                    <a:pt x="42" y="174"/>
                  </a:cubicBezTo>
                  <a:cubicBezTo>
                    <a:pt x="38" y="177"/>
                    <a:pt x="33" y="180"/>
                    <a:pt x="28" y="182"/>
                  </a:cubicBezTo>
                  <a:cubicBezTo>
                    <a:pt x="26" y="183"/>
                    <a:pt x="24" y="183"/>
                    <a:pt x="21" y="183"/>
                  </a:cubicBezTo>
                  <a:cubicBezTo>
                    <a:pt x="18" y="183"/>
                    <a:pt x="15" y="182"/>
                    <a:pt x="12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0" name="Google Shape;3960;p47"/>
            <p:cNvSpPr/>
            <p:nvPr/>
          </p:nvSpPr>
          <p:spPr>
            <a:xfrm>
              <a:off x="3282120" y="4696560"/>
              <a:ext cx="16920" cy="37440"/>
            </a:xfrm>
            <a:custGeom>
              <a:avLst/>
              <a:gdLst/>
              <a:ahLst/>
              <a:cxnLst/>
              <a:rect l="l" t="t" r="r" b="b"/>
              <a:pathLst>
                <a:path w="47" h="104" extrusionOk="0">
                  <a:moveTo>
                    <a:pt x="20" y="103"/>
                  </a:moveTo>
                  <a:cubicBezTo>
                    <a:pt x="15" y="102"/>
                    <a:pt x="12" y="97"/>
                    <a:pt x="12" y="92"/>
                  </a:cubicBezTo>
                  <a:cubicBezTo>
                    <a:pt x="15" y="80"/>
                    <a:pt x="18" y="69"/>
                    <a:pt x="20" y="57"/>
                  </a:cubicBezTo>
                  <a:cubicBezTo>
                    <a:pt x="21" y="54"/>
                    <a:pt x="22" y="51"/>
                    <a:pt x="23" y="48"/>
                  </a:cubicBezTo>
                  <a:cubicBezTo>
                    <a:pt x="22" y="49"/>
                    <a:pt x="21" y="51"/>
                    <a:pt x="20" y="53"/>
                  </a:cubicBezTo>
                  <a:lnTo>
                    <a:pt x="20" y="54"/>
                  </a:lnTo>
                  <a:cubicBezTo>
                    <a:pt x="20" y="58"/>
                    <a:pt x="15" y="62"/>
                    <a:pt x="10" y="62"/>
                  </a:cubicBezTo>
                  <a:cubicBezTo>
                    <a:pt x="4" y="62"/>
                    <a:pt x="0" y="57"/>
                    <a:pt x="1" y="51"/>
                  </a:cubicBezTo>
                  <a:cubicBezTo>
                    <a:pt x="2" y="47"/>
                    <a:pt x="5" y="42"/>
                    <a:pt x="6" y="38"/>
                  </a:cubicBezTo>
                  <a:cubicBezTo>
                    <a:pt x="9" y="34"/>
                    <a:pt x="11" y="30"/>
                    <a:pt x="13" y="27"/>
                  </a:cubicBezTo>
                  <a:cubicBezTo>
                    <a:pt x="15" y="23"/>
                    <a:pt x="16" y="20"/>
                    <a:pt x="19" y="17"/>
                  </a:cubicBezTo>
                  <a:cubicBezTo>
                    <a:pt x="19" y="15"/>
                    <a:pt x="20" y="13"/>
                    <a:pt x="22" y="12"/>
                  </a:cubicBezTo>
                  <a:cubicBezTo>
                    <a:pt x="22" y="10"/>
                    <a:pt x="23" y="8"/>
                    <a:pt x="25" y="6"/>
                  </a:cubicBezTo>
                  <a:cubicBezTo>
                    <a:pt x="26" y="4"/>
                    <a:pt x="29" y="3"/>
                    <a:pt x="30" y="2"/>
                  </a:cubicBezTo>
                  <a:cubicBezTo>
                    <a:pt x="34" y="0"/>
                    <a:pt x="40" y="1"/>
                    <a:pt x="43" y="5"/>
                  </a:cubicBezTo>
                  <a:cubicBezTo>
                    <a:pt x="44" y="8"/>
                    <a:pt x="46" y="11"/>
                    <a:pt x="46" y="14"/>
                  </a:cubicBezTo>
                  <a:cubicBezTo>
                    <a:pt x="46" y="19"/>
                    <a:pt x="45" y="23"/>
                    <a:pt x="44" y="27"/>
                  </a:cubicBezTo>
                  <a:cubicBezTo>
                    <a:pt x="44" y="31"/>
                    <a:pt x="43" y="35"/>
                    <a:pt x="42" y="39"/>
                  </a:cubicBezTo>
                  <a:cubicBezTo>
                    <a:pt x="41" y="45"/>
                    <a:pt x="40" y="52"/>
                    <a:pt x="39" y="58"/>
                  </a:cubicBezTo>
                  <a:cubicBezTo>
                    <a:pt x="36" y="70"/>
                    <a:pt x="33" y="83"/>
                    <a:pt x="31" y="95"/>
                  </a:cubicBezTo>
                  <a:cubicBezTo>
                    <a:pt x="30" y="100"/>
                    <a:pt x="26" y="103"/>
                    <a:pt x="22" y="103"/>
                  </a:cubicBezTo>
                  <a:cubicBezTo>
                    <a:pt x="21" y="103"/>
                    <a:pt x="21" y="103"/>
                    <a:pt x="20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1" name="Google Shape;3961;p47"/>
            <p:cNvSpPr/>
            <p:nvPr/>
          </p:nvSpPr>
          <p:spPr>
            <a:xfrm>
              <a:off x="3311640" y="4715640"/>
              <a:ext cx="39600" cy="7920"/>
            </a:xfrm>
            <a:custGeom>
              <a:avLst/>
              <a:gdLst/>
              <a:ahLst/>
              <a:cxnLst/>
              <a:rect l="l" t="t" r="r" b="b"/>
              <a:pathLst>
                <a:path w="110" h="22" extrusionOk="0">
                  <a:moveTo>
                    <a:pt x="8" y="21"/>
                  </a:moveTo>
                  <a:cubicBezTo>
                    <a:pt x="4" y="20"/>
                    <a:pt x="0" y="16"/>
                    <a:pt x="0" y="12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1" y="3"/>
                    <a:pt x="27" y="3"/>
                    <a:pt x="33" y="3"/>
                  </a:cubicBezTo>
                  <a:cubicBezTo>
                    <a:pt x="36" y="2"/>
                    <a:pt x="39" y="2"/>
                    <a:pt x="43" y="2"/>
                  </a:cubicBezTo>
                  <a:lnTo>
                    <a:pt x="42" y="2"/>
                  </a:lnTo>
                  <a:cubicBezTo>
                    <a:pt x="43" y="2"/>
                    <a:pt x="43" y="2"/>
                    <a:pt x="43" y="2"/>
                  </a:cubicBezTo>
                  <a:cubicBezTo>
                    <a:pt x="46" y="2"/>
                    <a:pt x="49" y="2"/>
                    <a:pt x="51" y="2"/>
                  </a:cubicBezTo>
                  <a:lnTo>
                    <a:pt x="52" y="2"/>
                  </a:lnTo>
                  <a:cubicBezTo>
                    <a:pt x="68" y="2"/>
                    <a:pt x="84" y="2"/>
                    <a:pt x="100" y="2"/>
                  </a:cubicBezTo>
                  <a:cubicBezTo>
                    <a:pt x="105" y="3"/>
                    <a:pt x="109" y="7"/>
                    <a:pt x="109" y="12"/>
                  </a:cubicBezTo>
                  <a:cubicBezTo>
                    <a:pt x="109" y="17"/>
                    <a:pt x="105" y="21"/>
                    <a:pt x="99" y="21"/>
                  </a:cubicBezTo>
                  <a:cubicBezTo>
                    <a:pt x="93" y="20"/>
                    <a:pt x="86" y="20"/>
                    <a:pt x="80" y="20"/>
                  </a:cubicBezTo>
                  <a:cubicBezTo>
                    <a:pt x="74" y="20"/>
                    <a:pt x="68" y="20"/>
                    <a:pt x="63" y="20"/>
                  </a:cubicBezTo>
                  <a:cubicBezTo>
                    <a:pt x="56" y="20"/>
                    <a:pt x="49" y="20"/>
                    <a:pt x="42" y="21"/>
                  </a:cubicBezTo>
                  <a:cubicBezTo>
                    <a:pt x="38" y="21"/>
                    <a:pt x="33" y="21"/>
                    <a:pt x="29" y="21"/>
                  </a:cubicBezTo>
                  <a:cubicBezTo>
                    <a:pt x="26" y="21"/>
                    <a:pt x="22" y="21"/>
                    <a:pt x="19" y="21"/>
                  </a:cubicBezTo>
                  <a:cubicBezTo>
                    <a:pt x="15" y="21"/>
                    <a:pt x="11" y="21"/>
                    <a:pt x="8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2" name="Google Shape;3962;p47"/>
            <p:cNvSpPr/>
            <p:nvPr/>
          </p:nvSpPr>
          <p:spPr>
            <a:xfrm>
              <a:off x="3314880" y="4724280"/>
              <a:ext cx="42840" cy="9000"/>
            </a:xfrm>
            <a:custGeom>
              <a:avLst/>
              <a:gdLst/>
              <a:ahLst/>
              <a:cxnLst/>
              <a:rect l="l" t="t" r="r" b="b"/>
              <a:pathLst>
                <a:path w="119" h="25" extrusionOk="0">
                  <a:moveTo>
                    <a:pt x="37" y="24"/>
                  </a:moveTo>
                  <a:cubicBezTo>
                    <a:pt x="29" y="24"/>
                    <a:pt x="21" y="24"/>
                    <a:pt x="13" y="23"/>
                  </a:cubicBezTo>
                  <a:cubicBezTo>
                    <a:pt x="8" y="22"/>
                    <a:pt x="3" y="20"/>
                    <a:pt x="2" y="14"/>
                  </a:cubicBezTo>
                  <a:cubicBezTo>
                    <a:pt x="0" y="11"/>
                    <a:pt x="2" y="7"/>
                    <a:pt x="5" y="4"/>
                  </a:cubicBezTo>
                  <a:cubicBezTo>
                    <a:pt x="8" y="0"/>
                    <a:pt x="15" y="1"/>
                    <a:pt x="18" y="4"/>
                  </a:cubicBezTo>
                  <a:cubicBezTo>
                    <a:pt x="19" y="5"/>
                    <a:pt x="21" y="5"/>
                    <a:pt x="22" y="5"/>
                  </a:cubicBezTo>
                  <a:cubicBezTo>
                    <a:pt x="37" y="6"/>
                    <a:pt x="51" y="7"/>
                    <a:pt x="66" y="6"/>
                  </a:cubicBezTo>
                  <a:lnTo>
                    <a:pt x="67" y="6"/>
                  </a:lnTo>
                  <a:lnTo>
                    <a:pt x="68" y="6"/>
                  </a:lnTo>
                  <a:cubicBezTo>
                    <a:pt x="67" y="6"/>
                    <a:pt x="67" y="6"/>
                    <a:pt x="67" y="6"/>
                  </a:cubicBezTo>
                  <a:cubicBezTo>
                    <a:pt x="69" y="6"/>
                    <a:pt x="70" y="6"/>
                    <a:pt x="72" y="6"/>
                  </a:cubicBezTo>
                  <a:cubicBezTo>
                    <a:pt x="73" y="6"/>
                    <a:pt x="74" y="6"/>
                    <a:pt x="75" y="6"/>
                  </a:cubicBezTo>
                  <a:cubicBezTo>
                    <a:pt x="76" y="6"/>
                    <a:pt x="76" y="6"/>
                    <a:pt x="77" y="6"/>
                  </a:cubicBezTo>
                  <a:lnTo>
                    <a:pt x="76" y="6"/>
                  </a:lnTo>
                  <a:cubicBezTo>
                    <a:pt x="77" y="6"/>
                    <a:pt x="77" y="6"/>
                    <a:pt x="77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80" y="6"/>
                    <a:pt x="80" y="6"/>
                    <a:pt x="80" y="6"/>
                  </a:cubicBezTo>
                  <a:lnTo>
                    <a:pt x="82" y="6"/>
                  </a:lnTo>
                  <a:cubicBezTo>
                    <a:pt x="91" y="6"/>
                    <a:pt x="100" y="6"/>
                    <a:pt x="108" y="5"/>
                  </a:cubicBezTo>
                  <a:cubicBezTo>
                    <a:pt x="113" y="5"/>
                    <a:pt x="117" y="8"/>
                    <a:pt x="117" y="13"/>
                  </a:cubicBezTo>
                  <a:cubicBezTo>
                    <a:pt x="118" y="17"/>
                    <a:pt x="114" y="21"/>
                    <a:pt x="110" y="21"/>
                  </a:cubicBezTo>
                  <a:cubicBezTo>
                    <a:pt x="95" y="23"/>
                    <a:pt x="80" y="23"/>
                    <a:pt x="66" y="24"/>
                  </a:cubicBezTo>
                  <a:cubicBezTo>
                    <a:pt x="58" y="24"/>
                    <a:pt x="51" y="24"/>
                    <a:pt x="43" y="24"/>
                  </a:cubicBezTo>
                  <a:cubicBezTo>
                    <a:pt x="41" y="24"/>
                    <a:pt x="40" y="24"/>
                    <a:pt x="37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3" name="Google Shape;3963;p47"/>
            <p:cNvSpPr/>
            <p:nvPr/>
          </p:nvSpPr>
          <p:spPr>
            <a:xfrm>
              <a:off x="3382560" y="4700520"/>
              <a:ext cx="74880" cy="46440"/>
            </a:xfrm>
            <a:custGeom>
              <a:avLst/>
              <a:gdLst/>
              <a:ahLst/>
              <a:cxnLst/>
              <a:rect l="l" t="t" r="r" b="b"/>
              <a:pathLst>
                <a:path w="208" h="129" extrusionOk="0">
                  <a:moveTo>
                    <a:pt x="127" y="93"/>
                  </a:moveTo>
                  <a:cubicBezTo>
                    <a:pt x="126" y="93"/>
                    <a:pt x="126" y="93"/>
                    <a:pt x="126" y="93"/>
                  </a:cubicBezTo>
                  <a:cubicBezTo>
                    <a:pt x="127" y="93"/>
                    <a:pt x="128" y="93"/>
                    <a:pt x="129" y="93"/>
                  </a:cubicBezTo>
                  <a:cubicBezTo>
                    <a:pt x="130" y="93"/>
                    <a:pt x="131" y="93"/>
                    <a:pt x="132" y="92"/>
                  </a:cubicBezTo>
                  <a:cubicBezTo>
                    <a:pt x="134" y="91"/>
                    <a:pt x="137" y="91"/>
                    <a:pt x="138" y="90"/>
                  </a:cubicBezTo>
                  <a:cubicBezTo>
                    <a:pt x="141" y="89"/>
                    <a:pt x="144" y="87"/>
                    <a:pt x="147" y="86"/>
                  </a:cubicBezTo>
                  <a:cubicBezTo>
                    <a:pt x="151" y="83"/>
                    <a:pt x="155" y="80"/>
                    <a:pt x="159" y="77"/>
                  </a:cubicBezTo>
                  <a:lnTo>
                    <a:pt x="158" y="77"/>
                  </a:lnTo>
                  <a:cubicBezTo>
                    <a:pt x="162" y="74"/>
                    <a:pt x="166" y="70"/>
                    <a:pt x="170" y="66"/>
                  </a:cubicBezTo>
                  <a:cubicBezTo>
                    <a:pt x="173" y="63"/>
                    <a:pt x="175" y="61"/>
                    <a:pt x="177" y="58"/>
                  </a:cubicBezTo>
                  <a:cubicBezTo>
                    <a:pt x="179" y="56"/>
                    <a:pt x="181" y="54"/>
                    <a:pt x="182" y="51"/>
                  </a:cubicBezTo>
                  <a:cubicBezTo>
                    <a:pt x="183" y="49"/>
                    <a:pt x="184" y="47"/>
                    <a:pt x="185" y="45"/>
                  </a:cubicBezTo>
                  <a:cubicBezTo>
                    <a:pt x="186" y="43"/>
                    <a:pt x="186" y="42"/>
                    <a:pt x="187" y="40"/>
                  </a:cubicBezTo>
                  <a:cubicBezTo>
                    <a:pt x="187" y="39"/>
                    <a:pt x="187" y="37"/>
                    <a:pt x="187" y="36"/>
                  </a:cubicBezTo>
                  <a:cubicBezTo>
                    <a:pt x="187" y="36"/>
                    <a:pt x="187" y="34"/>
                    <a:pt x="187" y="33"/>
                  </a:cubicBezTo>
                  <a:cubicBezTo>
                    <a:pt x="187" y="32"/>
                    <a:pt x="187" y="30"/>
                    <a:pt x="187" y="29"/>
                  </a:cubicBezTo>
                  <a:cubicBezTo>
                    <a:pt x="187" y="29"/>
                    <a:pt x="187" y="28"/>
                    <a:pt x="187" y="27"/>
                  </a:cubicBezTo>
                  <a:cubicBezTo>
                    <a:pt x="187" y="27"/>
                    <a:pt x="186" y="27"/>
                    <a:pt x="186" y="26"/>
                  </a:cubicBezTo>
                  <a:lnTo>
                    <a:pt x="186" y="25"/>
                  </a:lnTo>
                  <a:cubicBezTo>
                    <a:pt x="185" y="24"/>
                    <a:pt x="185" y="24"/>
                    <a:pt x="184" y="23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2" y="22"/>
                    <a:pt x="182" y="21"/>
                    <a:pt x="182" y="21"/>
                  </a:cubicBezTo>
                  <a:cubicBezTo>
                    <a:pt x="180" y="20"/>
                    <a:pt x="180" y="20"/>
                    <a:pt x="179" y="20"/>
                  </a:cubicBezTo>
                  <a:lnTo>
                    <a:pt x="180" y="20"/>
                  </a:lnTo>
                  <a:cubicBezTo>
                    <a:pt x="179" y="20"/>
                    <a:pt x="179" y="19"/>
                    <a:pt x="177" y="19"/>
                  </a:cubicBezTo>
                  <a:cubicBezTo>
                    <a:pt x="176" y="19"/>
                    <a:pt x="175" y="19"/>
                    <a:pt x="175" y="19"/>
                  </a:cubicBezTo>
                  <a:cubicBezTo>
                    <a:pt x="173" y="19"/>
                    <a:pt x="172" y="19"/>
                    <a:pt x="171" y="19"/>
                  </a:cubicBezTo>
                  <a:cubicBezTo>
                    <a:pt x="169" y="19"/>
                    <a:pt x="168" y="19"/>
                    <a:pt x="167" y="19"/>
                  </a:cubicBezTo>
                  <a:cubicBezTo>
                    <a:pt x="166" y="19"/>
                    <a:pt x="165" y="19"/>
                    <a:pt x="164" y="20"/>
                  </a:cubicBezTo>
                  <a:cubicBezTo>
                    <a:pt x="162" y="20"/>
                    <a:pt x="161" y="20"/>
                    <a:pt x="160" y="21"/>
                  </a:cubicBezTo>
                  <a:cubicBezTo>
                    <a:pt x="159" y="22"/>
                    <a:pt x="158" y="22"/>
                    <a:pt x="157" y="23"/>
                  </a:cubicBezTo>
                  <a:cubicBezTo>
                    <a:pt x="155" y="23"/>
                    <a:pt x="154" y="24"/>
                    <a:pt x="152" y="26"/>
                  </a:cubicBezTo>
                  <a:cubicBezTo>
                    <a:pt x="151" y="27"/>
                    <a:pt x="150" y="27"/>
                    <a:pt x="149" y="29"/>
                  </a:cubicBezTo>
                  <a:cubicBezTo>
                    <a:pt x="148" y="29"/>
                    <a:pt x="148" y="30"/>
                    <a:pt x="147" y="31"/>
                  </a:cubicBezTo>
                  <a:cubicBezTo>
                    <a:pt x="147" y="31"/>
                    <a:pt x="146" y="33"/>
                    <a:pt x="145" y="33"/>
                  </a:cubicBezTo>
                  <a:cubicBezTo>
                    <a:pt x="145" y="34"/>
                    <a:pt x="144" y="36"/>
                    <a:pt x="144" y="36"/>
                  </a:cubicBezTo>
                  <a:cubicBezTo>
                    <a:pt x="144" y="38"/>
                    <a:pt x="143" y="40"/>
                    <a:pt x="143" y="41"/>
                  </a:cubicBezTo>
                  <a:cubicBezTo>
                    <a:pt x="141" y="46"/>
                    <a:pt x="141" y="51"/>
                    <a:pt x="140" y="56"/>
                  </a:cubicBezTo>
                  <a:lnTo>
                    <a:pt x="140" y="57"/>
                  </a:lnTo>
                  <a:lnTo>
                    <a:pt x="140" y="56"/>
                  </a:lnTo>
                  <a:cubicBezTo>
                    <a:pt x="140" y="58"/>
                    <a:pt x="140" y="59"/>
                    <a:pt x="140" y="61"/>
                  </a:cubicBezTo>
                  <a:cubicBezTo>
                    <a:pt x="140" y="66"/>
                    <a:pt x="136" y="69"/>
                    <a:pt x="131" y="69"/>
                  </a:cubicBezTo>
                  <a:cubicBezTo>
                    <a:pt x="130" y="69"/>
                    <a:pt x="129" y="69"/>
                    <a:pt x="128" y="68"/>
                  </a:cubicBezTo>
                  <a:cubicBezTo>
                    <a:pt x="127" y="69"/>
                    <a:pt x="127" y="70"/>
                    <a:pt x="126" y="71"/>
                  </a:cubicBezTo>
                  <a:cubicBezTo>
                    <a:pt x="126" y="73"/>
                    <a:pt x="125" y="76"/>
                    <a:pt x="124" y="78"/>
                  </a:cubicBezTo>
                  <a:cubicBezTo>
                    <a:pt x="124" y="80"/>
                    <a:pt x="123" y="82"/>
                    <a:pt x="123" y="84"/>
                  </a:cubicBezTo>
                  <a:cubicBezTo>
                    <a:pt x="123" y="87"/>
                    <a:pt x="123" y="89"/>
                    <a:pt x="123" y="91"/>
                  </a:cubicBezTo>
                  <a:lnTo>
                    <a:pt x="123" y="90"/>
                  </a:lnTo>
                  <a:cubicBezTo>
                    <a:pt x="123" y="91"/>
                    <a:pt x="123" y="91"/>
                    <a:pt x="123" y="92"/>
                  </a:cubicBezTo>
                  <a:cubicBezTo>
                    <a:pt x="123" y="93"/>
                    <a:pt x="123" y="93"/>
                    <a:pt x="123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5" y="93"/>
                    <a:pt x="126" y="93"/>
                    <a:pt x="127" y="93"/>
                  </a:cubicBezTo>
                  <a:moveTo>
                    <a:pt x="24" y="128"/>
                  </a:moveTo>
                  <a:cubicBezTo>
                    <a:pt x="19" y="128"/>
                    <a:pt x="13" y="126"/>
                    <a:pt x="9" y="124"/>
                  </a:cubicBezTo>
                  <a:cubicBezTo>
                    <a:pt x="4" y="120"/>
                    <a:pt x="2" y="115"/>
                    <a:pt x="1" y="109"/>
                  </a:cubicBezTo>
                  <a:cubicBezTo>
                    <a:pt x="0" y="103"/>
                    <a:pt x="1" y="97"/>
                    <a:pt x="2" y="91"/>
                  </a:cubicBezTo>
                  <a:cubicBezTo>
                    <a:pt x="3" y="84"/>
                    <a:pt x="4" y="77"/>
                    <a:pt x="6" y="71"/>
                  </a:cubicBezTo>
                  <a:cubicBezTo>
                    <a:pt x="10" y="57"/>
                    <a:pt x="16" y="44"/>
                    <a:pt x="24" y="33"/>
                  </a:cubicBezTo>
                  <a:cubicBezTo>
                    <a:pt x="28" y="26"/>
                    <a:pt x="34" y="21"/>
                    <a:pt x="39" y="16"/>
                  </a:cubicBezTo>
                  <a:cubicBezTo>
                    <a:pt x="45" y="12"/>
                    <a:pt x="50" y="9"/>
                    <a:pt x="57" y="7"/>
                  </a:cubicBezTo>
                  <a:cubicBezTo>
                    <a:pt x="63" y="5"/>
                    <a:pt x="69" y="5"/>
                    <a:pt x="75" y="5"/>
                  </a:cubicBezTo>
                  <a:cubicBezTo>
                    <a:pt x="81" y="6"/>
                    <a:pt x="87" y="9"/>
                    <a:pt x="89" y="15"/>
                  </a:cubicBezTo>
                  <a:cubicBezTo>
                    <a:pt x="91" y="20"/>
                    <a:pt x="92" y="26"/>
                    <a:pt x="90" y="31"/>
                  </a:cubicBezTo>
                  <a:cubicBezTo>
                    <a:pt x="89" y="36"/>
                    <a:pt x="86" y="41"/>
                    <a:pt x="81" y="43"/>
                  </a:cubicBezTo>
                  <a:cubicBezTo>
                    <a:pt x="78" y="44"/>
                    <a:pt x="76" y="44"/>
                    <a:pt x="73" y="42"/>
                  </a:cubicBezTo>
                  <a:cubicBezTo>
                    <a:pt x="70" y="40"/>
                    <a:pt x="69" y="37"/>
                    <a:pt x="69" y="33"/>
                  </a:cubicBezTo>
                  <a:lnTo>
                    <a:pt x="69" y="32"/>
                  </a:lnTo>
                  <a:cubicBezTo>
                    <a:pt x="69" y="30"/>
                    <a:pt x="70" y="27"/>
                    <a:pt x="72" y="26"/>
                  </a:cubicBezTo>
                  <a:cubicBezTo>
                    <a:pt x="73" y="26"/>
                    <a:pt x="73" y="26"/>
                    <a:pt x="73" y="25"/>
                  </a:cubicBezTo>
                  <a:cubicBezTo>
                    <a:pt x="73" y="24"/>
                    <a:pt x="72" y="24"/>
                    <a:pt x="72" y="24"/>
                  </a:cubicBezTo>
                  <a:lnTo>
                    <a:pt x="73" y="24"/>
                  </a:lnTo>
                  <a:cubicBezTo>
                    <a:pt x="72" y="24"/>
                    <a:pt x="72" y="24"/>
                    <a:pt x="72" y="24"/>
                  </a:cubicBezTo>
                  <a:cubicBezTo>
                    <a:pt x="71" y="24"/>
                    <a:pt x="71" y="24"/>
                    <a:pt x="71" y="24"/>
                  </a:cubicBezTo>
                  <a:lnTo>
                    <a:pt x="70" y="24"/>
                  </a:lnTo>
                  <a:cubicBezTo>
                    <a:pt x="69" y="24"/>
                    <a:pt x="67" y="24"/>
                    <a:pt x="66" y="24"/>
                  </a:cubicBezTo>
                  <a:cubicBezTo>
                    <a:pt x="64" y="24"/>
                    <a:pt x="63" y="24"/>
                    <a:pt x="61" y="25"/>
                  </a:cubicBezTo>
                  <a:cubicBezTo>
                    <a:pt x="59" y="26"/>
                    <a:pt x="58" y="26"/>
                    <a:pt x="56" y="27"/>
                  </a:cubicBezTo>
                  <a:cubicBezTo>
                    <a:pt x="55" y="27"/>
                    <a:pt x="55" y="27"/>
                    <a:pt x="53" y="28"/>
                  </a:cubicBezTo>
                  <a:cubicBezTo>
                    <a:pt x="52" y="29"/>
                    <a:pt x="51" y="30"/>
                    <a:pt x="49" y="31"/>
                  </a:cubicBezTo>
                  <a:cubicBezTo>
                    <a:pt x="48" y="33"/>
                    <a:pt x="46" y="34"/>
                    <a:pt x="45" y="36"/>
                  </a:cubicBezTo>
                  <a:cubicBezTo>
                    <a:pt x="42" y="38"/>
                    <a:pt x="41" y="40"/>
                    <a:pt x="38" y="43"/>
                  </a:cubicBezTo>
                  <a:cubicBezTo>
                    <a:pt x="36" y="46"/>
                    <a:pt x="34" y="49"/>
                    <a:pt x="32" y="52"/>
                  </a:cubicBezTo>
                  <a:cubicBezTo>
                    <a:pt x="30" y="57"/>
                    <a:pt x="28" y="61"/>
                    <a:pt x="26" y="66"/>
                  </a:cubicBezTo>
                  <a:cubicBezTo>
                    <a:pt x="24" y="70"/>
                    <a:pt x="23" y="75"/>
                    <a:pt x="22" y="80"/>
                  </a:cubicBezTo>
                  <a:cubicBezTo>
                    <a:pt x="21" y="85"/>
                    <a:pt x="20" y="90"/>
                    <a:pt x="19" y="96"/>
                  </a:cubicBezTo>
                  <a:cubicBezTo>
                    <a:pt x="19" y="98"/>
                    <a:pt x="19" y="100"/>
                    <a:pt x="19" y="102"/>
                  </a:cubicBezTo>
                  <a:cubicBezTo>
                    <a:pt x="19" y="104"/>
                    <a:pt x="19" y="105"/>
                    <a:pt x="19" y="107"/>
                  </a:cubicBezTo>
                  <a:cubicBezTo>
                    <a:pt x="20" y="107"/>
                    <a:pt x="20" y="108"/>
                    <a:pt x="20" y="108"/>
                  </a:cubicBezTo>
                  <a:lnTo>
                    <a:pt x="21" y="109"/>
                  </a:lnTo>
                  <a:lnTo>
                    <a:pt x="21" y="110"/>
                  </a:lnTo>
                  <a:cubicBezTo>
                    <a:pt x="21" y="109"/>
                    <a:pt x="21" y="109"/>
                    <a:pt x="21" y="109"/>
                  </a:cubicBezTo>
                  <a:cubicBezTo>
                    <a:pt x="22" y="110"/>
                    <a:pt x="22" y="110"/>
                    <a:pt x="22" y="110"/>
                  </a:cubicBezTo>
                  <a:cubicBezTo>
                    <a:pt x="23" y="110"/>
                    <a:pt x="24" y="110"/>
                    <a:pt x="24" y="110"/>
                  </a:cubicBezTo>
                  <a:cubicBezTo>
                    <a:pt x="25" y="110"/>
                    <a:pt x="26" y="110"/>
                    <a:pt x="27" y="110"/>
                  </a:cubicBezTo>
                  <a:cubicBezTo>
                    <a:pt x="28" y="110"/>
                    <a:pt x="29" y="110"/>
                    <a:pt x="31" y="110"/>
                  </a:cubicBezTo>
                  <a:cubicBezTo>
                    <a:pt x="33" y="109"/>
                    <a:pt x="35" y="109"/>
                    <a:pt x="37" y="108"/>
                  </a:cubicBezTo>
                  <a:cubicBezTo>
                    <a:pt x="41" y="107"/>
                    <a:pt x="43" y="106"/>
                    <a:pt x="47" y="104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53" y="102"/>
                    <a:pt x="59" y="98"/>
                    <a:pt x="66" y="94"/>
                  </a:cubicBezTo>
                  <a:lnTo>
                    <a:pt x="66" y="95"/>
                  </a:lnTo>
                  <a:cubicBezTo>
                    <a:pt x="74" y="90"/>
                    <a:pt x="81" y="84"/>
                    <a:pt x="90" y="79"/>
                  </a:cubicBezTo>
                  <a:cubicBezTo>
                    <a:pt x="90" y="79"/>
                    <a:pt x="90" y="78"/>
                    <a:pt x="91" y="78"/>
                  </a:cubicBezTo>
                  <a:lnTo>
                    <a:pt x="91" y="77"/>
                  </a:lnTo>
                  <a:cubicBezTo>
                    <a:pt x="92" y="77"/>
                    <a:pt x="93" y="76"/>
                    <a:pt x="94" y="75"/>
                  </a:cubicBezTo>
                  <a:cubicBezTo>
                    <a:pt x="94" y="75"/>
                    <a:pt x="95" y="75"/>
                    <a:pt x="95" y="74"/>
                  </a:cubicBezTo>
                  <a:lnTo>
                    <a:pt x="95" y="75"/>
                  </a:lnTo>
                  <a:cubicBezTo>
                    <a:pt x="95" y="74"/>
                    <a:pt x="95" y="74"/>
                    <a:pt x="96" y="74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4"/>
                    <a:pt x="95" y="74"/>
                  </a:cubicBezTo>
                  <a:cubicBezTo>
                    <a:pt x="99" y="71"/>
                    <a:pt x="103" y="68"/>
                    <a:pt x="106" y="64"/>
                  </a:cubicBezTo>
                  <a:cubicBezTo>
                    <a:pt x="108" y="62"/>
                    <a:pt x="110" y="60"/>
                    <a:pt x="112" y="58"/>
                  </a:cubicBezTo>
                  <a:cubicBezTo>
                    <a:pt x="114" y="54"/>
                    <a:pt x="116" y="51"/>
                    <a:pt x="119" y="49"/>
                  </a:cubicBezTo>
                  <a:cubicBezTo>
                    <a:pt x="120" y="48"/>
                    <a:pt x="122" y="47"/>
                    <a:pt x="124" y="47"/>
                  </a:cubicBezTo>
                  <a:cubicBezTo>
                    <a:pt x="124" y="42"/>
                    <a:pt x="126" y="37"/>
                    <a:pt x="127" y="32"/>
                  </a:cubicBezTo>
                  <a:cubicBezTo>
                    <a:pt x="130" y="20"/>
                    <a:pt x="140" y="12"/>
                    <a:pt x="150" y="6"/>
                  </a:cubicBezTo>
                  <a:cubicBezTo>
                    <a:pt x="155" y="3"/>
                    <a:pt x="161" y="2"/>
                    <a:pt x="166" y="1"/>
                  </a:cubicBezTo>
                  <a:cubicBezTo>
                    <a:pt x="173" y="0"/>
                    <a:pt x="179" y="1"/>
                    <a:pt x="186" y="3"/>
                  </a:cubicBezTo>
                  <a:cubicBezTo>
                    <a:pt x="190" y="5"/>
                    <a:pt x="196" y="8"/>
                    <a:pt x="198" y="12"/>
                  </a:cubicBezTo>
                  <a:cubicBezTo>
                    <a:pt x="203" y="17"/>
                    <a:pt x="204" y="22"/>
                    <a:pt x="205" y="28"/>
                  </a:cubicBezTo>
                  <a:cubicBezTo>
                    <a:pt x="207" y="40"/>
                    <a:pt x="202" y="52"/>
                    <a:pt x="196" y="63"/>
                  </a:cubicBezTo>
                  <a:cubicBezTo>
                    <a:pt x="189" y="74"/>
                    <a:pt x="179" y="84"/>
                    <a:pt x="169" y="92"/>
                  </a:cubicBezTo>
                  <a:cubicBezTo>
                    <a:pt x="164" y="96"/>
                    <a:pt x="159" y="100"/>
                    <a:pt x="154" y="103"/>
                  </a:cubicBezTo>
                  <a:cubicBezTo>
                    <a:pt x="148" y="106"/>
                    <a:pt x="142" y="109"/>
                    <a:pt x="135" y="111"/>
                  </a:cubicBezTo>
                  <a:cubicBezTo>
                    <a:pt x="129" y="112"/>
                    <a:pt x="124" y="112"/>
                    <a:pt x="118" y="111"/>
                  </a:cubicBezTo>
                  <a:cubicBezTo>
                    <a:pt x="116" y="110"/>
                    <a:pt x="113" y="109"/>
                    <a:pt x="111" y="107"/>
                  </a:cubicBezTo>
                  <a:cubicBezTo>
                    <a:pt x="109" y="105"/>
                    <a:pt x="107" y="103"/>
                    <a:pt x="106" y="100"/>
                  </a:cubicBezTo>
                  <a:cubicBezTo>
                    <a:pt x="105" y="97"/>
                    <a:pt x="105" y="93"/>
                    <a:pt x="105" y="89"/>
                  </a:cubicBezTo>
                  <a:cubicBezTo>
                    <a:pt x="98" y="94"/>
                    <a:pt x="91" y="98"/>
                    <a:pt x="85" y="103"/>
                  </a:cubicBezTo>
                  <a:cubicBezTo>
                    <a:pt x="77" y="108"/>
                    <a:pt x="70" y="113"/>
                    <a:pt x="62" y="117"/>
                  </a:cubicBezTo>
                  <a:cubicBezTo>
                    <a:pt x="50" y="124"/>
                    <a:pt x="38" y="128"/>
                    <a:pt x="25" y="128"/>
                  </a:cubicBezTo>
                  <a:lnTo>
                    <a:pt x="24" y="12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4" name="Google Shape;3964;p47"/>
            <p:cNvSpPr/>
            <p:nvPr/>
          </p:nvSpPr>
          <p:spPr>
            <a:xfrm>
              <a:off x="3463920" y="4704120"/>
              <a:ext cx="22680" cy="51840"/>
            </a:xfrm>
            <a:custGeom>
              <a:avLst/>
              <a:gdLst/>
              <a:ahLst/>
              <a:cxnLst/>
              <a:rect l="l" t="t" r="r" b="b"/>
              <a:pathLst>
                <a:path w="63" h="144" extrusionOk="0">
                  <a:moveTo>
                    <a:pt x="13" y="142"/>
                  </a:moveTo>
                  <a:cubicBezTo>
                    <a:pt x="8" y="141"/>
                    <a:pt x="4" y="136"/>
                    <a:pt x="5" y="131"/>
                  </a:cubicBezTo>
                  <a:cubicBezTo>
                    <a:pt x="6" y="126"/>
                    <a:pt x="11" y="122"/>
                    <a:pt x="16" y="123"/>
                  </a:cubicBezTo>
                  <a:cubicBezTo>
                    <a:pt x="17" y="123"/>
                    <a:pt x="18" y="123"/>
                    <a:pt x="18" y="124"/>
                  </a:cubicBezTo>
                  <a:lnTo>
                    <a:pt x="19" y="124"/>
                  </a:lnTo>
                  <a:cubicBezTo>
                    <a:pt x="21" y="123"/>
                    <a:pt x="22" y="123"/>
                    <a:pt x="24" y="123"/>
                  </a:cubicBezTo>
                  <a:cubicBezTo>
                    <a:pt x="25" y="123"/>
                    <a:pt x="25" y="123"/>
                    <a:pt x="26" y="123"/>
                  </a:cubicBezTo>
                  <a:cubicBezTo>
                    <a:pt x="26" y="123"/>
                    <a:pt x="27" y="122"/>
                    <a:pt x="28" y="122"/>
                  </a:cubicBezTo>
                  <a:cubicBezTo>
                    <a:pt x="30" y="121"/>
                    <a:pt x="32" y="120"/>
                    <a:pt x="33" y="119"/>
                  </a:cubicBezTo>
                  <a:cubicBezTo>
                    <a:pt x="34" y="119"/>
                    <a:pt x="35" y="118"/>
                    <a:pt x="36" y="118"/>
                  </a:cubicBezTo>
                  <a:cubicBezTo>
                    <a:pt x="36" y="118"/>
                    <a:pt x="37" y="117"/>
                    <a:pt x="37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5"/>
                    <a:pt x="39" y="114"/>
                    <a:pt x="40" y="112"/>
                  </a:cubicBezTo>
                  <a:cubicBezTo>
                    <a:pt x="40" y="111"/>
                    <a:pt x="41" y="110"/>
                    <a:pt x="42" y="109"/>
                  </a:cubicBezTo>
                  <a:cubicBezTo>
                    <a:pt x="42" y="108"/>
                    <a:pt x="42" y="107"/>
                    <a:pt x="42" y="106"/>
                  </a:cubicBezTo>
                  <a:cubicBezTo>
                    <a:pt x="43" y="105"/>
                    <a:pt x="43" y="103"/>
                    <a:pt x="43" y="101"/>
                  </a:cubicBezTo>
                  <a:lnTo>
                    <a:pt x="43" y="100"/>
                  </a:lnTo>
                  <a:cubicBezTo>
                    <a:pt x="43" y="99"/>
                    <a:pt x="43" y="98"/>
                    <a:pt x="43" y="98"/>
                  </a:cubicBezTo>
                  <a:cubicBezTo>
                    <a:pt x="43" y="96"/>
                    <a:pt x="43" y="95"/>
                    <a:pt x="42" y="94"/>
                  </a:cubicBezTo>
                  <a:cubicBezTo>
                    <a:pt x="42" y="93"/>
                    <a:pt x="42" y="93"/>
                    <a:pt x="42" y="92"/>
                  </a:cubicBezTo>
                  <a:cubicBezTo>
                    <a:pt x="41" y="90"/>
                    <a:pt x="40" y="88"/>
                    <a:pt x="39" y="87"/>
                  </a:cubicBezTo>
                  <a:cubicBezTo>
                    <a:pt x="38" y="85"/>
                    <a:pt x="36" y="83"/>
                    <a:pt x="35" y="81"/>
                  </a:cubicBezTo>
                  <a:cubicBezTo>
                    <a:pt x="30" y="75"/>
                    <a:pt x="25" y="69"/>
                    <a:pt x="20" y="63"/>
                  </a:cubicBezTo>
                  <a:cubicBezTo>
                    <a:pt x="15" y="58"/>
                    <a:pt x="10" y="52"/>
                    <a:pt x="7" y="45"/>
                  </a:cubicBezTo>
                  <a:cubicBezTo>
                    <a:pt x="2" y="37"/>
                    <a:pt x="0" y="27"/>
                    <a:pt x="5" y="19"/>
                  </a:cubicBezTo>
                  <a:cubicBezTo>
                    <a:pt x="7" y="15"/>
                    <a:pt x="11" y="12"/>
                    <a:pt x="15" y="10"/>
                  </a:cubicBezTo>
                  <a:cubicBezTo>
                    <a:pt x="18" y="8"/>
                    <a:pt x="21" y="6"/>
                    <a:pt x="24" y="5"/>
                  </a:cubicBezTo>
                  <a:cubicBezTo>
                    <a:pt x="30" y="3"/>
                    <a:pt x="37" y="0"/>
                    <a:pt x="43" y="0"/>
                  </a:cubicBezTo>
                  <a:cubicBezTo>
                    <a:pt x="47" y="1"/>
                    <a:pt x="52" y="2"/>
                    <a:pt x="56" y="5"/>
                  </a:cubicBezTo>
                  <a:cubicBezTo>
                    <a:pt x="59" y="7"/>
                    <a:pt x="60" y="12"/>
                    <a:pt x="60" y="16"/>
                  </a:cubicBezTo>
                  <a:cubicBezTo>
                    <a:pt x="59" y="19"/>
                    <a:pt x="58" y="22"/>
                    <a:pt x="56" y="25"/>
                  </a:cubicBezTo>
                  <a:lnTo>
                    <a:pt x="56" y="26"/>
                  </a:lnTo>
                  <a:cubicBezTo>
                    <a:pt x="54" y="30"/>
                    <a:pt x="49" y="33"/>
                    <a:pt x="43" y="31"/>
                  </a:cubicBezTo>
                  <a:cubicBezTo>
                    <a:pt x="39" y="29"/>
                    <a:pt x="38" y="24"/>
                    <a:pt x="38" y="20"/>
                  </a:cubicBezTo>
                  <a:cubicBezTo>
                    <a:pt x="38" y="20"/>
                    <a:pt x="37" y="21"/>
                    <a:pt x="36" y="21"/>
                  </a:cubicBezTo>
                  <a:cubicBezTo>
                    <a:pt x="33" y="21"/>
                    <a:pt x="31" y="23"/>
                    <a:pt x="28" y="24"/>
                  </a:cubicBezTo>
                  <a:cubicBezTo>
                    <a:pt x="27" y="24"/>
                    <a:pt x="26" y="25"/>
                    <a:pt x="24" y="26"/>
                  </a:cubicBezTo>
                  <a:cubicBezTo>
                    <a:pt x="25" y="26"/>
                    <a:pt x="25" y="25"/>
                    <a:pt x="25" y="25"/>
                  </a:cubicBezTo>
                  <a:cubicBezTo>
                    <a:pt x="25" y="26"/>
                    <a:pt x="24" y="26"/>
                    <a:pt x="23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7"/>
                    <a:pt x="22" y="27"/>
                  </a:cubicBezTo>
                  <a:lnTo>
                    <a:pt x="22" y="28"/>
                  </a:lnTo>
                  <a:lnTo>
                    <a:pt x="21" y="28"/>
                  </a:lnTo>
                  <a:cubicBezTo>
                    <a:pt x="21" y="29"/>
                    <a:pt x="21" y="29"/>
                    <a:pt x="21" y="29"/>
                  </a:cubicBezTo>
                  <a:lnTo>
                    <a:pt x="21" y="30"/>
                  </a:lnTo>
                  <a:lnTo>
                    <a:pt x="21" y="31"/>
                  </a:lnTo>
                  <a:cubicBezTo>
                    <a:pt x="21" y="31"/>
                    <a:pt x="21" y="32"/>
                    <a:pt x="21" y="33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3" y="37"/>
                    <a:pt x="24" y="38"/>
                    <a:pt x="25" y="39"/>
                  </a:cubicBezTo>
                  <a:cubicBezTo>
                    <a:pt x="26" y="41"/>
                    <a:pt x="28" y="44"/>
                    <a:pt x="29" y="46"/>
                  </a:cubicBezTo>
                  <a:cubicBezTo>
                    <a:pt x="33" y="51"/>
                    <a:pt x="37" y="55"/>
                    <a:pt x="41" y="59"/>
                  </a:cubicBezTo>
                  <a:cubicBezTo>
                    <a:pt x="47" y="67"/>
                    <a:pt x="54" y="74"/>
                    <a:pt x="58" y="84"/>
                  </a:cubicBezTo>
                  <a:cubicBezTo>
                    <a:pt x="60" y="87"/>
                    <a:pt x="61" y="90"/>
                    <a:pt x="61" y="94"/>
                  </a:cubicBezTo>
                  <a:cubicBezTo>
                    <a:pt x="62" y="98"/>
                    <a:pt x="62" y="102"/>
                    <a:pt x="61" y="107"/>
                  </a:cubicBezTo>
                  <a:cubicBezTo>
                    <a:pt x="60" y="114"/>
                    <a:pt x="56" y="122"/>
                    <a:pt x="52" y="128"/>
                  </a:cubicBezTo>
                  <a:cubicBezTo>
                    <a:pt x="50" y="130"/>
                    <a:pt x="47" y="133"/>
                    <a:pt x="45" y="134"/>
                  </a:cubicBezTo>
                  <a:cubicBezTo>
                    <a:pt x="42" y="136"/>
                    <a:pt x="38" y="138"/>
                    <a:pt x="35" y="139"/>
                  </a:cubicBezTo>
                  <a:cubicBezTo>
                    <a:pt x="30" y="141"/>
                    <a:pt x="25" y="143"/>
                    <a:pt x="19" y="143"/>
                  </a:cubicBezTo>
                  <a:cubicBezTo>
                    <a:pt x="17" y="143"/>
                    <a:pt x="15" y="143"/>
                    <a:pt x="13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5" name="Google Shape;3965;p47"/>
            <p:cNvSpPr/>
            <p:nvPr/>
          </p:nvSpPr>
          <p:spPr>
            <a:xfrm>
              <a:off x="3501720" y="4709880"/>
              <a:ext cx="19440" cy="29880"/>
            </a:xfrm>
            <a:custGeom>
              <a:avLst/>
              <a:gdLst/>
              <a:ahLst/>
              <a:cxnLst/>
              <a:rect l="l" t="t" r="r" b="b"/>
              <a:pathLst>
                <a:path w="54" h="83" extrusionOk="0">
                  <a:moveTo>
                    <a:pt x="34" y="77"/>
                  </a:moveTo>
                  <a:cubicBezTo>
                    <a:pt x="33" y="75"/>
                    <a:pt x="33" y="74"/>
                    <a:pt x="33" y="73"/>
                  </a:cubicBezTo>
                  <a:lnTo>
                    <a:pt x="33" y="74"/>
                  </a:lnTo>
                  <a:cubicBezTo>
                    <a:pt x="33" y="73"/>
                    <a:pt x="33" y="73"/>
                    <a:pt x="33" y="73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28" y="63"/>
                    <a:pt x="23" y="53"/>
                    <a:pt x="18" y="43"/>
                  </a:cubicBezTo>
                  <a:cubicBezTo>
                    <a:pt x="13" y="34"/>
                    <a:pt x="7" y="24"/>
                    <a:pt x="2" y="15"/>
                  </a:cubicBezTo>
                  <a:cubicBezTo>
                    <a:pt x="0" y="11"/>
                    <a:pt x="1" y="6"/>
                    <a:pt x="4" y="3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6" y="3"/>
                    <a:pt x="18" y="4"/>
                    <a:pt x="18" y="5"/>
                  </a:cubicBezTo>
                  <a:lnTo>
                    <a:pt x="19" y="5"/>
                  </a:lnTo>
                  <a:cubicBezTo>
                    <a:pt x="20" y="7"/>
                    <a:pt x="22" y="10"/>
                    <a:pt x="22" y="12"/>
                  </a:cubicBezTo>
                  <a:cubicBezTo>
                    <a:pt x="23" y="15"/>
                    <a:pt x="25" y="18"/>
                    <a:pt x="26" y="21"/>
                  </a:cubicBezTo>
                  <a:cubicBezTo>
                    <a:pt x="29" y="26"/>
                    <a:pt x="32" y="31"/>
                    <a:pt x="34" y="36"/>
                  </a:cubicBezTo>
                  <a:cubicBezTo>
                    <a:pt x="40" y="47"/>
                    <a:pt x="46" y="58"/>
                    <a:pt x="51" y="69"/>
                  </a:cubicBezTo>
                  <a:cubicBezTo>
                    <a:pt x="53" y="74"/>
                    <a:pt x="52" y="79"/>
                    <a:pt x="47" y="82"/>
                  </a:cubicBezTo>
                  <a:cubicBezTo>
                    <a:pt x="46" y="82"/>
                    <a:pt x="44" y="82"/>
                    <a:pt x="43" y="82"/>
                  </a:cubicBezTo>
                  <a:cubicBezTo>
                    <a:pt x="39" y="82"/>
                    <a:pt x="36" y="80"/>
                    <a:pt x="3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6" name="Google Shape;3966;p47"/>
            <p:cNvSpPr/>
            <p:nvPr/>
          </p:nvSpPr>
          <p:spPr>
            <a:xfrm>
              <a:off x="3504600" y="4713840"/>
              <a:ext cx="31320" cy="25560"/>
            </a:xfrm>
            <a:custGeom>
              <a:avLst/>
              <a:gdLst/>
              <a:ahLst/>
              <a:cxnLst/>
              <a:rect l="l" t="t" r="r" b="b"/>
              <a:pathLst>
                <a:path w="87" h="71" extrusionOk="0">
                  <a:moveTo>
                    <a:pt x="4" y="68"/>
                  </a:moveTo>
                  <a:cubicBezTo>
                    <a:pt x="0" y="65"/>
                    <a:pt x="0" y="59"/>
                    <a:pt x="3" y="55"/>
                  </a:cubicBezTo>
                  <a:cubicBezTo>
                    <a:pt x="12" y="44"/>
                    <a:pt x="22" y="33"/>
                    <a:pt x="33" y="24"/>
                  </a:cubicBezTo>
                  <a:cubicBezTo>
                    <a:pt x="39" y="19"/>
                    <a:pt x="44" y="14"/>
                    <a:pt x="50" y="10"/>
                  </a:cubicBezTo>
                  <a:cubicBezTo>
                    <a:pt x="53" y="7"/>
                    <a:pt x="57" y="5"/>
                    <a:pt x="60" y="3"/>
                  </a:cubicBezTo>
                  <a:cubicBezTo>
                    <a:pt x="63" y="1"/>
                    <a:pt x="67" y="0"/>
                    <a:pt x="70" y="0"/>
                  </a:cubicBezTo>
                  <a:cubicBezTo>
                    <a:pt x="72" y="0"/>
                    <a:pt x="73" y="0"/>
                    <a:pt x="74" y="1"/>
                  </a:cubicBezTo>
                  <a:cubicBezTo>
                    <a:pt x="76" y="1"/>
                    <a:pt x="77" y="3"/>
                    <a:pt x="79" y="3"/>
                  </a:cubicBezTo>
                  <a:cubicBezTo>
                    <a:pt x="80" y="4"/>
                    <a:pt x="81" y="6"/>
                    <a:pt x="82" y="7"/>
                  </a:cubicBezTo>
                  <a:cubicBezTo>
                    <a:pt x="86" y="11"/>
                    <a:pt x="85" y="17"/>
                    <a:pt x="82" y="21"/>
                  </a:cubicBezTo>
                  <a:cubicBezTo>
                    <a:pt x="78" y="24"/>
                    <a:pt x="72" y="24"/>
                    <a:pt x="68" y="20"/>
                  </a:cubicBezTo>
                  <a:cubicBezTo>
                    <a:pt x="67" y="21"/>
                    <a:pt x="67" y="21"/>
                    <a:pt x="66" y="22"/>
                  </a:cubicBezTo>
                  <a:cubicBezTo>
                    <a:pt x="61" y="25"/>
                    <a:pt x="56" y="28"/>
                    <a:pt x="52" y="32"/>
                  </a:cubicBezTo>
                  <a:cubicBezTo>
                    <a:pt x="52" y="32"/>
                    <a:pt x="51" y="32"/>
                    <a:pt x="51" y="33"/>
                  </a:cubicBezTo>
                  <a:cubicBezTo>
                    <a:pt x="51" y="32"/>
                    <a:pt x="52" y="32"/>
                    <a:pt x="52" y="32"/>
                  </a:cubicBezTo>
                  <a:cubicBezTo>
                    <a:pt x="44" y="38"/>
                    <a:pt x="37" y="45"/>
                    <a:pt x="30" y="53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26" y="57"/>
                    <a:pt x="21" y="62"/>
                    <a:pt x="17" y="67"/>
                  </a:cubicBezTo>
                  <a:cubicBezTo>
                    <a:pt x="15" y="70"/>
                    <a:pt x="13" y="70"/>
                    <a:pt x="10" y="70"/>
                  </a:cubicBezTo>
                  <a:cubicBezTo>
                    <a:pt x="8" y="70"/>
                    <a:pt x="6" y="70"/>
                    <a:pt x="4" y="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7" name="Google Shape;3967;p47"/>
            <p:cNvSpPr/>
            <p:nvPr/>
          </p:nvSpPr>
          <p:spPr>
            <a:xfrm>
              <a:off x="3543840" y="4695120"/>
              <a:ext cx="14400" cy="34560"/>
            </a:xfrm>
            <a:custGeom>
              <a:avLst/>
              <a:gdLst/>
              <a:ahLst/>
              <a:cxnLst/>
              <a:rect l="l" t="t" r="r" b="b"/>
              <a:pathLst>
                <a:path w="40" h="96" extrusionOk="0">
                  <a:moveTo>
                    <a:pt x="9" y="95"/>
                  </a:moveTo>
                  <a:cubicBezTo>
                    <a:pt x="4" y="95"/>
                    <a:pt x="0" y="90"/>
                    <a:pt x="1" y="84"/>
                  </a:cubicBezTo>
                  <a:cubicBezTo>
                    <a:pt x="3" y="74"/>
                    <a:pt x="6" y="63"/>
                    <a:pt x="9" y="53"/>
                  </a:cubicBezTo>
                  <a:cubicBezTo>
                    <a:pt x="9" y="53"/>
                    <a:pt x="9" y="54"/>
                    <a:pt x="8" y="55"/>
                  </a:cubicBezTo>
                  <a:cubicBezTo>
                    <a:pt x="10" y="48"/>
                    <a:pt x="11" y="40"/>
                    <a:pt x="13" y="33"/>
                  </a:cubicBezTo>
                  <a:cubicBezTo>
                    <a:pt x="11" y="30"/>
                    <a:pt x="10" y="27"/>
                    <a:pt x="11" y="23"/>
                  </a:cubicBezTo>
                  <a:cubicBezTo>
                    <a:pt x="14" y="17"/>
                    <a:pt x="17" y="11"/>
                    <a:pt x="20" y="5"/>
                  </a:cubicBezTo>
                  <a:cubicBezTo>
                    <a:pt x="23" y="1"/>
                    <a:pt x="28" y="0"/>
                    <a:pt x="32" y="2"/>
                  </a:cubicBezTo>
                  <a:cubicBezTo>
                    <a:pt x="37" y="4"/>
                    <a:pt x="39" y="9"/>
                    <a:pt x="38" y="13"/>
                  </a:cubicBezTo>
                  <a:cubicBezTo>
                    <a:pt x="36" y="20"/>
                    <a:pt x="34" y="26"/>
                    <a:pt x="32" y="32"/>
                  </a:cubicBezTo>
                  <a:cubicBezTo>
                    <a:pt x="31" y="35"/>
                    <a:pt x="31" y="38"/>
                    <a:pt x="30" y="40"/>
                  </a:cubicBezTo>
                  <a:lnTo>
                    <a:pt x="30" y="41"/>
                  </a:lnTo>
                  <a:lnTo>
                    <a:pt x="30" y="40"/>
                  </a:lnTo>
                  <a:cubicBezTo>
                    <a:pt x="30" y="41"/>
                    <a:pt x="30" y="41"/>
                    <a:pt x="30" y="41"/>
                  </a:cubicBezTo>
                  <a:cubicBezTo>
                    <a:pt x="27" y="57"/>
                    <a:pt x="23" y="72"/>
                    <a:pt x="20" y="88"/>
                  </a:cubicBezTo>
                  <a:cubicBezTo>
                    <a:pt x="18" y="92"/>
                    <a:pt x="15" y="95"/>
                    <a:pt x="10" y="95"/>
                  </a:cubicBezTo>
                  <a:lnTo>
                    <a:pt x="9" y="9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8" name="Google Shape;3968;p47"/>
            <p:cNvSpPr/>
            <p:nvPr/>
          </p:nvSpPr>
          <p:spPr>
            <a:xfrm>
              <a:off x="3337560" y="4201200"/>
              <a:ext cx="561600" cy="593640"/>
            </a:xfrm>
            <a:custGeom>
              <a:avLst/>
              <a:gdLst/>
              <a:ahLst/>
              <a:cxnLst/>
              <a:rect l="l" t="t" r="r" b="b"/>
              <a:pathLst>
                <a:path w="1560" h="1649" extrusionOk="0">
                  <a:moveTo>
                    <a:pt x="865" y="1646"/>
                  </a:moveTo>
                  <a:cubicBezTo>
                    <a:pt x="857" y="1643"/>
                    <a:pt x="851" y="1640"/>
                    <a:pt x="844" y="1636"/>
                  </a:cubicBezTo>
                  <a:cubicBezTo>
                    <a:pt x="840" y="1634"/>
                    <a:pt x="837" y="1631"/>
                    <a:pt x="834" y="1628"/>
                  </a:cubicBezTo>
                  <a:cubicBezTo>
                    <a:pt x="831" y="1625"/>
                    <a:pt x="828" y="1622"/>
                    <a:pt x="826" y="1618"/>
                  </a:cubicBezTo>
                  <a:cubicBezTo>
                    <a:pt x="822" y="1612"/>
                    <a:pt x="817" y="1607"/>
                    <a:pt x="813" y="1601"/>
                  </a:cubicBezTo>
                  <a:cubicBezTo>
                    <a:pt x="809" y="1596"/>
                    <a:pt x="806" y="1590"/>
                    <a:pt x="803" y="1584"/>
                  </a:cubicBezTo>
                  <a:cubicBezTo>
                    <a:pt x="800" y="1581"/>
                    <a:pt x="799" y="1578"/>
                    <a:pt x="797" y="1575"/>
                  </a:cubicBezTo>
                  <a:cubicBezTo>
                    <a:pt x="795" y="1571"/>
                    <a:pt x="793" y="1567"/>
                    <a:pt x="792" y="1563"/>
                  </a:cubicBezTo>
                  <a:cubicBezTo>
                    <a:pt x="788" y="1556"/>
                    <a:pt x="785" y="1548"/>
                    <a:pt x="782" y="1541"/>
                  </a:cubicBezTo>
                  <a:cubicBezTo>
                    <a:pt x="775" y="1525"/>
                    <a:pt x="770" y="1509"/>
                    <a:pt x="764" y="1494"/>
                  </a:cubicBezTo>
                  <a:cubicBezTo>
                    <a:pt x="759" y="1478"/>
                    <a:pt x="753" y="1462"/>
                    <a:pt x="747" y="1447"/>
                  </a:cubicBezTo>
                  <a:cubicBezTo>
                    <a:pt x="741" y="1430"/>
                    <a:pt x="735" y="1413"/>
                    <a:pt x="729" y="1396"/>
                  </a:cubicBezTo>
                  <a:cubicBezTo>
                    <a:pt x="724" y="1381"/>
                    <a:pt x="718" y="1366"/>
                    <a:pt x="713" y="1351"/>
                  </a:cubicBezTo>
                  <a:cubicBezTo>
                    <a:pt x="708" y="1337"/>
                    <a:pt x="704" y="1323"/>
                    <a:pt x="699" y="1308"/>
                  </a:cubicBezTo>
                  <a:cubicBezTo>
                    <a:pt x="694" y="1293"/>
                    <a:pt x="689" y="1278"/>
                    <a:pt x="683" y="1262"/>
                  </a:cubicBezTo>
                  <a:cubicBezTo>
                    <a:pt x="678" y="1248"/>
                    <a:pt x="674" y="1232"/>
                    <a:pt x="669" y="1217"/>
                  </a:cubicBezTo>
                  <a:cubicBezTo>
                    <a:pt x="668" y="1213"/>
                    <a:pt x="667" y="1209"/>
                    <a:pt x="666" y="1205"/>
                  </a:cubicBezTo>
                  <a:cubicBezTo>
                    <a:pt x="666" y="1206"/>
                    <a:pt x="666" y="1206"/>
                    <a:pt x="666" y="1206"/>
                  </a:cubicBezTo>
                  <a:cubicBezTo>
                    <a:pt x="655" y="1172"/>
                    <a:pt x="646" y="1137"/>
                    <a:pt x="636" y="1103"/>
                  </a:cubicBezTo>
                  <a:cubicBezTo>
                    <a:pt x="627" y="1068"/>
                    <a:pt x="618" y="1034"/>
                    <a:pt x="609" y="999"/>
                  </a:cubicBezTo>
                  <a:cubicBezTo>
                    <a:pt x="605" y="983"/>
                    <a:pt x="601" y="967"/>
                    <a:pt x="597" y="951"/>
                  </a:cubicBezTo>
                  <a:cubicBezTo>
                    <a:pt x="592" y="934"/>
                    <a:pt x="587" y="916"/>
                    <a:pt x="583" y="899"/>
                  </a:cubicBezTo>
                  <a:cubicBezTo>
                    <a:pt x="578" y="883"/>
                    <a:pt x="574" y="867"/>
                    <a:pt x="571" y="850"/>
                  </a:cubicBezTo>
                  <a:cubicBezTo>
                    <a:pt x="567" y="833"/>
                    <a:pt x="562" y="815"/>
                    <a:pt x="559" y="799"/>
                  </a:cubicBezTo>
                  <a:cubicBezTo>
                    <a:pt x="550" y="764"/>
                    <a:pt x="543" y="730"/>
                    <a:pt x="537" y="695"/>
                  </a:cubicBezTo>
                  <a:cubicBezTo>
                    <a:pt x="533" y="679"/>
                    <a:pt x="528" y="662"/>
                    <a:pt x="524" y="645"/>
                  </a:cubicBezTo>
                  <a:cubicBezTo>
                    <a:pt x="520" y="628"/>
                    <a:pt x="516" y="612"/>
                    <a:pt x="511" y="596"/>
                  </a:cubicBezTo>
                  <a:cubicBezTo>
                    <a:pt x="510" y="593"/>
                    <a:pt x="509" y="591"/>
                    <a:pt x="509" y="588"/>
                  </a:cubicBezTo>
                  <a:cubicBezTo>
                    <a:pt x="509" y="588"/>
                    <a:pt x="509" y="589"/>
                    <a:pt x="509" y="590"/>
                  </a:cubicBezTo>
                  <a:cubicBezTo>
                    <a:pt x="499" y="556"/>
                    <a:pt x="488" y="522"/>
                    <a:pt x="477" y="489"/>
                  </a:cubicBezTo>
                  <a:cubicBezTo>
                    <a:pt x="467" y="455"/>
                    <a:pt x="456" y="423"/>
                    <a:pt x="446" y="390"/>
                  </a:cubicBezTo>
                  <a:cubicBezTo>
                    <a:pt x="440" y="373"/>
                    <a:pt x="435" y="356"/>
                    <a:pt x="431" y="339"/>
                  </a:cubicBezTo>
                  <a:cubicBezTo>
                    <a:pt x="426" y="321"/>
                    <a:pt x="422" y="305"/>
                    <a:pt x="419" y="287"/>
                  </a:cubicBezTo>
                  <a:cubicBezTo>
                    <a:pt x="412" y="254"/>
                    <a:pt x="407" y="220"/>
                    <a:pt x="400" y="187"/>
                  </a:cubicBezTo>
                  <a:cubicBezTo>
                    <a:pt x="397" y="172"/>
                    <a:pt x="394" y="157"/>
                    <a:pt x="390" y="143"/>
                  </a:cubicBezTo>
                  <a:cubicBezTo>
                    <a:pt x="387" y="129"/>
                    <a:pt x="384" y="115"/>
                    <a:pt x="380" y="101"/>
                  </a:cubicBezTo>
                  <a:cubicBezTo>
                    <a:pt x="378" y="94"/>
                    <a:pt x="376" y="88"/>
                    <a:pt x="373" y="81"/>
                  </a:cubicBezTo>
                  <a:cubicBezTo>
                    <a:pt x="370" y="76"/>
                    <a:pt x="368" y="71"/>
                    <a:pt x="365" y="67"/>
                  </a:cubicBezTo>
                  <a:cubicBezTo>
                    <a:pt x="364" y="64"/>
                    <a:pt x="362" y="62"/>
                    <a:pt x="360" y="59"/>
                  </a:cubicBezTo>
                  <a:cubicBezTo>
                    <a:pt x="359" y="58"/>
                    <a:pt x="358" y="57"/>
                    <a:pt x="357" y="56"/>
                  </a:cubicBezTo>
                  <a:cubicBezTo>
                    <a:pt x="356" y="55"/>
                    <a:pt x="355" y="54"/>
                    <a:pt x="354" y="53"/>
                  </a:cubicBezTo>
                  <a:cubicBezTo>
                    <a:pt x="352" y="52"/>
                    <a:pt x="351" y="52"/>
                    <a:pt x="350" y="50"/>
                  </a:cubicBezTo>
                  <a:cubicBezTo>
                    <a:pt x="349" y="50"/>
                    <a:pt x="348" y="49"/>
                    <a:pt x="347" y="49"/>
                  </a:cubicBezTo>
                  <a:cubicBezTo>
                    <a:pt x="345" y="49"/>
                    <a:pt x="344" y="48"/>
                    <a:pt x="343" y="48"/>
                  </a:cubicBezTo>
                  <a:cubicBezTo>
                    <a:pt x="341" y="48"/>
                    <a:pt x="340" y="48"/>
                    <a:pt x="338" y="47"/>
                  </a:cubicBezTo>
                  <a:cubicBezTo>
                    <a:pt x="337" y="47"/>
                    <a:pt x="336" y="47"/>
                    <a:pt x="334" y="47"/>
                  </a:cubicBezTo>
                  <a:cubicBezTo>
                    <a:pt x="333" y="47"/>
                    <a:pt x="331" y="47"/>
                    <a:pt x="330" y="48"/>
                  </a:cubicBezTo>
                  <a:cubicBezTo>
                    <a:pt x="329" y="48"/>
                    <a:pt x="327" y="48"/>
                    <a:pt x="326" y="49"/>
                  </a:cubicBezTo>
                  <a:cubicBezTo>
                    <a:pt x="324" y="49"/>
                    <a:pt x="323" y="49"/>
                    <a:pt x="322" y="50"/>
                  </a:cubicBezTo>
                  <a:cubicBezTo>
                    <a:pt x="320" y="51"/>
                    <a:pt x="319" y="52"/>
                    <a:pt x="317" y="52"/>
                  </a:cubicBezTo>
                  <a:cubicBezTo>
                    <a:pt x="316" y="53"/>
                    <a:pt x="315" y="55"/>
                    <a:pt x="313" y="56"/>
                  </a:cubicBezTo>
                  <a:cubicBezTo>
                    <a:pt x="311" y="57"/>
                    <a:pt x="309" y="59"/>
                    <a:pt x="307" y="61"/>
                  </a:cubicBezTo>
                  <a:cubicBezTo>
                    <a:pt x="306" y="62"/>
                    <a:pt x="305" y="63"/>
                    <a:pt x="303" y="64"/>
                  </a:cubicBezTo>
                  <a:cubicBezTo>
                    <a:pt x="301" y="69"/>
                    <a:pt x="298" y="73"/>
                    <a:pt x="296" y="78"/>
                  </a:cubicBezTo>
                  <a:cubicBezTo>
                    <a:pt x="291" y="87"/>
                    <a:pt x="286" y="96"/>
                    <a:pt x="281" y="105"/>
                  </a:cubicBezTo>
                  <a:cubicBezTo>
                    <a:pt x="277" y="115"/>
                    <a:pt x="273" y="124"/>
                    <a:pt x="268" y="134"/>
                  </a:cubicBezTo>
                  <a:cubicBezTo>
                    <a:pt x="259" y="154"/>
                    <a:pt x="250" y="173"/>
                    <a:pt x="242" y="194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39" y="201"/>
                    <a:pt x="236" y="208"/>
                    <a:pt x="234" y="215"/>
                  </a:cubicBezTo>
                  <a:cubicBezTo>
                    <a:pt x="222" y="246"/>
                    <a:pt x="211" y="277"/>
                    <a:pt x="200" y="306"/>
                  </a:cubicBezTo>
                  <a:lnTo>
                    <a:pt x="200" y="307"/>
                  </a:lnTo>
                  <a:cubicBezTo>
                    <a:pt x="200" y="307"/>
                    <a:pt x="200" y="308"/>
                    <a:pt x="199" y="308"/>
                  </a:cubicBezTo>
                  <a:cubicBezTo>
                    <a:pt x="199" y="310"/>
                    <a:pt x="198" y="312"/>
                    <a:pt x="197" y="314"/>
                  </a:cubicBezTo>
                  <a:cubicBezTo>
                    <a:pt x="185" y="346"/>
                    <a:pt x="173" y="378"/>
                    <a:pt x="161" y="410"/>
                  </a:cubicBezTo>
                  <a:cubicBezTo>
                    <a:pt x="155" y="426"/>
                    <a:pt x="150" y="443"/>
                    <a:pt x="144" y="458"/>
                  </a:cubicBezTo>
                  <a:cubicBezTo>
                    <a:pt x="138" y="474"/>
                    <a:pt x="132" y="490"/>
                    <a:pt x="126" y="505"/>
                  </a:cubicBezTo>
                  <a:cubicBezTo>
                    <a:pt x="114" y="538"/>
                    <a:pt x="104" y="571"/>
                    <a:pt x="94" y="603"/>
                  </a:cubicBezTo>
                  <a:cubicBezTo>
                    <a:pt x="90" y="621"/>
                    <a:pt x="86" y="638"/>
                    <a:pt x="81" y="655"/>
                  </a:cubicBezTo>
                  <a:cubicBezTo>
                    <a:pt x="77" y="672"/>
                    <a:pt x="72" y="688"/>
                    <a:pt x="68" y="704"/>
                  </a:cubicBezTo>
                  <a:cubicBezTo>
                    <a:pt x="65" y="712"/>
                    <a:pt x="63" y="720"/>
                    <a:pt x="61" y="729"/>
                  </a:cubicBezTo>
                  <a:cubicBezTo>
                    <a:pt x="55" y="755"/>
                    <a:pt x="51" y="783"/>
                    <a:pt x="46" y="810"/>
                  </a:cubicBezTo>
                  <a:cubicBezTo>
                    <a:pt x="43" y="824"/>
                    <a:pt x="41" y="838"/>
                    <a:pt x="38" y="851"/>
                  </a:cubicBezTo>
                  <a:cubicBezTo>
                    <a:pt x="37" y="858"/>
                    <a:pt x="35" y="865"/>
                    <a:pt x="34" y="872"/>
                  </a:cubicBezTo>
                  <a:cubicBezTo>
                    <a:pt x="34" y="875"/>
                    <a:pt x="33" y="879"/>
                    <a:pt x="33" y="882"/>
                  </a:cubicBezTo>
                  <a:cubicBezTo>
                    <a:pt x="33" y="884"/>
                    <a:pt x="32" y="886"/>
                    <a:pt x="32" y="888"/>
                  </a:cubicBezTo>
                  <a:cubicBezTo>
                    <a:pt x="30" y="896"/>
                    <a:pt x="23" y="902"/>
                    <a:pt x="13" y="901"/>
                  </a:cubicBezTo>
                  <a:cubicBezTo>
                    <a:pt x="9" y="901"/>
                    <a:pt x="6" y="898"/>
                    <a:pt x="3" y="895"/>
                  </a:cubicBezTo>
                  <a:cubicBezTo>
                    <a:pt x="0" y="891"/>
                    <a:pt x="0" y="887"/>
                    <a:pt x="0" y="882"/>
                  </a:cubicBezTo>
                  <a:cubicBezTo>
                    <a:pt x="0" y="881"/>
                    <a:pt x="1" y="878"/>
                    <a:pt x="2" y="876"/>
                  </a:cubicBezTo>
                  <a:cubicBezTo>
                    <a:pt x="2" y="872"/>
                    <a:pt x="3" y="867"/>
                    <a:pt x="4" y="863"/>
                  </a:cubicBezTo>
                  <a:cubicBezTo>
                    <a:pt x="6" y="854"/>
                    <a:pt x="7" y="846"/>
                    <a:pt x="9" y="837"/>
                  </a:cubicBezTo>
                  <a:cubicBezTo>
                    <a:pt x="12" y="820"/>
                    <a:pt x="15" y="803"/>
                    <a:pt x="18" y="785"/>
                  </a:cubicBezTo>
                  <a:cubicBezTo>
                    <a:pt x="21" y="768"/>
                    <a:pt x="24" y="751"/>
                    <a:pt x="27" y="734"/>
                  </a:cubicBezTo>
                  <a:cubicBezTo>
                    <a:pt x="30" y="717"/>
                    <a:pt x="35" y="700"/>
                    <a:pt x="40" y="683"/>
                  </a:cubicBezTo>
                  <a:cubicBezTo>
                    <a:pt x="44" y="667"/>
                    <a:pt x="49" y="651"/>
                    <a:pt x="53" y="635"/>
                  </a:cubicBezTo>
                  <a:cubicBezTo>
                    <a:pt x="58" y="618"/>
                    <a:pt x="62" y="601"/>
                    <a:pt x="67" y="584"/>
                  </a:cubicBezTo>
                  <a:cubicBezTo>
                    <a:pt x="76" y="551"/>
                    <a:pt x="86" y="518"/>
                    <a:pt x="98" y="486"/>
                  </a:cubicBezTo>
                  <a:cubicBezTo>
                    <a:pt x="105" y="470"/>
                    <a:pt x="111" y="454"/>
                    <a:pt x="116" y="438"/>
                  </a:cubicBezTo>
                  <a:cubicBezTo>
                    <a:pt x="122" y="422"/>
                    <a:pt x="128" y="406"/>
                    <a:pt x="133" y="390"/>
                  </a:cubicBezTo>
                  <a:cubicBezTo>
                    <a:pt x="145" y="359"/>
                    <a:pt x="157" y="327"/>
                    <a:pt x="168" y="295"/>
                  </a:cubicBezTo>
                  <a:cubicBezTo>
                    <a:pt x="181" y="264"/>
                    <a:pt x="192" y="232"/>
                    <a:pt x="204" y="200"/>
                  </a:cubicBezTo>
                  <a:cubicBezTo>
                    <a:pt x="210" y="184"/>
                    <a:pt x="217" y="168"/>
                    <a:pt x="223" y="152"/>
                  </a:cubicBezTo>
                  <a:cubicBezTo>
                    <a:pt x="230" y="137"/>
                    <a:pt x="237" y="121"/>
                    <a:pt x="244" y="106"/>
                  </a:cubicBezTo>
                  <a:cubicBezTo>
                    <a:pt x="252" y="91"/>
                    <a:pt x="259" y="76"/>
                    <a:pt x="267" y="60"/>
                  </a:cubicBezTo>
                  <a:cubicBezTo>
                    <a:pt x="271" y="53"/>
                    <a:pt x="275" y="45"/>
                    <a:pt x="281" y="39"/>
                  </a:cubicBezTo>
                  <a:cubicBezTo>
                    <a:pt x="287" y="33"/>
                    <a:pt x="293" y="28"/>
                    <a:pt x="300" y="24"/>
                  </a:cubicBezTo>
                  <a:cubicBezTo>
                    <a:pt x="308" y="19"/>
                    <a:pt x="316" y="15"/>
                    <a:pt x="326" y="14"/>
                  </a:cubicBezTo>
                  <a:cubicBezTo>
                    <a:pt x="340" y="11"/>
                    <a:pt x="354" y="14"/>
                    <a:pt x="367" y="21"/>
                  </a:cubicBezTo>
                  <a:cubicBezTo>
                    <a:pt x="386" y="31"/>
                    <a:pt x="397" y="50"/>
                    <a:pt x="405" y="70"/>
                  </a:cubicBezTo>
                  <a:cubicBezTo>
                    <a:pt x="412" y="85"/>
                    <a:pt x="416" y="101"/>
                    <a:pt x="420" y="117"/>
                  </a:cubicBezTo>
                  <a:cubicBezTo>
                    <a:pt x="424" y="134"/>
                    <a:pt x="428" y="151"/>
                    <a:pt x="432" y="168"/>
                  </a:cubicBezTo>
                  <a:cubicBezTo>
                    <a:pt x="439" y="202"/>
                    <a:pt x="445" y="236"/>
                    <a:pt x="451" y="269"/>
                  </a:cubicBezTo>
                  <a:cubicBezTo>
                    <a:pt x="455" y="290"/>
                    <a:pt x="459" y="310"/>
                    <a:pt x="464" y="331"/>
                  </a:cubicBezTo>
                  <a:cubicBezTo>
                    <a:pt x="470" y="351"/>
                    <a:pt x="475" y="370"/>
                    <a:pt x="482" y="390"/>
                  </a:cubicBezTo>
                  <a:cubicBezTo>
                    <a:pt x="492" y="422"/>
                    <a:pt x="502" y="454"/>
                    <a:pt x="513" y="487"/>
                  </a:cubicBezTo>
                  <a:cubicBezTo>
                    <a:pt x="523" y="521"/>
                    <a:pt x="535" y="554"/>
                    <a:pt x="545" y="589"/>
                  </a:cubicBezTo>
                  <a:cubicBezTo>
                    <a:pt x="549" y="605"/>
                    <a:pt x="553" y="621"/>
                    <a:pt x="558" y="637"/>
                  </a:cubicBezTo>
                  <a:cubicBezTo>
                    <a:pt x="563" y="655"/>
                    <a:pt x="567" y="672"/>
                    <a:pt x="570" y="689"/>
                  </a:cubicBezTo>
                  <a:cubicBezTo>
                    <a:pt x="577" y="723"/>
                    <a:pt x="584" y="758"/>
                    <a:pt x="592" y="792"/>
                  </a:cubicBezTo>
                  <a:cubicBezTo>
                    <a:pt x="599" y="825"/>
                    <a:pt x="607" y="859"/>
                    <a:pt x="616" y="892"/>
                  </a:cubicBezTo>
                  <a:cubicBezTo>
                    <a:pt x="625" y="926"/>
                    <a:pt x="634" y="959"/>
                    <a:pt x="643" y="993"/>
                  </a:cubicBezTo>
                  <a:cubicBezTo>
                    <a:pt x="660" y="1061"/>
                    <a:pt x="679" y="1129"/>
                    <a:pt x="699" y="1198"/>
                  </a:cubicBezTo>
                  <a:cubicBezTo>
                    <a:pt x="702" y="1208"/>
                    <a:pt x="705" y="1217"/>
                    <a:pt x="708" y="1227"/>
                  </a:cubicBezTo>
                  <a:lnTo>
                    <a:pt x="707" y="1226"/>
                  </a:lnTo>
                  <a:cubicBezTo>
                    <a:pt x="707" y="1226"/>
                    <a:pt x="708" y="1227"/>
                    <a:pt x="708" y="1228"/>
                  </a:cubicBezTo>
                  <a:lnTo>
                    <a:pt x="708" y="1227"/>
                  </a:lnTo>
                  <a:cubicBezTo>
                    <a:pt x="708" y="1228"/>
                    <a:pt x="708" y="1228"/>
                    <a:pt x="708" y="1228"/>
                  </a:cubicBezTo>
                  <a:cubicBezTo>
                    <a:pt x="708" y="1228"/>
                    <a:pt x="708" y="1229"/>
                    <a:pt x="708" y="1230"/>
                  </a:cubicBezTo>
                  <a:cubicBezTo>
                    <a:pt x="709" y="1231"/>
                    <a:pt x="710" y="1233"/>
                    <a:pt x="710" y="1234"/>
                  </a:cubicBezTo>
                  <a:lnTo>
                    <a:pt x="710" y="1233"/>
                  </a:lnTo>
                  <a:cubicBezTo>
                    <a:pt x="710" y="1234"/>
                    <a:pt x="710" y="1235"/>
                    <a:pt x="710" y="1236"/>
                  </a:cubicBezTo>
                  <a:lnTo>
                    <a:pt x="710" y="1235"/>
                  </a:lnTo>
                  <a:cubicBezTo>
                    <a:pt x="715" y="1251"/>
                    <a:pt x="721" y="1268"/>
                    <a:pt x="726" y="1284"/>
                  </a:cubicBezTo>
                  <a:cubicBezTo>
                    <a:pt x="732" y="1301"/>
                    <a:pt x="738" y="1317"/>
                    <a:pt x="743" y="1333"/>
                  </a:cubicBezTo>
                  <a:cubicBezTo>
                    <a:pt x="749" y="1350"/>
                    <a:pt x="755" y="1366"/>
                    <a:pt x="761" y="1382"/>
                  </a:cubicBezTo>
                  <a:cubicBezTo>
                    <a:pt x="767" y="1399"/>
                    <a:pt x="772" y="1417"/>
                    <a:pt x="779" y="1434"/>
                  </a:cubicBezTo>
                  <a:cubicBezTo>
                    <a:pt x="785" y="1452"/>
                    <a:pt x="792" y="1469"/>
                    <a:pt x="799" y="1487"/>
                  </a:cubicBezTo>
                  <a:cubicBezTo>
                    <a:pt x="805" y="1504"/>
                    <a:pt x="812" y="1521"/>
                    <a:pt x="819" y="1537"/>
                  </a:cubicBezTo>
                  <a:cubicBezTo>
                    <a:pt x="824" y="1548"/>
                    <a:pt x="829" y="1559"/>
                    <a:pt x="835" y="1569"/>
                  </a:cubicBezTo>
                  <a:cubicBezTo>
                    <a:pt x="835" y="1569"/>
                    <a:pt x="834" y="1569"/>
                    <a:pt x="834" y="1568"/>
                  </a:cubicBezTo>
                  <a:cubicBezTo>
                    <a:pt x="834" y="1569"/>
                    <a:pt x="835" y="1569"/>
                    <a:pt x="835" y="1569"/>
                  </a:cubicBezTo>
                  <a:cubicBezTo>
                    <a:pt x="835" y="1570"/>
                    <a:pt x="835" y="1570"/>
                    <a:pt x="835" y="1571"/>
                  </a:cubicBezTo>
                  <a:cubicBezTo>
                    <a:pt x="835" y="1570"/>
                    <a:pt x="835" y="1570"/>
                    <a:pt x="835" y="1569"/>
                  </a:cubicBezTo>
                  <a:cubicBezTo>
                    <a:pt x="842" y="1581"/>
                    <a:pt x="850" y="1591"/>
                    <a:pt x="858" y="1602"/>
                  </a:cubicBezTo>
                  <a:cubicBezTo>
                    <a:pt x="859" y="1603"/>
                    <a:pt x="859" y="1603"/>
                    <a:pt x="860" y="1604"/>
                  </a:cubicBezTo>
                  <a:cubicBezTo>
                    <a:pt x="860" y="1604"/>
                    <a:pt x="861" y="1605"/>
                    <a:pt x="862" y="1605"/>
                  </a:cubicBezTo>
                  <a:cubicBezTo>
                    <a:pt x="863" y="1607"/>
                    <a:pt x="865" y="1607"/>
                    <a:pt x="866" y="1608"/>
                  </a:cubicBezTo>
                  <a:cubicBezTo>
                    <a:pt x="868" y="1609"/>
                    <a:pt x="870" y="1610"/>
                    <a:pt x="872" y="1611"/>
                  </a:cubicBezTo>
                  <a:cubicBezTo>
                    <a:pt x="873" y="1611"/>
                    <a:pt x="874" y="1612"/>
                    <a:pt x="876" y="1612"/>
                  </a:cubicBezTo>
                  <a:cubicBezTo>
                    <a:pt x="877" y="1612"/>
                    <a:pt x="878" y="1612"/>
                    <a:pt x="879" y="1612"/>
                  </a:cubicBezTo>
                  <a:cubicBezTo>
                    <a:pt x="880" y="1612"/>
                    <a:pt x="880" y="1612"/>
                    <a:pt x="880" y="1612"/>
                  </a:cubicBezTo>
                  <a:cubicBezTo>
                    <a:pt x="881" y="1612"/>
                    <a:pt x="881" y="1612"/>
                    <a:pt x="881" y="1612"/>
                  </a:cubicBezTo>
                  <a:cubicBezTo>
                    <a:pt x="880" y="1612"/>
                    <a:pt x="880" y="1612"/>
                    <a:pt x="880" y="1612"/>
                  </a:cubicBezTo>
                  <a:lnTo>
                    <a:pt x="881" y="1612"/>
                  </a:lnTo>
                  <a:cubicBezTo>
                    <a:pt x="882" y="1612"/>
                    <a:pt x="883" y="1612"/>
                    <a:pt x="884" y="1612"/>
                  </a:cubicBezTo>
                  <a:cubicBezTo>
                    <a:pt x="886" y="1611"/>
                    <a:pt x="887" y="1611"/>
                    <a:pt x="888" y="1610"/>
                  </a:cubicBezTo>
                  <a:cubicBezTo>
                    <a:pt x="889" y="1610"/>
                    <a:pt x="891" y="1609"/>
                    <a:pt x="893" y="1608"/>
                  </a:cubicBezTo>
                  <a:lnTo>
                    <a:pt x="892" y="1608"/>
                  </a:lnTo>
                  <a:cubicBezTo>
                    <a:pt x="893" y="1608"/>
                    <a:pt x="893" y="1607"/>
                    <a:pt x="894" y="1607"/>
                  </a:cubicBezTo>
                  <a:cubicBezTo>
                    <a:pt x="894" y="1607"/>
                    <a:pt x="895" y="1606"/>
                    <a:pt x="896" y="1605"/>
                  </a:cubicBezTo>
                  <a:cubicBezTo>
                    <a:pt x="901" y="1601"/>
                    <a:pt x="906" y="1596"/>
                    <a:pt x="911" y="1591"/>
                  </a:cubicBezTo>
                  <a:cubicBezTo>
                    <a:pt x="918" y="1584"/>
                    <a:pt x="925" y="1576"/>
                    <a:pt x="932" y="1569"/>
                  </a:cubicBezTo>
                  <a:cubicBezTo>
                    <a:pt x="939" y="1561"/>
                    <a:pt x="946" y="1554"/>
                    <a:pt x="952" y="1545"/>
                  </a:cubicBezTo>
                  <a:cubicBezTo>
                    <a:pt x="968" y="1523"/>
                    <a:pt x="981" y="1499"/>
                    <a:pt x="994" y="1476"/>
                  </a:cubicBezTo>
                  <a:cubicBezTo>
                    <a:pt x="999" y="1467"/>
                    <a:pt x="1002" y="1459"/>
                    <a:pt x="1006" y="1450"/>
                  </a:cubicBezTo>
                  <a:cubicBezTo>
                    <a:pt x="1009" y="1442"/>
                    <a:pt x="1013" y="1434"/>
                    <a:pt x="1016" y="1425"/>
                  </a:cubicBezTo>
                  <a:cubicBezTo>
                    <a:pt x="1022" y="1409"/>
                    <a:pt x="1027" y="1393"/>
                    <a:pt x="1032" y="1376"/>
                  </a:cubicBezTo>
                  <a:cubicBezTo>
                    <a:pt x="1038" y="1360"/>
                    <a:pt x="1042" y="1343"/>
                    <a:pt x="1047" y="1326"/>
                  </a:cubicBezTo>
                  <a:cubicBezTo>
                    <a:pt x="1052" y="1309"/>
                    <a:pt x="1056" y="1292"/>
                    <a:pt x="1060" y="1275"/>
                  </a:cubicBezTo>
                  <a:cubicBezTo>
                    <a:pt x="1064" y="1258"/>
                    <a:pt x="1070" y="1241"/>
                    <a:pt x="1075" y="1225"/>
                  </a:cubicBezTo>
                  <a:cubicBezTo>
                    <a:pt x="1084" y="1194"/>
                    <a:pt x="1092" y="1163"/>
                    <a:pt x="1100" y="1132"/>
                  </a:cubicBezTo>
                  <a:cubicBezTo>
                    <a:pt x="1104" y="1117"/>
                    <a:pt x="1108" y="1102"/>
                    <a:pt x="1112" y="1087"/>
                  </a:cubicBezTo>
                  <a:cubicBezTo>
                    <a:pt x="1116" y="1072"/>
                    <a:pt x="1120" y="1057"/>
                    <a:pt x="1123" y="1041"/>
                  </a:cubicBezTo>
                  <a:cubicBezTo>
                    <a:pt x="1123" y="1042"/>
                    <a:pt x="1123" y="1043"/>
                    <a:pt x="1123" y="1043"/>
                  </a:cubicBezTo>
                  <a:cubicBezTo>
                    <a:pt x="1131" y="1009"/>
                    <a:pt x="1138" y="975"/>
                    <a:pt x="1146" y="940"/>
                  </a:cubicBezTo>
                  <a:cubicBezTo>
                    <a:pt x="1149" y="923"/>
                    <a:pt x="1152" y="907"/>
                    <a:pt x="1156" y="891"/>
                  </a:cubicBezTo>
                  <a:cubicBezTo>
                    <a:pt x="1159" y="874"/>
                    <a:pt x="1162" y="856"/>
                    <a:pt x="1165" y="839"/>
                  </a:cubicBezTo>
                  <a:cubicBezTo>
                    <a:pt x="1170" y="804"/>
                    <a:pt x="1176" y="768"/>
                    <a:pt x="1183" y="733"/>
                  </a:cubicBezTo>
                  <a:cubicBezTo>
                    <a:pt x="1189" y="699"/>
                    <a:pt x="1196" y="666"/>
                    <a:pt x="1203" y="632"/>
                  </a:cubicBezTo>
                  <a:cubicBezTo>
                    <a:pt x="1210" y="598"/>
                    <a:pt x="1220" y="563"/>
                    <a:pt x="1229" y="528"/>
                  </a:cubicBezTo>
                  <a:cubicBezTo>
                    <a:pt x="1234" y="511"/>
                    <a:pt x="1239" y="494"/>
                    <a:pt x="1244" y="477"/>
                  </a:cubicBezTo>
                  <a:cubicBezTo>
                    <a:pt x="1249" y="460"/>
                    <a:pt x="1253" y="444"/>
                    <a:pt x="1258" y="427"/>
                  </a:cubicBezTo>
                  <a:cubicBezTo>
                    <a:pt x="1263" y="410"/>
                    <a:pt x="1268" y="394"/>
                    <a:pt x="1272" y="377"/>
                  </a:cubicBezTo>
                  <a:cubicBezTo>
                    <a:pt x="1275" y="368"/>
                    <a:pt x="1277" y="359"/>
                    <a:pt x="1279" y="351"/>
                  </a:cubicBezTo>
                  <a:cubicBezTo>
                    <a:pt x="1279" y="350"/>
                    <a:pt x="1279" y="349"/>
                    <a:pt x="1280" y="348"/>
                  </a:cubicBezTo>
                  <a:cubicBezTo>
                    <a:pt x="1281" y="344"/>
                    <a:pt x="1282" y="339"/>
                    <a:pt x="1283" y="336"/>
                  </a:cubicBezTo>
                  <a:cubicBezTo>
                    <a:pt x="1284" y="331"/>
                    <a:pt x="1285" y="327"/>
                    <a:pt x="1286" y="322"/>
                  </a:cubicBezTo>
                  <a:cubicBezTo>
                    <a:pt x="1290" y="305"/>
                    <a:pt x="1294" y="289"/>
                    <a:pt x="1299" y="272"/>
                  </a:cubicBezTo>
                  <a:cubicBezTo>
                    <a:pt x="1309" y="239"/>
                    <a:pt x="1321" y="207"/>
                    <a:pt x="1332" y="174"/>
                  </a:cubicBezTo>
                  <a:cubicBezTo>
                    <a:pt x="1335" y="166"/>
                    <a:pt x="1338" y="158"/>
                    <a:pt x="1340" y="150"/>
                  </a:cubicBezTo>
                  <a:cubicBezTo>
                    <a:pt x="1342" y="141"/>
                    <a:pt x="1345" y="133"/>
                    <a:pt x="1347" y="126"/>
                  </a:cubicBezTo>
                  <a:cubicBezTo>
                    <a:pt x="1352" y="109"/>
                    <a:pt x="1358" y="92"/>
                    <a:pt x="1366" y="77"/>
                  </a:cubicBezTo>
                  <a:cubicBezTo>
                    <a:pt x="1374" y="62"/>
                    <a:pt x="1383" y="46"/>
                    <a:pt x="1394" y="32"/>
                  </a:cubicBezTo>
                  <a:cubicBezTo>
                    <a:pt x="1399" y="26"/>
                    <a:pt x="1405" y="21"/>
                    <a:pt x="1411" y="16"/>
                  </a:cubicBezTo>
                  <a:cubicBezTo>
                    <a:pt x="1414" y="13"/>
                    <a:pt x="1417" y="11"/>
                    <a:pt x="1421" y="10"/>
                  </a:cubicBezTo>
                  <a:cubicBezTo>
                    <a:pt x="1425" y="7"/>
                    <a:pt x="1430" y="6"/>
                    <a:pt x="1435" y="4"/>
                  </a:cubicBezTo>
                  <a:cubicBezTo>
                    <a:pt x="1443" y="2"/>
                    <a:pt x="1452" y="1"/>
                    <a:pt x="1460" y="0"/>
                  </a:cubicBezTo>
                  <a:cubicBezTo>
                    <a:pt x="1469" y="0"/>
                    <a:pt x="1479" y="0"/>
                    <a:pt x="1488" y="2"/>
                  </a:cubicBezTo>
                  <a:cubicBezTo>
                    <a:pt x="1501" y="4"/>
                    <a:pt x="1513" y="11"/>
                    <a:pt x="1522" y="21"/>
                  </a:cubicBezTo>
                  <a:cubicBezTo>
                    <a:pt x="1529" y="27"/>
                    <a:pt x="1533" y="34"/>
                    <a:pt x="1538" y="42"/>
                  </a:cubicBezTo>
                  <a:cubicBezTo>
                    <a:pt x="1542" y="48"/>
                    <a:pt x="1544" y="53"/>
                    <a:pt x="1547" y="59"/>
                  </a:cubicBezTo>
                  <a:cubicBezTo>
                    <a:pt x="1551" y="66"/>
                    <a:pt x="1554" y="74"/>
                    <a:pt x="1557" y="82"/>
                  </a:cubicBezTo>
                  <a:cubicBezTo>
                    <a:pt x="1559" y="90"/>
                    <a:pt x="1554" y="99"/>
                    <a:pt x="1546" y="102"/>
                  </a:cubicBezTo>
                  <a:cubicBezTo>
                    <a:pt x="1537" y="105"/>
                    <a:pt x="1527" y="101"/>
                    <a:pt x="1524" y="92"/>
                  </a:cubicBezTo>
                  <a:cubicBezTo>
                    <a:pt x="1522" y="88"/>
                    <a:pt x="1521" y="85"/>
                    <a:pt x="1519" y="81"/>
                  </a:cubicBezTo>
                  <a:cubicBezTo>
                    <a:pt x="1515" y="73"/>
                    <a:pt x="1511" y="64"/>
                    <a:pt x="1506" y="57"/>
                  </a:cubicBezTo>
                  <a:cubicBezTo>
                    <a:pt x="1504" y="54"/>
                    <a:pt x="1503" y="52"/>
                    <a:pt x="1501" y="49"/>
                  </a:cubicBezTo>
                  <a:cubicBezTo>
                    <a:pt x="1500" y="48"/>
                    <a:pt x="1498" y="46"/>
                    <a:pt x="1497" y="45"/>
                  </a:cubicBezTo>
                  <a:cubicBezTo>
                    <a:pt x="1496" y="43"/>
                    <a:pt x="1494" y="42"/>
                    <a:pt x="1492" y="41"/>
                  </a:cubicBezTo>
                  <a:cubicBezTo>
                    <a:pt x="1491" y="40"/>
                    <a:pt x="1490" y="39"/>
                    <a:pt x="1489" y="39"/>
                  </a:cubicBezTo>
                  <a:cubicBezTo>
                    <a:pt x="1489" y="39"/>
                    <a:pt x="1488" y="38"/>
                    <a:pt x="1487" y="38"/>
                  </a:cubicBezTo>
                  <a:cubicBezTo>
                    <a:pt x="1488" y="38"/>
                    <a:pt x="1488" y="38"/>
                    <a:pt x="1489" y="38"/>
                  </a:cubicBezTo>
                  <a:cubicBezTo>
                    <a:pt x="1487" y="38"/>
                    <a:pt x="1486" y="38"/>
                    <a:pt x="1485" y="37"/>
                  </a:cubicBezTo>
                  <a:cubicBezTo>
                    <a:pt x="1483" y="36"/>
                    <a:pt x="1480" y="36"/>
                    <a:pt x="1477" y="36"/>
                  </a:cubicBezTo>
                  <a:cubicBezTo>
                    <a:pt x="1473" y="36"/>
                    <a:pt x="1469" y="35"/>
                    <a:pt x="1466" y="36"/>
                  </a:cubicBezTo>
                  <a:cubicBezTo>
                    <a:pt x="1461" y="36"/>
                    <a:pt x="1455" y="36"/>
                    <a:pt x="1450" y="37"/>
                  </a:cubicBezTo>
                  <a:cubicBezTo>
                    <a:pt x="1447" y="38"/>
                    <a:pt x="1444" y="38"/>
                    <a:pt x="1441" y="39"/>
                  </a:cubicBezTo>
                  <a:cubicBezTo>
                    <a:pt x="1440" y="39"/>
                    <a:pt x="1439" y="40"/>
                    <a:pt x="1438" y="41"/>
                  </a:cubicBezTo>
                  <a:cubicBezTo>
                    <a:pt x="1437" y="41"/>
                    <a:pt x="1436" y="42"/>
                    <a:pt x="1434" y="42"/>
                  </a:cubicBezTo>
                  <a:cubicBezTo>
                    <a:pt x="1433" y="43"/>
                    <a:pt x="1431" y="45"/>
                    <a:pt x="1430" y="46"/>
                  </a:cubicBezTo>
                  <a:cubicBezTo>
                    <a:pt x="1428" y="47"/>
                    <a:pt x="1427" y="48"/>
                    <a:pt x="1426" y="49"/>
                  </a:cubicBezTo>
                  <a:cubicBezTo>
                    <a:pt x="1422" y="53"/>
                    <a:pt x="1419" y="57"/>
                    <a:pt x="1416" y="62"/>
                  </a:cubicBezTo>
                  <a:cubicBezTo>
                    <a:pt x="1410" y="70"/>
                    <a:pt x="1405" y="78"/>
                    <a:pt x="1399" y="87"/>
                  </a:cubicBezTo>
                  <a:cubicBezTo>
                    <a:pt x="1395" y="95"/>
                    <a:pt x="1392" y="103"/>
                    <a:pt x="1388" y="112"/>
                  </a:cubicBezTo>
                  <a:cubicBezTo>
                    <a:pt x="1383" y="127"/>
                    <a:pt x="1378" y="143"/>
                    <a:pt x="1373" y="159"/>
                  </a:cubicBezTo>
                  <a:cubicBezTo>
                    <a:pt x="1369" y="175"/>
                    <a:pt x="1363" y="191"/>
                    <a:pt x="1357" y="207"/>
                  </a:cubicBezTo>
                  <a:cubicBezTo>
                    <a:pt x="1345" y="239"/>
                    <a:pt x="1334" y="272"/>
                    <a:pt x="1326" y="305"/>
                  </a:cubicBezTo>
                  <a:cubicBezTo>
                    <a:pt x="1322" y="317"/>
                    <a:pt x="1320" y="330"/>
                    <a:pt x="1316" y="343"/>
                  </a:cubicBezTo>
                  <a:cubicBezTo>
                    <a:pt x="1317" y="342"/>
                    <a:pt x="1317" y="341"/>
                    <a:pt x="1317" y="341"/>
                  </a:cubicBezTo>
                  <a:cubicBezTo>
                    <a:pt x="1315" y="345"/>
                    <a:pt x="1315" y="349"/>
                    <a:pt x="1314" y="354"/>
                  </a:cubicBezTo>
                  <a:lnTo>
                    <a:pt x="1313" y="355"/>
                  </a:lnTo>
                  <a:cubicBezTo>
                    <a:pt x="1310" y="368"/>
                    <a:pt x="1307" y="381"/>
                    <a:pt x="1303" y="394"/>
                  </a:cubicBezTo>
                  <a:cubicBezTo>
                    <a:pt x="1299" y="410"/>
                    <a:pt x="1293" y="428"/>
                    <a:pt x="1288" y="445"/>
                  </a:cubicBezTo>
                  <a:cubicBezTo>
                    <a:pt x="1284" y="461"/>
                    <a:pt x="1279" y="478"/>
                    <a:pt x="1275" y="494"/>
                  </a:cubicBezTo>
                  <a:cubicBezTo>
                    <a:pt x="1270" y="511"/>
                    <a:pt x="1264" y="529"/>
                    <a:pt x="1260" y="547"/>
                  </a:cubicBezTo>
                  <a:cubicBezTo>
                    <a:pt x="1254" y="565"/>
                    <a:pt x="1250" y="584"/>
                    <a:pt x="1245" y="603"/>
                  </a:cubicBezTo>
                  <a:cubicBezTo>
                    <a:pt x="1241" y="620"/>
                    <a:pt x="1237" y="637"/>
                    <a:pt x="1234" y="653"/>
                  </a:cubicBezTo>
                  <a:cubicBezTo>
                    <a:pt x="1231" y="670"/>
                    <a:pt x="1227" y="686"/>
                    <a:pt x="1223" y="702"/>
                  </a:cubicBezTo>
                  <a:cubicBezTo>
                    <a:pt x="1216" y="737"/>
                    <a:pt x="1210" y="772"/>
                    <a:pt x="1204" y="807"/>
                  </a:cubicBezTo>
                  <a:cubicBezTo>
                    <a:pt x="1199" y="842"/>
                    <a:pt x="1193" y="876"/>
                    <a:pt x="1187" y="910"/>
                  </a:cubicBezTo>
                  <a:cubicBezTo>
                    <a:pt x="1183" y="927"/>
                    <a:pt x="1180" y="944"/>
                    <a:pt x="1176" y="961"/>
                  </a:cubicBezTo>
                  <a:cubicBezTo>
                    <a:pt x="1172" y="979"/>
                    <a:pt x="1168" y="996"/>
                    <a:pt x="1165" y="1014"/>
                  </a:cubicBezTo>
                  <a:cubicBezTo>
                    <a:pt x="1157" y="1049"/>
                    <a:pt x="1148" y="1083"/>
                    <a:pt x="1140" y="1118"/>
                  </a:cubicBezTo>
                  <a:cubicBezTo>
                    <a:pt x="1135" y="1135"/>
                    <a:pt x="1130" y="1152"/>
                    <a:pt x="1126" y="1169"/>
                  </a:cubicBezTo>
                  <a:cubicBezTo>
                    <a:pt x="1121" y="1185"/>
                    <a:pt x="1117" y="1201"/>
                    <a:pt x="1112" y="1217"/>
                  </a:cubicBezTo>
                  <a:cubicBezTo>
                    <a:pt x="1108" y="1234"/>
                    <a:pt x="1102" y="1252"/>
                    <a:pt x="1097" y="1269"/>
                  </a:cubicBezTo>
                  <a:cubicBezTo>
                    <a:pt x="1092" y="1286"/>
                    <a:pt x="1088" y="1304"/>
                    <a:pt x="1084" y="1322"/>
                  </a:cubicBezTo>
                  <a:cubicBezTo>
                    <a:pt x="1075" y="1355"/>
                    <a:pt x="1065" y="1388"/>
                    <a:pt x="1054" y="1421"/>
                  </a:cubicBezTo>
                  <a:cubicBezTo>
                    <a:pt x="1049" y="1438"/>
                    <a:pt x="1042" y="1453"/>
                    <a:pt x="1035" y="1469"/>
                  </a:cubicBezTo>
                  <a:cubicBezTo>
                    <a:pt x="1032" y="1477"/>
                    <a:pt x="1029" y="1486"/>
                    <a:pt x="1025" y="1494"/>
                  </a:cubicBezTo>
                  <a:cubicBezTo>
                    <a:pt x="1021" y="1501"/>
                    <a:pt x="1017" y="1507"/>
                    <a:pt x="1013" y="1514"/>
                  </a:cubicBezTo>
                  <a:cubicBezTo>
                    <a:pt x="1004" y="1529"/>
                    <a:pt x="996" y="1544"/>
                    <a:pt x="986" y="1558"/>
                  </a:cubicBezTo>
                  <a:cubicBezTo>
                    <a:pt x="981" y="1565"/>
                    <a:pt x="975" y="1572"/>
                    <a:pt x="970" y="1578"/>
                  </a:cubicBezTo>
                  <a:cubicBezTo>
                    <a:pt x="965" y="1584"/>
                    <a:pt x="959" y="1591"/>
                    <a:pt x="953" y="1597"/>
                  </a:cubicBezTo>
                  <a:cubicBezTo>
                    <a:pt x="943" y="1608"/>
                    <a:pt x="932" y="1621"/>
                    <a:pt x="920" y="1631"/>
                  </a:cubicBezTo>
                  <a:cubicBezTo>
                    <a:pt x="914" y="1636"/>
                    <a:pt x="906" y="1641"/>
                    <a:pt x="898" y="1644"/>
                  </a:cubicBezTo>
                  <a:cubicBezTo>
                    <a:pt x="893" y="1646"/>
                    <a:pt x="887" y="1647"/>
                    <a:pt x="881" y="1648"/>
                  </a:cubicBezTo>
                  <a:cubicBezTo>
                    <a:pt x="880" y="1648"/>
                    <a:pt x="880" y="1648"/>
                    <a:pt x="879" y="1648"/>
                  </a:cubicBezTo>
                  <a:cubicBezTo>
                    <a:pt x="874" y="1648"/>
                    <a:pt x="869" y="1647"/>
                    <a:pt x="865" y="16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9" name="Google Shape;3969;p47"/>
            <p:cNvSpPr/>
            <p:nvPr/>
          </p:nvSpPr>
          <p:spPr>
            <a:xfrm>
              <a:off x="3872880" y="4201560"/>
              <a:ext cx="533520" cy="583920"/>
            </a:xfrm>
            <a:custGeom>
              <a:avLst/>
              <a:gdLst/>
              <a:ahLst/>
              <a:cxnLst/>
              <a:rect l="l" t="t" r="r" b="b"/>
              <a:pathLst>
                <a:path w="1482" h="1622" extrusionOk="0">
                  <a:moveTo>
                    <a:pt x="540" y="1620"/>
                  </a:moveTo>
                  <a:cubicBezTo>
                    <a:pt x="532" y="1618"/>
                    <a:pt x="524" y="1615"/>
                    <a:pt x="516" y="1612"/>
                  </a:cubicBezTo>
                  <a:cubicBezTo>
                    <a:pt x="508" y="1609"/>
                    <a:pt x="500" y="1606"/>
                    <a:pt x="493" y="1602"/>
                  </a:cubicBezTo>
                  <a:cubicBezTo>
                    <a:pt x="483" y="1598"/>
                    <a:pt x="474" y="1593"/>
                    <a:pt x="465" y="1586"/>
                  </a:cubicBezTo>
                  <a:cubicBezTo>
                    <a:pt x="462" y="1583"/>
                    <a:pt x="459" y="1579"/>
                    <a:pt x="456" y="1574"/>
                  </a:cubicBezTo>
                  <a:cubicBezTo>
                    <a:pt x="454" y="1571"/>
                    <a:pt x="452" y="1567"/>
                    <a:pt x="450" y="1563"/>
                  </a:cubicBezTo>
                  <a:cubicBezTo>
                    <a:pt x="442" y="1550"/>
                    <a:pt x="435" y="1536"/>
                    <a:pt x="428" y="1522"/>
                  </a:cubicBezTo>
                  <a:cubicBezTo>
                    <a:pt x="421" y="1507"/>
                    <a:pt x="413" y="1491"/>
                    <a:pt x="407" y="1475"/>
                  </a:cubicBezTo>
                  <a:cubicBezTo>
                    <a:pt x="401" y="1459"/>
                    <a:pt x="395" y="1443"/>
                    <a:pt x="390" y="1427"/>
                  </a:cubicBezTo>
                  <a:cubicBezTo>
                    <a:pt x="386" y="1410"/>
                    <a:pt x="381" y="1395"/>
                    <a:pt x="377" y="1379"/>
                  </a:cubicBezTo>
                  <a:cubicBezTo>
                    <a:pt x="372" y="1363"/>
                    <a:pt x="368" y="1346"/>
                    <a:pt x="363" y="1329"/>
                  </a:cubicBezTo>
                  <a:cubicBezTo>
                    <a:pt x="359" y="1313"/>
                    <a:pt x="354" y="1296"/>
                    <a:pt x="350" y="1279"/>
                  </a:cubicBezTo>
                  <a:cubicBezTo>
                    <a:pt x="341" y="1244"/>
                    <a:pt x="335" y="1209"/>
                    <a:pt x="326" y="1175"/>
                  </a:cubicBezTo>
                  <a:cubicBezTo>
                    <a:pt x="321" y="1157"/>
                    <a:pt x="316" y="1140"/>
                    <a:pt x="312" y="1122"/>
                  </a:cubicBezTo>
                  <a:cubicBezTo>
                    <a:pt x="307" y="1106"/>
                    <a:pt x="305" y="1090"/>
                    <a:pt x="302" y="1074"/>
                  </a:cubicBezTo>
                  <a:cubicBezTo>
                    <a:pt x="299" y="1056"/>
                    <a:pt x="296" y="1039"/>
                    <a:pt x="292" y="1022"/>
                  </a:cubicBezTo>
                  <a:cubicBezTo>
                    <a:pt x="288" y="1004"/>
                    <a:pt x="282" y="987"/>
                    <a:pt x="278" y="969"/>
                  </a:cubicBezTo>
                  <a:cubicBezTo>
                    <a:pt x="274" y="953"/>
                    <a:pt x="271" y="936"/>
                    <a:pt x="268" y="919"/>
                  </a:cubicBezTo>
                  <a:cubicBezTo>
                    <a:pt x="264" y="902"/>
                    <a:pt x="261" y="884"/>
                    <a:pt x="258" y="866"/>
                  </a:cubicBezTo>
                  <a:cubicBezTo>
                    <a:pt x="256" y="851"/>
                    <a:pt x="254" y="837"/>
                    <a:pt x="252" y="822"/>
                  </a:cubicBezTo>
                  <a:cubicBezTo>
                    <a:pt x="250" y="807"/>
                    <a:pt x="247" y="792"/>
                    <a:pt x="245" y="777"/>
                  </a:cubicBezTo>
                  <a:cubicBezTo>
                    <a:pt x="245" y="770"/>
                    <a:pt x="243" y="763"/>
                    <a:pt x="242" y="755"/>
                  </a:cubicBezTo>
                  <a:cubicBezTo>
                    <a:pt x="242" y="752"/>
                    <a:pt x="241" y="747"/>
                    <a:pt x="240" y="744"/>
                  </a:cubicBezTo>
                  <a:cubicBezTo>
                    <a:pt x="240" y="741"/>
                    <a:pt x="239" y="738"/>
                    <a:pt x="239" y="735"/>
                  </a:cubicBezTo>
                  <a:cubicBezTo>
                    <a:pt x="239" y="736"/>
                    <a:pt x="239" y="737"/>
                    <a:pt x="239" y="738"/>
                  </a:cubicBezTo>
                  <a:cubicBezTo>
                    <a:pt x="239" y="736"/>
                    <a:pt x="239" y="734"/>
                    <a:pt x="238" y="732"/>
                  </a:cubicBezTo>
                  <a:cubicBezTo>
                    <a:pt x="239" y="733"/>
                    <a:pt x="239" y="733"/>
                    <a:pt x="239" y="735"/>
                  </a:cubicBezTo>
                  <a:cubicBezTo>
                    <a:pt x="234" y="708"/>
                    <a:pt x="229" y="682"/>
                    <a:pt x="225" y="655"/>
                  </a:cubicBezTo>
                  <a:cubicBezTo>
                    <a:pt x="225" y="654"/>
                    <a:pt x="225" y="651"/>
                    <a:pt x="225" y="650"/>
                  </a:cubicBezTo>
                  <a:cubicBezTo>
                    <a:pt x="220" y="626"/>
                    <a:pt x="215" y="601"/>
                    <a:pt x="208" y="577"/>
                  </a:cubicBezTo>
                  <a:cubicBezTo>
                    <a:pt x="201" y="552"/>
                    <a:pt x="195" y="527"/>
                    <a:pt x="187" y="502"/>
                  </a:cubicBezTo>
                  <a:cubicBezTo>
                    <a:pt x="180" y="479"/>
                    <a:pt x="172" y="457"/>
                    <a:pt x="166" y="434"/>
                  </a:cubicBezTo>
                  <a:cubicBezTo>
                    <a:pt x="159" y="411"/>
                    <a:pt x="154" y="389"/>
                    <a:pt x="147" y="366"/>
                  </a:cubicBezTo>
                  <a:cubicBezTo>
                    <a:pt x="141" y="350"/>
                    <a:pt x="136" y="333"/>
                    <a:pt x="130" y="317"/>
                  </a:cubicBezTo>
                  <a:cubicBezTo>
                    <a:pt x="124" y="301"/>
                    <a:pt x="118" y="284"/>
                    <a:pt x="112" y="268"/>
                  </a:cubicBezTo>
                  <a:cubicBezTo>
                    <a:pt x="106" y="252"/>
                    <a:pt x="99" y="237"/>
                    <a:pt x="93" y="221"/>
                  </a:cubicBezTo>
                  <a:cubicBezTo>
                    <a:pt x="87" y="204"/>
                    <a:pt x="81" y="188"/>
                    <a:pt x="74" y="172"/>
                  </a:cubicBezTo>
                  <a:cubicBezTo>
                    <a:pt x="73" y="171"/>
                    <a:pt x="73" y="169"/>
                    <a:pt x="72" y="168"/>
                  </a:cubicBezTo>
                  <a:cubicBezTo>
                    <a:pt x="63" y="150"/>
                    <a:pt x="54" y="133"/>
                    <a:pt x="45" y="116"/>
                  </a:cubicBezTo>
                  <a:cubicBezTo>
                    <a:pt x="36" y="98"/>
                    <a:pt x="27" y="80"/>
                    <a:pt x="17" y="63"/>
                  </a:cubicBezTo>
                  <a:cubicBezTo>
                    <a:pt x="14" y="60"/>
                    <a:pt x="12" y="56"/>
                    <a:pt x="10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3" y="49"/>
                    <a:pt x="0" y="42"/>
                    <a:pt x="2" y="36"/>
                  </a:cubicBezTo>
                  <a:cubicBezTo>
                    <a:pt x="3" y="28"/>
                    <a:pt x="10" y="23"/>
                    <a:pt x="18" y="23"/>
                  </a:cubicBezTo>
                  <a:cubicBezTo>
                    <a:pt x="28" y="23"/>
                    <a:pt x="33" y="32"/>
                    <a:pt x="38" y="40"/>
                  </a:cubicBezTo>
                  <a:cubicBezTo>
                    <a:pt x="43" y="47"/>
                    <a:pt x="48" y="54"/>
                    <a:pt x="52" y="61"/>
                  </a:cubicBezTo>
                  <a:cubicBezTo>
                    <a:pt x="60" y="76"/>
                    <a:pt x="67" y="91"/>
                    <a:pt x="76" y="107"/>
                  </a:cubicBezTo>
                  <a:cubicBezTo>
                    <a:pt x="84" y="121"/>
                    <a:pt x="92" y="135"/>
                    <a:pt x="99" y="150"/>
                  </a:cubicBezTo>
                  <a:cubicBezTo>
                    <a:pt x="107" y="166"/>
                    <a:pt x="113" y="182"/>
                    <a:pt x="120" y="199"/>
                  </a:cubicBezTo>
                  <a:cubicBezTo>
                    <a:pt x="132" y="231"/>
                    <a:pt x="145" y="263"/>
                    <a:pt x="158" y="295"/>
                  </a:cubicBezTo>
                  <a:cubicBezTo>
                    <a:pt x="171" y="328"/>
                    <a:pt x="180" y="362"/>
                    <a:pt x="190" y="396"/>
                  </a:cubicBezTo>
                  <a:cubicBezTo>
                    <a:pt x="194" y="409"/>
                    <a:pt x="197" y="422"/>
                    <a:pt x="201" y="435"/>
                  </a:cubicBezTo>
                  <a:cubicBezTo>
                    <a:pt x="201" y="435"/>
                    <a:pt x="201" y="433"/>
                    <a:pt x="200" y="433"/>
                  </a:cubicBezTo>
                  <a:cubicBezTo>
                    <a:pt x="201" y="436"/>
                    <a:pt x="203" y="440"/>
                    <a:pt x="204" y="443"/>
                  </a:cubicBezTo>
                  <a:lnTo>
                    <a:pt x="203" y="443"/>
                  </a:lnTo>
                  <a:cubicBezTo>
                    <a:pt x="208" y="456"/>
                    <a:pt x="212" y="470"/>
                    <a:pt x="216" y="482"/>
                  </a:cubicBezTo>
                  <a:cubicBezTo>
                    <a:pt x="221" y="497"/>
                    <a:pt x="225" y="513"/>
                    <a:pt x="230" y="528"/>
                  </a:cubicBezTo>
                  <a:cubicBezTo>
                    <a:pt x="230" y="528"/>
                    <a:pt x="229" y="527"/>
                    <a:pt x="229" y="526"/>
                  </a:cubicBezTo>
                  <a:cubicBezTo>
                    <a:pt x="235" y="544"/>
                    <a:pt x="240" y="562"/>
                    <a:pt x="245" y="579"/>
                  </a:cubicBezTo>
                  <a:cubicBezTo>
                    <a:pt x="249" y="596"/>
                    <a:pt x="252" y="612"/>
                    <a:pt x="256" y="629"/>
                  </a:cubicBezTo>
                  <a:cubicBezTo>
                    <a:pt x="262" y="664"/>
                    <a:pt x="267" y="700"/>
                    <a:pt x="273" y="735"/>
                  </a:cubicBezTo>
                  <a:cubicBezTo>
                    <a:pt x="277" y="758"/>
                    <a:pt x="279" y="780"/>
                    <a:pt x="283" y="803"/>
                  </a:cubicBezTo>
                  <a:cubicBezTo>
                    <a:pt x="286" y="824"/>
                    <a:pt x="288" y="846"/>
                    <a:pt x="292" y="867"/>
                  </a:cubicBezTo>
                  <a:cubicBezTo>
                    <a:pt x="298" y="902"/>
                    <a:pt x="305" y="936"/>
                    <a:pt x="313" y="970"/>
                  </a:cubicBezTo>
                  <a:cubicBezTo>
                    <a:pt x="317" y="987"/>
                    <a:pt x="323" y="1003"/>
                    <a:pt x="326" y="1020"/>
                  </a:cubicBezTo>
                  <a:cubicBezTo>
                    <a:pt x="330" y="1037"/>
                    <a:pt x="333" y="1054"/>
                    <a:pt x="336" y="1072"/>
                  </a:cubicBezTo>
                  <a:cubicBezTo>
                    <a:pt x="339" y="1089"/>
                    <a:pt x="343" y="1105"/>
                    <a:pt x="347" y="1122"/>
                  </a:cubicBezTo>
                  <a:cubicBezTo>
                    <a:pt x="352" y="1138"/>
                    <a:pt x="356" y="1156"/>
                    <a:pt x="360" y="1173"/>
                  </a:cubicBezTo>
                  <a:cubicBezTo>
                    <a:pt x="368" y="1208"/>
                    <a:pt x="376" y="1243"/>
                    <a:pt x="384" y="1278"/>
                  </a:cubicBezTo>
                  <a:cubicBezTo>
                    <a:pt x="390" y="1300"/>
                    <a:pt x="397" y="1321"/>
                    <a:pt x="403" y="1343"/>
                  </a:cubicBezTo>
                  <a:cubicBezTo>
                    <a:pt x="408" y="1364"/>
                    <a:pt x="414" y="1384"/>
                    <a:pt x="420" y="1405"/>
                  </a:cubicBezTo>
                  <a:lnTo>
                    <a:pt x="420" y="1404"/>
                  </a:lnTo>
                  <a:cubicBezTo>
                    <a:pt x="420" y="1406"/>
                    <a:pt x="421" y="1408"/>
                    <a:pt x="422" y="1409"/>
                  </a:cubicBezTo>
                  <a:cubicBezTo>
                    <a:pt x="422" y="1408"/>
                    <a:pt x="421" y="1408"/>
                    <a:pt x="421" y="1407"/>
                  </a:cubicBezTo>
                  <a:cubicBezTo>
                    <a:pt x="423" y="1413"/>
                    <a:pt x="425" y="1420"/>
                    <a:pt x="427" y="1427"/>
                  </a:cubicBezTo>
                  <a:cubicBezTo>
                    <a:pt x="433" y="1446"/>
                    <a:pt x="440" y="1465"/>
                    <a:pt x="448" y="1483"/>
                  </a:cubicBezTo>
                  <a:lnTo>
                    <a:pt x="448" y="1484"/>
                  </a:lnTo>
                  <a:lnTo>
                    <a:pt x="449" y="1484"/>
                  </a:lnTo>
                  <a:lnTo>
                    <a:pt x="448" y="1484"/>
                  </a:lnTo>
                  <a:cubicBezTo>
                    <a:pt x="454" y="1495"/>
                    <a:pt x="459" y="1505"/>
                    <a:pt x="464" y="1516"/>
                  </a:cubicBezTo>
                  <a:cubicBezTo>
                    <a:pt x="469" y="1526"/>
                    <a:pt x="474" y="1536"/>
                    <a:pt x="480" y="1545"/>
                  </a:cubicBezTo>
                  <a:cubicBezTo>
                    <a:pt x="483" y="1550"/>
                    <a:pt x="487" y="1556"/>
                    <a:pt x="490" y="1561"/>
                  </a:cubicBezTo>
                  <a:lnTo>
                    <a:pt x="491" y="1561"/>
                  </a:lnTo>
                  <a:cubicBezTo>
                    <a:pt x="491" y="1561"/>
                    <a:pt x="491" y="1562"/>
                    <a:pt x="492" y="1562"/>
                  </a:cubicBezTo>
                  <a:cubicBezTo>
                    <a:pt x="494" y="1564"/>
                    <a:pt x="497" y="1565"/>
                    <a:pt x="499" y="1567"/>
                  </a:cubicBezTo>
                  <a:cubicBezTo>
                    <a:pt x="506" y="1570"/>
                    <a:pt x="513" y="1574"/>
                    <a:pt x="520" y="1577"/>
                  </a:cubicBezTo>
                  <a:cubicBezTo>
                    <a:pt x="528" y="1579"/>
                    <a:pt x="537" y="1582"/>
                    <a:pt x="546" y="1585"/>
                  </a:cubicBezTo>
                  <a:lnTo>
                    <a:pt x="548" y="1585"/>
                  </a:lnTo>
                  <a:cubicBezTo>
                    <a:pt x="549" y="1585"/>
                    <a:pt x="549" y="1585"/>
                    <a:pt x="549" y="1585"/>
                  </a:cubicBezTo>
                  <a:cubicBezTo>
                    <a:pt x="550" y="1585"/>
                    <a:pt x="551" y="1585"/>
                    <a:pt x="552" y="1585"/>
                  </a:cubicBezTo>
                  <a:cubicBezTo>
                    <a:pt x="553" y="1584"/>
                    <a:pt x="553" y="1584"/>
                    <a:pt x="555" y="1583"/>
                  </a:cubicBezTo>
                  <a:cubicBezTo>
                    <a:pt x="556" y="1583"/>
                    <a:pt x="557" y="1582"/>
                    <a:pt x="558" y="1582"/>
                  </a:cubicBezTo>
                  <a:cubicBezTo>
                    <a:pt x="560" y="1580"/>
                    <a:pt x="563" y="1578"/>
                    <a:pt x="565" y="1577"/>
                  </a:cubicBezTo>
                  <a:cubicBezTo>
                    <a:pt x="569" y="1573"/>
                    <a:pt x="573" y="1569"/>
                    <a:pt x="577" y="1565"/>
                  </a:cubicBezTo>
                  <a:cubicBezTo>
                    <a:pt x="584" y="1558"/>
                    <a:pt x="589" y="1551"/>
                    <a:pt x="595" y="1544"/>
                  </a:cubicBezTo>
                  <a:cubicBezTo>
                    <a:pt x="599" y="1539"/>
                    <a:pt x="602" y="1533"/>
                    <a:pt x="606" y="1526"/>
                  </a:cubicBezTo>
                  <a:cubicBezTo>
                    <a:pt x="615" y="1510"/>
                    <a:pt x="624" y="1493"/>
                    <a:pt x="632" y="1476"/>
                  </a:cubicBezTo>
                  <a:cubicBezTo>
                    <a:pt x="640" y="1458"/>
                    <a:pt x="648" y="1440"/>
                    <a:pt x="655" y="1422"/>
                  </a:cubicBezTo>
                  <a:cubicBezTo>
                    <a:pt x="662" y="1405"/>
                    <a:pt x="668" y="1388"/>
                    <a:pt x="673" y="1371"/>
                  </a:cubicBezTo>
                  <a:cubicBezTo>
                    <a:pt x="679" y="1355"/>
                    <a:pt x="683" y="1338"/>
                    <a:pt x="687" y="1320"/>
                  </a:cubicBezTo>
                  <a:cubicBezTo>
                    <a:pt x="693" y="1295"/>
                    <a:pt x="699" y="1268"/>
                    <a:pt x="705" y="1243"/>
                  </a:cubicBezTo>
                  <a:cubicBezTo>
                    <a:pt x="705" y="1242"/>
                    <a:pt x="705" y="1241"/>
                    <a:pt x="705" y="1240"/>
                  </a:cubicBezTo>
                  <a:cubicBezTo>
                    <a:pt x="706" y="1240"/>
                    <a:pt x="706" y="1239"/>
                    <a:pt x="707" y="1237"/>
                  </a:cubicBezTo>
                  <a:cubicBezTo>
                    <a:pt x="707" y="1236"/>
                    <a:pt x="707" y="1235"/>
                    <a:pt x="707" y="1234"/>
                  </a:cubicBezTo>
                  <a:cubicBezTo>
                    <a:pt x="707" y="1234"/>
                    <a:pt x="707" y="1235"/>
                    <a:pt x="707" y="1236"/>
                  </a:cubicBezTo>
                  <a:cubicBezTo>
                    <a:pt x="715" y="1202"/>
                    <a:pt x="721" y="1167"/>
                    <a:pt x="728" y="1132"/>
                  </a:cubicBezTo>
                  <a:cubicBezTo>
                    <a:pt x="733" y="1098"/>
                    <a:pt x="739" y="1063"/>
                    <a:pt x="745" y="1028"/>
                  </a:cubicBezTo>
                  <a:cubicBezTo>
                    <a:pt x="751" y="994"/>
                    <a:pt x="757" y="959"/>
                    <a:pt x="762" y="925"/>
                  </a:cubicBezTo>
                  <a:cubicBezTo>
                    <a:pt x="768" y="890"/>
                    <a:pt x="774" y="856"/>
                    <a:pt x="782" y="823"/>
                  </a:cubicBezTo>
                  <a:cubicBezTo>
                    <a:pt x="790" y="788"/>
                    <a:pt x="799" y="754"/>
                    <a:pt x="809" y="720"/>
                  </a:cubicBezTo>
                  <a:cubicBezTo>
                    <a:pt x="818" y="686"/>
                    <a:pt x="827" y="651"/>
                    <a:pt x="837" y="618"/>
                  </a:cubicBezTo>
                  <a:cubicBezTo>
                    <a:pt x="842" y="601"/>
                    <a:pt x="848" y="583"/>
                    <a:pt x="853" y="566"/>
                  </a:cubicBezTo>
                  <a:cubicBezTo>
                    <a:pt x="858" y="549"/>
                    <a:pt x="863" y="531"/>
                    <a:pt x="868" y="514"/>
                  </a:cubicBezTo>
                  <a:cubicBezTo>
                    <a:pt x="873" y="496"/>
                    <a:pt x="877" y="478"/>
                    <a:pt x="883" y="461"/>
                  </a:cubicBezTo>
                  <a:cubicBezTo>
                    <a:pt x="888" y="443"/>
                    <a:pt x="894" y="425"/>
                    <a:pt x="899" y="408"/>
                  </a:cubicBezTo>
                  <a:cubicBezTo>
                    <a:pt x="910" y="374"/>
                    <a:pt x="922" y="340"/>
                    <a:pt x="933" y="307"/>
                  </a:cubicBezTo>
                  <a:cubicBezTo>
                    <a:pt x="945" y="272"/>
                    <a:pt x="956" y="237"/>
                    <a:pt x="969" y="202"/>
                  </a:cubicBezTo>
                  <a:cubicBezTo>
                    <a:pt x="980" y="169"/>
                    <a:pt x="994" y="137"/>
                    <a:pt x="1010" y="106"/>
                  </a:cubicBezTo>
                  <a:cubicBezTo>
                    <a:pt x="1014" y="97"/>
                    <a:pt x="1018" y="89"/>
                    <a:pt x="1023" y="80"/>
                  </a:cubicBezTo>
                  <a:cubicBezTo>
                    <a:pt x="1028" y="72"/>
                    <a:pt x="1033" y="65"/>
                    <a:pt x="1039" y="57"/>
                  </a:cubicBezTo>
                  <a:cubicBezTo>
                    <a:pt x="1044" y="51"/>
                    <a:pt x="1051" y="45"/>
                    <a:pt x="1057" y="40"/>
                  </a:cubicBezTo>
                  <a:cubicBezTo>
                    <a:pt x="1064" y="34"/>
                    <a:pt x="1071" y="29"/>
                    <a:pt x="1079" y="24"/>
                  </a:cubicBezTo>
                  <a:cubicBezTo>
                    <a:pt x="1085" y="21"/>
                    <a:pt x="1092" y="17"/>
                    <a:pt x="1099" y="13"/>
                  </a:cubicBezTo>
                  <a:cubicBezTo>
                    <a:pt x="1107" y="9"/>
                    <a:pt x="1116" y="6"/>
                    <a:pt x="1124" y="4"/>
                  </a:cubicBezTo>
                  <a:cubicBezTo>
                    <a:pt x="1136" y="1"/>
                    <a:pt x="1149" y="0"/>
                    <a:pt x="1161" y="3"/>
                  </a:cubicBezTo>
                  <a:cubicBezTo>
                    <a:pt x="1175" y="6"/>
                    <a:pt x="1187" y="15"/>
                    <a:pt x="1197" y="24"/>
                  </a:cubicBezTo>
                  <a:cubicBezTo>
                    <a:pt x="1204" y="31"/>
                    <a:pt x="1210" y="38"/>
                    <a:pt x="1215" y="47"/>
                  </a:cubicBezTo>
                  <a:cubicBezTo>
                    <a:pt x="1219" y="55"/>
                    <a:pt x="1223" y="63"/>
                    <a:pt x="1226" y="72"/>
                  </a:cubicBezTo>
                  <a:cubicBezTo>
                    <a:pt x="1233" y="87"/>
                    <a:pt x="1239" y="103"/>
                    <a:pt x="1244" y="119"/>
                  </a:cubicBezTo>
                  <a:cubicBezTo>
                    <a:pt x="1251" y="136"/>
                    <a:pt x="1257" y="153"/>
                    <a:pt x="1262" y="170"/>
                  </a:cubicBezTo>
                  <a:cubicBezTo>
                    <a:pt x="1266" y="188"/>
                    <a:pt x="1269" y="205"/>
                    <a:pt x="1272" y="223"/>
                  </a:cubicBezTo>
                  <a:cubicBezTo>
                    <a:pt x="1279" y="257"/>
                    <a:pt x="1288" y="292"/>
                    <a:pt x="1297" y="326"/>
                  </a:cubicBezTo>
                  <a:cubicBezTo>
                    <a:pt x="1302" y="343"/>
                    <a:pt x="1307" y="360"/>
                    <a:pt x="1313" y="378"/>
                  </a:cubicBezTo>
                  <a:cubicBezTo>
                    <a:pt x="1318" y="394"/>
                    <a:pt x="1322" y="412"/>
                    <a:pt x="1325" y="429"/>
                  </a:cubicBezTo>
                  <a:cubicBezTo>
                    <a:pt x="1329" y="446"/>
                    <a:pt x="1333" y="463"/>
                    <a:pt x="1336" y="481"/>
                  </a:cubicBezTo>
                  <a:cubicBezTo>
                    <a:pt x="1340" y="498"/>
                    <a:pt x="1345" y="516"/>
                    <a:pt x="1347" y="534"/>
                  </a:cubicBezTo>
                  <a:cubicBezTo>
                    <a:pt x="1351" y="552"/>
                    <a:pt x="1353" y="571"/>
                    <a:pt x="1354" y="590"/>
                  </a:cubicBezTo>
                  <a:cubicBezTo>
                    <a:pt x="1356" y="609"/>
                    <a:pt x="1357" y="628"/>
                    <a:pt x="1360" y="647"/>
                  </a:cubicBezTo>
                  <a:cubicBezTo>
                    <a:pt x="1364" y="668"/>
                    <a:pt x="1368" y="689"/>
                    <a:pt x="1373" y="710"/>
                  </a:cubicBezTo>
                  <a:cubicBezTo>
                    <a:pt x="1377" y="732"/>
                    <a:pt x="1383" y="753"/>
                    <a:pt x="1389" y="775"/>
                  </a:cubicBezTo>
                  <a:lnTo>
                    <a:pt x="1389" y="774"/>
                  </a:lnTo>
                  <a:cubicBezTo>
                    <a:pt x="1391" y="777"/>
                    <a:pt x="1391" y="780"/>
                    <a:pt x="1392" y="783"/>
                  </a:cubicBezTo>
                  <a:lnTo>
                    <a:pt x="1392" y="782"/>
                  </a:lnTo>
                  <a:cubicBezTo>
                    <a:pt x="1402" y="816"/>
                    <a:pt x="1412" y="850"/>
                    <a:pt x="1422" y="884"/>
                  </a:cubicBezTo>
                  <a:cubicBezTo>
                    <a:pt x="1427" y="901"/>
                    <a:pt x="1432" y="918"/>
                    <a:pt x="1437" y="936"/>
                  </a:cubicBezTo>
                  <a:cubicBezTo>
                    <a:pt x="1441" y="952"/>
                    <a:pt x="1447" y="968"/>
                    <a:pt x="1451" y="985"/>
                  </a:cubicBezTo>
                  <a:cubicBezTo>
                    <a:pt x="1454" y="997"/>
                    <a:pt x="1456" y="1009"/>
                    <a:pt x="1458" y="1021"/>
                  </a:cubicBezTo>
                  <a:cubicBezTo>
                    <a:pt x="1461" y="1032"/>
                    <a:pt x="1463" y="1043"/>
                    <a:pt x="1466" y="1054"/>
                  </a:cubicBezTo>
                  <a:cubicBezTo>
                    <a:pt x="1469" y="1066"/>
                    <a:pt x="1470" y="1077"/>
                    <a:pt x="1473" y="1088"/>
                  </a:cubicBezTo>
                  <a:cubicBezTo>
                    <a:pt x="1475" y="1099"/>
                    <a:pt x="1477" y="1109"/>
                    <a:pt x="1479" y="1120"/>
                  </a:cubicBezTo>
                  <a:cubicBezTo>
                    <a:pt x="1480" y="1124"/>
                    <a:pt x="1480" y="1128"/>
                    <a:pt x="1481" y="1132"/>
                  </a:cubicBezTo>
                  <a:cubicBezTo>
                    <a:pt x="1481" y="1140"/>
                    <a:pt x="1476" y="1148"/>
                    <a:pt x="1468" y="1151"/>
                  </a:cubicBezTo>
                  <a:cubicBezTo>
                    <a:pt x="1458" y="1153"/>
                    <a:pt x="1449" y="1147"/>
                    <a:pt x="1447" y="1138"/>
                  </a:cubicBezTo>
                  <a:cubicBezTo>
                    <a:pt x="1445" y="1133"/>
                    <a:pt x="1445" y="1128"/>
                    <a:pt x="1444" y="1124"/>
                  </a:cubicBezTo>
                  <a:cubicBezTo>
                    <a:pt x="1443" y="1118"/>
                    <a:pt x="1441" y="1112"/>
                    <a:pt x="1440" y="1105"/>
                  </a:cubicBezTo>
                  <a:cubicBezTo>
                    <a:pt x="1439" y="1097"/>
                    <a:pt x="1437" y="1089"/>
                    <a:pt x="1435" y="1081"/>
                  </a:cubicBezTo>
                  <a:cubicBezTo>
                    <a:pt x="1434" y="1073"/>
                    <a:pt x="1433" y="1066"/>
                    <a:pt x="1431" y="1058"/>
                  </a:cubicBezTo>
                  <a:cubicBezTo>
                    <a:pt x="1429" y="1050"/>
                    <a:pt x="1428" y="1042"/>
                    <a:pt x="1426" y="1035"/>
                  </a:cubicBezTo>
                  <a:cubicBezTo>
                    <a:pt x="1419" y="1001"/>
                    <a:pt x="1410" y="967"/>
                    <a:pt x="1401" y="934"/>
                  </a:cubicBezTo>
                  <a:cubicBezTo>
                    <a:pt x="1392" y="900"/>
                    <a:pt x="1381" y="867"/>
                    <a:pt x="1371" y="833"/>
                  </a:cubicBezTo>
                  <a:cubicBezTo>
                    <a:pt x="1367" y="816"/>
                    <a:pt x="1362" y="799"/>
                    <a:pt x="1357" y="783"/>
                  </a:cubicBezTo>
                  <a:cubicBezTo>
                    <a:pt x="1352" y="766"/>
                    <a:pt x="1347" y="749"/>
                    <a:pt x="1343" y="732"/>
                  </a:cubicBezTo>
                  <a:cubicBezTo>
                    <a:pt x="1339" y="717"/>
                    <a:pt x="1337" y="702"/>
                    <a:pt x="1334" y="687"/>
                  </a:cubicBezTo>
                  <a:cubicBezTo>
                    <a:pt x="1331" y="672"/>
                    <a:pt x="1328" y="657"/>
                    <a:pt x="1326" y="641"/>
                  </a:cubicBezTo>
                  <a:cubicBezTo>
                    <a:pt x="1324" y="626"/>
                    <a:pt x="1322" y="611"/>
                    <a:pt x="1321" y="597"/>
                  </a:cubicBezTo>
                  <a:cubicBezTo>
                    <a:pt x="1320" y="581"/>
                    <a:pt x="1318" y="565"/>
                    <a:pt x="1316" y="549"/>
                  </a:cubicBezTo>
                  <a:cubicBezTo>
                    <a:pt x="1313" y="532"/>
                    <a:pt x="1309" y="515"/>
                    <a:pt x="1306" y="498"/>
                  </a:cubicBezTo>
                  <a:cubicBezTo>
                    <a:pt x="1302" y="481"/>
                    <a:pt x="1299" y="465"/>
                    <a:pt x="1295" y="448"/>
                  </a:cubicBezTo>
                  <a:cubicBezTo>
                    <a:pt x="1292" y="430"/>
                    <a:pt x="1287" y="413"/>
                    <a:pt x="1282" y="396"/>
                  </a:cubicBezTo>
                  <a:cubicBezTo>
                    <a:pt x="1278" y="379"/>
                    <a:pt x="1272" y="362"/>
                    <a:pt x="1268" y="345"/>
                  </a:cubicBezTo>
                  <a:cubicBezTo>
                    <a:pt x="1264" y="330"/>
                    <a:pt x="1259" y="315"/>
                    <a:pt x="1256" y="300"/>
                  </a:cubicBezTo>
                  <a:cubicBezTo>
                    <a:pt x="1252" y="285"/>
                    <a:pt x="1248" y="271"/>
                    <a:pt x="1245" y="256"/>
                  </a:cubicBezTo>
                  <a:cubicBezTo>
                    <a:pt x="1241" y="242"/>
                    <a:pt x="1239" y="227"/>
                    <a:pt x="1236" y="213"/>
                  </a:cubicBezTo>
                  <a:cubicBezTo>
                    <a:pt x="1235" y="205"/>
                    <a:pt x="1233" y="197"/>
                    <a:pt x="1232" y="190"/>
                  </a:cubicBezTo>
                  <a:cubicBezTo>
                    <a:pt x="1230" y="182"/>
                    <a:pt x="1227" y="175"/>
                    <a:pt x="1225" y="167"/>
                  </a:cubicBezTo>
                  <a:cubicBezTo>
                    <a:pt x="1225" y="168"/>
                    <a:pt x="1226" y="169"/>
                    <a:pt x="1226" y="169"/>
                  </a:cubicBezTo>
                  <a:cubicBezTo>
                    <a:pt x="1216" y="138"/>
                    <a:pt x="1205" y="108"/>
                    <a:pt x="1191" y="77"/>
                  </a:cubicBezTo>
                  <a:cubicBezTo>
                    <a:pt x="1188" y="72"/>
                    <a:pt x="1185" y="66"/>
                    <a:pt x="1183" y="61"/>
                  </a:cubicBezTo>
                  <a:cubicBezTo>
                    <a:pt x="1181" y="58"/>
                    <a:pt x="1179" y="56"/>
                    <a:pt x="1177" y="54"/>
                  </a:cubicBezTo>
                  <a:cubicBezTo>
                    <a:pt x="1176" y="52"/>
                    <a:pt x="1174" y="51"/>
                    <a:pt x="1172" y="49"/>
                  </a:cubicBezTo>
                  <a:cubicBezTo>
                    <a:pt x="1170" y="47"/>
                    <a:pt x="1168" y="45"/>
                    <a:pt x="1166" y="44"/>
                  </a:cubicBezTo>
                  <a:cubicBezTo>
                    <a:pt x="1165" y="42"/>
                    <a:pt x="1163" y="42"/>
                    <a:pt x="1162" y="41"/>
                  </a:cubicBezTo>
                  <a:cubicBezTo>
                    <a:pt x="1160" y="40"/>
                    <a:pt x="1158" y="39"/>
                    <a:pt x="1156" y="38"/>
                  </a:cubicBezTo>
                  <a:cubicBezTo>
                    <a:pt x="1155" y="38"/>
                    <a:pt x="1153" y="37"/>
                    <a:pt x="1152" y="37"/>
                  </a:cubicBezTo>
                  <a:cubicBezTo>
                    <a:pt x="1151" y="37"/>
                    <a:pt x="1149" y="37"/>
                    <a:pt x="1148" y="36"/>
                  </a:cubicBezTo>
                  <a:cubicBezTo>
                    <a:pt x="1147" y="36"/>
                    <a:pt x="1146" y="36"/>
                    <a:pt x="1145" y="36"/>
                  </a:cubicBezTo>
                  <a:cubicBezTo>
                    <a:pt x="1143" y="36"/>
                    <a:pt x="1140" y="37"/>
                    <a:pt x="1138" y="37"/>
                  </a:cubicBezTo>
                  <a:cubicBezTo>
                    <a:pt x="1135" y="38"/>
                    <a:pt x="1132" y="38"/>
                    <a:pt x="1130" y="39"/>
                  </a:cubicBezTo>
                  <a:cubicBezTo>
                    <a:pt x="1125" y="41"/>
                    <a:pt x="1120" y="42"/>
                    <a:pt x="1114" y="45"/>
                  </a:cubicBezTo>
                  <a:cubicBezTo>
                    <a:pt x="1108" y="48"/>
                    <a:pt x="1102" y="51"/>
                    <a:pt x="1096" y="55"/>
                  </a:cubicBezTo>
                  <a:cubicBezTo>
                    <a:pt x="1090" y="59"/>
                    <a:pt x="1085" y="62"/>
                    <a:pt x="1079" y="66"/>
                  </a:cubicBezTo>
                  <a:cubicBezTo>
                    <a:pt x="1075" y="70"/>
                    <a:pt x="1072" y="73"/>
                    <a:pt x="1068" y="76"/>
                  </a:cubicBezTo>
                  <a:cubicBezTo>
                    <a:pt x="1065" y="80"/>
                    <a:pt x="1063" y="83"/>
                    <a:pt x="1060" y="86"/>
                  </a:cubicBezTo>
                  <a:cubicBezTo>
                    <a:pt x="1055" y="94"/>
                    <a:pt x="1050" y="102"/>
                    <a:pt x="1045" y="111"/>
                  </a:cubicBezTo>
                  <a:cubicBezTo>
                    <a:pt x="1037" y="125"/>
                    <a:pt x="1031" y="140"/>
                    <a:pt x="1024" y="156"/>
                  </a:cubicBezTo>
                  <a:cubicBezTo>
                    <a:pt x="1017" y="171"/>
                    <a:pt x="1010" y="186"/>
                    <a:pt x="1004" y="202"/>
                  </a:cubicBezTo>
                  <a:cubicBezTo>
                    <a:pt x="998" y="218"/>
                    <a:pt x="992" y="235"/>
                    <a:pt x="986" y="251"/>
                  </a:cubicBezTo>
                  <a:cubicBezTo>
                    <a:pt x="980" y="268"/>
                    <a:pt x="975" y="285"/>
                    <a:pt x="969" y="302"/>
                  </a:cubicBezTo>
                  <a:cubicBezTo>
                    <a:pt x="963" y="319"/>
                    <a:pt x="958" y="336"/>
                    <a:pt x="952" y="352"/>
                  </a:cubicBezTo>
                  <a:cubicBezTo>
                    <a:pt x="946" y="370"/>
                    <a:pt x="941" y="387"/>
                    <a:pt x="935" y="405"/>
                  </a:cubicBezTo>
                  <a:cubicBezTo>
                    <a:pt x="930" y="422"/>
                    <a:pt x="924" y="439"/>
                    <a:pt x="919" y="456"/>
                  </a:cubicBezTo>
                  <a:cubicBezTo>
                    <a:pt x="913" y="474"/>
                    <a:pt x="908" y="492"/>
                    <a:pt x="903" y="510"/>
                  </a:cubicBezTo>
                  <a:cubicBezTo>
                    <a:pt x="898" y="527"/>
                    <a:pt x="894" y="545"/>
                    <a:pt x="889" y="562"/>
                  </a:cubicBezTo>
                  <a:cubicBezTo>
                    <a:pt x="884" y="580"/>
                    <a:pt x="878" y="597"/>
                    <a:pt x="873" y="615"/>
                  </a:cubicBezTo>
                  <a:cubicBezTo>
                    <a:pt x="863" y="647"/>
                    <a:pt x="854" y="680"/>
                    <a:pt x="845" y="714"/>
                  </a:cubicBezTo>
                  <a:cubicBezTo>
                    <a:pt x="836" y="746"/>
                    <a:pt x="827" y="779"/>
                    <a:pt x="819" y="812"/>
                  </a:cubicBezTo>
                  <a:lnTo>
                    <a:pt x="819" y="811"/>
                  </a:lnTo>
                  <a:cubicBezTo>
                    <a:pt x="803" y="880"/>
                    <a:pt x="793" y="949"/>
                    <a:pt x="781" y="1018"/>
                  </a:cubicBezTo>
                  <a:cubicBezTo>
                    <a:pt x="775" y="1053"/>
                    <a:pt x="769" y="1087"/>
                    <a:pt x="764" y="1121"/>
                  </a:cubicBezTo>
                  <a:cubicBezTo>
                    <a:pt x="757" y="1156"/>
                    <a:pt x="751" y="1190"/>
                    <a:pt x="744" y="1225"/>
                  </a:cubicBezTo>
                  <a:cubicBezTo>
                    <a:pt x="743" y="1231"/>
                    <a:pt x="741" y="1237"/>
                    <a:pt x="740" y="1244"/>
                  </a:cubicBezTo>
                  <a:cubicBezTo>
                    <a:pt x="740" y="1245"/>
                    <a:pt x="739" y="1246"/>
                    <a:pt x="739" y="1246"/>
                  </a:cubicBezTo>
                  <a:lnTo>
                    <a:pt x="739" y="1247"/>
                  </a:lnTo>
                  <a:cubicBezTo>
                    <a:pt x="739" y="1249"/>
                    <a:pt x="738" y="1251"/>
                    <a:pt x="737" y="1253"/>
                  </a:cubicBezTo>
                  <a:cubicBezTo>
                    <a:pt x="737" y="1254"/>
                    <a:pt x="737" y="1256"/>
                    <a:pt x="736" y="1257"/>
                  </a:cubicBezTo>
                  <a:cubicBezTo>
                    <a:pt x="736" y="1259"/>
                    <a:pt x="736" y="1261"/>
                    <a:pt x="736" y="1262"/>
                  </a:cubicBezTo>
                  <a:cubicBezTo>
                    <a:pt x="736" y="1261"/>
                    <a:pt x="736" y="1261"/>
                    <a:pt x="736" y="1260"/>
                  </a:cubicBezTo>
                  <a:cubicBezTo>
                    <a:pt x="732" y="1276"/>
                    <a:pt x="728" y="1293"/>
                    <a:pt x="725" y="1309"/>
                  </a:cubicBezTo>
                  <a:cubicBezTo>
                    <a:pt x="720" y="1328"/>
                    <a:pt x="715" y="1346"/>
                    <a:pt x="711" y="1365"/>
                  </a:cubicBezTo>
                  <a:cubicBezTo>
                    <a:pt x="707" y="1382"/>
                    <a:pt x="701" y="1398"/>
                    <a:pt x="695" y="1414"/>
                  </a:cubicBezTo>
                  <a:cubicBezTo>
                    <a:pt x="689" y="1431"/>
                    <a:pt x="681" y="1448"/>
                    <a:pt x="674" y="1465"/>
                  </a:cubicBezTo>
                  <a:cubicBezTo>
                    <a:pt x="667" y="1480"/>
                    <a:pt x="661" y="1497"/>
                    <a:pt x="653" y="1512"/>
                  </a:cubicBezTo>
                  <a:cubicBezTo>
                    <a:pt x="645" y="1528"/>
                    <a:pt x="637" y="1544"/>
                    <a:pt x="627" y="1558"/>
                  </a:cubicBezTo>
                  <a:cubicBezTo>
                    <a:pt x="623" y="1565"/>
                    <a:pt x="617" y="1572"/>
                    <a:pt x="612" y="1578"/>
                  </a:cubicBezTo>
                  <a:cubicBezTo>
                    <a:pt x="606" y="1585"/>
                    <a:pt x="601" y="1592"/>
                    <a:pt x="594" y="1598"/>
                  </a:cubicBezTo>
                  <a:cubicBezTo>
                    <a:pt x="587" y="1604"/>
                    <a:pt x="580" y="1610"/>
                    <a:pt x="572" y="1614"/>
                  </a:cubicBezTo>
                  <a:cubicBezTo>
                    <a:pt x="564" y="1618"/>
                    <a:pt x="556" y="1621"/>
                    <a:pt x="548" y="1621"/>
                  </a:cubicBezTo>
                  <a:cubicBezTo>
                    <a:pt x="545" y="1621"/>
                    <a:pt x="542" y="1620"/>
                    <a:pt x="540" y="16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970" name="Google Shape;3970;p47"/>
          <p:cNvGrpSpPr/>
          <p:nvPr/>
        </p:nvGrpSpPr>
        <p:grpSpPr>
          <a:xfrm>
            <a:off x="7243029" y="246000"/>
            <a:ext cx="3792570" cy="5406932"/>
            <a:chOff x="7243029" y="246000"/>
            <a:chExt cx="3792570" cy="5406932"/>
          </a:xfrm>
        </p:grpSpPr>
        <p:grpSp>
          <p:nvGrpSpPr>
            <p:cNvPr id="3971" name="Google Shape;3971;p47"/>
            <p:cNvGrpSpPr/>
            <p:nvPr/>
          </p:nvGrpSpPr>
          <p:grpSpPr>
            <a:xfrm>
              <a:off x="7553418" y="246000"/>
              <a:ext cx="2501532" cy="631966"/>
              <a:chOff x="720" y="669960"/>
              <a:chExt cx="1162800" cy="293760"/>
            </a:xfrm>
          </p:grpSpPr>
          <p:sp>
            <p:nvSpPr>
              <p:cNvPr id="3972" name="Google Shape;3972;p47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3" name="Google Shape;3973;p47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5" name="Google Shape;3975;p47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6" name="Google Shape;3976;p47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7" name="Google Shape;3977;p47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9" name="Google Shape;3979;p47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0" name="Google Shape;3980;p47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2" name="Google Shape;3982;p47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3" name="Google Shape;3983;p47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5" name="Google Shape;3985;p47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6" name="Google Shape;3986;p47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8" name="Google Shape;3988;p47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9" name="Google Shape;3989;p47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1" name="Google Shape;3991;p47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2" name="Google Shape;3992;p47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3" name="Google Shape;3993;p47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4" name="Google Shape;3994;p47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5" name="Google Shape;3995;p47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6" name="Google Shape;3996;p47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7" name="Google Shape;3997;p47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8" name="Google Shape;3998;p47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9" name="Google Shape;3999;p47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0" name="Google Shape;4000;p47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1" name="Google Shape;4001;p47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2" name="Google Shape;4002;p47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3" name="Google Shape;4003;p47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4" name="Google Shape;4004;p47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5" name="Google Shape;4005;p47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6" name="Google Shape;4006;p47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7" name="Google Shape;4007;p47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8" name="Google Shape;4008;p47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9" name="Google Shape;4009;p47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0" name="Google Shape;4010;p47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1" name="Google Shape;4011;p47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2" name="Google Shape;4012;p47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3" name="Google Shape;4013;p47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4" name="Google Shape;4014;p47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5" name="Google Shape;4015;p47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016" name="Google Shape;4016;p47"/>
            <p:cNvGrpSpPr/>
            <p:nvPr/>
          </p:nvGrpSpPr>
          <p:grpSpPr>
            <a:xfrm>
              <a:off x="7243029" y="3477451"/>
              <a:ext cx="3792570" cy="2175481"/>
              <a:chOff x="-1039340" y="3405957"/>
              <a:chExt cx="1762920" cy="1011240"/>
            </a:xfrm>
          </p:grpSpPr>
          <p:sp>
            <p:nvSpPr>
              <p:cNvPr id="4017" name="Google Shape;4017;p47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8" name="Google Shape;4018;p47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9" name="Google Shape;4019;p47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0" name="Google Shape;4020;p47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1" name="Google Shape;4021;p47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2" name="Google Shape;4022;p47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3" name="Google Shape;4023;p47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4" name="Google Shape;4024;p47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5" name="Google Shape;4025;p47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6" name="Google Shape;4026;p47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7" name="Google Shape;4027;p47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8" name="Google Shape;4028;p47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9" name="Google Shape;4029;p47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0" name="Google Shape;4030;p47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1" name="Google Shape;4031;p47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2" name="Google Shape;4032;p47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3" name="Google Shape;4033;p47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4" name="Google Shape;4034;p47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5" name="Google Shape;4035;p47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6" name="Google Shape;4036;p47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7" name="Google Shape;4037;p47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8" name="Google Shape;4038;p47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9" name="Google Shape;4039;p47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0" name="Google Shape;4040;p47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1" name="Google Shape;4041;p47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2" name="Google Shape;4042;p47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3" name="Google Shape;4043;p47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4" name="Google Shape;4044;p47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5" name="Google Shape;4045;p47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6" name="Google Shape;4046;p47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7" name="Google Shape;4047;p47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8" name="Google Shape;4048;p47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9" name="Google Shape;4049;p47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0" name="Google Shape;4050;p47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1" name="Google Shape;4051;p47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2" name="Google Shape;4052;p47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3" name="Google Shape;4053;p47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4" name="Google Shape;4054;p47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5" name="Google Shape;4055;p47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6" name="Google Shape;4056;p47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7" name="Google Shape;4057;p47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8" name="Google Shape;4058;p47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9" name="Google Shape;4059;p47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0" name="Google Shape;4060;p47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1" name="Google Shape;4061;p47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2" name="Google Shape;4062;p47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3" name="Google Shape;4063;p47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4" name="Google Shape;4064;p47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5" name="Google Shape;4065;p47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6" name="Google Shape;4066;p47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7" name="Google Shape;4067;p47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8" name="Google Shape;4068;p47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9" name="Google Shape;4069;p47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0" name="Google Shape;4070;p47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1" name="Google Shape;4071;p47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2" name="Google Shape;4072;p47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3" name="Google Shape;4073;p47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4" name="Google Shape;4074;p47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5" name="Google Shape;4075;p47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6" name="Google Shape;4076;p47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7" name="Google Shape;4077;p47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8" name="Google Shape;4078;p47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9" name="Google Shape;4079;p47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0" name="Google Shape;4080;p47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1" name="Google Shape;4081;p47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2" name="Google Shape;4082;p47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3" name="Google Shape;4083;p47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4" name="Google Shape;4084;p47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5" name="Google Shape;4085;p47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6" name="Google Shape;4086;p47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1" name="Google Shape;4091;p48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pt-BR" noProof="0" dirty="0"/>
              <a:t>“Todos objetos matemáticos podem ser definidos em termos de conjuntos.”</a:t>
            </a:r>
          </a:p>
        </p:txBody>
      </p:sp>
      <p:grpSp>
        <p:nvGrpSpPr>
          <p:cNvPr id="4093" name="Google Shape;4093;p48"/>
          <p:cNvGrpSpPr/>
          <p:nvPr/>
        </p:nvGrpSpPr>
        <p:grpSpPr>
          <a:xfrm>
            <a:off x="-1039706" y="-1388742"/>
            <a:ext cx="2709456" cy="6238676"/>
            <a:chOff x="-1039706" y="-1388742"/>
            <a:chExt cx="2709456" cy="6238676"/>
          </a:xfrm>
        </p:grpSpPr>
        <p:grpSp>
          <p:nvGrpSpPr>
            <p:cNvPr id="4094" name="Google Shape;4094;p48"/>
            <p:cNvGrpSpPr/>
            <p:nvPr/>
          </p:nvGrpSpPr>
          <p:grpSpPr>
            <a:xfrm>
              <a:off x="-3" y="3311066"/>
              <a:ext cx="1669753" cy="1538868"/>
              <a:chOff x="1321200" y="687960"/>
              <a:chExt cx="776160" cy="715320"/>
            </a:xfrm>
          </p:grpSpPr>
          <p:sp>
            <p:nvSpPr>
              <p:cNvPr id="4095" name="Google Shape;4095;p48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6" name="Google Shape;4096;p48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7" name="Google Shape;4097;p48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8" name="Google Shape;4098;p48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9" name="Google Shape;4099;p48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0" name="Google Shape;4100;p48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1" name="Google Shape;4101;p48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2" name="Google Shape;4102;p48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3" name="Google Shape;4103;p48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4" name="Google Shape;4104;p48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5" name="Google Shape;4105;p48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6" name="Google Shape;4106;p48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7" name="Google Shape;4107;p48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8" name="Google Shape;4108;p48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9" name="Google Shape;4109;p48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0" name="Google Shape;4110;p48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2" name="Google Shape;4112;p48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3" name="Google Shape;4113;p48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4" name="Google Shape;4114;p48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-1039706" y="-1388742"/>
              <a:ext cx="2561166" cy="2417115"/>
              <a:chOff x="16200" y="3746880"/>
              <a:chExt cx="1190520" cy="1123560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9" name="Google Shape;4119;p48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0" name="Google Shape;4120;p48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2" name="Google Shape;4122;p48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3" name="Google Shape;4123;p48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5" name="Google Shape;4125;p48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6" name="Google Shape;4126;p48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8" name="Google Shape;4128;p48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9" name="Google Shape;4129;p48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0" name="Google Shape;4130;p48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1" name="Google Shape;4131;p48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2" name="Google Shape;4132;p48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3" name="Google Shape;4133;p48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4" name="Google Shape;4134;p48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5" name="Google Shape;4135;p48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6" name="Google Shape;4136;p48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7" name="Google Shape;4137;p48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8" name="Google Shape;4138;p48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9" name="Google Shape;4139;p48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0" name="Google Shape;4140;p48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1" name="Google Shape;4141;p48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2" name="Google Shape;4142;p48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3" name="Google Shape;4143;p48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4" name="Google Shape;4144;p48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5" name="Google Shape;4145;p48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6" name="Google Shape;4146;p48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7" name="Google Shape;4147;p48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8" name="Google Shape;4148;p48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9" name="Google Shape;4149;p48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0" name="Google Shape;4150;p48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1" name="Google Shape;4151;p48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2" name="Google Shape;4152;p48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3" name="Google Shape;4153;p48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4" name="Google Shape;4154;p48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5" name="Google Shape;4155;p48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6" name="Google Shape;4156;p48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7" name="Google Shape;4157;p48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8" name="Google Shape;4158;p48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9" name="Google Shape;4159;p48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0" name="Google Shape;4160;p48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1" name="Google Shape;4161;p48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2" name="Google Shape;4162;p48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3" name="Google Shape;4163;p48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4" name="Google Shape;4164;p48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5" name="Google Shape;4165;p48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5AC59B6-E51A-E075-D0B1-B992C9BD06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603C15-93B6-9D91-5712-C4CCCC5C6C0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Conjuntos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F39204D-ACBC-1212-0A1A-74E364B5229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Notação: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Seja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um conjunto e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um elemento de S.</a:t>
            </a:r>
          </a:p>
          <a:p>
            <a:pPr marL="0" lvl="0" indent="0"/>
            <a:endParaRPr lang="pt-BR" sz="3000" noProof="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</a:t>
            </a:r>
            <a:r>
              <a:rPr lang="pt-BR" sz="3200" noProof="0" dirty="0">
                <a:latin typeface="Roboto" panose="02000000000000000000" pitchFamily="2" charset="0"/>
                <a:ea typeface="Roboto" panose="02000000000000000000" pitchFamily="2" charset="0"/>
              </a:rPr>
              <a:t>∈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S: a pertence a 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∉  S: a não pertence a S</a:t>
            </a:r>
          </a:p>
        </p:txBody>
      </p:sp>
    </p:spTree>
    <p:extLst>
      <p:ext uri="{BB962C8B-B14F-4D97-AF65-F5344CB8AC3E}">
        <p14:creationId xmlns:p14="http://schemas.microsoft.com/office/powerpoint/2010/main" val="388951522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923ADD6E-2993-CE0D-DB15-F66E9AC98E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39F27C4-D6CD-0653-7D47-36089C058B2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Conjuntos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F677E31-BF1C-FB70-2C0B-47D144A2A94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noProof="0" dirty="0">
                <a:latin typeface="Roboto" panose="02000000000000000000" pitchFamily="2" charset="0"/>
                <a:ea typeface="Roboto" panose="02000000000000000000" pitchFamily="2" charset="0"/>
              </a:rPr>
              <a:t>Axioma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da extensão: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conjunto é completamente determinado pelos seus elementos.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ordem na qual os elementos são listados é irrelevante.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Elementos podem aparecer mais de uma vez no conjunto.</a:t>
            </a:r>
          </a:p>
        </p:txBody>
      </p:sp>
    </p:spTree>
    <p:extLst>
      <p:ext uri="{BB962C8B-B14F-4D97-AF65-F5344CB8AC3E}">
        <p14:creationId xmlns:p14="http://schemas.microsoft.com/office/powerpoint/2010/main" val="1484185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B27C5E5-5015-D822-79AA-A5C513182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7BB0C0A-99B1-1D4C-4D17-595AE5C64E5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5FD3A39-DE58-F8F2-42A1-839654A0FD31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Você faz um levantamento entre os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87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usuários de computador que assinam a sua newsletter, preparando-se para lançar seu novo programa de computador.</a:t>
            </a:r>
          </a:p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Os resultados de seu levantamento revelam que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68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assinantes têm disponível um sistema operacional baseado</a:t>
            </a:r>
          </a:p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em Windows,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34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têm disponível um sistema Unix e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30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têm acesso a um Mac. </a:t>
            </a:r>
            <a:endParaRPr lang="pt-BR" sz="2300" noProof="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489038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19522CB-2D0B-60E9-E284-697156E18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D2E1040-CE0C-0645-C051-891F5D38E43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6FEA376-8607-ECA9-B34A-EAF50C65406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Além disso,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19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têm acesso aos sistemas Windows e Unix,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11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têm</a:t>
            </a:r>
          </a:p>
          <a:p>
            <a:pPr marL="0" lvl="0" indent="0"/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acesso aos sistemas Unix e Mac, e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23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podem usar tanto Windows quanto Mac.</a:t>
            </a:r>
          </a:p>
        </p:txBody>
      </p:sp>
    </p:spTree>
    <p:extLst>
      <p:ext uri="{BB962C8B-B14F-4D97-AF65-F5344CB8AC3E}">
        <p14:creationId xmlns:p14="http://schemas.microsoft.com/office/powerpoint/2010/main" val="27359547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E676766-372F-5E0F-778C-B1AA47397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9163D72-8F7B-9841-C08E-65F3AFF0FF0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3839E7D-0F03-F707-9FAD-D8E8D2E61C7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Quantos de seus assinantes têm acesso a todos os três tipos de sistema?</a:t>
            </a:r>
          </a:p>
        </p:txBody>
      </p:sp>
    </p:spTree>
    <p:extLst>
      <p:ext uri="{BB962C8B-B14F-4D97-AF65-F5344CB8AC3E}">
        <p14:creationId xmlns:p14="http://schemas.microsoft.com/office/powerpoint/2010/main" val="37909696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BF597E4-8D56-EF11-3601-F330EB0CA7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16DAE1D5-532D-A698-C7C0-359A9E10177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3C5758C3-8F95-EB22-3E2F-EC2EBD58411C}"/>
              </a:ext>
            </a:extLst>
          </p:cNvPr>
          <p:cNvSpPr/>
          <p:nvPr/>
        </p:nvSpPr>
        <p:spPr>
          <a:xfrm>
            <a:off x="1685059" y="1253836"/>
            <a:ext cx="5773881" cy="3560617"/>
          </a:xfrm>
          <a:prstGeom prst="ellipse">
            <a:avLst/>
          </a:prstGeom>
          <a:solidFill>
            <a:srgbClr val="0070C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27245435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0456927B-0C46-D067-09E1-A79867CDE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50D78FF6-5A0E-F940-E99E-5F1F8D9A75E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 descr="Creador gratuito de diagramas de Venn | Lucidchart">
            <a:extLst>
              <a:ext uri="{FF2B5EF4-FFF2-40B4-BE49-F238E27FC236}">
                <a16:creationId xmlns:a16="http://schemas.microsoft.com/office/drawing/2014/main" id="{0AA19FB4-B138-5B16-2A5C-544EE5229D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14600" y="1028700"/>
            <a:ext cx="4114800" cy="411480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443201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E7FBA868-0E59-DF40-7116-6BBD06DB3C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D408D3BF-222D-CA67-9C87-64CC2F49FCF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>
            <a:extLst>
              <a:ext uri="{FF2B5EF4-FFF2-40B4-BE49-F238E27FC236}">
                <a16:creationId xmlns:a16="http://schemas.microsoft.com/office/drawing/2014/main" id="{3629BF14-F002-4DE6-7271-1495FBC1A5A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2514600" y="1028700"/>
            <a:ext cx="4114800" cy="4114800"/>
          </a:xfrm>
          <a:prstGeom prst="rect">
            <a:avLst/>
          </a:prstGeom>
          <a:effectLst>
            <a:softEdge rad="31750"/>
          </a:effectLst>
        </p:spPr>
      </p:pic>
    </p:spTree>
    <p:extLst>
      <p:ext uri="{BB962C8B-B14F-4D97-AF65-F5344CB8AC3E}">
        <p14:creationId xmlns:p14="http://schemas.microsoft.com/office/powerpoint/2010/main" val="39272541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F2AD0405-B039-1BE6-53E7-24048A22A5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2C588C-5D44-6EA3-6412-DED7B601BC9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7EEEF802-5531-1079-6252-74B48A6D34E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400" dirty="0"/>
              <a:t>Operações com conjuntos:</a:t>
            </a:r>
          </a:p>
          <a:p>
            <a:pPr marL="0" lvl="0" indent="0"/>
            <a:r>
              <a:rPr lang="pt-BR" sz="2400" b="1" dirty="0"/>
              <a:t>Uniao de dois conjuntos</a:t>
            </a:r>
          </a:p>
        </p:txBody>
      </p:sp>
      <p:pic>
        <p:nvPicPr>
          <p:cNvPr id="2" name="Imagem 1" descr="Operações com conjuntos: quais são, exemplos - Escola Kids">
            <a:extLst>
              <a:ext uri="{FF2B5EF4-FFF2-40B4-BE49-F238E27FC236}">
                <a16:creationId xmlns:a16="http://schemas.microsoft.com/office/drawing/2014/main" id="{BCD38B05-78C0-2368-4AF1-C5B7019D91B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73705" y="2064327"/>
            <a:ext cx="3375786" cy="2896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779143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0A3119CC-99D2-016D-4237-B23A132B9B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9064E1B-BC69-37E2-560C-E9C7A13ACAC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9CDB9A5-51B6-38D4-F3D4-DF1969BA7A2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A </a:t>
            </a:r>
            <a:r>
              <a:rPr lang="pt-BR" sz="35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união de dois conjuntos 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é a operação que junta todos os elementos dos conjuntos envolvidos em um único novo conjunto. </a:t>
            </a:r>
          </a:p>
        </p:txBody>
      </p:sp>
    </p:spTree>
    <p:extLst>
      <p:ext uri="{BB962C8B-B14F-4D97-AF65-F5344CB8AC3E}">
        <p14:creationId xmlns:p14="http://schemas.microsoft.com/office/powerpoint/2010/main" val="180173950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7E647A6-1622-5552-0815-AB975B71E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7143175-D4A8-AAB0-7821-0B07E060602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AAD52EC-56F9-472D-8107-C3A04E7DF01C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Se um elemento estiver presente em ambos, ele é escrito apenas uma vez. </a:t>
            </a:r>
          </a:p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O símbolo matemático utilizado é o </a:t>
            </a:r>
            <a:r>
              <a:rPr lang="pt-BR" sz="35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U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 .</a:t>
            </a:r>
          </a:p>
        </p:txBody>
      </p:sp>
    </p:spTree>
    <p:extLst>
      <p:ext uri="{BB962C8B-B14F-4D97-AF65-F5344CB8AC3E}">
        <p14:creationId xmlns:p14="http://schemas.microsoft.com/office/powerpoint/2010/main" val="187211083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89B924C-0C34-8F5F-6303-11C2D2A522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DEF3716-4922-F130-1CBA-938283B90D2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Regras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FE214D04-4124-0886-59D0-0462930394CD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Junção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A U B é formado por todos os elementos que pertencem ao conjunto A ou ao conjunto B (ou a ambos).</a:t>
            </a:r>
          </a:p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Sem repetição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Elementos repetidos aparecem uma única vez.</a:t>
            </a:r>
          </a:p>
        </p:txBody>
      </p:sp>
    </p:spTree>
    <p:extLst>
      <p:ext uri="{BB962C8B-B14F-4D97-AF65-F5344CB8AC3E}">
        <p14:creationId xmlns:p14="http://schemas.microsoft.com/office/powerpoint/2010/main" val="349712422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8EB70BF-2BA2-F7D0-C6D7-C4C1119EAB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8A7FD27-CF18-16C6-53BC-D253C8C4173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A163A14-7A99-CF4F-A9F4-D2F160117364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Conjunto A = {1, 2, 3}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Conjunto B = {3, 4, 5}</a:t>
            </a:r>
          </a:p>
        </p:txBody>
      </p:sp>
    </p:spTree>
    <p:extLst>
      <p:ext uri="{BB962C8B-B14F-4D97-AF65-F5344CB8AC3E}">
        <p14:creationId xmlns:p14="http://schemas.microsoft.com/office/powerpoint/2010/main" val="60113223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28194246-2217-56A3-D274-8DB21F964D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99C6774-FEC2-E309-9950-13AF3FB4C87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05D99F9-A084-130F-F901-74AEA172F873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Unindo os dois conjuntos, temos: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1, 2, 3, 4, 5 }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Note que o número 3, que estava nos dois conjuntos, aparece apenas uma vez no resultado.</a:t>
            </a:r>
          </a:p>
        </p:txBody>
      </p:sp>
    </p:spTree>
    <p:extLst>
      <p:ext uri="{BB962C8B-B14F-4D97-AF65-F5344CB8AC3E}">
        <p14:creationId xmlns:p14="http://schemas.microsoft.com/office/powerpoint/2010/main" val="269078839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44AF069-D8D3-508C-5512-D352A99C18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9F4A06CB-793B-1EFC-54CF-A00FE201F90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6755E507-9C3C-5F69-C35F-C012893120B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Unindo os dois conjuntos, temos: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1, 2, 3, 4, 5 }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Lê-se "A união B" ou "A união com B".</a:t>
            </a:r>
          </a:p>
        </p:txBody>
      </p:sp>
    </p:spTree>
    <p:extLst>
      <p:ext uri="{BB962C8B-B14F-4D97-AF65-F5344CB8AC3E}">
        <p14:creationId xmlns:p14="http://schemas.microsoft.com/office/powerpoint/2010/main" val="348693160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4C85E921-FB4F-A2AB-D2FA-EA015C2AC1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8BE8198-F17B-7926-38BE-BB58FF584C2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A3EC513-B96F-9DC1-3272-6D0AB6A66AA7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Notação de Conjunto </a:t>
            </a:r>
            <a:b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</a:b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(Definição por compreensão)</a:t>
            </a: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x | x 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∈ A ou x ∈ B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}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Lê-se da seguinte forma: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"A união B é igual ao conjunto dos x, tal que x pertence a </a:t>
            </a:r>
            <a:r>
              <a:rPr lang="pt-BR" sz="3000" dirty="0" err="1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, ou x pertence a B."</a:t>
            </a:r>
          </a:p>
        </p:txBody>
      </p:sp>
    </p:spTree>
    <p:extLst>
      <p:ext uri="{BB962C8B-B14F-4D97-AF65-F5344CB8AC3E}">
        <p14:creationId xmlns:p14="http://schemas.microsoft.com/office/powerpoint/2010/main" val="401589551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E6E313F-4A9E-8923-40ED-B4975190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C5EDD52-742A-3198-12A3-5BB73D83728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2AA4B91-0D2E-C7C4-399B-69F0704952B4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O símbolo { } lemos como "o conjunto dos...".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barra vertical | lemos como "tal que" (ou "onde").</a:t>
            </a:r>
          </a:p>
        </p:txBody>
      </p:sp>
    </p:spTree>
    <p:extLst>
      <p:ext uri="{BB962C8B-B14F-4D97-AF65-F5344CB8AC3E}">
        <p14:creationId xmlns:p14="http://schemas.microsoft.com/office/powerpoint/2010/main" val="125622885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0D08E7B-EE70-A231-702E-72060CDB0C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2D6DAD4A-B7FB-B168-FA21-44D4B9C2436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47C42CE7-0B7E-C380-F90B-789828F8F9F5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Conjuntos </a:t>
            </a:r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Disjuntos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(Sem elementos em comum)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Imagine que o Conjunto A representa os números pares menores que 6, e o Conjunto B representa os números ímpares menores que 6.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{2, 4}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3, 5}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4, 5}</a:t>
            </a:r>
          </a:p>
        </p:txBody>
      </p:sp>
    </p:spTree>
    <p:extLst>
      <p:ext uri="{BB962C8B-B14F-4D97-AF65-F5344CB8AC3E}">
        <p14:creationId xmlns:p14="http://schemas.microsoft.com/office/powerpoint/2010/main" val="45891782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E2EF9E8-8D19-C207-618F-1022A9C151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201CA74-7915-99E6-5248-33CA3C50ED6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F968103-0EE7-6331-EF95-DFBDA14F461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Conjuntos com </a:t>
            </a:r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Interseção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(Elementos compartilhados)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Imagine que o Conjunto A é o conjunto de disciplinas de exatas e o Conjunto B é o conjunto de disciplinas de laboratório.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Cálculo}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Química}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Cálculo, Química}</a:t>
            </a:r>
          </a:p>
        </p:txBody>
      </p:sp>
    </p:spTree>
    <p:extLst>
      <p:ext uri="{BB962C8B-B14F-4D97-AF65-F5344CB8AC3E}">
        <p14:creationId xmlns:p14="http://schemas.microsoft.com/office/powerpoint/2010/main" val="296806164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DAC37FD-E149-F418-73BA-2942DD0394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5E88AC49-17BB-70B0-8336-8F760B95B1D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BD004EC9-48A4-1ED0-4BB7-1B11C6D6282E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Subconjuntos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(Um contido no outro)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Se o Conjunto A é um subconjunto de B (ou seja, todo elemento de A também está em B), a união é o próprio conjunto maior.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4} =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</a:p>
        </p:txBody>
      </p:sp>
    </p:spTree>
    <p:extLst>
      <p:ext uri="{BB962C8B-B14F-4D97-AF65-F5344CB8AC3E}">
        <p14:creationId xmlns:p14="http://schemas.microsoft.com/office/powerpoint/2010/main" val="17209185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73209357-9F7A-28C0-7892-F2326867DE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B62EE24-8264-9E18-B392-898B6CEA15B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7380012F-730A-F223-AFD7-555371C5F47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Comutatividade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A ordem não importa.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U B = B U A</a:t>
            </a:r>
          </a:p>
        </p:txBody>
      </p:sp>
    </p:spTree>
    <p:extLst>
      <p:ext uri="{BB962C8B-B14F-4D97-AF65-F5344CB8AC3E}">
        <p14:creationId xmlns:p14="http://schemas.microsoft.com/office/powerpoint/2010/main" val="40606794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A6E1890-8BEF-99A0-508F-3B863DC3D8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8878C2A-1A5D-3820-D73A-60F9EBC0E91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4F504D2A-5FF5-C03B-6CBE-16ADF389B962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Idempotência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Unir um conjunto com ele mesmo resulta nele mesmo.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U A = A</a:t>
            </a:r>
          </a:p>
        </p:txBody>
      </p:sp>
    </p:spTree>
    <p:extLst>
      <p:ext uri="{BB962C8B-B14F-4D97-AF65-F5344CB8AC3E}">
        <p14:creationId xmlns:p14="http://schemas.microsoft.com/office/powerpoint/2010/main" val="76655956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9A073AB-C7BC-AA66-AC28-A0D3760AA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7FE25B2-1D11-36AA-3D2F-010F8222996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CD8B01E-F51F-0DE1-F1CE-75BC75CBA5D1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Unir qualquer conjunto com o conjunto vazio { } ou </a:t>
                </a:r>
                <a14:m>
                  <m:oMath xmlns:m="http://schemas.openxmlformats.org/officeDocument/2006/math">
                    <m:r>
                      <a:rPr lang="pt-BR" sz="3000" i="1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(zero cortado) resulta no próprio conjunto </a:t>
                </a:r>
              </a:p>
              <a:p>
                <a:pPr marL="0" lvl="0" indent="0"/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∪∅= 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CD8B01E-F51F-0DE1-F1CE-75BC75CBA5D1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7018636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2EA02A2F-E986-A0CA-DEB5-C174DDEB4C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3F6D483C-3507-8E8D-BB10-FAB9499E2C8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10E98DB-5116-E67E-750D-97D1A504E176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Unir qualquer conjunto com o conjunto vazio { } ou </a:t>
                </a:r>
                <a14:m>
                  <m:oMath xmlns:m="http://schemas.openxmlformats.org/officeDocument/2006/math">
                    <m:r>
                      <a:rPr lang="pt-BR" sz="3000" i="1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(zero cortado) resulta no próprio conjunto </a:t>
                </a:r>
              </a:p>
              <a:p>
                <a:pPr marL="0" lvl="0" indent="0"/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∪∅= 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10E98DB-5116-E67E-750D-97D1A504E176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0777480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A7CBF1D-B543-6150-E8E1-08FDD12D50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m 7">
            <a:extLst>
              <a:ext uri="{FF2B5EF4-FFF2-40B4-BE49-F238E27FC236}">
                <a16:creationId xmlns:a16="http://schemas.microsoft.com/office/drawing/2014/main" id="{76007148-0ECA-1BF9-4042-1A87693F2A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9" y="0"/>
            <a:ext cx="9139141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33605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>
          <a:extLst>
            <a:ext uri="{FF2B5EF4-FFF2-40B4-BE49-F238E27FC236}">
              <a16:creationId xmlns:a16="http://schemas.microsoft.com/office/drawing/2014/main" id="{5E346B21-051B-8275-D9E6-4B2C90B5D0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>
            <a:extLst>
              <a:ext uri="{FF2B5EF4-FFF2-40B4-BE49-F238E27FC236}">
                <a16:creationId xmlns:a16="http://schemas.microsoft.com/office/drawing/2014/main" id="{73B4BC92-3787-0C13-44E1-1A3B69E16E1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Fundamentos</a:t>
            </a:r>
          </a:p>
        </p:txBody>
      </p:sp>
      <p:sp>
        <p:nvSpPr>
          <p:cNvPr id="3466" name="Google Shape;3466;p40">
            <a:extLst>
              <a:ext uri="{FF2B5EF4-FFF2-40B4-BE49-F238E27FC236}">
                <a16:creationId xmlns:a16="http://schemas.microsoft.com/office/drawing/2014/main" id="{B4BBAA02-3B04-5ADD-16E8-B2E0C129AA7E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02</a:t>
            </a:r>
          </a:p>
        </p:txBody>
      </p:sp>
      <p:sp>
        <p:nvSpPr>
          <p:cNvPr id="3467" name="Google Shape;3467;p40">
            <a:extLst>
              <a:ext uri="{FF2B5EF4-FFF2-40B4-BE49-F238E27FC236}">
                <a16:creationId xmlns:a16="http://schemas.microsoft.com/office/drawing/2014/main" id="{4F4BF0C4-8857-1E42-6025-9E53F838058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Intersecção</a:t>
            </a:r>
          </a:p>
        </p:txBody>
      </p:sp>
      <p:grpSp>
        <p:nvGrpSpPr>
          <p:cNvPr id="3468" name="Google Shape;3468;p40">
            <a:extLst>
              <a:ext uri="{FF2B5EF4-FFF2-40B4-BE49-F238E27FC236}">
                <a16:creationId xmlns:a16="http://schemas.microsoft.com/office/drawing/2014/main" id="{43947AFF-A743-FFD4-3037-345DD0799C76}"/>
              </a:ext>
            </a:extLst>
          </p:cNvPr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>
              <a:extLst>
                <a:ext uri="{FF2B5EF4-FFF2-40B4-BE49-F238E27FC236}">
                  <a16:creationId xmlns:a16="http://schemas.microsoft.com/office/drawing/2014/main" id="{C96E186E-AFD6-EC71-8A6A-C96D72E24197}"/>
                </a:ext>
              </a:extLst>
            </p:cNvPr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>
                <a:extLst>
                  <a:ext uri="{FF2B5EF4-FFF2-40B4-BE49-F238E27FC236}">
                    <a16:creationId xmlns:a16="http://schemas.microsoft.com/office/drawing/2014/main" id="{C05D927E-0352-E9AB-8B4A-49B6606D540E}"/>
                  </a:ext>
                </a:extLst>
              </p:cNvPr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1" name="Google Shape;3471;p40">
                <a:extLst>
                  <a:ext uri="{FF2B5EF4-FFF2-40B4-BE49-F238E27FC236}">
                    <a16:creationId xmlns:a16="http://schemas.microsoft.com/office/drawing/2014/main" id="{0DFDA0B1-0ABA-B943-F893-0DDEDCD777E1}"/>
                  </a:ext>
                </a:extLst>
              </p:cNvPr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2" name="Google Shape;3472;p40">
                <a:extLst>
                  <a:ext uri="{FF2B5EF4-FFF2-40B4-BE49-F238E27FC236}">
                    <a16:creationId xmlns:a16="http://schemas.microsoft.com/office/drawing/2014/main" id="{549DC0DF-909D-1B70-2A47-77972CEA529C}"/>
                  </a:ext>
                </a:extLst>
              </p:cNvPr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3" name="Google Shape;3473;p40">
                <a:extLst>
                  <a:ext uri="{FF2B5EF4-FFF2-40B4-BE49-F238E27FC236}">
                    <a16:creationId xmlns:a16="http://schemas.microsoft.com/office/drawing/2014/main" id="{AA5CDE43-6D82-2E0D-9647-B54DF7F9F3B3}"/>
                  </a:ext>
                </a:extLst>
              </p:cNvPr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4" name="Google Shape;3474;p40">
                <a:extLst>
                  <a:ext uri="{FF2B5EF4-FFF2-40B4-BE49-F238E27FC236}">
                    <a16:creationId xmlns:a16="http://schemas.microsoft.com/office/drawing/2014/main" id="{187A2FEF-9884-4DBE-66F1-FE7780450B92}"/>
                  </a:ext>
                </a:extLst>
              </p:cNvPr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5" name="Google Shape;3475;p40">
                <a:extLst>
                  <a:ext uri="{FF2B5EF4-FFF2-40B4-BE49-F238E27FC236}">
                    <a16:creationId xmlns:a16="http://schemas.microsoft.com/office/drawing/2014/main" id="{22499C89-6B80-3FBC-173E-10C1C36B0E88}"/>
                  </a:ext>
                </a:extLst>
              </p:cNvPr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6" name="Google Shape;3476;p40">
                <a:extLst>
                  <a:ext uri="{FF2B5EF4-FFF2-40B4-BE49-F238E27FC236}">
                    <a16:creationId xmlns:a16="http://schemas.microsoft.com/office/drawing/2014/main" id="{E98A5065-BA54-FFAB-EED4-F2B93F4533E6}"/>
                  </a:ext>
                </a:extLst>
              </p:cNvPr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7" name="Google Shape;3477;p40">
                <a:extLst>
                  <a:ext uri="{FF2B5EF4-FFF2-40B4-BE49-F238E27FC236}">
                    <a16:creationId xmlns:a16="http://schemas.microsoft.com/office/drawing/2014/main" id="{90A74163-FBD7-D4A1-20DE-C11FD3367E94}"/>
                  </a:ext>
                </a:extLst>
              </p:cNvPr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8" name="Google Shape;3478;p40">
                <a:extLst>
                  <a:ext uri="{FF2B5EF4-FFF2-40B4-BE49-F238E27FC236}">
                    <a16:creationId xmlns:a16="http://schemas.microsoft.com/office/drawing/2014/main" id="{8480F6D4-222B-BBF9-1312-FC4F3F3AAE97}"/>
                  </a:ext>
                </a:extLst>
              </p:cNvPr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9" name="Google Shape;3479;p40">
                <a:extLst>
                  <a:ext uri="{FF2B5EF4-FFF2-40B4-BE49-F238E27FC236}">
                    <a16:creationId xmlns:a16="http://schemas.microsoft.com/office/drawing/2014/main" id="{EB2F15CC-4204-AD29-2FC7-FE9E863B8244}"/>
                  </a:ext>
                </a:extLst>
              </p:cNvPr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0" name="Google Shape;3480;p40">
                <a:extLst>
                  <a:ext uri="{FF2B5EF4-FFF2-40B4-BE49-F238E27FC236}">
                    <a16:creationId xmlns:a16="http://schemas.microsoft.com/office/drawing/2014/main" id="{7A68722D-5B11-8BCC-718A-A524AC72F6AF}"/>
                  </a:ext>
                </a:extLst>
              </p:cNvPr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1" name="Google Shape;3481;p40">
                <a:extLst>
                  <a:ext uri="{FF2B5EF4-FFF2-40B4-BE49-F238E27FC236}">
                    <a16:creationId xmlns:a16="http://schemas.microsoft.com/office/drawing/2014/main" id="{9CE33777-FD81-7A3D-92CD-44C28AB6ED24}"/>
                  </a:ext>
                </a:extLst>
              </p:cNvPr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2" name="Google Shape;3482;p40">
                <a:extLst>
                  <a:ext uri="{FF2B5EF4-FFF2-40B4-BE49-F238E27FC236}">
                    <a16:creationId xmlns:a16="http://schemas.microsoft.com/office/drawing/2014/main" id="{98F62D66-D44D-1728-1123-1A59E7B776EE}"/>
                  </a:ext>
                </a:extLst>
              </p:cNvPr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3" name="Google Shape;3483;p40">
                <a:extLst>
                  <a:ext uri="{FF2B5EF4-FFF2-40B4-BE49-F238E27FC236}">
                    <a16:creationId xmlns:a16="http://schemas.microsoft.com/office/drawing/2014/main" id="{59A6C186-49C8-B858-E97C-C66BA5D7DD13}"/>
                  </a:ext>
                </a:extLst>
              </p:cNvPr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4" name="Google Shape;3484;p40">
                <a:extLst>
                  <a:ext uri="{FF2B5EF4-FFF2-40B4-BE49-F238E27FC236}">
                    <a16:creationId xmlns:a16="http://schemas.microsoft.com/office/drawing/2014/main" id="{BFC4AD97-A4B4-6346-BDE2-D137D781966A}"/>
                  </a:ext>
                </a:extLst>
              </p:cNvPr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5" name="Google Shape;3485;p40">
                <a:extLst>
                  <a:ext uri="{FF2B5EF4-FFF2-40B4-BE49-F238E27FC236}">
                    <a16:creationId xmlns:a16="http://schemas.microsoft.com/office/drawing/2014/main" id="{4D8371F6-BF55-D85D-586A-695335009B3F}"/>
                  </a:ext>
                </a:extLst>
              </p:cNvPr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6" name="Google Shape;3486;p40">
                <a:extLst>
                  <a:ext uri="{FF2B5EF4-FFF2-40B4-BE49-F238E27FC236}">
                    <a16:creationId xmlns:a16="http://schemas.microsoft.com/office/drawing/2014/main" id="{68CB75AD-4172-D1FD-2495-8EE620E044F2}"/>
                  </a:ext>
                </a:extLst>
              </p:cNvPr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7" name="Google Shape;3487;p40">
                <a:extLst>
                  <a:ext uri="{FF2B5EF4-FFF2-40B4-BE49-F238E27FC236}">
                    <a16:creationId xmlns:a16="http://schemas.microsoft.com/office/drawing/2014/main" id="{D6287D01-23B3-9BC4-7861-A083FBF75959}"/>
                  </a:ext>
                </a:extLst>
              </p:cNvPr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8" name="Google Shape;3488;p40">
                <a:extLst>
                  <a:ext uri="{FF2B5EF4-FFF2-40B4-BE49-F238E27FC236}">
                    <a16:creationId xmlns:a16="http://schemas.microsoft.com/office/drawing/2014/main" id="{A2F91406-13EC-49A3-272C-D121E1D2BF51}"/>
                  </a:ext>
                </a:extLst>
              </p:cNvPr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9" name="Google Shape;3489;p40">
                <a:extLst>
                  <a:ext uri="{FF2B5EF4-FFF2-40B4-BE49-F238E27FC236}">
                    <a16:creationId xmlns:a16="http://schemas.microsoft.com/office/drawing/2014/main" id="{3C9033D2-765A-C562-D6B7-09C6E23EDF8F}"/>
                  </a:ext>
                </a:extLst>
              </p:cNvPr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0" name="Google Shape;3490;p40">
                <a:extLst>
                  <a:ext uri="{FF2B5EF4-FFF2-40B4-BE49-F238E27FC236}">
                    <a16:creationId xmlns:a16="http://schemas.microsoft.com/office/drawing/2014/main" id="{6DAFF84F-B7F2-C7E8-1F42-7B61766A1316}"/>
                  </a:ext>
                </a:extLst>
              </p:cNvPr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1" name="Google Shape;3491;p40">
                <a:extLst>
                  <a:ext uri="{FF2B5EF4-FFF2-40B4-BE49-F238E27FC236}">
                    <a16:creationId xmlns:a16="http://schemas.microsoft.com/office/drawing/2014/main" id="{8976AF97-2B2B-1A89-D891-1094DE7C57CB}"/>
                  </a:ext>
                </a:extLst>
              </p:cNvPr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2" name="Google Shape;3492;p40">
                <a:extLst>
                  <a:ext uri="{FF2B5EF4-FFF2-40B4-BE49-F238E27FC236}">
                    <a16:creationId xmlns:a16="http://schemas.microsoft.com/office/drawing/2014/main" id="{7566E912-E0EE-E1B6-53FA-415C5026ED88}"/>
                  </a:ext>
                </a:extLst>
              </p:cNvPr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3" name="Google Shape;3493;p40">
                <a:extLst>
                  <a:ext uri="{FF2B5EF4-FFF2-40B4-BE49-F238E27FC236}">
                    <a16:creationId xmlns:a16="http://schemas.microsoft.com/office/drawing/2014/main" id="{99EBE2C3-9029-0A98-CF8C-244A47C8E351}"/>
                  </a:ext>
                </a:extLst>
              </p:cNvPr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4" name="Google Shape;3494;p40">
                <a:extLst>
                  <a:ext uri="{FF2B5EF4-FFF2-40B4-BE49-F238E27FC236}">
                    <a16:creationId xmlns:a16="http://schemas.microsoft.com/office/drawing/2014/main" id="{4B9F93B7-54EF-0FE4-A1C8-D29041F0D3C9}"/>
                  </a:ext>
                </a:extLst>
              </p:cNvPr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5" name="Google Shape;3495;p40">
                <a:extLst>
                  <a:ext uri="{FF2B5EF4-FFF2-40B4-BE49-F238E27FC236}">
                    <a16:creationId xmlns:a16="http://schemas.microsoft.com/office/drawing/2014/main" id="{2EF78351-CF54-8FEB-D4A7-E4CCC71765CE}"/>
                  </a:ext>
                </a:extLst>
              </p:cNvPr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6" name="Google Shape;3496;p40">
                <a:extLst>
                  <a:ext uri="{FF2B5EF4-FFF2-40B4-BE49-F238E27FC236}">
                    <a16:creationId xmlns:a16="http://schemas.microsoft.com/office/drawing/2014/main" id="{EFB15136-0754-6B5E-1966-5BF07BB83BFF}"/>
                  </a:ext>
                </a:extLst>
              </p:cNvPr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7" name="Google Shape;3497;p40">
                <a:extLst>
                  <a:ext uri="{FF2B5EF4-FFF2-40B4-BE49-F238E27FC236}">
                    <a16:creationId xmlns:a16="http://schemas.microsoft.com/office/drawing/2014/main" id="{7079CDC0-1615-4BE1-996D-80751C4198F8}"/>
                  </a:ext>
                </a:extLst>
              </p:cNvPr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8" name="Google Shape;3498;p40">
                <a:extLst>
                  <a:ext uri="{FF2B5EF4-FFF2-40B4-BE49-F238E27FC236}">
                    <a16:creationId xmlns:a16="http://schemas.microsoft.com/office/drawing/2014/main" id="{9CBE658C-0BCC-67E2-DF3A-61C4CA4C19F9}"/>
                  </a:ext>
                </a:extLst>
              </p:cNvPr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9" name="Google Shape;3499;p40">
                <a:extLst>
                  <a:ext uri="{FF2B5EF4-FFF2-40B4-BE49-F238E27FC236}">
                    <a16:creationId xmlns:a16="http://schemas.microsoft.com/office/drawing/2014/main" id="{F2F5087B-6A96-9B33-01E7-F3884B5E44B4}"/>
                  </a:ext>
                </a:extLst>
              </p:cNvPr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0" name="Google Shape;3500;p40">
                <a:extLst>
                  <a:ext uri="{FF2B5EF4-FFF2-40B4-BE49-F238E27FC236}">
                    <a16:creationId xmlns:a16="http://schemas.microsoft.com/office/drawing/2014/main" id="{A6233C0C-0C10-027F-C2A7-4469F826B960}"/>
                  </a:ext>
                </a:extLst>
              </p:cNvPr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1" name="Google Shape;3501;p40">
                <a:extLst>
                  <a:ext uri="{FF2B5EF4-FFF2-40B4-BE49-F238E27FC236}">
                    <a16:creationId xmlns:a16="http://schemas.microsoft.com/office/drawing/2014/main" id="{923F6580-331D-C702-7764-9E891D7CE24A}"/>
                  </a:ext>
                </a:extLst>
              </p:cNvPr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2" name="Google Shape;3502;p40">
                <a:extLst>
                  <a:ext uri="{FF2B5EF4-FFF2-40B4-BE49-F238E27FC236}">
                    <a16:creationId xmlns:a16="http://schemas.microsoft.com/office/drawing/2014/main" id="{0CDAD5AD-BBC4-4557-C11E-B098A2DFC67A}"/>
                  </a:ext>
                </a:extLst>
              </p:cNvPr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3" name="Google Shape;3503;p40">
                <a:extLst>
                  <a:ext uri="{FF2B5EF4-FFF2-40B4-BE49-F238E27FC236}">
                    <a16:creationId xmlns:a16="http://schemas.microsoft.com/office/drawing/2014/main" id="{1775D97E-AF28-3D2C-D504-EF2995E9345B}"/>
                  </a:ext>
                </a:extLst>
              </p:cNvPr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4" name="Google Shape;3504;p40">
                <a:extLst>
                  <a:ext uri="{FF2B5EF4-FFF2-40B4-BE49-F238E27FC236}">
                    <a16:creationId xmlns:a16="http://schemas.microsoft.com/office/drawing/2014/main" id="{265BEE6A-F563-320F-23C9-8B8F8DF63225}"/>
                  </a:ext>
                </a:extLst>
              </p:cNvPr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5" name="Google Shape;3505;p40">
                <a:extLst>
                  <a:ext uri="{FF2B5EF4-FFF2-40B4-BE49-F238E27FC236}">
                    <a16:creationId xmlns:a16="http://schemas.microsoft.com/office/drawing/2014/main" id="{09CC58FB-9E83-0C0B-D0DC-53F11EF8B33B}"/>
                  </a:ext>
                </a:extLst>
              </p:cNvPr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6" name="Google Shape;3506;p40">
                <a:extLst>
                  <a:ext uri="{FF2B5EF4-FFF2-40B4-BE49-F238E27FC236}">
                    <a16:creationId xmlns:a16="http://schemas.microsoft.com/office/drawing/2014/main" id="{B1D0B9D9-E961-2083-B015-342AE0D4F094}"/>
                  </a:ext>
                </a:extLst>
              </p:cNvPr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7" name="Google Shape;3507;p40">
                <a:extLst>
                  <a:ext uri="{FF2B5EF4-FFF2-40B4-BE49-F238E27FC236}">
                    <a16:creationId xmlns:a16="http://schemas.microsoft.com/office/drawing/2014/main" id="{12EBC6DC-5872-E59B-DC48-3D5A9DA4361C}"/>
                  </a:ext>
                </a:extLst>
              </p:cNvPr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8" name="Google Shape;3508;p40">
                <a:extLst>
                  <a:ext uri="{FF2B5EF4-FFF2-40B4-BE49-F238E27FC236}">
                    <a16:creationId xmlns:a16="http://schemas.microsoft.com/office/drawing/2014/main" id="{B90A58E1-342D-97B1-69D6-DEAC0BD0ECA7}"/>
                  </a:ext>
                </a:extLst>
              </p:cNvPr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9" name="Google Shape;3509;p40">
                <a:extLst>
                  <a:ext uri="{FF2B5EF4-FFF2-40B4-BE49-F238E27FC236}">
                    <a16:creationId xmlns:a16="http://schemas.microsoft.com/office/drawing/2014/main" id="{A88F352D-9C29-A287-83FB-CA690BA7CFFD}"/>
                  </a:ext>
                </a:extLst>
              </p:cNvPr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0" name="Google Shape;3510;p40">
                <a:extLst>
                  <a:ext uri="{FF2B5EF4-FFF2-40B4-BE49-F238E27FC236}">
                    <a16:creationId xmlns:a16="http://schemas.microsoft.com/office/drawing/2014/main" id="{B798EA9C-9793-7221-E9AC-AD6622617731}"/>
                  </a:ext>
                </a:extLst>
              </p:cNvPr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1" name="Google Shape;3511;p40">
                <a:extLst>
                  <a:ext uri="{FF2B5EF4-FFF2-40B4-BE49-F238E27FC236}">
                    <a16:creationId xmlns:a16="http://schemas.microsoft.com/office/drawing/2014/main" id="{D3FEF609-82BE-5B31-9B0E-67EE1424DCD4}"/>
                  </a:ext>
                </a:extLst>
              </p:cNvPr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2" name="Google Shape;3512;p40">
                <a:extLst>
                  <a:ext uri="{FF2B5EF4-FFF2-40B4-BE49-F238E27FC236}">
                    <a16:creationId xmlns:a16="http://schemas.microsoft.com/office/drawing/2014/main" id="{2A19C602-0875-617F-1014-57799AB7007C}"/>
                  </a:ext>
                </a:extLst>
              </p:cNvPr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3" name="Google Shape;3513;p40">
                <a:extLst>
                  <a:ext uri="{FF2B5EF4-FFF2-40B4-BE49-F238E27FC236}">
                    <a16:creationId xmlns:a16="http://schemas.microsoft.com/office/drawing/2014/main" id="{F69AD776-620F-750A-DB15-A425650FCBE7}"/>
                  </a:ext>
                </a:extLst>
              </p:cNvPr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514" name="Google Shape;3514;p40">
              <a:extLst>
                <a:ext uri="{FF2B5EF4-FFF2-40B4-BE49-F238E27FC236}">
                  <a16:creationId xmlns:a16="http://schemas.microsoft.com/office/drawing/2014/main" id="{2FEAF0BD-BB4A-FB60-8AB7-D41458E31936}"/>
                </a:ext>
              </a:extLst>
            </p:cNvPr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>
                <a:extLst>
                  <a:ext uri="{FF2B5EF4-FFF2-40B4-BE49-F238E27FC236}">
                    <a16:creationId xmlns:a16="http://schemas.microsoft.com/office/drawing/2014/main" id="{429C1673-C393-A00A-FA8A-1E4778297FF4}"/>
                  </a:ext>
                </a:extLst>
              </p:cNvPr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6" name="Google Shape;3516;p40">
                <a:extLst>
                  <a:ext uri="{FF2B5EF4-FFF2-40B4-BE49-F238E27FC236}">
                    <a16:creationId xmlns:a16="http://schemas.microsoft.com/office/drawing/2014/main" id="{652C10AC-B42B-E390-57CC-4485C3D6064E}"/>
                  </a:ext>
                </a:extLst>
              </p:cNvPr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7" name="Google Shape;3517;p40">
                <a:extLst>
                  <a:ext uri="{FF2B5EF4-FFF2-40B4-BE49-F238E27FC236}">
                    <a16:creationId xmlns:a16="http://schemas.microsoft.com/office/drawing/2014/main" id="{9549558B-09E8-BBAA-99FF-D65A97965517}"/>
                  </a:ext>
                </a:extLst>
              </p:cNvPr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8" name="Google Shape;3518;p40">
                <a:extLst>
                  <a:ext uri="{FF2B5EF4-FFF2-40B4-BE49-F238E27FC236}">
                    <a16:creationId xmlns:a16="http://schemas.microsoft.com/office/drawing/2014/main" id="{9C80B6F2-CCC0-852E-8EC3-CD5C2F19D2DA}"/>
                  </a:ext>
                </a:extLst>
              </p:cNvPr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9" name="Google Shape;3519;p40">
                <a:extLst>
                  <a:ext uri="{FF2B5EF4-FFF2-40B4-BE49-F238E27FC236}">
                    <a16:creationId xmlns:a16="http://schemas.microsoft.com/office/drawing/2014/main" id="{27B42406-C752-89A7-4F18-17F703E1FACF}"/>
                  </a:ext>
                </a:extLst>
              </p:cNvPr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0" name="Google Shape;3520;p40">
                <a:extLst>
                  <a:ext uri="{FF2B5EF4-FFF2-40B4-BE49-F238E27FC236}">
                    <a16:creationId xmlns:a16="http://schemas.microsoft.com/office/drawing/2014/main" id="{D08B332C-CFF5-B37C-D81C-3DC154239259}"/>
                  </a:ext>
                </a:extLst>
              </p:cNvPr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1" name="Google Shape;3521;p40">
                <a:extLst>
                  <a:ext uri="{FF2B5EF4-FFF2-40B4-BE49-F238E27FC236}">
                    <a16:creationId xmlns:a16="http://schemas.microsoft.com/office/drawing/2014/main" id="{BDBE6D65-1CD5-3E86-D950-1F3A15BBF302}"/>
                  </a:ext>
                </a:extLst>
              </p:cNvPr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2" name="Google Shape;3522;p40">
                <a:extLst>
                  <a:ext uri="{FF2B5EF4-FFF2-40B4-BE49-F238E27FC236}">
                    <a16:creationId xmlns:a16="http://schemas.microsoft.com/office/drawing/2014/main" id="{FB3352FC-133C-319F-5005-4BCE43A1BC75}"/>
                  </a:ext>
                </a:extLst>
              </p:cNvPr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3" name="Google Shape;3523;p40">
                <a:extLst>
                  <a:ext uri="{FF2B5EF4-FFF2-40B4-BE49-F238E27FC236}">
                    <a16:creationId xmlns:a16="http://schemas.microsoft.com/office/drawing/2014/main" id="{08B00ED3-607C-EA3A-18E5-EA48E06560C8}"/>
                  </a:ext>
                </a:extLst>
              </p:cNvPr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4" name="Google Shape;3524;p40">
                <a:extLst>
                  <a:ext uri="{FF2B5EF4-FFF2-40B4-BE49-F238E27FC236}">
                    <a16:creationId xmlns:a16="http://schemas.microsoft.com/office/drawing/2014/main" id="{76FDE3AA-0A15-434A-4BED-641EE1545C4A}"/>
                  </a:ext>
                </a:extLst>
              </p:cNvPr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5" name="Google Shape;3525;p40">
                <a:extLst>
                  <a:ext uri="{FF2B5EF4-FFF2-40B4-BE49-F238E27FC236}">
                    <a16:creationId xmlns:a16="http://schemas.microsoft.com/office/drawing/2014/main" id="{5085FB19-7490-B6BB-DA01-2DAB967420AF}"/>
                  </a:ext>
                </a:extLst>
              </p:cNvPr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6" name="Google Shape;3526;p40">
                <a:extLst>
                  <a:ext uri="{FF2B5EF4-FFF2-40B4-BE49-F238E27FC236}">
                    <a16:creationId xmlns:a16="http://schemas.microsoft.com/office/drawing/2014/main" id="{6E8017EC-0BD3-0C8E-7C34-8B8D9375B1D3}"/>
                  </a:ext>
                </a:extLst>
              </p:cNvPr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7" name="Google Shape;3527;p40">
                <a:extLst>
                  <a:ext uri="{FF2B5EF4-FFF2-40B4-BE49-F238E27FC236}">
                    <a16:creationId xmlns:a16="http://schemas.microsoft.com/office/drawing/2014/main" id="{FA5F9F7A-34DF-DBAC-C6C4-9DA1D36E94E2}"/>
                  </a:ext>
                </a:extLst>
              </p:cNvPr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8" name="Google Shape;3528;p40">
                <a:extLst>
                  <a:ext uri="{FF2B5EF4-FFF2-40B4-BE49-F238E27FC236}">
                    <a16:creationId xmlns:a16="http://schemas.microsoft.com/office/drawing/2014/main" id="{F5922C2C-DED8-6232-B90D-1E2FB457710B}"/>
                  </a:ext>
                </a:extLst>
              </p:cNvPr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9" name="Google Shape;3529;p40">
                <a:extLst>
                  <a:ext uri="{FF2B5EF4-FFF2-40B4-BE49-F238E27FC236}">
                    <a16:creationId xmlns:a16="http://schemas.microsoft.com/office/drawing/2014/main" id="{C1120A24-4931-2397-CF61-A5A5E39ECD81}"/>
                  </a:ext>
                </a:extLst>
              </p:cNvPr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0" name="Google Shape;3530;p40">
                <a:extLst>
                  <a:ext uri="{FF2B5EF4-FFF2-40B4-BE49-F238E27FC236}">
                    <a16:creationId xmlns:a16="http://schemas.microsoft.com/office/drawing/2014/main" id="{F9FDCEA2-43D6-30A9-0E6E-59735B469C80}"/>
                  </a:ext>
                </a:extLst>
              </p:cNvPr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1" name="Google Shape;3531;p40">
                <a:extLst>
                  <a:ext uri="{FF2B5EF4-FFF2-40B4-BE49-F238E27FC236}">
                    <a16:creationId xmlns:a16="http://schemas.microsoft.com/office/drawing/2014/main" id="{ACDD2A35-1F73-30B8-CC41-EDCB12E791CB}"/>
                  </a:ext>
                </a:extLst>
              </p:cNvPr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2" name="Google Shape;3532;p40">
                <a:extLst>
                  <a:ext uri="{FF2B5EF4-FFF2-40B4-BE49-F238E27FC236}">
                    <a16:creationId xmlns:a16="http://schemas.microsoft.com/office/drawing/2014/main" id="{ECABC946-06A6-9812-149E-5B0A6678C8AE}"/>
                  </a:ext>
                </a:extLst>
              </p:cNvPr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3" name="Google Shape;3533;p40">
                <a:extLst>
                  <a:ext uri="{FF2B5EF4-FFF2-40B4-BE49-F238E27FC236}">
                    <a16:creationId xmlns:a16="http://schemas.microsoft.com/office/drawing/2014/main" id="{9DDFA7C8-8791-80B0-06DF-A67F69EEDA35}"/>
                  </a:ext>
                </a:extLst>
              </p:cNvPr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4" name="Google Shape;3534;p40">
                <a:extLst>
                  <a:ext uri="{FF2B5EF4-FFF2-40B4-BE49-F238E27FC236}">
                    <a16:creationId xmlns:a16="http://schemas.microsoft.com/office/drawing/2014/main" id="{CDFAD4F7-2227-21F9-FECF-7A2C58B7FC8B}"/>
                  </a:ext>
                </a:extLst>
              </p:cNvPr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5" name="Google Shape;3535;p40">
                <a:extLst>
                  <a:ext uri="{FF2B5EF4-FFF2-40B4-BE49-F238E27FC236}">
                    <a16:creationId xmlns:a16="http://schemas.microsoft.com/office/drawing/2014/main" id="{66D0AA30-6F89-290B-52C7-DBCC08ABC02F}"/>
                  </a:ext>
                </a:extLst>
              </p:cNvPr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6" name="Google Shape;3536;p40">
                <a:extLst>
                  <a:ext uri="{FF2B5EF4-FFF2-40B4-BE49-F238E27FC236}">
                    <a16:creationId xmlns:a16="http://schemas.microsoft.com/office/drawing/2014/main" id="{BDF0060E-4F55-94AD-CE48-7335C904E954}"/>
                  </a:ext>
                </a:extLst>
              </p:cNvPr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7" name="Google Shape;3537;p40">
                <a:extLst>
                  <a:ext uri="{FF2B5EF4-FFF2-40B4-BE49-F238E27FC236}">
                    <a16:creationId xmlns:a16="http://schemas.microsoft.com/office/drawing/2014/main" id="{C84CEC9F-F41A-4FEC-404D-1182D1A52ECF}"/>
                  </a:ext>
                </a:extLst>
              </p:cNvPr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8" name="Google Shape;3538;p40">
                <a:extLst>
                  <a:ext uri="{FF2B5EF4-FFF2-40B4-BE49-F238E27FC236}">
                    <a16:creationId xmlns:a16="http://schemas.microsoft.com/office/drawing/2014/main" id="{71990988-092B-296C-4E9D-27019CC371E9}"/>
                  </a:ext>
                </a:extLst>
              </p:cNvPr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9" name="Google Shape;3539;p40">
                <a:extLst>
                  <a:ext uri="{FF2B5EF4-FFF2-40B4-BE49-F238E27FC236}">
                    <a16:creationId xmlns:a16="http://schemas.microsoft.com/office/drawing/2014/main" id="{0F993A3F-B9F2-4058-A13A-20E4A2D02916}"/>
                  </a:ext>
                </a:extLst>
              </p:cNvPr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0" name="Google Shape;3540;p40">
                <a:extLst>
                  <a:ext uri="{FF2B5EF4-FFF2-40B4-BE49-F238E27FC236}">
                    <a16:creationId xmlns:a16="http://schemas.microsoft.com/office/drawing/2014/main" id="{047973FB-EE08-7674-A084-CF7E26402F49}"/>
                  </a:ext>
                </a:extLst>
              </p:cNvPr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1" name="Google Shape;3541;p40">
                <a:extLst>
                  <a:ext uri="{FF2B5EF4-FFF2-40B4-BE49-F238E27FC236}">
                    <a16:creationId xmlns:a16="http://schemas.microsoft.com/office/drawing/2014/main" id="{0C6F375C-6B75-7E24-6483-06A280EB6ADD}"/>
                  </a:ext>
                </a:extLst>
              </p:cNvPr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2" name="Google Shape;3542;p40">
                <a:extLst>
                  <a:ext uri="{FF2B5EF4-FFF2-40B4-BE49-F238E27FC236}">
                    <a16:creationId xmlns:a16="http://schemas.microsoft.com/office/drawing/2014/main" id="{DB327C8C-54FD-63F1-2FC9-F6FE1C47D30E}"/>
                  </a:ext>
                </a:extLst>
              </p:cNvPr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3" name="Google Shape;3543;p40">
                <a:extLst>
                  <a:ext uri="{FF2B5EF4-FFF2-40B4-BE49-F238E27FC236}">
                    <a16:creationId xmlns:a16="http://schemas.microsoft.com/office/drawing/2014/main" id="{A18B352C-259F-F6C7-6695-DC691412BC83}"/>
                  </a:ext>
                </a:extLst>
              </p:cNvPr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4" name="Google Shape;3544;p40">
                <a:extLst>
                  <a:ext uri="{FF2B5EF4-FFF2-40B4-BE49-F238E27FC236}">
                    <a16:creationId xmlns:a16="http://schemas.microsoft.com/office/drawing/2014/main" id="{98669EE6-5CC8-FD3F-9975-4BE3683AA44B}"/>
                  </a:ext>
                </a:extLst>
              </p:cNvPr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5" name="Google Shape;3545;p40">
                <a:extLst>
                  <a:ext uri="{FF2B5EF4-FFF2-40B4-BE49-F238E27FC236}">
                    <a16:creationId xmlns:a16="http://schemas.microsoft.com/office/drawing/2014/main" id="{161FD966-A7E6-C87F-A42C-72CF065D8484}"/>
                  </a:ext>
                </a:extLst>
              </p:cNvPr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6" name="Google Shape;3546;p40">
                <a:extLst>
                  <a:ext uri="{FF2B5EF4-FFF2-40B4-BE49-F238E27FC236}">
                    <a16:creationId xmlns:a16="http://schemas.microsoft.com/office/drawing/2014/main" id="{A8BC2100-C4DB-733B-A0C3-8FB9B2512B5B}"/>
                  </a:ext>
                </a:extLst>
              </p:cNvPr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7" name="Google Shape;3547;p40">
                <a:extLst>
                  <a:ext uri="{FF2B5EF4-FFF2-40B4-BE49-F238E27FC236}">
                    <a16:creationId xmlns:a16="http://schemas.microsoft.com/office/drawing/2014/main" id="{237465A3-2494-DA43-7089-2A4936F1A39C}"/>
                  </a:ext>
                </a:extLst>
              </p:cNvPr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8" name="Google Shape;3548;p40">
                <a:extLst>
                  <a:ext uri="{FF2B5EF4-FFF2-40B4-BE49-F238E27FC236}">
                    <a16:creationId xmlns:a16="http://schemas.microsoft.com/office/drawing/2014/main" id="{6FBBAFA9-CC08-FAD5-E081-7AA7B1F769AA}"/>
                  </a:ext>
                </a:extLst>
              </p:cNvPr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9" name="Google Shape;3549;p40">
                <a:extLst>
                  <a:ext uri="{FF2B5EF4-FFF2-40B4-BE49-F238E27FC236}">
                    <a16:creationId xmlns:a16="http://schemas.microsoft.com/office/drawing/2014/main" id="{54B125DD-BB1D-444C-2E87-491823E1CB67}"/>
                  </a:ext>
                </a:extLst>
              </p:cNvPr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0" name="Google Shape;3550;p40">
                <a:extLst>
                  <a:ext uri="{FF2B5EF4-FFF2-40B4-BE49-F238E27FC236}">
                    <a16:creationId xmlns:a16="http://schemas.microsoft.com/office/drawing/2014/main" id="{862837BA-6292-5CCC-83BF-3AD671D012D1}"/>
                  </a:ext>
                </a:extLst>
              </p:cNvPr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1" name="Google Shape;3551;p40">
                <a:extLst>
                  <a:ext uri="{FF2B5EF4-FFF2-40B4-BE49-F238E27FC236}">
                    <a16:creationId xmlns:a16="http://schemas.microsoft.com/office/drawing/2014/main" id="{CB28AA52-AC8A-B855-60BD-C8A766808215}"/>
                  </a:ext>
                </a:extLst>
              </p:cNvPr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2" name="Google Shape;3552;p40">
                <a:extLst>
                  <a:ext uri="{FF2B5EF4-FFF2-40B4-BE49-F238E27FC236}">
                    <a16:creationId xmlns:a16="http://schemas.microsoft.com/office/drawing/2014/main" id="{3935C2A7-9979-7A37-FAD9-24823A730CAC}"/>
                  </a:ext>
                </a:extLst>
              </p:cNvPr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3" name="Google Shape;3553;p40">
                <a:extLst>
                  <a:ext uri="{FF2B5EF4-FFF2-40B4-BE49-F238E27FC236}">
                    <a16:creationId xmlns:a16="http://schemas.microsoft.com/office/drawing/2014/main" id="{514E557F-2527-316B-6A0D-3DB2189591A6}"/>
                  </a:ext>
                </a:extLst>
              </p:cNvPr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4" name="Google Shape;3554;p40">
                <a:extLst>
                  <a:ext uri="{FF2B5EF4-FFF2-40B4-BE49-F238E27FC236}">
                    <a16:creationId xmlns:a16="http://schemas.microsoft.com/office/drawing/2014/main" id="{C3B2D6E3-755D-0447-C9C8-4D7B9077A115}"/>
                  </a:ext>
                </a:extLst>
              </p:cNvPr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5" name="Google Shape;3555;p40">
                <a:extLst>
                  <a:ext uri="{FF2B5EF4-FFF2-40B4-BE49-F238E27FC236}">
                    <a16:creationId xmlns:a16="http://schemas.microsoft.com/office/drawing/2014/main" id="{0D5E2A7A-C5C8-F17E-ACD7-C81B4B8ED52F}"/>
                  </a:ext>
                </a:extLst>
              </p:cNvPr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6" name="Google Shape;3556;p40">
                <a:extLst>
                  <a:ext uri="{FF2B5EF4-FFF2-40B4-BE49-F238E27FC236}">
                    <a16:creationId xmlns:a16="http://schemas.microsoft.com/office/drawing/2014/main" id="{47F87740-9B18-4BA7-C3CC-3ACB4E9EEB29}"/>
                  </a:ext>
                </a:extLst>
              </p:cNvPr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7" name="Google Shape;3557;p40">
                <a:extLst>
                  <a:ext uri="{FF2B5EF4-FFF2-40B4-BE49-F238E27FC236}">
                    <a16:creationId xmlns:a16="http://schemas.microsoft.com/office/drawing/2014/main" id="{81557FF5-1CDC-DD1F-E927-8DB1A90C6118}"/>
                  </a:ext>
                </a:extLst>
              </p:cNvPr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8" name="Google Shape;3558;p40">
                <a:extLst>
                  <a:ext uri="{FF2B5EF4-FFF2-40B4-BE49-F238E27FC236}">
                    <a16:creationId xmlns:a16="http://schemas.microsoft.com/office/drawing/2014/main" id="{6D25CFDD-E3EC-444C-C4D1-5E422DF92AF9}"/>
                  </a:ext>
                </a:extLst>
              </p:cNvPr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9" name="Google Shape;3559;p40">
                <a:extLst>
                  <a:ext uri="{FF2B5EF4-FFF2-40B4-BE49-F238E27FC236}">
                    <a16:creationId xmlns:a16="http://schemas.microsoft.com/office/drawing/2014/main" id="{33835295-5B2D-FFF5-3C2C-E6927D8167F1}"/>
                  </a:ext>
                </a:extLst>
              </p:cNvPr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0" name="Google Shape;3560;p40">
                <a:extLst>
                  <a:ext uri="{FF2B5EF4-FFF2-40B4-BE49-F238E27FC236}">
                    <a16:creationId xmlns:a16="http://schemas.microsoft.com/office/drawing/2014/main" id="{53B34CB0-2B85-A4B1-3BFC-61721710A27B}"/>
                  </a:ext>
                </a:extLst>
              </p:cNvPr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1" name="Google Shape;3561;p40">
                <a:extLst>
                  <a:ext uri="{FF2B5EF4-FFF2-40B4-BE49-F238E27FC236}">
                    <a16:creationId xmlns:a16="http://schemas.microsoft.com/office/drawing/2014/main" id="{B051928E-9A81-FD64-D488-FE65F233615E}"/>
                  </a:ext>
                </a:extLst>
              </p:cNvPr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2" name="Google Shape;3562;p40">
                <a:extLst>
                  <a:ext uri="{FF2B5EF4-FFF2-40B4-BE49-F238E27FC236}">
                    <a16:creationId xmlns:a16="http://schemas.microsoft.com/office/drawing/2014/main" id="{4FBA7E9F-7372-0198-8693-5D365C39CFF4}"/>
                  </a:ext>
                </a:extLst>
              </p:cNvPr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3" name="Google Shape;3563;p40">
                <a:extLst>
                  <a:ext uri="{FF2B5EF4-FFF2-40B4-BE49-F238E27FC236}">
                    <a16:creationId xmlns:a16="http://schemas.microsoft.com/office/drawing/2014/main" id="{939B880D-FDEF-B14A-0624-C7D9482C3913}"/>
                  </a:ext>
                </a:extLst>
              </p:cNvPr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3564" name="Google Shape;3564;p40">
            <a:extLst>
              <a:ext uri="{FF2B5EF4-FFF2-40B4-BE49-F238E27FC236}">
                <a16:creationId xmlns:a16="http://schemas.microsoft.com/office/drawing/2014/main" id="{43E8D621-1C5A-CD31-E14E-7F78B273BE1B}"/>
              </a:ext>
            </a:extLst>
          </p:cNvPr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>
              <a:extLst>
                <a:ext uri="{FF2B5EF4-FFF2-40B4-BE49-F238E27FC236}">
                  <a16:creationId xmlns:a16="http://schemas.microsoft.com/office/drawing/2014/main" id="{2DF0735B-DB2F-2A7B-C6E9-F968CD1F2CD4}"/>
                </a:ext>
              </a:extLst>
            </p:cNvPr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6" name="Google Shape;3566;p40">
              <a:extLst>
                <a:ext uri="{FF2B5EF4-FFF2-40B4-BE49-F238E27FC236}">
                  <a16:creationId xmlns:a16="http://schemas.microsoft.com/office/drawing/2014/main" id="{F95C712C-8490-BE5B-3030-818E2DB17AE3}"/>
                </a:ext>
              </a:extLst>
            </p:cNvPr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7" name="Google Shape;3567;p40">
              <a:extLst>
                <a:ext uri="{FF2B5EF4-FFF2-40B4-BE49-F238E27FC236}">
                  <a16:creationId xmlns:a16="http://schemas.microsoft.com/office/drawing/2014/main" id="{3A038350-B601-9EED-D89E-A41D056B973E}"/>
                </a:ext>
              </a:extLst>
            </p:cNvPr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8" name="Google Shape;3568;p40">
              <a:extLst>
                <a:ext uri="{FF2B5EF4-FFF2-40B4-BE49-F238E27FC236}">
                  <a16:creationId xmlns:a16="http://schemas.microsoft.com/office/drawing/2014/main" id="{A4B58C30-58AB-B2C9-6177-3C1CFB72DCD2}"/>
                </a:ext>
              </a:extLst>
            </p:cNvPr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9" name="Google Shape;3569;p40">
              <a:extLst>
                <a:ext uri="{FF2B5EF4-FFF2-40B4-BE49-F238E27FC236}">
                  <a16:creationId xmlns:a16="http://schemas.microsoft.com/office/drawing/2014/main" id="{63A969BC-C77F-C78E-E534-3BE507642F83}"/>
                </a:ext>
              </a:extLst>
            </p:cNvPr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0" name="Google Shape;3570;p40">
              <a:extLst>
                <a:ext uri="{FF2B5EF4-FFF2-40B4-BE49-F238E27FC236}">
                  <a16:creationId xmlns:a16="http://schemas.microsoft.com/office/drawing/2014/main" id="{1E273A17-05DE-8536-F9BB-020F96EF3DC9}"/>
                </a:ext>
              </a:extLst>
            </p:cNvPr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1" name="Google Shape;3571;p40">
              <a:extLst>
                <a:ext uri="{FF2B5EF4-FFF2-40B4-BE49-F238E27FC236}">
                  <a16:creationId xmlns:a16="http://schemas.microsoft.com/office/drawing/2014/main" id="{1B964F77-DD72-F872-8DA9-1BAA6B7DF818}"/>
                </a:ext>
              </a:extLst>
            </p:cNvPr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2" name="Google Shape;3572;p40">
              <a:extLst>
                <a:ext uri="{FF2B5EF4-FFF2-40B4-BE49-F238E27FC236}">
                  <a16:creationId xmlns:a16="http://schemas.microsoft.com/office/drawing/2014/main" id="{BE783C47-59C4-C655-1FF0-7D1EC930FC1E}"/>
                </a:ext>
              </a:extLst>
            </p:cNvPr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3" name="Google Shape;3573;p40">
              <a:extLst>
                <a:ext uri="{FF2B5EF4-FFF2-40B4-BE49-F238E27FC236}">
                  <a16:creationId xmlns:a16="http://schemas.microsoft.com/office/drawing/2014/main" id="{00A828D4-270C-ACDF-2E70-7670AEF87FE4}"/>
                </a:ext>
              </a:extLst>
            </p:cNvPr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402187753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5AC89D0-2C94-0B97-6FBD-954007B99D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C59FFE4-F90B-985A-184D-3E3E63685F6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>
            <a:extLst>
              <a:ext uri="{FF2B5EF4-FFF2-40B4-BE49-F238E27FC236}">
                <a16:creationId xmlns:a16="http://schemas.microsoft.com/office/drawing/2014/main" id="{846F666D-6E9D-250D-B8AD-39D0B99F427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707747" y="1091237"/>
            <a:ext cx="7716253" cy="4052263"/>
          </a:xfrm>
          <a:prstGeom prst="rect">
            <a:avLst/>
          </a:prstGeom>
          <a:effectLst>
            <a:softEdge rad="31750"/>
          </a:effectLst>
        </p:spPr>
      </p:pic>
    </p:spTree>
    <p:extLst>
      <p:ext uri="{BB962C8B-B14F-4D97-AF65-F5344CB8AC3E}">
        <p14:creationId xmlns:p14="http://schemas.microsoft.com/office/powerpoint/2010/main" val="389658025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953C2E3-E5E7-E3DD-EFFD-EF113F3A2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C939A93-ED99-4C2D-9798-34419B3E694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B34AE824-E0E6-A950-8115-98DEF64C822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A </a:t>
            </a:r>
            <a:r>
              <a:rPr lang="pt-BR" sz="3300" b="1" dirty="0">
                <a:latin typeface="Roboto" panose="02000000000000000000" pitchFamily="2" charset="0"/>
                <a:ea typeface="Roboto" panose="02000000000000000000" pitchFamily="2" charset="0"/>
              </a:rPr>
              <a:t>interseção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 (ou intersecção) de dois conjuntos é um novo conjunto formado apenas pelos elementos que pertencem a </a:t>
            </a:r>
            <a:r>
              <a:rPr lang="pt-BR" sz="3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ambos simultaneamente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23899099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86EE7BA-3D3B-95E5-5243-DBD2275B7D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1FF77C7-0513-7A59-71E4-38F53205D38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3D4280E-5FE8-838C-BB54-58E96E37D605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600" dirty="0">
                    <a:latin typeface="Roboto" panose="02000000000000000000" pitchFamily="2" charset="0"/>
                    <a:ea typeface="Roboto" panose="02000000000000000000" pitchFamily="2" charset="0"/>
                  </a:rPr>
                  <a:t>Em matemática, essa operação é representada pelo símbolo </a:t>
                </a:r>
                <a14:m>
                  <m:oMath xmlns:m="http://schemas.openxmlformats.org/officeDocument/2006/math">
                    <m:r>
                      <a:rPr lang="pt-BR" sz="3600" b="1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∩</m:t>
                    </m:r>
                  </m:oMath>
                </a14:m>
                <a:r>
                  <a:rPr lang="pt-BR" sz="36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 </a:t>
                </a:r>
              </a:p>
              <a:p>
                <a:pPr marL="0" lvl="0" indent="0"/>
                <a:r>
                  <a:rPr lang="pt-BR" sz="3600" dirty="0">
                    <a:latin typeface="Roboto" panose="02000000000000000000" pitchFamily="2" charset="0"/>
                    <a:ea typeface="Roboto" panose="02000000000000000000" pitchFamily="2" charset="0"/>
                  </a:rPr>
                  <a:t>(uma ferradura virada para baixo).</a:t>
                </a:r>
                <a:endParaRPr lang="pt-BR" sz="33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3D4280E-5FE8-838C-BB54-58E96E37D605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523" t="-164" r="-589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6510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4205437-6245-CE24-BDC1-FFC7742BE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FEE1FE5C-41A3-75C3-D62E-38D1354FAA2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AE96E5E-0657-3E80-6BC2-EBE486AFAF6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Exemplo Prático</a:t>
            </a:r>
          </a:p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Imagine os seguintes conjuntos:</a:t>
            </a:r>
          </a:p>
          <a:p>
            <a:pPr marL="0" lvl="0" indent="0"/>
            <a:endParaRPr lang="pt-BR" sz="33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Conjunto </a:t>
            </a:r>
            <a:r>
              <a:rPr lang="pt-BR" sz="33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 = {a, b, c, d}</a:t>
            </a:r>
          </a:p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Conjunto </a:t>
            </a:r>
            <a:r>
              <a:rPr lang="pt-BR" sz="33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 = {c, d, e}</a:t>
            </a:r>
          </a:p>
        </p:txBody>
      </p:sp>
    </p:spTree>
    <p:extLst>
      <p:ext uri="{BB962C8B-B14F-4D97-AF65-F5344CB8AC3E}">
        <p14:creationId xmlns:p14="http://schemas.microsoft.com/office/powerpoint/2010/main" val="295113404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D099D561-511D-86AA-3B51-879857DA7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E74F36E-E63F-9775-CB8F-A9BDD85D800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B3C27BC7-D943-F874-F6D9-0BB078422BFC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Os elementos que se repetem (que estão nos dois conjuntos ao mesmo tempo) são apenas o "</a:t>
            </a:r>
            <a:r>
              <a:rPr lang="pt-BR" sz="3300" b="1" dirty="0">
                <a:latin typeface="Roboto" panose="02000000000000000000" pitchFamily="2" charset="0"/>
                <a:ea typeface="Roboto" panose="02000000000000000000" pitchFamily="2" charset="0"/>
              </a:rPr>
              <a:t>c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" e o "</a:t>
            </a:r>
            <a:r>
              <a:rPr lang="pt-BR" sz="3300" b="1" dirty="0">
                <a:latin typeface="Roboto" panose="02000000000000000000" pitchFamily="2" charset="0"/>
                <a:ea typeface="Roboto" panose="02000000000000000000" pitchFamily="2" charset="0"/>
              </a:rPr>
              <a:t>d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".</a:t>
            </a:r>
          </a:p>
        </p:txBody>
      </p:sp>
    </p:spTree>
    <p:extLst>
      <p:ext uri="{BB962C8B-B14F-4D97-AF65-F5344CB8AC3E}">
        <p14:creationId xmlns:p14="http://schemas.microsoft.com/office/powerpoint/2010/main" val="262478865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4ABE1791-2AF3-9CC7-577E-75F36224F7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5E19EE1-397D-F877-44FB-65BC1CB4D91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18755C9-509C-43AD-89EF-964F974F72C4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Portanto:</a:t>
                </a:r>
              </a:p>
              <a:p>
                <a:pPr marL="0" lvl="0" indent="0"/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= 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{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𝑐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, 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𝑑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}</m:t>
                      </m:r>
                    </m:oMath>
                  </m:oMathPara>
                </a14:m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18755C9-509C-43AD-89EF-964F974F72C4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t="-65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3366145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90CBBDAF-E49A-FB0B-66DF-61540AF6F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27D9ADD-50C9-80E3-A595-C1EC0086B06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E214A45-2B02-F0D5-B0D3-1D1BB2CECC6D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Formalmente, escrevemos a interseção assim:</a:t>
                </a: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=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{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∣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e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}</m:t>
                      </m:r>
                    </m:oMath>
                  </m:oMathPara>
                </a14:m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E214A45-2B02-F0D5-B0D3-1D1BB2CECC6D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t="-65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869143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A97DB83-12BF-B359-1242-E3569B2F0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272513CA-2F6E-0CF3-AB5E-C850AFBCF9A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E347D45-33A9-CBB0-D933-6124D799E89D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=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{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∣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e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}</m:t>
                      </m:r>
                    </m:oMath>
                  </m:oMathPara>
                </a14:m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Isso se lê como: "O conjunto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interseção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é formado por todos os elementos </a:t>
                </a:r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x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tal que </a:t>
                </a:r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x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pertence a </a:t>
                </a:r>
                <a:r>
                  <a:rPr lang="pt-BR" sz="4000" i="1" dirty="0" err="1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e </a:t>
                </a:r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x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pertence a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".</a:t>
                </a: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E347D45-33A9-CBB0-D933-6124D799E89D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r="-757" b="-377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5093069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B77419F-4D34-A43A-1BE8-0C476DC8C7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BE8D7B3E-368F-77DC-6518-507B886F688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7D096252-6C3C-88E3-C750-9D36B6083503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A interseção de qualquer conjunto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com o Conjunto Universo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U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é o próprio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 </a:t>
                </a: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𝑈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= 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4000" i="1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7D096252-6C3C-88E3-C750-9D36B6083503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t="-65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6759440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620D141-A837-D607-BD95-50EE2BFB7E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4E32A23-11AB-60A2-5B32-DEDA1213B2B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12E84A00-E71D-78A4-96F0-FB976D1C95D4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Conjunto Vazio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Se dois conjuntos não possuem nenhum elemento em comum, a interseção entre eles é um </a:t>
                </a:r>
                <a:r>
                  <a:rPr lang="pt-BR" sz="3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conjunto vazio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, representado por </a:t>
                </a:r>
                <a14:m>
                  <m:oMath xmlns:m="http://schemas.openxmlformats.org/officeDocument/2006/math">
                    <m:r>
                      <a:rPr lang="pt-BR" sz="30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ou { } .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Nesse caso, eles são chamados de conjuntos disjuntos.</a:t>
                </a: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12E84A00-E71D-78A4-96F0-FB976D1C95D4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7476081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2E45490-E704-3976-62EB-F4370699B1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F84CC77-AFFD-49CD-F11F-CCE14152C78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0820954-368E-ED3C-1BD0-4C05669074D6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Comutativa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: A ordem dos conjuntos não altera o resultado:</a:t>
                </a:r>
              </a:p>
              <a:p>
                <a:pPr marL="0" lvl="0" indent="0"/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= 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0820954-368E-ED3C-1BD0-4C05669074D6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0760215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70" name="Google Shape;4170;p49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5997" t="8525" b="11945"/>
          <a:stretch/>
        </p:blipFill>
        <p:spPr>
          <a:xfrm>
            <a:off x="-25" y="-13725"/>
            <a:ext cx="9143996" cy="5157300"/>
          </a:xfrm>
          <a:prstGeom prst="rect">
            <a:avLst/>
          </a:prstGeom>
        </p:spPr>
      </p:pic>
      <p:sp>
        <p:nvSpPr>
          <p:cNvPr id="4171" name="Google Shape;4171;p49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prática leva a perfeição!</a:t>
            </a:r>
          </a:p>
        </p:txBody>
      </p:sp>
      <p:grpSp>
        <p:nvGrpSpPr>
          <p:cNvPr id="4172" name="Google Shape;4172;p49"/>
          <p:cNvGrpSpPr/>
          <p:nvPr/>
        </p:nvGrpSpPr>
        <p:grpSpPr>
          <a:xfrm>
            <a:off x="7550380" y="598425"/>
            <a:ext cx="2501532" cy="631966"/>
            <a:chOff x="720" y="669960"/>
            <a:chExt cx="1162800" cy="293760"/>
          </a:xfrm>
        </p:grpSpPr>
        <p:sp>
          <p:nvSpPr>
            <p:cNvPr id="4173" name="Google Shape;4173;p49"/>
            <p:cNvSpPr/>
            <p:nvPr/>
          </p:nvSpPr>
          <p:spPr>
            <a:xfrm>
              <a:off x="720" y="703080"/>
              <a:ext cx="84960" cy="101520"/>
            </a:xfrm>
            <a:custGeom>
              <a:avLst/>
              <a:gdLst/>
              <a:ahLst/>
              <a:cxnLst/>
              <a:rect l="l" t="t" r="r" b="b"/>
              <a:pathLst>
                <a:path w="236" h="282" extrusionOk="0">
                  <a:moveTo>
                    <a:pt x="109" y="276"/>
                  </a:moveTo>
                  <a:cubicBezTo>
                    <a:pt x="106" y="273"/>
                    <a:pt x="105" y="270"/>
                    <a:pt x="104" y="266"/>
                  </a:cubicBezTo>
                  <a:cubicBezTo>
                    <a:pt x="104" y="263"/>
                    <a:pt x="103" y="260"/>
                    <a:pt x="103" y="258"/>
                  </a:cubicBezTo>
                  <a:cubicBezTo>
                    <a:pt x="102" y="254"/>
                    <a:pt x="102" y="251"/>
                    <a:pt x="101" y="247"/>
                  </a:cubicBezTo>
                  <a:cubicBezTo>
                    <a:pt x="99" y="237"/>
                    <a:pt x="97" y="228"/>
                    <a:pt x="95" y="218"/>
                  </a:cubicBezTo>
                  <a:cubicBezTo>
                    <a:pt x="94" y="214"/>
                    <a:pt x="92" y="209"/>
                    <a:pt x="91" y="204"/>
                  </a:cubicBezTo>
                  <a:cubicBezTo>
                    <a:pt x="89" y="198"/>
                    <a:pt x="88" y="193"/>
                    <a:pt x="86" y="187"/>
                  </a:cubicBezTo>
                  <a:cubicBezTo>
                    <a:pt x="84" y="181"/>
                    <a:pt x="82" y="176"/>
                    <a:pt x="80" y="170"/>
                  </a:cubicBezTo>
                  <a:cubicBezTo>
                    <a:pt x="78" y="165"/>
                    <a:pt x="76" y="160"/>
                    <a:pt x="74" y="155"/>
                  </a:cubicBezTo>
                  <a:cubicBezTo>
                    <a:pt x="73" y="151"/>
                    <a:pt x="71" y="146"/>
                    <a:pt x="68" y="141"/>
                  </a:cubicBezTo>
                  <a:cubicBezTo>
                    <a:pt x="66" y="135"/>
                    <a:pt x="63" y="130"/>
                    <a:pt x="60" y="124"/>
                  </a:cubicBezTo>
                  <a:cubicBezTo>
                    <a:pt x="56" y="116"/>
                    <a:pt x="52" y="108"/>
                    <a:pt x="47" y="100"/>
                  </a:cubicBezTo>
                  <a:cubicBezTo>
                    <a:pt x="42" y="91"/>
                    <a:pt x="37" y="81"/>
                    <a:pt x="32" y="73"/>
                  </a:cubicBezTo>
                  <a:cubicBezTo>
                    <a:pt x="26" y="64"/>
                    <a:pt x="22" y="57"/>
                    <a:pt x="17" y="49"/>
                  </a:cubicBezTo>
                  <a:cubicBezTo>
                    <a:pt x="13" y="39"/>
                    <a:pt x="7" y="29"/>
                    <a:pt x="3" y="20"/>
                  </a:cubicBezTo>
                  <a:cubicBezTo>
                    <a:pt x="0" y="13"/>
                    <a:pt x="4" y="6"/>
                    <a:pt x="10" y="3"/>
                  </a:cubicBezTo>
                  <a:cubicBezTo>
                    <a:pt x="16" y="0"/>
                    <a:pt x="23" y="4"/>
                    <a:pt x="26" y="10"/>
                  </a:cubicBezTo>
                  <a:cubicBezTo>
                    <a:pt x="28" y="15"/>
                    <a:pt x="30" y="21"/>
                    <a:pt x="32" y="25"/>
                  </a:cubicBezTo>
                  <a:cubicBezTo>
                    <a:pt x="35" y="31"/>
                    <a:pt x="38" y="35"/>
                    <a:pt x="40" y="40"/>
                  </a:cubicBezTo>
                  <a:cubicBezTo>
                    <a:pt x="43" y="46"/>
                    <a:pt x="46" y="52"/>
                    <a:pt x="49" y="57"/>
                  </a:cubicBezTo>
                  <a:cubicBezTo>
                    <a:pt x="56" y="68"/>
                    <a:pt x="62" y="80"/>
                    <a:pt x="68" y="91"/>
                  </a:cubicBezTo>
                  <a:cubicBezTo>
                    <a:pt x="72" y="98"/>
                    <a:pt x="75" y="104"/>
                    <a:pt x="78" y="110"/>
                  </a:cubicBezTo>
                  <a:cubicBezTo>
                    <a:pt x="81" y="115"/>
                    <a:pt x="83" y="120"/>
                    <a:pt x="85" y="126"/>
                  </a:cubicBezTo>
                  <a:cubicBezTo>
                    <a:pt x="88" y="131"/>
                    <a:pt x="90" y="136"/>
                    <a:pt x="92" y="141"/>
                  </a:cubicBezTo>
                  <a:cubicBezTo>
                    <a:pt x="95" y="147"/>
                    <a:pt x="97" y="153"/>
                    <a:pt x="99" y="159"/>
                  </a:cubicBezTo>
                  <a:cubicBezTo>
                    <a:pt x="102" y="168"/>
                    <a:pt x="105" y="176"/>
                    <a:pt x="107" y="184"/>
                  </a:cubicBezTo>
                  <a:cubicBezTo>
                    <a:pt x="110" y="193"/>
                    <a:pt x="113" y="202"/>
                    <a:pt x="116" y="211"/>
                  </a:cubicBezTo>
                  <a:cubicBezTo>
                    <a:pt x="117" y="216"/>
                    <a:pt x="119" y="222"/>
                    <a:pt x="120" y="227"/>
                  </a:cubicBezTo>
                  <a:cubicBezTo>
                    <a:pt x="123" y="213"/>
                    <a:pt x="127" y="199"/>
                    <a:pt x="131" y="185"/>
                  </a:cubicBezTo>
                  <a:cubicBezTo>
                    <a:pt x="134" y="177"/>
                    <a:pt x="136" y="170"/>
                    <a:pt x="139" y="163"/>
                  </a:cubicBezTo>
                  <a:cubicBezTo>
                    <a:pt x="141" y="157"/>
                    <a:pt x="143" y="151"/>
                    <a:pt x="145" y="145"/>
                  </a:cubicBezTo>
                  <a:cubicBezTo>
                    <a:pt x="147" y="141"/>
                    <a:pt x="149" y="135"/>
                    <a:pt x="151" y="131"/>
                  </a:cubicBezTo>
                  <a:cubicBezTo>
                    <a:pt x="154" y="124"/>
                    <a:pt x="158" y="117"/>
                    <a:pt x="161" y="110"/>
                  </a:cubicBezTo>
                  <a:cubicBezTo>
                    <a:pt x="162" y="108"/>
                    <a:pt x="163" y="105"/>
                    <a:pt x="164" y="102"/>
                  </a:cubicBezTo>
                  <a:cubicBezTo>
                    <a:pt x="166" y="98"/>
                    <a:pt x="168" y="95"/>
                    <a:pt x="170" y="91"/>
                  </a:cubicBezTo>
                  <a:cubicBezTo>
                    <a:pt x="173" y="84"/>
                    <a:pt x="177" y="78"/>
                    <a:pt x="181" y="72"/>
                  </a:cubicBezTo>
                  <a:cubicBezTo>
                    <a:pt x="184" y="67"/>
                    <a:pt x="188" y="61"/>
                    <a:pt x="191" y="56"/>
                  </a:cubicBezTo>
                  <a:cubicBezTo>
                    <a:pt x="195" y="50"/>
                    <a:pt x="200" y="43"/>
                    <a:pt x="204" y="37"/>
                  </a:cubicBezTo>
                  <a:cubicBezTo>
                    <a:pt x="204" y="37"/>
                    <a:pt x="204" y="36"/>
                    <a:pt x="205" y="36"/>
                  </a:cubicBezTo>
                  <a:lnTo>
                    <a:pt x="205" y="35"/>
                  </a:lnTo>
                  <a:cubicBezTo>
                    <a:pt x="208" y="32"/>
                    <a:pt x="211" y="28"/>
                    <a:pt x="213" y="25"/>
                  </a:cubicBezTo>
                  <a:cubicBezTo>
                    <a:pt x="217" y="20"/>
                    <a:pt x="225" y="19"/>
                    <a:pt x="229" y="23"/>
                  </a:cubicBezTo>
                  <a:cubicBezTo>
                    <a:pt x="235" y="27"/>
                    <a:pt x="235" y="35"/>
                    <a:pt x="231" y="39"/>
                  </a:cubicBezTo>
                  <a:cubicBezTo>
                    <a:pt x="223" y="49"/>
                    <a:pt x="215" y="60"/>
                    <a:pt x="207" y="71"/>
                  </a:cubicBezTo>
                  <a:cubicBezTo>
                    <a:pt x="208" y="70"/>
                    <a:pt x="208" y="70"/>
                    <a:pt x="208" y="70"/>
                  </a:cubicBezTo>
                  <a:cubicBezTo>
                    <a:pt x="205" y="74"/>
                    <a:pt x="202" y="78"/>
                    <a:pt x="199" y="84"/>
                  </a:cubicBezTo>
                  <a:cubicBezTo>
                    <a:pt x="196" y="89"/>
                    <a:pt x="193" y="94"/>
                    <a:pt x="189" y="100"/>
                  </a:cubicBezTo>
                  <a:cubicBezTo>
                    <a:pt x="186" y="106"/>
                    <a:pt x="183" y="111"/>
                    <a:pt x="180" y="117"/>
                  </a:cubicBezTo>
                  <a:cubicBezTo>
                    <a:pt x="177" y="123"/>
                    <a:pt x="175" y="129"/>
                    <a:pt x="172" y="135"/>
                  </a:cubicBezTo>
                  <a:cubicBezTo>
                    <a:pt x="168" y="146"/>
                    <a:pt x="163" y="158"/>
                    <a:pt x="159" y="169"/>
                  </a:cubicBezTo>
                  <a:cubicBezTo>
                    <a:pt x="157" y="177"/>
                    <a:pt x="154" y="186"/>
                    <a:pt x="151" y="195"/>
                  </a:cubicBezTo>
                  <a:cubicBezTo>
                    <a:pt x="149" y="203"/>
                    <a:pt x="147" y="212"/>
                    <a:pt x="145" y="220"/>
                  </a:cubicBezTo>
                  <a:cubicBezTo>
                    <a:pt x="142" y="228"/>
                    <a:pt x="141" y="236"/>
                    <a:pt x="139" y="244"/>
                  </a:cubicBezTo>
                  <a:cubicBezTo>
                    <a:pt x="138" y="248"/>
                    <a:pt x="137" y="252"/>
                    <a:pt x="136" y="255"/>
                  </a:cubicBezTo>
                  <a:cubicBezTo>
                    <a:pt x="135" y="257"/>
                    <a:pt x="135" y="259"/>
                    <a:pt x="135" y="261"/>
                  </a:cubicBezTo>
                  <a:cubicBezTo>
                    <a:pt x="134" y="263"/>
                    <a:pt x="134" y="266"/>
                    <a:pt x="133" y="268"/>
                  </a:cubicBezTo>
                  <a:cubicBezTo>
                    <a:pt x="131" y="271"/>
                    <a:pt x="130" y="273"/>
                    <a:pt x="128" y="275"/>
                  </a:cubicBezTo>
                  <a:cubicBezTo>
                    <a:pt x="127" y="278"/>
                    <a:pt x="124" y="280"/>
                    <a:pt x="120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4" y="281"/>
                    <a:pt x="111" y="279"/>
                    <a:pt x="109" y="2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4" name="Google Shape;4174;p49"/>
            <p:cNvSpPr/>
            <p:nvPr/>
          </p:nvSpPr>
          <p:spPr>
            <a:xfrm>
              <a:off x="104400" y="72828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5"/>
                    <a:pt x="6" y="0"/>
                    <a:pt x="14" y="0"/>
                  </a:cubicBezTo>
                  <a:cubicBezTo>
                    <a:pt x="21" y="0"/>
                    <a:pt x="27" y="6"/>
                    <a:pt x="27" y="14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5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5" name="Google Shape;4175;p49"/>
            <p:cNvSpPr/>
            <p:nvPr/>
          </p:nvSpPr>
          <p:spPr>
            <a:xfrm>
              <a:off x="101880" y="76320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6"/>
                    <a:pt x="6" y="0"/>
                    <a:pt x="14" y="0"/>
                  </a:cubicBezTo>
                  <a:cubicBezTo>
                    <a:pt x="21" y="0"/>
                    <a:pt x="27" y="6"/>
                    <a:pt x="27" y="13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6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6" name="Google Shape;4176;p49"/>
            <p:cNvSpPr/>
            <p:nvPr/>
          </p:nvSpPr>
          <p:spPr>
            <a:xfrm>
              <a:off x="187200" y="725040"/>
              <a:ext cx="57600" cy="70920"/>
            </a:xfrm>
            <a:custGeom>
              <a:avLst/>
              <a:gdLst/>
              <a:ahLst/>
              <a:cxnLst/>
              <a:rect l="l" t="t" r="r" b="b"/>
              <a:pathLst>
                <a:path w="160" h="197" extrusionOk="0">
                  <a:moveTo>
                    <a:pt x="22" y="196"/>
                  </a:moveTo>
                  <a:cubicBezTo>
                    <a:pt x="15" y="195"/>
                    <a:pt x="7" y="192"/>
                    <a:pt x="3" y="185"/>
                  </a:cubicBezTo>
                  <a:cubicBezTo>
                    <a:pt x="1" y="183"/>
                    <a:pt x="0" y="181"/>
                    <a:pt x="0" y="178"/>
                  </a:cubicBezTo>
                  <a:cubicBezTo>
                    <a:pt x="0" y="174"/>
                    <a:pt x="1" y="171"/>
                    <a:pt x="2" y="168"/>
                  </a:cubicBezTo>
                  <a:cubicBezTo>
                    <a:pt x="3" y="165"/>
                    <a:pt x="5" y="162"/>
                    <a:pt x="7" y="160"/>
                  </a:cubicBezTo>
                  <a:cubicBezTo>
                    <a:pt x="8" y="159"/>
                    <a:pt x="10" y="158"/>
                    <a:pt x="11" y="156"/>
                  </a:cubicBezTo>
                  <a:cubicBezTo>
                    <a:pt x="20" y="147"/>
                    <a:pt x="29" y="139"/>
                    <a:pt x="38" y="130"/>
                  </a:cubicBezTo>
                  <a:cubicBezTo>
                    <a:pt x="47" y="120"/>
                    <a:pt x="57" y="112"/>
                    <a:pt x="67" y="102"/>
                  </a:cubicBezTo>
                  <a:cubicBezTo>
                    <a:pt x="79" y="91"/>
                    <a:pt x="91" y="80"/>
                    <a:pt x="102" y="67"/>
                  </a:cubicBezTo>
                  <a:cubicBezTo>
                    <a:pt x="102" y="67"/>
                    <a:pt x="102" y="68"/>
                    <a:pt x="102" y="69"/>
                  </a:cubicBezTo>
                  <a:cubicBezTo>
                    <a:pt x="106" y="63"/>
                    <a:pt x="111" y="58"/>
                    <a:pt x="115" y="52"/>
                  </a:cubicBezTo>
                  <a:cubicBezTo>
                    <a:pt x="117" y="49"/>
                    <a:pt x="119" y="47"/>
                    <a:pt x="120" y="44"/>
                  </a:cubicBezTo>
                  <a:cubicBezTo>
                    <a:pt x="121" y="42"/>
                    <a:pt x="121" y="41"/>
                    <a:pt x="122" y="40"/>
                  </a:cubicBezTo>
                  <a:cubicBezTo>
                    <a:pt x="122" y="39"/>
                    <a:pt x="123" y="38"/>
                    <a:pt x="123" y="37"/>
                  </a:cubicBezTo>
                  <a:lnTo>
                    <a:pt x="123" y="36"/>
                  </a:lnTo>
                  <a:cubicBezTo>
                    <a:pt x="123" y="35"/>
                    <a:pt x="123" y="35"/>
                    <a:pt x="123" y="35"/>
                  </a:cubicBezTo>
                  <a:cubicBezTo>
                    <a:pt x="123" y="34"/>
                    <a:pt x="123" y="34"/>
                    <a:pt x="123" y="34"/>
                  </a:cubicBezTo>
                  <a:lnTo>
                    <a:pt x="123" y="33"/>
                  </a:lnTo>
                  <a:lnTo>
                    <a:pt x="122" y="33"/>
                  </a:lnTo>
                  <a:lnTo>
                    <a:pt x="121" y="33"/>
                  </a:lnTo>
                  <a:cubicBezTo>
                    <a:pt x="121" y="32"/>
                    <a:pt x="120" y="31"/>
                    <a:pt x="120" y="31"/>
                  </a:cubicBezTo>
                  <a:lnTo>
                    <a:pt x="121" y="31"/>
                  </a:lnTo>
                  <a:cubicBezTo>
                    <a:pt x="120" y="31"/>
                    <a:pt x="120" y="31"/>
                    <a:pt x="119" y="31"/>
                  </a:cubicBezTo>
                  <a:cubicBezTo>
                    <a:pt x="117" y="30"/>
                    <a:pt x="116" y="30"/>
                    <a:pt x="114" y="30"/>
                  </a:cubicBezTo>
                  <a:cubicBezTo>
                    <a:pt x="100" y="27"/>
                    <a:pt x="86" y="26"/>
                    <a:pt x="73" y="24"/>
                  </a:cubicBezTo>
                  <a:cubicBezTo>
                    <a:pt x="65" y="24"/>
                    <a:pt x="57" y="24"/>
                    <a:pt x="50" y="24"/>
                  </a:cubicBezTo>
                  <a:cubicBezTo>
                    <a:pt x="47" y="29"/>
                    <a:pt x="41" y="33"/>
                    <a:pt x="35" y="30"/>
                  </a:cubicBezTo>
                  <a:cubicBezTo>
                    <a:pt x="32" y="29"/>
                    <a:pt x="28" y="28"/>
                    <a:pt x="24" y="26"/>
                  </a:cubicBezTo>
                  <a:cubicBezTo>
                    <a:pt x="19" y="23"/>
                    <a:pt x="17" y="16"/>
                    <a:pt x="19" y="10"/>
                  </a:cubicBezTo>
                  <a:cubicBezTo>
                    <a:pt x="22" y="4"/>
                    <a:pt x="28" y="2"/>
                    <a:pt x="34" y="1"/>
                  </a:cubicBezTo>
                  <a:cubicBezTo>
                    <a:pt x="40" y="0"/>
                    <a:pt x="47" y="0"/>
                    <a:pt x="53" y="0"/>
                  </a:cubicBezTo>
                  <a:cubicBezTo>
                    <a:pt x="67" y="0"/>
                    <a:pt x="81" y="1"/>
                    <a:pt x="94" y="3"/>
                  </a:cubicBezTo>
                  <a:cubicBezTo>
                    <a:pt x="100" y="3"/>
                    <a:pt x="107" y="5"/>
                    <a:pt x="113" y="5"/>
                  </a:cubicBezTo>
                  <a:cubicBezTo>
                    <a:pt x="120" y="6"/>
                    <a:pt x="126" y="7"/>
                    <a:pt x="132" y="10"/>
                  </a:cubicBezTo>
                  <a:cubicBezTo>
                    <a:pt x="135" y="12"/>
                    <a:pt x="138" y="14"/>
                    <a:pt x="140" y="17"/>
                  </a:cubicBezTo>
                  <a:cubicBezTo>
                    <a:pt x="143" y="20"/>
                    <a:pt x="145" y="24"/>
                    <a:pt x="146" y="27"/>
                  </a:cubicBezTo>
                  <a:cubicBezTo>
                    <a:pt x="148" y="34"/>
                    <a:pt x="146" y="42"/>
                    <a:pt x="144" y="49"/>
                  </a:cubicBezTo>
                  <a:cubicBezTo>
                    <a:pt x="141" y="56"/>
                    <a:pt x="136" y="64"/>
                    <a:pt x="130" y="70"/>
                  </a:cubicBezTo>
                  <a:cubicBezTo>
                    <a:pt x="123" y="80"/>
                    <a:pt x="114" y="88"/>
                    <a:pt x="105" y="97"/>
                  </a:cubicBezTo>
                  <a:cubicBezTo>
                    <a:pt x="84" y="118"/>
                    <a:pt x="60" y="139"/>
                    <a:pt x="39" y="161"/>
                  </a:cubicBezTo>
                  <a:cubicBezTo>
                    <a:pt x="40" y="161"/>
                    <a:pt x="40" y="160"/>
                    <a:pt x="40" y="160"/>
                  </a:cubicBezTo>
                  <a:cubicBezTo>
                    <a:pt x="37" y="164"/>
                    <a:pt x="33" y="168"/>
                    <a:pt x="30" y="172"/>
                  </a:cubicBezTo>
                  <a:cubicBezTo>
                    <a:pt x="36" y="172"/>
                    <a:pt x="43" y="172"/>
                    <a:pt x="49" y="172"/>
                  </a:cubicBezTo>
                  <a:cubicBezTo>
                    <a:pt x="65" y="171"/>
                    <a:pt x="81" y="169"/>
                    <a:pt x="96" y="168"/>
                  </a:cubicBezTo>
                  <a:cubicBezTo>
                    <a:pt x="113" y="167"/>
                    <a:pt x="130" y="164"/>
                    <a:pt x="147" y="164"/>
                  </a:cubicBezTo>
                  <a:cubicBezTo>
                    <a:pt x="153" y="165"/>
                    <a:pt x="159" y="170"/>
                    <a:pt x="159" y="177"/>
                  </a:cubicBezTo>
                  <a:cubicBezTo>
                    <a:pt x="159" y="183"/>
                    <a:pt x="153" y="189"/>
                    <a:pt x="147" y="189"/>
                  </a:cubicBezTo>
                  <a:cubicBezTo>
                    <a:pt x="139" y="189"/>
                    <a:pt x="131" y="189"/>
                    <a:pt x="124" y="189"/>
                  </a:cubicBezTo>
                  <a:cubicBezTo>
                    <a:pt x="123" y="189"/>
                    <a:pt x="123" y="189"/>
                    <a:pt x="122" y="189"/>
                  </a:cubicBezTo>
                  <a:cubicBezTo>
                    <a:pt x="121" y="189"/>
                    <a:pt x="121" y="189"/>
                    <a:pt x="120" y="189"/>
                  </a:cubicBezTo>
                  <a:cubicBezTo>
                    <a:pt x="119" y="189"/>
                    <a:pt x="117" y="189"/>
                    <a:pt x="116" y="189"/>
                  </a:cubicBezTo>
                  <a:lnTo>
                    <a:pt x="117" y="189"/>
                  </a:lnTo>
                  <a:cubicBezTo>
                    <a:pt x="105" y="190"/>
                    <a:pt x="92" y="192"/>
                    <a:pt x="79" y="193"/>
                  </a:cubicBezTo>
                  <a:cubicBezTo>
                    <a:pt x="66" y="194"/>
                    <a:pt x="52" y="195"/>
                    <a:pt x="38" y="196"/>
                  </a:cubicBezTo>
                  <a:cubicBezTo>
                    <a:pt x="36" y="196"/>
                    <a:pt x="34" y="196"/>
                    <a:pt x="32" y="196"/>
                  </a:cubicBezTo>
                  <a:cubicBezTo>
                    <a:pt x="28" y="196"/>
                    <a:pt x="25" y="196"/>
                    <a:pt x="22" y="1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7" name="Google Shape;4177;p49"/>
            <p:cNvSpPr/>
            <p:nvPr/>
          </p:nvSpPr>
          <p:spPr>
            <a:xfrm>
              <a:off x="191880" y="747360"/>
              <a:ext cx="60120" cy="15480"/>
            </a:xfrm>
            <a:custGeom>
              <a:avLst/>
              <a:gdLst/>
              <a:ahLst/>
              <a:cxnLst/>
              <a:rect l="l" t="t" r="r" b="b"/>
              <a:pathLst>
                <a:path w="167" h="43" extrusionOk="0">
                  <a:moveTo>
                    <a:pt x="1" y="36"/>
                  </a:moveTo>
                  <a:cubicBezTo>
                    <a:pt x="0" y="32"/>
                    <a:pt x="0" y="26"/>
                    <a:pt x="1" y="22"/>
                  </a:cubicBezTo>
                  <a:cubicBezTo>
                    <a:pt x="5" y="17"/>
                    <a:pt x="11" y="15"/>
                    <a:pt x="17" y="14"/>
                  </a:cubicBezTo>
                  <a:cubicBezTo>
                    <a:pt x="26" y="12"/>
                    <a:pt x="36" y="11"/>
                    <a:pt x="46" y="10"/>
                  </a:cubicBezTo>
                  <a:cubicBezTo>
                    <a:pt x="57" y="8"/>
                    <a:pt x="69" y="7"/>
                    <a:pt x="81" y="6"/>
                  </a:cubicBezTo>
                  <a:cubicBezTo>
                    <a:pt x="105" y="4"/>
                    <a:pt x="129" y="3"/>
                    <a:pt x="153" y="1"/>
                  </a:cubicBezTo>
                  <a:cubicBezTo>
                    <a:pt x="159" y="0"/>
                    <a:pt x="165" y="4"/>
                    <a:pt x="165" y="10"/>
                  </a:cubicBezTo>
                  <a:cubicBezTo>
                    <a:pt x="166" y="15"/>
                    <a:pt x="162" y="21"/>
                    <a:pt x="156" y="22"/>
                  </a:cubicBezTo>
                  <a:cubicBezTo>
                    <a:pt x="135" y="24"/>
                    <a:pt x="114" y="26"/>
                    <a:pt x="94" y="28"/>
                  </a:cubicBezTo>
                  <a:cubicBezTo>
                    <a:pt x="73" y="30"/>
                    <a:pt x="52" y="32"/>
                    <a:pt x="32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8" y="36"/>
                    <a:pt x="25" y="37"/>
                    <a:pt x="22" y="38"/>
                  </a:cubicBezTo>
                  <a:cubicBezTo>
                    <a:pt x="21" y="39"/>
                    <a:pt x="21" y="39"/>
                    <a:pt x="20" y="40"/>
                  </a:cubicBezTo>
                  <a:cubicBezTo>
                    <a:pt x="18" y="42"/>
                    <a:pt x="15" y="42"/>
                    <a:pt x="12" y="42"/>
                  </a:cubicBezTo>
                  <a:cubicBezTo>
                    <a:pt x="8" y="42"/>
                    <a:pt x="4" y="40"/>
                    <a:pt x="1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8" name="Google Shape;4178;p49"/>
            <p:cNvSpPr/>
            <p:nvPr/>
          </p:nvSpPr>
          <p:spPr>
            <a:xfrm>
              <a:off x="271800" y="745200"/>
              <a:ext cx="29880" cy="14400"/>
            </a:xfrm>
            <a:custGeom>
              <a:avLst/>
              <a:gdLst/>
              <a:ahLst/>
              <a:cxnLst/>
              <a:rect l="l" t="t" r="r" b="b"/>
              <a:pathLst>
                <a:path w="83" h="40" extrusionOk="0">
                  <a:moveTo>
                    <a:pt x="66" y="39"/>
                  </a:moveTo>
                  <a:cubicBezTo>
                    <a:pt x="56" y="37"/>
                    <a:pt x="45" y="34"/>
                    <a:pt x="35" y="31"/>
                  </a:cubicBezTo>
                  <a:cubicBezTo>
                    <a:pt x="30" y="30"/>
                    <a:pt x="26" y="29"/>
                    <a:pt x="20" y="28"/>
                  </a:cubicBezTo>
                  <a:cubicBezTo>
                    <a:pt x="18" y="27"/>
                    <a:pt x="16" y="26"/>
                    <a:pt x="13" y="25"/>
                  </a:cubicBezTo>
                  <a:cubicBezTo>
                    <a:pt x="10" y="24"/>
                    <a:pt x="6" y="23"/>
                    <a:pt x="5" y="19"/>
                  </a:cubicBezTo>
                  <a:cubicBezTo>
                    <a:pt x="0" y="12"/>
                    <a:pt x="5" y="3"/>
                    <a:pt x="12" y="1"/>
                  </a:cubicBezTo>
                  <a:cubicBezTo>
                    <a:pt x="16" y="0"/>
                    <a:pt x="19" y="0"/>
                    <a:pt x="22" y="2"/>
                  </a:cubicBezTo>
                  <a:lnTo>
                    <a:pt x="23" y="3"/>
                  </a:lnTo>
                  <a:cubicBezTo>
                    <a:pt x="40" y="9"/>
                    <a:pt x="56" y="13"/>
                    <a:pt x="73" y="17"/>
                  </a:cubicBezTo>
                  <a:cubicBezTo>
                    <a:pt x="79" y="18"/>
                    <a:pt x="82" y="25"/>
                    <a:pt x="81" y="31"/>
                  </a:cubicBezTo>
                  <a:cubicBezTo>
                    <a:pt x="80" y="34"/>
                    <a:pt x="78" y="37"/>
                    <a:pt x="75" y="38"/>
                  </a:cubicBezTo>
                  <a:cubicBezTo>
                    <a:pt x="73" y="39"/>
                    <a:pt x="72" y="39"/>
                    <a:pt x="70" y="39"/>
                  </a:cubicBezTo>
                  <a:cubicBezTo>
                    <a:pt x="69" y="39"/>
                    <a:pt x="68" y="39"/>
                    <a:pt x="66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9" name="Google Shape;4179;p49"/>
            <p:cNvSpPr/>
            <p:nvPr/>
          </p:nvSpPr>
          <p:spPr>
            <a:xfrm>
              <a:off x="274680" y="758880"/>
              <a:ext cx="44640" cy="14400"/>
            </a:xfrm>
            <a:custGeom>
              <a:avLst/>
              <a:gdLst/>
              <a:ahLst/>
              <a:cxnLst/>
              <a:rect l="l" t="t" r="r" b="b"/>
              <a:pathLst>
                <a:path w="124" h="40" extrusionOk="0">
                  <a:moveTo>
                    <a:pt x="12" y="39"/>
                  </a:moveTo>
                  <a:cubicBezTo>
                    <a:pt x="5" y="38"/>
                    <a:pt x="0" y="32"/>
                    <a:pt x="1" y="24"/>
                  </a:cubicBezTo>
                  <a:cubicBezTo>
                    <a:pt x="2" y="17"/>
                    <a:pt x="10" y="12"/>
                    <a:pt x="17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0" y="15"/>
                    <a:pt x="21" y="15"/>
                    <a:pt x="22" y="15"/>
                  </a:cubicBezTo>
                  <a:cubicBezTo>
                    <a:pt x="39" y="14"/>
                    <a:pt x="55" y="11"/>
                    <a:pt x="71" y="8"/>
                  </a:cubicBezTo>
                  <a:cubicBezTo>
                    <a:pt x="84" y="6"/>
                    <a:pt x="98" y="3"/>
                    <a:pt x="110" y="1"/>
                  </a:cubicBezTo>
                  <a:cubicBezTo>
                    <a:pt x="116" y="0"/>
                    <a:pt x="121" y="4"/>
                    <a:pt x="122" y="9"/>
                  </a:cubicBezTo>
                  <a:cubicBezTo>
                    <a:pt x="123" y="14"/>
                    <a:pt x="120" y="20"/>
                    <a:pt x="114" y="22"/>
                  </a:cubicBezTo>
                  <a:cubicBezTo>
                    <a:pt x="100" y="25"/>
                    <a:pt x="85" y="28"/>
                    <a:pt x="70" y="31"/>
                  </a:cubicBezTo>
                  <a:cubicBezTo>
                    <a:pt x="60" y="33"/>
                    <a:pt x="49" y="35"/>
                    <a:pt x="39" y="37"/>
                  </a:cubicBezTo>
                  <a:cubicBezTo>
                    <a:pt x="32" y="38"/>
                    <a:pt x="25" y="39"/>
                    <a:pt x="18" y="39"/>
                  </a:cubicBezTo>
                  <a:cubicBezTo>
                    <a:pt x="17" y="39"/>
                    <a:pt x="15" y="39"/>
                    <a:pt x="12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0" name="Google Shape;4180;p49"/>
            <p:cNvSpPr/>
            <p:nvPr/>
          </p:nvSpPr>
          <p:spPr>
            <a:xfrm>
              <a:off x="342720" y="707760"/>
              <a:ext cx="34920" cy="81720"/>
            </a:xfrm>
            <a:custGeom>
              <a:avLst/>
              <a:gdLst/>
              <a:ahLst/>
              <a:cxnLst/>
              <a:rect l="l" t="t" r="r" b="b"/>
              <a:pathLst>
                <a:path w="97" h="227" extrusionOk="0">
                  <a:moveTo>
                    <a:pt x="38" y="226"/>
                  </a:moveTo>
                  <a:cubicBezTo>
                    <a:pt x="32" y="226"/>
                    <a:pt x="27" y="220"/>
                    <a:pt x="26" y="214"/>
                  </a:cubicBezTo>
                  <a:cubicBezTo>
                    <a:pt x="26" y="206"/>
                    <a:pt x="29" y="198"/>
                    <a:pt x="31" y="191"/>
                  </a:cubicBezTo>
                  <a:cubicBezTo>
                    <a:pt x="32" y="185"/>
                    <a:pt x="33" y="180"/>
                    <a:pt x="34" y="174"/>
                  </a:cubicBezTo>
                  <a:cubicBezTo>
                    <a:pt x="38" y="158"/>
                    <a:pt x="41" y="142"/>
                    <a:pt x="44" y="127"/>
                  </a:cubicBezTo>
                  <a:cubicBezTo>
                    <a:pt x="46" y="114"/>
                    <a:pt x="48" y="100"/>
                    <a:pt x="51" y="87"/>
                  </a:cubicBezTo>
                  <a:cubicBezTo>
                    <a:pt x="48" y="92"/>
                    <a:pt x="45" y="96"/>
                    <a:pt x="42" y="101"/>
                  </a:cubicBezTo>
                  <a:cubicBezTo>
                    <a:pt x="39" y="104"/>
                    <a:pt x="36" y="108"/>
                    <a:pt x="33" y="112"/>
                  </a:cubicBezTo>
                  <a:cubicBezTo>
                    <a:pt x="29" y="117"/>
                    <a:pt x="25" y="122"/>
                    <a:pt x="20" y="125"/>
                  </a:cubicBezTo>
                  <a:cubicBezTo>
                    <a:pt x="16" y="129"/>
                    <a:pt x="10" y="129"/>
                    <a:pt x="6" y="126"/>
                  </a:cubicBezTo>
                  <a:cubicBezTo>
                    <a:pt x="2" y="124"/>
                    <a:pt x="0" y="120"/>
                    <a:pt x="1" y="115"/>
                  </a:cubicBezTo>
                  <a:cubicBezTo>
                    <a:pt x="1" y="111"/>
                    <a:pt x="3" y="107"/>
                    <a:pt x="7" y="104"/>
                  </a:cubicBezTo>
                  <a:cubicBezTo>
                    <a:pt x="9" y="103"/>
                    <a:pt x="10" y="101"/>
                    <a:pt x="12" y="99"/>
                  </a:cubicBezTo>
                  <a:cubicBezTo>
                    <a:pt x="15" y="96"/>
                    <a:pt x="17" y="93"/>
                    <a:pt x="20" y="90"/>
                  </a:cubicBezTo>
                  <a:cubicBezTo>
                    <a:pt x="23" y="86"/>
                    <a:pt x="26" y="82"/>
                    <a:pt x="29" y="79"/>
                  </a:cubicBezTo>
                  <a:cubicBezTo>
                    <a:pt x="35" y="70"/>
                    <a:pt x="41" y="61"/>
                    <a:pt x="47" y="52"/>
                  </a:cubicBezTo>
                  <a:cubicBezTo>
                    <a:pt x="52" y="43"/>
                    <a:pt x="57" y="34"/>
                    <a:pt x="62" y="25"/>
                  </a:cubicBezTo>
                  <a:cubicBezTo>
                    <a:pt x="64" y="22"/>
                    <a:pt x="65" y="19"/>
                    <a:pt x="67" y="15"/>
                  </a:cubicBezTo>
                  <a:cubicBezTo>
                    <a:pt x="68" y="13"/>
                    <a:pt x="69" y="11"/>
                    <a:pt x="70" y="9"/>
                  </a:cubicBezTo>
                  <a:cubicBezTo>
                    <a:pt x="72" y="5"/>
                    <a:pt x="75" y="3"/>
                    <a:pt x="79" y="2"/>
                  </a:cubicBezTo>
                  <a:cubicBezTo>
                    <a:pt x="87" y="0"/>
                    <a:pt x="96" y="8"/>
                    <a:pt x="93" y="17"/>
                  </a:cubicBezTo>
                  <a:cubicBezTo>
                    <a:pt x="89" y="28"/>
                    <a:pt x="86" y="39"/>
                    <a:pt x="83" y="50"/>
                  </a:cubicBezTo>
                  <a:cubicBezTo>
                    <a:pt x="80" y="61"/>
                    <a:pt x="77" y="73"/>
                    <a:pt x="75" y="84"/>
                  </a:cubicBezTo>
                  <a:cubicBezTo>
                    <a:pt x="70" y="106"/>
                    <a:pt x="66" y="127"/>
                    <a:pt x="62" y="149"/>
                  </a:cubicBezTo>
                  <a:cubicBezTo>
                    <a:pt x="60" y="159"/>
                    <a:pt x="58" y="168"/>
                    <a:pt x="57" y="178"/>
                  </a:cubicBezTo>
                  <a:cubicBezTo>
                    <a:pt x="55" y="184"/>
                    <a:pt x="54" y="189"/>
                    <a:pt x="54" y="195"/>
                  </a:cubicBezTo>
                  <a:cubicBezTo>
                    <a:pt x="52" y="201"/>
                    <a:pt x="51" y="206"/>
                    <a:pt x="51" y="212"/>
                  </a:cubicBezTo>
                  <a:cubicBezTo>
                    <a:pt x="51" y="212"/>
                    <a:pt x="51" y="213"/>
                    <a:pt x="51" y="214"/>
                  </a:cubicBezTo>
                  <a:cubicBezTo>
                    <a:pt x="51" y="221"/>
                    <a:pt x="45" y="226"/>
                    <a:pt x="38" y="2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1" name="Google Shape;4181;p49"/>
            <p:cNvSpPr/>
            <p:nvPr/>
          </p:nvSpPr>
          <p:spPr>
            <a:xfrm>
              <a:off x="386280" y="703800"/>
              <a:ext cx="55080" cy="75600"/>
            </a:xfrm>
            <a:custGeom>
              <a:avLst/>
              <a:gdLst/>
              <a:ahLst/>
              <a:cxnLst/>
              <a:rect l="l" t="t" r="r" b="b"/>
              <a:pathLst>
                <a:path w="153" h="210" extrusionOk="0">
                  <a:moveTo>
                    <a:pt x="23" y="154"/>
                  </a:moveTo>
                  <a:cubicBezTo>
                    <a:pt x="23" y="156"/>
                    <a:pt x="23" y="158"/>
                    <a:pt x="23" y="160"/>
                  </a:cubicBezTo>
                  <a:cubicBezTo>
                    <a:pt x="24" y="150"/>
                    <a:pt x="25" y="141"/>
                    <a:pt x="26" y="132"/>
                  </a:cubicBezTo>
                  <a:cubicBezTo>
                    <a:pt x="28" y="126"/>
                    <a:pt x="28" y="121"/>
                    <a:pt x="29" y="115"/>
                  </a:cubicBezTo>
                  <a:cubicBezTo>
                    <a:pt x="28" y="117"/>
                    <a:pt x="28" y="119"/>
                    <a:pt x="27" y="121"/>
                  </a:cubicBezTo>
                  <a:cubicBezTo>
                    <a:pt x="25" y="129"/>
                    <a:pt x="25" y="136"/>
                    <a:pt x="23" y="143"/>
                  </a:cubicBezTo>
                  <a:cubicBezTo>
                    <a:pt x="23" y="147"/>
                    <a:pt x="23" y="150"/>
                    <a:pt x="23" y="154"/>
                  </a:cubicBezTo>
                  <a:moveTo>
                    <a:pt x="49" y="125"/>
                  </a:moveTo>
                  <a:cubicBezTo>
                    <a:pt x="49" y="131"/>
                    <a:pt x="47" y="138"/>
                    <a:pt x="47" y="145"/>
                  </a:cubicBezTo>
                  <a:cubicBezTo>
                    <a:pt x="45" y="157"/>
                    <a:pt x="44" y="169"/>
                    <a:pt x="42" y="182"/>
                  </a:cubicBezTo>
                  <a:cubicBezTo>
                    <a:pt x="42" y="182"/>
                    <a:pt x="42" y="183"/>
                    <a:pt x="42" y="184"/>
                  </a:cubicBezTo>
                  <a:cubicBezTo>
                    <a:pt x="42" y="184"/>
                    <a:pt x="43" y="184"/>
                    <a:pt x="44" y="183"/>
                  </a:cubicBezTo>
                  <a:cubicBezTo>
                    <a:pt x="46" y="182"/>
                    <a:pt x="47" y="182"/>
                    <a:pt x="49" y="181"/>
                  </a:cubicBezTo>
                  <a:cubicBezTo>
                    <a:pt x="51" y="179"/>
                    <a:pt x="53" y="177"/>
                    <a:pt x="56" y="175"/>
                  </a:cubicBezTo>
                  <a:cubicBezTo>
                    <a:pt x="61" y="171"/>
                    <a:pt x="65" y="166"/>
                    <a:pt x="71" y="161"/>
                  </a:cubicBezTo>
                  <a:cubicBezTo>
                    <a:pt x="78" y="152"/>
                    <a:pt x="85" y="143"/>
                    <a:pt x="92" y="134"/>
                  </a:cubicBezTo>
                  <a:cubicBezTo>
                    <a:pt x="96" y="128"/>
                    <a:pt x="100" y="122"/>
                    <a:pt x="104" y="117"/>
                  </a:cubicBezTo>
                  <a:cubicBezTo>
                    <a:pt x="106" y="114"/>
                    <a:pt x="107" y="111"/>
                    <a:pt x="109" y="108"/>
                  </a:cubicBezTo>
                  <a:cubicBezTo>
                    <a:pt x="111" y="104"/>
                    <a:pt x="113" y="101"/>
                    <a:pt x="114" y="98"/>
                  </a:cubicBezTo>
                  <a:cubicBezTo>
                    <a:pt x="118" y="90"/>
                    <a:pt x="122" y="83"/>
                    <a:pt x="125" y="75"/>
                  </a:cubicBezTo>
                  <a:cubicBezTo>
                    <a:pt x="126" y="71"/>
                    <a:pt x="127" y="68"/>
                    <a:pt x="128" y="64"/>
                  </a:cubicBezTo>
                  <a:cubicBezTo>
                    <a:pt x="128" y="61"/>
                    <a:pt x="129" y="58"/>
                    <a:pt x="129" y="55"/>
                  </a:cubicBezTo>
                  <a:cubicBezTo>
                    <a:pt x="129" y="53"/>
                    <a:pt x="130" y="51"/>
                    <a:pt x="129" y="49"/>
                  </a:cubicBezTo>
                  <a:cubicBezTo>
                    <a:pt x="129" y="47"/>
                    <a:pt x="129" y="45"/>
                    <a:pt x="128" y="44"/>
                  </a:cubicBezTo>
                  <a:cubicBezTo>
                    <a:pt x="128" y="43"/>
                    <a:pt x="128" y="43"/>
                    <a:pt x="128" y="41"/>
                  </a:cubicBezTo>
                  <a:cubicBezTo>
                    <a:pt x="127" y="40"/>
                    <a:pt x="127" y="38"/>
                    <a:pt x="126" y="37"/>
                  </a:cubicBezTo>
                  <a:cubicBezTo>
                    <a:pt x="125" y="36"/>
                    <a:pt x="125" y="34"/>
                    <a:pt x="124" y="33"/>
                  </a:cubicBezTo>
                  <a:cubicBezTo>
                    <a:pt x="123" y="32"/>
                    <a:pt x="123" y="31"/>
                    <a:pt x="122" y="30"/>
                  </a:cubicBezTo>
                  <a:cubicBezTo>
                    <a:pt x="122" y="30"/>
                    <a:pt x="121" y="30"/>
                    <a:pt x="121" y="29"/>
                  </a:cubicBezTo>
                  <a:cubicBezTo>
                    <a:pt x="121" y="29"/>
                    <a:pt x="120" y="29"/>
                    <a:pt x="120" y="28"/>
                  </a:cubicBezTo>
                  <a:cubicBezTo>
                    <a:pt x="119" y="27"/>
                    <a:pt x="118" y="27"/>
                    <a:pt x="118" y="27"/>
                  </a:cubicBezTo>
                  <a:cubicBezTo>
                    <a:pt x="117" y="27"/>
                    <a:pt x="117" y="27"/>
                    <a:pt x="117" y="26"/>
                  </a:cubicBezTo>
                  <a:lnTo>
                    <a:pt x="117" y="27"/>
                  </a:lnTo>
                  <a:lnTo>
                    <a:pt x="118" y="27"/>
                  </a:lnTo>
                  <a:lnTo>
                    <a:pt x="117" y="27"/>
                  </a:lnTo>
                  <a:cubicBezTo>
                    <a:pt x="117" y="26"/>
                    <a:pt x="117" y="26"/>
                    <a:pt x="117" y="26"/>
                  </a:cubicBezTo>
                  <a:lnTo>
                    <a:pt x="117" y="27"/>
                  </a:lnTo>
                  <a:cubicBezTo>
                    <a:pt x="117" y="26"/>
                    <a:pt x="116" y="26"/>
                    <a:pt x="116" y="26"/>
                  </a:cubicBezTo>
                  <a:cubicBezTo>
                    <a:pt x="114" y="26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6"/>
                  </a:cubicBezTo>
                  <a:cubicBezTo>
                    <a:pt x="109" y="26"/>
                    <a:pt x="108" y="26"/>
                    <a:pt x="107" y="26"/>
                  </a:cubicBezTo>
                  <a:cubicBezTo>
                    <a:pt x="106" y="26"/>
                    <a:pt x="104" y="27"/>
                    <a:pt x="103" y="27"/>
                  </a:cubicBezTo>
                  <a:cubicBezTo>
                    <a:pt x="101" y="28"/>
                    <a:pt x="99" y="29"/>
                    <a:pt x="96" y="30"/>
                  </a:cubicBezTo>
                  <a:cubicBezTo>
                    <a:pt x="94" y="31"/>
                    <a:pt x="92" y="32"/>
                    <a:pt x="90" y="33"/>
                  </a:cubicBezTo>
                  <a:cubicBezTo>
                    <a:pt x="87" y="36"/>
                    <a:pt x="84" y="37"/>
                    <a:pt x="81" y="40"/>
                  </a:cubicBezTo>
                  <a:cubicBezTo>
                    <a:pt x="79" y="41"/>
                    <a:pt x="77" y="43"/>
                    <a:pt x="75" y="45"/>
                  </a:cubicBezTo>
                  <a:cubicBezTo>
                    <a:pt x="72" y="49"/>
                    <a:pt x="68" y="54"/>
                    <a:pt x="65" y="58"/>
                  </a:cubicBezTo>
                  <a:cubicBezTo>
                    <a:pt x="64" y="59"/>
                    <a:pt x="63" y="61"/>
                    <a:pt x="62" y="63"/>
                  </a:cubicBezTo>
                  <a:cubicBezTo>
                    <a:pt x="61" y="65"/>
                    <a:pt x="60" y="67"/>
                    <a:pt x="60" y="69"/>
                  </a:cubicBezTo>
                  <a:cubicBezTo>
                    <a:pt x="57" y="76"/>
                    <a:pt x="56" y="83"/>
                    <a:pt x="54" y="89"/>
                  </a:cubicBezTo>
                  <a:lnTo>
                    <a:pt x="54" y="88"/>
                  </a:lnTo>
                  <a:cubicBezTo>
                    <a:pt x="52" y="100"/>
                    <a:pt x="51" y="112"/>
                    <a:pt x="49" y="125"/>
                  </a:cubicBezTo>
                  <a:moveTo>
                    <a:pt x="18" y="206"/>
                  </a:moveTo>
                  <a:cubicBezTo>
                    <a:pt x="4" y="199"/>
                    <a:pt x="1" y="182"/>
                    <a:pt x="0" y="168"/>
                  </a:cubicBezTo>
                  <a:cubicBezTo>
                    <a:pt x="0" y="161"/>
                    <a:pt x="0" y="154"/>
                    <a:pt x="0" y="147"/>
                  </a:cubicBezTo>
                  <a:cubicBezTo>
                    <a:pt x="1" y="135"/>
                    <a:pt x="3" y="123"/>
                    <a:pt x="5" y="111"/>
                  </a:cubicBezTo>
                  <a:cubicBezTo>
                    <a:pt x="8" y="100"/>
                    <a:pt x="12" y="89"/>
                    <a:pt x="18" y="78"/>
                  </a:cubicBezTo>
                  <a:cubicBezTo>
                    <a:pt x="23" y="68"/>
                    <a:pt x="30" y="58"/>
                    <a:pt x="39" y="51"/>
                  </a:cubicBezTo>
                  <a:cubicBezTo>
                    <a:pt x="41" y="49"/>
                    <a:pt x="43" y="48"/>
                    <a:pt x="46" y="47"/>
                  </a:cubicBezTo>
                  <a:cubicBezTo>
                    <a:pt x="47" y="45"/>
                    <a:pt x="49" y="43"/>
                    <a:pt x="50" y="41"/>
                  </a:cubicBezTo>
                  <a:cubicBezTo>
                    <a:pt x="53" y="37"/>
                    <a:pt x="56" y="34"/>
                    <a:pt x="58" y="31"/>
                  </a:cubicBezTo>
                  <a:cubicBezTo>
                    <a:pt x="64" y="25"/>
                    <a:pt x="70" y="19"/>
                    <a:pt x="77" y="15"/>
                  </a:cubicBezTo>
                  <a:cubicBezTo>
                    <a:pt x="89" y="6"/>
                    <a:pt x="105" y="0"/>
                    <a:pt x="120" y="4"/>
                  </a:cubicBezTo>
                  <a:cubicBezTo>
                    <a:pt x="128" y="5"/>
                    <a:pt x="134" y="9"/>
                    <a:pt x="139" y="15"/>
                  </a:cubicBezTo>
                  <a:cubicBezTo>
                    <a:pt x="144" y="20"/>
                    <a:pt x="148" y="28"/>
                    <a:pt x="150" y="35"/>
                  </a:cubicBezTo>
                  <a:cubicBezTo>
                    <a:pt x="152" y="42"/>
                    <a:pt x="152" y="50"/>
                    <a:pt x="151" y="57"/>
                  </a:cubicBezTo>
                  <a:cubicBezTo>
                    <a:pt x="151" y="66"/>
                    <a:pt x="148" y="75"/>
                    <a:pt x="145" y="83"/>
                  </a:cubicBezTo>
                  <a:cubicBezTo>
                    <a:pt x="141" y="94"/>
                    <a:pt x="135" y="105"/>
                    <a:pt x="130" y="115"/>
                  </a:cubicBezTo>
                  <a:cubicBezTo>
                    <a:pt x="127" y="121"/>
                    <a:pt x="124" y="126"/>
                    <a:pt x="121" y="131"/>
                  </a:cubicBezTo>
                  <a:cubicBezTo>
                    <a:pt x="117" y="137"/>
                    <a:pt x="113" y="143"/>
                    <a:pt x="109" y="148"/>
                  </a:cubicBezTo>
                  <a:cubicBezTo>
                    <a:pt x="105" y="154"/>
                    <a:pt x="100" y="160"/>
                    <a:pt x="96" y="165"/>
                  </a:cubicBezTo>
                  <a:cubicBezTo>
                    <a:pt x="92" y="171"/>
                    <a:pt x="86" y="177"/>
                    <a:pt x="81" y="182"/>
                  </a:cubicBezTo>
                  <a:cubicBezTo>
                    <a:pt x="75" y="189"/>
                    <a:pt x="68" y="195"/>
                    <a:pt x="61" y="199"/>
                  </a:cubicBezTo>
                  <a:cubicBezTo>
                    <a:pt x="54" y="205"/>
                    <a:pt x="43" y="209"/>
                    <a:pt x="33" y="209"/>
                  </a:cubicBezTo>
                  <a:cubicBezTo>
                    <a:pt x="28" y="209"/>
                    <a:pt x="23" y="209"/>
                    <a:pt x="18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2" name="Google Shape;4182;p49"/>
            <p:cNvSpPr/>
            <p:nvPr/>
          </p:nvSpPr>
          <p:spPr>
            <a:xfrm>
              <a:off x="461520" y="687600"/>
              <a:ext cx="39960" cy="115560"/>
            </a:xfrm>
            <a:custGeom>
              <a:avLst/>
              <a:gdLst/>
              <a:ahLst/>
              <a:cxnLst/>
              <a:rect l="l" t="t" r="r" b="b"/>
              <a:pathLst>
                <a:path w="111" h="321" extrusionOk="0">
                  <a:moveTo>
                    <a:pt x="32" y="314"/>
                  </a:moveTo>
                  <a:cubicBezTo>
                    <a:pt x="28" y="307"/>
                    <a:pt x="24" y="301"/>
                    <a:pt x="21" y="294"/>
                  </a:cubicBezTo>
                  <a:cubicBezTo>
                    <a:pt x="17" y="286"/>
                    <a:pt x="13" y="277"/>
                    <a:pt x="10" y="269"/>
                  </a:cubicBezTo>
                  <a:cubicBezTo>
                    <a:pt x="4" y="252"/>
                    <a:pt x="2" y="235"/>
                    <a:pt x="1" y="218"/>
                  </a:cubicBezTo>
                  <a:cubicBezTo>
                    <a:pt x="0" y="200"/>
                    <a:pt x="0" y="181"/>
                    <a:pt x="3" y="164"/>
                  </a:cubicBezTo>
                  <a:cubicBezTo>
                    <a:pt x="5" y="146"/>
                    <a:pt x="10" y="129"/>
                    <a:pt x="16" y="112"/>
                  </a:cubicBezTo>
                  <a:cubicBezTo>
                    <a:pt x="22" y="96"/>
                    <a:pt x="30" y="80"/>
                    <a:pt x="38" y="65"/>
                  </a:cubicBezTo>
                  <a:cubicBezTo>
                    <a:pt x="48" y="49"/>
                    <a:pt x="59" y="33"/>
                    <a:pt x="72" y="19"/>
                  </a:cubicBezTo>
                  <a:cubicBezTo>
                    <a:pt x="77" y="14"/>
                    <a:pt x="82" y="9"/>
                    <a:pt x="87" y="4"/>
                  </a:cubicBezTo>
                  <a:cubicBezTo>
                    <a:pt x="92" y="0"/>
                    <a:pt x="100" y="0"/>
                    <a:pt x="105" y="4"/>
                  </a:cubicBezTo>
                  <a:cubicBezTo>
                    <a:pt x="110" y="10"/>
                    <a:pt x="109" y="19"/>
                    <a:pt x="103" y="23"/>
                  </a:cubicBezTo>
                  <a:cubicBezTo>
                    <a:pt x="102" y="24"/>
                    <a:pt x="101" y="25"/>
                    <a:pt x="99" y="26"/>
                  </a:cubicBezTo>
                  <a:cubicBezTo>
                    <a:pt x="93" y="32"/>
                    <a:pt x="87" y="38"/>
                    <a:pt x="81" y="44"/>
                  </a:cubicBezTo>
                  <a:lnTo>
                    <a:pt x="82" y="44"/>
                  </a:lnTo>
                  <a:cubicBezTo>
                    <a:pt x="77" y="50"/>
                    <a:pt x="72" y="56"/>
                    <a:pt x="67" y="62"/>
                  </a:cubicBezTo>
                  <a:cubicBezTo>
                    <a:pt x="60" y="72"/>
                    <a:pt x="54" y="83"/>
                    <a:pt x="48" y="95"/>
                  </a:cubicBezTo>
                  <a:cubicBezTo>
                    <a:pt x="43" y="105"/>
                    <a:pt x="38" y="116"/>
                    <a:pt x="34" y="127"/>
                  </a:cubicBezTo>
                  <a:cubicBezTo>
                    <a:pt x="31" y="136"/>
                    <a:pt x="28" y="145"/>
                    <a:pt x="26" y="155"/>
                  </a:cubicBezTo>
                  <a:cubicBezTo>
                    <a:pt x="24" y="164"/>
                    <a:pt x="23" y="173"/>
                    <a:pt x="22" y="182"/>
                  </a:cubicBezTo>
                  <a:cubicBezTo>
                    <a:pt x="21" y="192"/>
                    <a:pt x="21" y="203"/>
                    <a:pt x="22" y="213"/>
                  </a:cubicBezTo>
                  <a:cubicBezTo>
                    <a:pt x="22" y="214"/>
                    <a:pt x="22" y="214"/>
                    <a:pt x="22" y="215"/>
                  </a:cubicBezTo>
                  <a:lnTo>
                    <a:pt x="22" y="214"/>
                  </a:lnTo>
                  <a:cubicBezTo>
                    <a:pt x="23" y="224"/>
                    <a:pt x="24" y="233"/>
                    <a:pt x="25" y="243"/>
                  </a:cubicBezTo>
                  <a:cubicBezTo>
                    <a:pt x="26" y="248"/>
                    <a:pt x="27" y="252"/>
                    <a:pt x="29" y="257"/>
                  </a:cubicBezTo>
                  <a:cubicBezTo>
                    <a:pt x="32" y="266"/>
                    <a:pt x="36" y="275"/>
                    <a:pt x="41" y="284"/>
                  </a:cubicBezTo>
                  <a:cubicBezTo>
                    <a:pt x="40" y="283"/>
                    <a:pt x="40" y="283"/>
                    <a:pt x="40" y="283"/>
                  </a:cubicBezTo>
                  <a:cubicBezTo>
                    <a:pt x="43" y="290"/>
                    <a:pt x="47" y="297"/>
                    <a:pt x="51" y="304"/>
                  </a:cubicBezTo>
                  <a:cubicBezTo>
                    <a:pt x="54" y="309"/>
                    <a:pt x="52" y="315"/>
                    <a:pt x="46" y="318"/>
                  </a:cubicBezTo>
                  <a:cubicBezTo>
                    <a:pt x="45" y="319"/>
                    <a:pt x="43" y="320"/>
                    <a:pt x="41" y="320"/>
                  </a:cubicBezTo>
                  <a:cubicBezTo>
                    <a:pt x="38" y="320"/>
                    <a:pt x="34" y="318"/>
                    <a:pt x="32" y="3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3" name="Google Shape;4183;p49"/>
            <p:cNvSpPr/>
            <p:nvPr/>
          </p:nvSpPr>
          <p:spPr>
            <a:xfrm>
              <a:off x="502920" y="71856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60" y="140"/>
                  </a:moveTo>
                  <a:cubicBezTo>
                    <a:pt x="53" y="132"/>
                    <a:pt x="46" y="123"/>
                    <a:pt x="39" y="114"/>
                  </a:cubicBezTo>
                  <a:cubicBezTo>
                    <a:pt x="34" y="106"/>
                    <a:pt x="29" y="98"/>
                    <a:pt x="24" y="90"/>
                  </a:cubicBezTo>
                  <a:cubicBezTo>
                    <a:pt x="19" y="83"/>
                    <a:pt x="15" y="75"/>
                    <a:pt x="11" y="67"/>
                  </a:cubicBezTo>
                  <a:cubicBezTo>
                    <a:pt x="5" y="56"/>
                    <a:pt x="1" y="45"/>
                    <a:pt x="0" y="32"/>
                  </a:cubicBezTo>
                  <a:cubicBezTo>
                    <a:pt x="0" y="27"/>
                    <a:pt x="0" y="21"/>
                    <a:pt x="2" y="16"/>
                  </a:cubicBezTo>
                  <a:cubicBezTo>
                    <a:pt x="3" y="13"/>
                    <a:pt x="4" y="10"/>
                    <a:pt x="6" y="8"/>
                  </a:cubicBezTo>
                  <a:cubicBezTo>
                    <a:pt x="9" y="2"/>
                    <a:pt x="17" y="0"/>
                    <a:pt x="23" y="3"/>
                  </a:cubicBezTo>
                  <a:cubicBezTo>
                    <a:pt x="29" y="7"/>
                    <a:pt x="31" y="15"/>
                    <a:pt x="27" y="21"/>
                  </a:cubicBezTo>
                  <a:cubicBezTo>
                    <a:pt x="26" y="22"/>
                    <a:pt x="26" y="23"/>
                    <a:pt x="25" y="25"/>
                  </a:cubicBezTo>
                  <a:lnTo>
                    <a:pt x="25" y="26"/>
                  </a:lnTo>
                  <a:cubicBezTo>
                    <a:pt x="25" y="28"/>
                    <a:pt x="25" y="30"/>
                    <a:pt x="25" y="32"/>
                  </a:cubicBezTo>
                  <a:cubicBezTo>
                    <a:pt x="25" y="34"/>
                    <a:pt x="25" y="36"/>
                    <a:pt x="25" y="38"/>
                  </a:cubicBezTo>
                  <a:cubicBezTo>
                    <a:pt x="26" y="41"/>
                    <a:pt x="26" y="44"/>
                    <a:pt x="27" y="46"/>
                  </a:cubicBezTo>
                  <a:cubicBezTo>
                    <a:pt x="29" y="50"/>
                    <a:pt x="30" y="53"/>
                    <a:pt x="32" y="56"/>
                  </a:cubicBezTo>
                  <a:cubicBezTo>
                    <a:pt x="35" y="63"/>
                    <a:pt x="39" y="70"/>
                    <a:pt x="42" y="76"/>
                  </a:cubicBezTo>
                  <a:cubicBezTo>
                    <a:pt x="46" y="82"/>
                    <a:pt x="49" y="88"/>
                    <a:pt x="53" y="94"/>
                  </a:cubicBezTo>
                  <a:cubicBezTo>
                    <a:pt x="57" y="100"/>
                    <a:pt x="61" y="106"/>
                    <a:pt x="67" y="112"/>
                  </a:cubicBezTo>
                  <a:cubicBezTo>
                    <a:pt x="70" y="116"/>
                    <a:pt x="73" y="120"/>
                    <a:pt x="76" y="123"/>
                  </a:cubicBezTo>
                  <a:cubicBezTo>
                    <a:pt x="81" y="128"/>
                    <a:pt x="81" y="136"/>
                    <a:pt x="76" y="140"/>
                  </a:cubicBezTo>
                  <a:cubicBezTo>
                    <a:pt x="74" y="142"/>
                    <a:pt x="71" y="143"/>
                    <a:pt x="68" y="143"/>
                  </a:cubicBezTo>
                  <a:cubicBezTo>
                    <a:pt x="65" y="143"/>
                    <a:pt x="62" y="142"/>
                    <a:pt x="60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4" name="Google Shape;4184;p49"/>
            <p:cNvSpPr/>
            <p:nvPr/>
          </p:nvSpPr>
          <p:spPr>
            <a:xfrm>
              <a:off x="501840" y="724680"/>
              <a:ext cx="57600" cy="55440"/>
            </a:xfrm>
            <a:custGeom>
              <a:avLst/>
              <a:gdLst/>
              <a:ahLst/>
              <a:cxnLst/>
              <a:rect l="l" t="t" r="r" b="b"/>
              <a:pathLst>
                <a:path w="160" h="154" extrusionOk="0">
                  <a:moveTo>
                    <a:pt x="8" y="151"/>
                  </a:moveTo>
                  <a:cubicBezTo>
                    <a:pt x="2" y="148"/>
                    <a:pt x="0" y="140"/>
                    <a:pt x="4" y="135"/>
                  </a:cubicBezTo>
                  <a:cubicBezTo>
                    <a:pt x="11" y="124"/>
                    <a:pt x="18" y="113"/>
                    <a:pt x="26" y="103"/>
                  </a:cubicBezTo>
                  <a:cubicBezTo>
                    <a:pt x="33" y="93"/>
                    <a:pt x="40" y="83"/>
                    <a:pt x="47" y="74"/>
                  </a:cubicBezTo>
                  <a:cubicBezTo>
                    <a:pt x="55" y="64"/>
                    <a:pt x="63" y="54"/>
                    <a:pt x="71" y="44"/>
                  </a:cubicBezTo>
                  <a:cubicBezTo>
                    <a:pt x="82" y="32"/>
                    <a:pt x="93" y="21"/>
                    <a:pt x="106" y="12"/>
                  </a:cubicBezTo>
                  <a:cubicBezTo>
                    <a:pt x="113" y="8"/>
                    <a:pt x="119" y="4"/>
                    <a:pt x="126" y="3"/>
                  </a:cubicBezTo>
                  <a:cubicBezTo>
                    <a:pt x="133" y="1"/>
                    <a:pt x="140" y="0"/>
                    <a:pt x="147" y="1"/>
                  </a:cubicBezTo>
                  <a:cubicBezTo>
                    <a:pt x="154" y="2"/>
                    <a:pt x="159" y="8"/>
                    <a:pt x="158" y="15"/>
                  </a:cubicBezTo>
                  <a:cubicBezTo>
                    <a:pt x="157" y="22"/>
                    <a:pt x="151" y="27"/>
                    <a:pt x="144" y="26"/>
                  </a:cubicBezTo>
                  <a:cubicBezTo>
                    <a:pt x="142" y="26"/>
                    <a:pt x="141" y="25"/>
                    <a:pt x="139" y="25"/>
                  </a:cubicBezTo>
                  <a:cubicBezTo>
                    <a:pt x="138" y="25"/>
                    <a:pt x="138" y="25"/>
                    <a:pt x="137" y="25"/>
                  </a:cubicBezTo>
                  <a:cubicBezTo>
                    <a:pt x="135" y="25"/>
                    <a:pt x="133" y="26"/>
                    <a:pt x="131" y="26"/>
                  </a:cubicBezTo>
                  <a:lnTo>
                    <a:pt x="130" y="27"/>
                  </a:lnTo>
                  <a:cubicBezTo>
                    <a:pt x="128" y="27"/>
                    <a:pt x="127" y="27"/>
                    <a:pt x="126" y="28"/>
                  </a:cubicBezTo>
                  <a:cubicBezTo>
                    <a:pt x="125" y="28"/>
                    <a:pt x="124" y="29"/>
                    <a:pt x="122" y="30"/>
                  </a:cubicBezTo>
                  <a:cubicBezTo>
                    <a:pt x="117" y="34"/>
                    <a:pt x="113" y="37"/>
                    <a:pt x="108" y="41"/>
                  </a:cubicBezTo>
                  <a:cubicBezTo>
                    <a:pt x="101" y="47"/>
                    <a:pt x="94" y="53"/>
                    <a:pt x="88" y="60"/>
                  </a:cubicBezTo>
                  <a:cubicBezTo>
                    <a:pt x="81" y="68"/>
                    <a:pt x="74" y="75"/>
                    <a:pt x="68" y="83"/>
                  </a:cubicBezTo>
                  <a:cubicBezTo>
                    <a:pt x="61" y="92"/>
                    <a:pt x="55" y="101"/>
                    <a:pt x="49" y="109"/>
                  </a:cubicBezTo>
                  <a:cubicBezTo>
                    <a:pt x="40" y="121"/>
                    <a:pt x="32" y="134"/>
                    <a:pt x="24" y="147"/>
                  </a:cubicBezTo>
                  <a:cubicBezTo>
                    <a:pt x="22" y="151"/>
                    <a:pt x="18" y="153"/>
                    <a:pt x="14" y="153"/>
                  </a:cubicBezTo>
                  <a:cubicBezTo>
                    <a:pt x="11" y="153"/>
                    <a:pt x="10" y="152"/>
                    <a:pt x="8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5" name="Google Shape;4185;p49"/>
            <p:cNvSpPr/>
            <p:nvPr/>
          </p:nvSpPr>
          <p:spPr>
            <a:xfrm>
              <a:off x="563400" y="737640"/>
              <a:ext cx="43560" cy="14760"/>
            </a:xfrm>
            <a:custGeom>
              <a:avLst/>
              <a:gdLst/>
              <a:ahLst/>
              <a:cxnLst/>
              <a:rect l="l" t="t" r="r" b="b"/>
              <a:pathLst>
                <a:path w="121" h="41" extrusionOk="0">
                  <a:moveTo>
                    <a:pt x="105" y="40"/>
                  </a:moveTo>
                  <a:cubicBezTo>
                    <a:pt x="89" y="38"/>
                    <a:pt x="73" y="37"/>
                    <a:pt x="56" y="34"/>
                  </a:cubicBezTo>
                  <a:cubicBezTo>
                    <a:pt x="49" y="33"/>
                    <a:pt x="42" y="32"/>
                    <a:pt x="34" y="31"/>
                  </a:cubicBezTo>
                  <a:cubicBezTo>
                    <a:pt x="27" y="29"/>
                    <a:pt x="19" y="28"/>
                    <a:pt x="12" y="27"/>
                  </a:cubicBezTo>
                  <a:cubicBezTo>
                    <a:pt x="5" y="25"/>
                    <a:pt x="0" y="20"/>
                    <a:pt x="0" y="14"/>
                  </a:cubicBezTo>
                  <a:cubicBezTo>
                    <a:pt x="0" y="7"/>
                    <a:pt x="7" y="0"/>
                    <a:pt x="15" y="2"/>
                  </a:cubicBezTo>
                  <a:cubicBezTo>
                    <a:pt x="21" y="3"/>
                    <a:pt x="27" y="4"/>
                    <a:pt x="33" y="6"/>
                  </a:cubicBezTo>
                  <a:cubicBezTo>
                    <a:pt x="58" y="10"/>
                    <a:pt x="83" y="14"/>
                    <a:pt x="109" y="16"/>
                  </a:cubicBezTo>
                  <a:cubicBezTo>
                    <a:pt x="115" y="17"/>
                    <a:pt x="120" y="24"/>
                    <a:pt x="119" y="30"/>
                  </a:cubicBezTo>
                  <a:cubicBezTo>
                    <a:pt x="118" y="36"/>
                    <a:pt x="112" y="40"/>
                    <a:pt x="107" y="40"/>
                  </a:cubicBezTo>
                  <a:cubicBezTo>
                    <a:pt x="106" y="40"/>
                    <a:pt x="106" y="40"/>
                    <a:pt x="105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6" name="Google Shape;4186;p49"/>
            <p:cNvSpPr/>
            <p:nvPr/>
          </p:nvSpPr>
          <p:spPr>
            <a:xfrm>
              <a:off x="583560" y="721080"/>
              <a:ext cx="19080" cy="39240"/>
            </a:xfrm>
            <a:custGeom>
              <a:avLst/>
              <a:gdLst/>
              <a:ahLst/>
              <a:cxnLst/>
              <a:rect l="l" t="t" r="r" b="b"/>
              <a:pathLst>
                <a:path w="53" h="109" extrusionOk="0">
                  <a:moveTo>
                    <a:pt x="12" y="108"/>
                  </a:moveTo>
                  <a:cubicBezTo>
                    <a:pt x="6" y="108"/>
                    <a:pt x="0" y="103"/>
                    <a:pt x="1" y="97"/>
                  </a:cubicBezTo>
                  <a:cubicBezTo>
                    <a:pt x="2" y="81"/>
                    <a:pt x="3" y="66"/>
                    <a:pt x="6" y="51"/>
                  </a:cubicBezTo>
                  <a:cubicBezTo>
                    <a:pt x="8" y="39"/>
                    <a:pt x="13" y="27"/>
                    <a:pt x="18" y="17"/>
                  </a:cubicBezTo>
                  <a:cubicBezTo>
                    <a:pt x="23" y="9"/>
                    <a:pt x="30" y="0"/>
                    <a:pt x="39" y="2"/>
                  </a:cubicBezTo>
                  <a:cubicBezTo>
                    <a:pt x="47" y="3"/>
                    <a:pt x="52" y="11"/>
                    <a:pt x="50" y="18"/>
                  </a:cubicBezTo>
                  <a:cubicBezTo>
                    <a:pt x="49" y="23"/>
                    <a:pt x="45" y="25"/>
                    <a:pt x="41" y="27"/>
                  </a:cubicBezTo>
                  <a:cubicBezTo>
                    <a:pt x="41" y="27"/>
                    <a:pt x="40" y="28"/>
                    <a:pt x="39" y="29"/>
                  </a:cubicBezTo>
                  <a:cubicBezTo>
                    <a:pt x="40" y="28"/>
                    <a:pt x="40" y="28"/>
                    <a:pt x="41" y="27"/>
                  </a:cubicBezTo>
                  <a:cubicBezTo>
                    <a:pt x="39" y="30"/>
                    <a:pt x="38" y="31"/>
                    <a:pt x="37" y="33"/>
                  </a:cubicBezTo>
                  <a:cubicBezTo>
                    <a:pt x="35" y="37"/>
                    <a:pt x="34" y="41"/>
                    <a:pt x="32" y="44"/>
                  </a:cubicBezTo>
                  <a:cubicBezTo>
                    <a:pt x="31" y="49"/>
                    <a:pt x="30" y="53"/>
                    <a:pt x="28" y="58"/>
                  </a:cubicBezTo>
                  <a:cubicBezTo>
                    <a:pt x="26" y="69"/>
                    <a:pt x="25" y="80"/>
                    <a:pt x="24" y="91"/>
                  </a:cubicBezTo>
                  <a:lnTo>
                    <a:pt x="24" y="90"/>
                  </a:lnTo>
                  <a:cubicBezTo>
                    <a:pt x="24" y="92"/>
                    <a:pt x="24" y="95"/>
                    <a:pt x="24" y="97"/>
                  </a:cubicBezTo>
                  <a:cubicBezTo>
                    <a:pt x="23" y="103"/>
                    <a:pt x="19" y="108"/>
                    <a:pt x="12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7" name="Google Shape;4187;p49"/>
            <p:cNvSpPr/>
            <p:nvPr/>
          </p:nvSpPr>
          <p:spPr>
            <a:xfrm>
              <a:off x="636120" y="708480"/>
              <a:ext cx="38160" cy="76320"/>
            </a:xfrm>
            <a:custGeom>
              <a:avLst/>
              <a:gdLst/>
              <a:ahLst/>
              <a:cxnLst/>
              <a:rect l="l" t="t" r="r" b="b"/>
              <a:pathLst>
                <a:path w="106" h="212" extrusionOk="0">
                  <a:moveTo>
                    <a:pt x="16" y="202"/>
                  </a:moveTo>
                  <a:cubicBezTo>
                    <a:pt x="14" y="195"/>
                    <a:pt x="18" y="188"/>
                    <a:pt x="25" y="186"/>
                  </a:cubicBezTo>
                  <a:cubicBezTo>
                    <a:pt x="26" y="186"/>
                    <a:pt x="27" y="186"/>
                    <a:pt x="28" y="186"/>
                  </a:cubicBezTo>
                  <a:cubicBezTo>
                    <a:pt x="29" y="185"/>
                    <a:pt x="30" y="185"/>
                    <a:pt x="31" y="185"/>
                  </a:cubicBezTo>
                  <a:cubicBezTo>
                    <a:pt x="34" y="183"/>
                    <a:pt x="37" y="182"/>
                    <a:pt x="40" y="181"/>
                  </a:cubicBezTo>
                  <a:cubicBezTo>
                    <a:pt x="46" y="178"/>
                    <a:pt x="51" y="175"/>
                    <a:pt x="57" y="172"/>
                  </a:cubicBezTo>
                  <a:cubicBezTo>
                    <a:pt x="60" y="170"/>
                    <a:pt x="61" y="169"/>
                    <a:pt x="63" y="168"/>
                  </a:cubicBezTo>
                  <a:cubicBezTo>
                    <a:pt x="64" y="166"/>
                    <a:pt x="65" y="165"/>
                    <a:pt x="67" y="164"/>
                  </a:cubicBezTo>
                  <a:cubicBezTo>
                    <a:pt x="68" y="163"/>
                    <a:pt x="69" y="161"/>
                    <a:pt x="70" y="160"/>
                  </a:cubicBezTo>
                  <a:cubicBezTo>
                    <a:pt x="72" y="157"/>
                    <a:pt x="74" y="153"/>
                    <a:pt x="76" y="150"/>
                  </a:cubicBezTo>
                  <a:cubicBezTo>
                    <a:pt x="77" y="148"/>
                    <a:pt x="78" y="146"/>
                    <a:pt x="79" y="144"/>
                  </a:cubicBezTo>
                  <a:cubicBezTo>
                    <a:pt x="79" y="142"/>
                    <a:pt x="80" y="140"/>
                    <a:pt x="81" y="139"/>
                  </a:cubicBezTo>
                  <a:cubicBezTo>
                    <a:pt x="81" y="137"/>
                    <a:pt x="81" y="136"/>
                    <a:pt x="81" y="134"/>
                  </a:cubicBezTo>
                  <a:cubicBezTo>
                    <a:pt x="81" y="133"/>
                    <a:pt x="81" y="132"/>
                    <a:pt x="81" y="130"/>
                  </a:cubicBezTo>
                  <a:cubicBezTo>
                    <a:pt x="81" y="130"/>
                    <a:pt x="81" y="131"/>
                    <a:pt x="81" y="132"/>
                  </a:cubicBezTo>
                  <a:cubicBezTo>
                    <a:pt x="81" y="127"/>
                    <a:pt x="80" y="122"/>
                    <a:pt x="79" y="118"/>
                  </a:cubicBezTo>
                  <a:cubicBezTo>
                    <a:pt x="79" y="115"/>
                    <a:pt x="78" y="112"/>
                    <a:pt x="77" y="109"/>
                  </a:cubicBezTo>
                  <a:cubicBezTo>
                    <a:pt x="76" y="108"/>
                    <a:pt x="76" y="106"/>
                    <a:pt x="75" y="105"/>
                  </a:cubicBezTo>
                  <a:cubicBezTo>
                    <a:pt x="75" y="104"/>
                    <a:pt x="74" y="102"/>
                    <a:pt x="73" y="101"/>
                  </a:cubicBezTo>
                  <a:cubicBezTo>
                    <a:pt x="73" y="100"/>
                    <a:pt x="72" y="99"/>
                    <a:pt x="72" y="99"/>
                  </a:cubicBezTo>
                  <a:cubicBezTo>
                    <a:pt x="71" y="98"/>
                    <a:pt x="71" y="98"/>
                    <a:pt x="70" y="97"/>
                  </a:cubicBezTo>
                  <a:cubicBezTo>
                    <a:pt x="70" y="97"/>
                    <a:pt x="69" y="97"/>
                    <a:pt x="69" y="96"/>
                  </a:cubicBezTo>
                  <a:cubicBezTo>
                    <a:pt x="69" y="97"/>
                    <a:pt x="69" y="97"/>
                    <a:pt x="69" y="97"/>
                  </a:cubicBezTo>
                  <a:lnTo>
                    <a:pt x="70" y="97"/>
                  </a:lnTo>
                  <a:lnTo>
                    <a:pt x="69" y="97"/>
                  </a:lnTo>
                  <a:cubicBezTo>
                    <a:pt x="70" y="97"/>
                    <a:pt x="70" y="97"/>
                    <a:pt x="71" y="97"/>
                  </a:cubicBezTo>
                  <a:cubicBezTo>
                    <a:pt x="70" y="97"/>
                    <a:pt x="70" y="97"/>
                    <a:pt x="69" y="97"/>
                  </a:cubicBezTo>
                  <a:cubicBezTo>
                    <a:pt x="69" y="96"/>
                    <a:pt x="68" y="95"/>
                    <a:pt x="68" y="95"/>
                  </a:cubicBezTo>
                  <a:cubicBezTo>
                    <a:pt x="66" y="94"/>
                    <a:pt x="64" y="94"/>
                    <a:pt x="63" y="93"/>
                  </a:cubicBezTo>
                  <a:cubicBezTo>
                    <a:pt x="61" y="93"/>
                    <a:pt x="60" y="92"/>
                    <a:pt x="58" y="92"/>
                  </a:cubicBezTo>
                  <a:cubicBezTo>
                    <a:pt x="56" y="91"/>
                    <a:pt x="54" y="91"/>
                    <a:pt x="52" y="91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8" y="91"/>
                    <a:pt x="47" y="91"/>
                    <a:pt x="46" y="91"/>
                  </a:cubicBezTo>
                  <a:cubicBezTo>
                    <a:pt x="45" y="91"/>
                    <a:pt x="44" y="91"/>
                    <a:pt x="44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1" y="94"/>
                    <a:pt x="40" y="95"/>
                    <a:pt x="39" y="97"/>
                  </a:cubicBezTo>
                  <a:cubicBezTo>
                    <a:pt x="36" y="99"/>
                    <a:pt x="34" y="102"/>
                    <a:pt x="30" y="105"/>
                  </a:cubicBezTo>
                  <a:cubicBezTo>
                    <a:pt x="26" y="108"/>
                    <a:pt x="20" y="109"/>
                    <a:pt x="15" y="106"/>
                  </a:cubicBezTo>
                  <a:cubicBezTo>
                    <a:pt x="9" y="103"/>
                    <a:pt x="7" y="96"/>
                    <a:pt x="9" y="90"/>
                  </a:cubicBezTo>
                  <a:cubicBezTo>
                    <a:pt x="11" y="84"/>
                    <a:pt x="15" y="81"/>
                    <a:pt x="19" y="77"/>
                  </a:cubicBezTo>
                  <a:cubicBezTo>
                    <a:pt x="21" y="76"/>
                    <a:pt x="24" y="74"/>
                    <a:pt x="27" y="73"/>
                  </a:cubicBezTo>
                  <a:cubicBezTo>
                    <a:pt x="31" y="69"/>
                    <a:pt x="34" y="64"/>
                    <a:pt x="37" y="59"/>
                  </a:cubicBezTo>
                  <a:lnTo>
                    <a:pt x="37" y="60"/>
                  </a:lnTo>
                  <a:cubicBezTo>
                    <a:pt x="38" y="58"/>
                    <a:pt x="39" y="56"/>
                    <a:pt x="40" y="54"/>
                  </a:cubicBezTo>
                  <a:cubicBezTo>
                    <a:pt x="44" y="48"/>
                    <a:pt x="47" y="42"/>
                    <a:pt x="49" y="35"/>
                  </a:cubicBezTo>
                  <a:cubicBezTo>
                    <a:pt x="50" y="34"/>
                    <a:pt x="50" y="31"/>
                    <a:pt x="51" y="30"/>
                  </a:cubicBezTo>
                  <a:cubicBezTo>
                    <a:pt x="51" y="29"/>
                    <a:pt x="51" y="28"/>
                    <a:pt x="51" y="27"/>
                  </a:cubicBezTo>
                  <a:cubicBezTo>
                    <a:pt x="47" y="30"/>
                    <a:pt x="43" y="34"/>
                    <a:pt x="40" y="38"/>
                  </a:cubicBezTo>
                  <a:cubicBezTo>
                    <a:pt x="36" y="42"/>
                    <a:pt x="32" y="47"/>
                    <a:pt x="29" y="52"/>
                  </a:cubicBezTo>
                  <a:cubicBezTo>
                    <a:pt x="27" y="53"/>
                    <a:pt x="27" y="55"/>
                    <a:pt x="26" y="57"/>
                  </a:cubicBezTo>
                  <a:cubicBezTo>
                    <a:pt x="26" y="56"/>
                    <a:pt x="26" y="56"/>
                    <a:pt x="26" y="55"/>
                  </a:cubicBezTo>
                  <a:cubicBezTo>
                    <a:pt x="26" y="56"/>
                    <a:pt x="26" y="57"/>
                    <a:pt x="25" y="58"/>
                  </a:cubicBezTo>
                  <a:cubicBezTo>
                    <a:pt x="26" y="64"/>
                    <a:pt x="20" y="70"/>
                    <a:pt x="14" y="70"/>
                  </a:cubicBezTo>
                  <a:cubicBezTo>
                    <a:pt x="14" y="70"/>
                    <a:pt x="13" y="70"/>
                    <a:pt x="12" y="70"/>
                  </a:cubicBezTo>
                  <a:cubicBezTo>
                    <a:pt x="8" y="70"/>
                    <a:pt x="4" y="69"/>
                    <a:pt x="2" y="64"/>
                  </a:cubicBezTo>
                  <a:cubicBezTo>
                    <a:pt x="0" y="60"/>
                    <a:pt x="0" y="56"/>
                    <a:pt x="1" y="52"/>
                  </a:cubicBezTo>
                  <a:cubicBezTo>
                    <a:pt x="2" y="47"/>
                    <a:pt x="7" y="42"/>
                    <a:pt x="9" y="37"/>
                  </a:cubicBezTo>
                  <a:cubicBezTo>
                    <a:pt x="12" y="34"/>
                    <a:pt x="16" y="30"/>
                    <a:pt x="19" y="26"/>
                  </a:cubicBezTo>
                  <a:cubicBezTo>
                    <a:pt x="22" y="22"/>
                    <a:pt x="26" y="18"/>
                    <a:pt x="29" y="14"/>
                  </a:cubicBezTo>
                  <a:cubicBezTo>
                    <a:pt x="32" y="12"/>
                    <a:pt x="34" y="9"/>
                    <a:pt x="37" y="6"/>
                  </a:cubicBezTo>
                  <a:cubicBezTo>
                    <a:pt x="40" y="5"/>
                    <a:pt x="42" y="3"/>
                    <a:pt x="44" y="2"/>
                  </a:cubicBezTo>
                  <a:cubicBezTo>
                    <a:pt x="46" y="2"/>
                    <a:pt x="47" y="1"/>
                    <a:pt x="48" y="1"/>
                  </a:cubicBezTo>
                  <a:cubicBezTo>
                    <a:pt x="50" y="0"/>
                    <a:pt x="51" y="0"/>
                    <a:pt x="53" y="0"/>
                  </a:cubicBezTo>
                  <a:cubicBezTo>
                    <a:pt x="58" y="0"/>
                    <a:pt x="64" y="3"/>
                    <a:pt x="68" y="7"/>
                  </a:cubicBezTo>
                  <a:cubicBezTo>
                    <a:pt x="69" y="9"/>
                    <a:pt x="71" y="11"/>
                    <a:pt x="72" y="14"/>
                  </a:cubicBezTo>
                  <a:cubicBezTo>
                    <a:pt x="74" y="17"/>
                    <a:pt x="74" y="19"/>
                    <a:pt x="75" y="23"/>
                  </a:cubicBezTo>
                  <a:cubicBezTo>
                    <a:pt x="76" y="28"/>
                    <a:pt x="74" y="35"/>
                    <a:pt x="72" y="41"/>
                  </a:cubicBezTo>
                  <a:cubicBezTo>
                    <a:pt x="70" y="46"/>
                    <a:pt x="68" y="52"/>
                    <a:pt x="65" y="57"/>
                  </a:cubicBezTo>
                  <a:cubicBezTo>
                    <a:pt x="63" y="60"/>
                    <a:pt x="61" y="65"/>
                    <a:pt x="60" y="68"/>
                  </a:cubicBezTo>
                  <a:cubicBezTo>
                    <a:pt x="65" y="69"/>
                    <a:pt x="71" y="71"/>
                    <a:pt x="76" y="73"/>
                  </a:cubicBezTo>
                  <a:cubicBezTo>
                    <a:pt x="81" y="76"/>
                    <a:pt x="86" y="80"/>
                    <a:pt x="90" y="84"/>
                  </a:cubicBezTo>
                  <a:cubicBezTo>
                    <a:pt x="94" y="90"/>
                    <a:pt x="97" y="95"/>
                    <a:pt x="99" y="101"/>
                  </a:cubicBezTo>
                  <a:cubicBezTo>
                    <a:pt x="101" y="107"/>
                    <a:pt x="102" y="113"/>
                    <a:pt x="103" y="120"/>
                  </a:cubicBezTo>
                  <a:cubicBezTo>
                    <a:pt x="104" y="127"/>
                    <a:pt x="105" y="135"/>
                    <a:pt x="104" y="143"/>
                  </a:cubicBezTo>
                  <a:cubicBezTo>
                    <a:pt x="101" y="155"/>
                    <a:pt x="94" y="166"/>
                    <a:pt x="87" y="177"/>
                  </a:cubicBezTo>
                  <a:cubicBezTo>
                    <a:pt x="81" y="186"/>
                    <a:pt x="72" y="191"/>
                    <a:pt x="63" y="196"/>
                  </a:cubicBezTo>
                  <a:cubicBezTo>
                    <a:pt x="53" y="203"/>
                    <a:pt x="42" y="208"/>
                    <a:pt x="31" y="211"/>
                  </a:cubicBezTo>
                  <a:cubicBezTo>
                    <a:pt x="30" y="211"/>
                    <a:pt x="29" y="211"/>
                    <a:pt x="28" y="211"/>
                  </a:cubicBezTo>
                  <a:cubicBezTo>
                    <a:pt x="22" y="211"/>
                    <a:pt x="17" y="207"/>
                    <a:pt x="16" y="2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8" name="Google Shape;4188;p49"/>
            <p:cNvSpPr/>
            <p:nvPr/>
          </p:nvSpPr>
          <p:spPr>
            <a:xfrm>
              <a:off x="694440" y="717480"/>
              <a:ext cx="54720" cy="123480"/>
            </a:xfrm>
            <a:custGeom>
              <a:avLst/>
              <a:gdLst/>
              <a:ahLst/>
              <a:cxnLst/>
              <a:rect l="l" t="t" r="r" b="b"/>
              <a:pathLst>
                <a:path w="152" h="343" extrusionOk="0">
                  <a:moveTo>
                    <a:pt x="52" y="319"/>
                  </a:moveTo>
                  <a:cubicBezTo>
                    <a:pt x="53" y="319"/>
                    <a:pt x="53" y="319"/>
                    <a:pt x="54" y="319"/>
                  </a:cubicBezTo>
                  <a:cubicBezTo>
                    <a:pt x="54" y="318"/>
                    <a:pt x="55" y="318"/>
                    <a:pt x="55" y="318"/>
                  </a:cubicBezTo>
                  <a:cubicBezTo>
                    <a:pt x="55" y="317"/>
                    <a:pt x="56" y="317"/>
                    <a:pt x="57" y="317"/>
                  </a:cubicBezTo>
                  <a:cubicBezTo>
                    <a:pt x="57" y="317"/>
                    <a:pt x="58" y="317"/>
                    <a:pt x="58" y="316"/>
                  </a:cubicBezTo>
                  <a:cubicBezTo>
                    <a:pt x="59" y="316"/>
                    <a:pt x="60" y="316"/>
                    <a:pt x="60" y="315"/>
                  </a:cubicBezTo>
                  <a:cubicBezTo>
                    <a:pt x="61" y="314"/>
                    <a:pt x="61" y="314"/>
                    <a:pt x="62" y="313"/>
                  </a:cubicBezTo>
                  <a:cubicBezTo>
                    <a:pt x="62" y="313"/>
                    <a:pt x="63" y="312"/>
                    <a:pt x="64" y="312"/>
                  </a:cubicBezTo>
                  <a:cubicBezTo>
                    <a:pt x="64" y="310"/>
                    <a:pt x="65" y="309"/>
                    <a:pt x="66" y="308"/>
                  </a:cubicBezTo>
                  <a:cubicBezTo>
                    <a:pt x="67" y="306"/>
                    <a:pt x="68" y="303"/>
                    <a:pt x="68" y="302"/>
                  </a:cubicBezTo>
                  <a:cubicBezTo>
                    <a:pt x="72" y="292"/>
                    <a:pt x="74" y="282"/>
                    <a:pt x="77" y="272"/>
                  </a:cubicBezTo>
                  <a:cubicBezTo>
                    <a:pt x="79" y="260"/>
                    <a:pt x="81" y="249"/>
                    <a:pt x="82" y="237"/>
                  </a:cubicBezTo>
                  <a:cubicBezTo>
                    <a:pt x="84" y="223"/>
                    <a:pt x="86" y="209"/>
                    <a:pt x="87" y="195"/>
                  </a:cubicBezTo>
                  <a:cubicBezTo>
                    <a:pt x="88" y="183"/>
                    <a:pt x="89" y="170"/>
                    <a:pt x="90" y="158"/>
                  </a:cubicBezTo>
                  <a:cubicBezTo>
                    <a:pt x="83" y="165"/>
                    <a:pt x="77" y="172"/>
                    <a:pt x="71" y="181"/>
                  </a:cubicBezTo>
                  <a:cubicBezTo>
                    <a:pt x="67" y="184"/>
                    <a:pt x="64" y="188"/>
                    <a:pt x="61" y="192"/>
                  </a:cubicBezTo>
                  <a:cubicBezTo>
                    <a:pt x="57" y="198"/>
                    <a:pt x="53" y="203"/>
                    <a:pt x="49" y="209"/>
                  </a:cubicBezTo>
                  <a:cubicBezTo>
                    <a:pt x="49" y="208"/>
                    <a:pt x="50" y="208"/>
                    <a:pt x="50" y="207"/>
                  </a:cubicBezTo>
                  <a:cubicBezTo>
                    <a:pt x="46" y="213"/>
                    <a:pt x="43" y="218"/>
                    <a:pt x="40" y="224"/>
                  </a:cubicBezTo>
                  <a:cubicBezTo>
                    <a:pt x="36" y="231"/>
                    <a:pt x="33" y="238"/>
                    <a:pt x="31" y="245"/>
                  </a:cubicBezTo>
                  <a:cubicBezTo>
                    <a:pt x="29" y="251"/>
                    <a:pt x="27" y="257"/>
                    <a:pt x="26" y="264"/>
                  </a:cubicBezTo>
                  <a:cubicBezTo>
                    <a:pt x="25" y="267"/>
                    <a:pt x="24" y="271"/>
                    <a:pt x="24" y="274"/>
                  </a:cubicBezTo>
                  <a:cubicBezTo>
                    <a:pt x="24" y="277"/>
                    <a:pt x="24" y="279"/>
                    <a:pt x="24" y="281"/>
                  </a:cubicBezTo>
                  <a:cubicBezTo>
                    <a:pt x="24" y="284"/>
                    <a:pt x="25" y="287"/>
                    <a:pt x="25" y="289"/>
                  </a:cubicBezTo>
                  <a:cubicBezTo>
                    <a:pt x="25" y="292"/>
                    <a:pt x="26" y="294"/>
                    <a:pt x="26" y="295"/>
                  </a:cubicBezTo>
                  <a:cubicBezTo>
                    <a:pt x="27" y="298"/>
                    <a:pt x="27" y="299"/>
                    <a:pt x="29" y="301"/>
                  </a:cubicBezTo>
                  <a:cubicBezTo>
                    <a:pt x="29" y="302"/>
                    <a:pt x="30" y="303"/>
                    <a:pt x="30" y="305"/>
                  </a:cubicBezTo>
                  <a:cubicBezTo>
                    <a:pt x="32" y="306"/>
                    <a:pt x="32" y="308"/>
                    <a:pt x="33" y="309"/>
                  </a:cubicBezTo>
                  <a:cubicBezTo>
                    <a:pt x="34" y="310"/>
                    <a:pt x="35" y="310"/>
                    <a:pt x="36" y="312"/>
                  </a:cubicBezTo>
                  <a:cubicBezTo>
                    <a:pt x="37" y="312"/>
                    <a:pt x="38" y="313"/>
                    <a:pt x="39" y="314"/>
                  </a:cubicBezTo>
                  <a:cubicBezTo>
                    <a:pt x="40" y="314"/>
                    <a:pt x="41" y="315"/>
                    <a:pt x="41" y="316"/>
                  </a:cubicBezTo>
                  <a:cubicBezTo>
                    <a:pt x="43" y="316"/>
                    <a:pt x="44" y="317"/>
                    <a:pt x="45" y="317"/>
                  </a:cubicBezTo>
                  <a:cubicBezTo>
                    <a:pt x="46" y="317"/>
                    <a:pt x="47" y="318"/>
                    <a:pt x="48" y="318"/>
                  </a:cubicBezTo>
                  <a:cubicBezTo>
                    <a:pt x="49" y="318"/>
                    <a:pt x="50" y="319"/>
                    <a:pt x="50" y="319"/>
                  </a:cubicBezTo>
                  <a:cubicBezTo>
                    <a:pt x="51" y="319"/>
                    <a:pt x="51" y="319"/>
                    <a:pt x="52" y="319"/>
                  </a:cubicBezTo>
                  <a:moveTo>
                    <a:pt x="34" y="338"/>
                  </a:moveTo>
                  <a:cubicBezTo>
                    <a:pt x="27" y="335"/>
                    <a:pt x="20" y="330"/>
                    <a:pt x="16" y="324"/>
                  </a:cubicBezTo>
                  <a:cubicBezTo>
                    <a:pt x="5" y="312"/>
                    <a:pt x="1" y="297"/>
                    <a:pt x="1" y="281"/>
                  </a:cubicBezTo>
                  <a:cubicBezTo>
                    <a:pt x="0" y="274"/>
                    <a:pt x="1" y="266"/>
                    <a:pt x="3" y="258"/>
                  </a:cubicBezTo>
                  <a:cubicBezTo>
                    <a:pt x="5" y="249"/>
                    <a:pt x="8" y="240"/>
                    <a:pt x="11" y="232"/>
                  </a:cubicBezTo>
                  <a:cubicBezTo>
                    <a:pt x="17" y="218"/>
                    <a:pt x="24" y="206"/>
                    <a:pt x="33" y="194"/>
                  </a:cubicBezTo>
                  <a:cubicBezTo>
                    <a:pt x="36" y="189"/>
                    <a:pt x="40" y="183"/>
                    <a:pt x="44" y="178"/>
                  </a:cubicBezTo>
                  <a:cubicBezTo>
                    <a:pt x="45" y="176"/>
                    <a:pt x="46" y="175"/>
                    <a:pt x="47" y="174"/>
                  </a:cubicBezTo>
                  <a:cubicBezTo>
                    <a:pt x="50" y="171"/>
                    <a:pt x="53" y="168"/>
                    <a:pt x="55" y="165"/>
                  </a:cubicBezTo>
                  <a:cubicBezTo>
                    <a:pt x="59" y="160"/>
                    <a:pt x="63" y="155"/>
                    <a:pt x="67" y="151"/>
                  </a:cubicBezTo>
                  <a:cubicBezTo>
                    <a:pt x="67" y="152"/>
                    <a:pt x="65" y="153"/>
                    <a:pt x="64" y="153"/>
                  </a:cubicBezTo>
                  <a:cubicBezTo>
                    <a:pt x="58" y="157"/>
                    <a:pt x="53" y="160"/>
                    <a:pt x="45" y="161"/>
                  </a:cubicBezTo>
                  <a:cubicBezTo>
                    <a:pt x="37" y="161"/>
                    <a:pt x="31" y="158"/>
                    <a:pt x="26" y="153"/>
                  </a:cubicBezTo>
                  <a:cubicBezTo>
                    <a:pt x="23" y="150"/>
                    <a:pt x="22" y="147"/>
                    <a:pt x="20" y="144"/>
                  </a:cubicBezTo>
                  <a:cubicBezTo>
                    <a:pt x="19" y="140"/>
                    <a:pt x="19" y="137"/>
                    <a:pt x="19" y="133"/>
                  </a:cubicBezTo>
                  <a:cubicBezTo>
                    <a:pt x="18" y="128"/>
                    <a:pt x="18" y="122"/>
                    <a:pt x="19" y="116"/>
                  </a:cubicBezTo>
                  <a:cubicBezTo>
                    <a:pt x="19" y="109"/>
                    <a:pt x="20" y="101"/>
                    <a:pt x="20" y="94"/>
                  </a:cubicBezTo>
                  <a:cubicBezTo>
                    <a:pt x="21" y="88"/>
                    <a:pt x="22" y="82"/>
                    <a:pt x="23" y="76"/>
                  </a:cubicBezTo>
                  <a:cubicBezTo>
                    <a:pt x="23" y="72"/>
                    <a:pt x="24" y="69"/>
                    <a:pt x="25" y="65"/>
                  </a:cubicBezTo>
                  <a:cubicBezTo>
                    <a:pt x="26" y="59"/>
                    <a:pt x="27" y="53"/>
                    <a:pt x="28" y="47"/>
                  </a:cubicBezTo>
                  <a:cubicBezTo>
                    <a:pt x="31" y="36"/>
                    <a:pt x="34" y="25"/>
                    <a:pt x="40" y="15"/>
                  </a:cubicBezTo>
                  <a:cubicBezTo>
                    <a:pt x="42" y="10"/>
                    <a:pt x="45" y="7"/>
                    <a:pt x="48" y="3"/>
                  </a:cubicBezTo>
                  <a:cubicBezTo>
                    <a:pt x="52" y="1"/>
                    <a:pt x="56" y="0"/>
                    <a:pt x="60" y="0"/>
                  </a:cubicBezTo>
                  <a:cubicBezTo>
                    <a:pt x="67" y="0"/>
                    <a:pt x="73" y="6"/>
                    <a:pt x="73" y="13"/>
                  </a:cubicBezTo>
                  <a:cubicBezTo>
                    <a:pt x="73" y="20"/>
                    <a:pt x="68" y="24"/>
                    <a:pt x="62" y="26"/>
                  </a:cubicBezTo>
                  <a:cubicBezTo>
                    <a:pt x="61" y="26"/>
                    <a:pt x="61" y="27"/>
                    <a:pt x="60" y="28"/>
                  </a:cubicBezTo>
                  <a:cubicBezTo>
                    <a:pt x="58" y="33"/>
                    <a:pt x="56" y="37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3" y="46"/>
                    <a:pt x="51" y="52"/>
                    <a:pt x="50" y="59"/>
                  </a:cubicBezTo>
                  <a:cubicBezTo>
                    <a:pt x="48" y="66"/>
                    <a:pt x="46" y="74"/>
                    <a:pt x="45" y="83"/>
                  </a:cubicBezTo>
                  <a:cubicBezTo>
                    <a:pt x="44" y="87"/>
                    <a:pt x="44" y="91"/>
                    <a:pt x="43" y="95"/>
                  </a:cubicBezTo>
                  <a:cubicBezTo>
                    <a:pt x="43" y="100"/>
                    <a:pt x="43" y="104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2" y="114"/>
                    <a:pt x="41" y="121"/>
                    <a:pt x="41" y="128"/>
                  </a:cubicBezTo>
                  <a:cubicBezTo>
                    <a:pt x="41" y="129"/>
                    <a:pt x="42" y="132"/>
                    <a:pt x="42" y="133"/>
                  </a:cubicBezTo>
                  <a:cubicBezTo>
                    <a:pt x="43" y="135"/>
                    <a:pt x="43" y="135"/>
                    <a:pt x="43" y="136"/>
                  </a:cubicBezTo>
                  <a:lnTo>
                    <a:pt x="43" y="135"/>
                  </a:lnTo>
                  <a:cubicBezTo>
                    <a:pt x="43" y="136"/>
                    <a:pt x="43" y="136"/>
                    <a:pt x="43" y="136"/>
                  </a:cubicBezTo>
                  <a:cubicBezTo>
                    <a:pt x="43" y="137"/>
                    <a:pt x="43" y="137"/>
                    <a:pt x="43" y="137"/>
                  </a:cubicBezTo>
                  <a:lnTo>
                    <a:pt x="44" y="137"/>
                  </a:lnTo>
                  <a:cubicBezTo>
                    <a:pt x="45" y="137"/>
                    <a:pt x="46" y="136"/>
                    <a:pt x="46" y="136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lnTo>
                    <a:pt x="46" y="136"/>
                  </a:lnTo>
                  <a:lnTo>
                    <a:pt x="46" y="137"/>
                  </a:lnTo>
                  <a:cubicBezTo>
                    <a:pt x="46" y="136"/>
                    <a:pt x="47" y="136"/>
                    <a:pt x="47" y="136"/>
                  </a:cubicBezTo>
                  <a:cubicBezTo>
                    <a:pt x="48" y="135"/>
                    <a:pt x="50" y="135"/>
                    <a:pt x="51" y="134"/>
                  </a:cubicBezTo>
                  <a:cubicBezTo>
                    <a:pt x="53" y="132"/>
                    <a:pt x="55" y="130"/>
                    <a:pt x="58" y="129"/>
                  </a:cubicBezTo>
                  <a:cubicBezTo>
                    <a:pt x="61" y="126"/>
                    <a:pt x="65" y="122"/>
                    <a:pt x="68" y="119"/>
                  </a:cubicBezTo>
                  <a:cubicBezTo>
                    <a:pt x="74" y="112"/>
                    <a:pt x="80" y="104"/>
                    <a:pt x="86" y="97"/>
                  </a:cubicBezTo>
                  <a:cubicBezTo>
                    <a:pt x="89" y="92"/>
                    <a:pt x="92" y="87"/>
                    <a:pt x="95" y="82"/>
                  </a:cubicBezTo>
                  <a:cubicBezTo>
                    <a:pt x="99" y="76"/>
                    <a:pt x="102" y="70"/>
                    <a:pt x="105" y="65"/>
                  </a:cubicBezTo>
                  <a:cubicBezTo>
                    <a:pt x="106" y="64"/>
                    <a:pt x="106" y="63"/>
                    <a:pt x="107" y="62"/>
                  </a:cubicBezTo>
                  <a:cubicBezTo>
                    <a:pt x="108" y="58"/>
                    <a:pt x="110" y="53"/>
                    <a:pt x="113" y="48"/>
                  </a:cubicBezTo>
                  <a:cubicBezTo>
                    <a:pt x="115" y="43"/>
                    <a:pt x="122" y="41"/>
                    <a:pt x="127" y="44"/>
                  </a:cubicBezTo>
                  <a:cubicBezTo>
                    <a:pt x="133" y="46"/>
                    <a:pt x="136" y="52"/>
                    <a:pt x="134" y="58"/>
                  </a:cubicBezTo>
                  <a:cubicBezTo>
                    <a:pt x="133" y="62"/>
                    <a:pt x="131" y="66"/>
                    <a:pt x="128" y="70"/>
                  </a:cubicBezTo>
                  <a:lnTo>
                    <a:pt x="128" y="71"/>
                  </a:lnTo>
                  <a:cubicBezTo>
                    <a:pt x="126" y="77"/>
                    <a:pt x="124" y="83"/>
                    <a:pt x="122" y="90"/>
                  </a:cubicBezTo>
                  <a:cubicBezTo>
                    <a:pt x="125" y="86"/>
                    <a:pt x="128" y="83"/>
                    <a:pt x="131" y="80"/>
                  </a:cubicBezTo>
                  <a:cubicBezTo>
                    <a:pt x="135" y="76"/>
                    <a:pt x="141" y="74"/>
                    <a:pt x="146" y="79"/>
                  </a:cubicBezTo>
                  <a:cubicBezTo>
                    <a:pt x="150" y="81"/>
                    <a:pt x="151" y="88"/>
                    <a:pt x="148" y="93"/>
                  </a:cubicBezTo>
                  <a:cubicBezTo>
                    <a:pt x="136" y="105"/>
                    <a:pt x="126" y="117"/>
                    <a:pt x="115" y="129"/>
                  </a:cubicBezTo>
                  <a:cubicBezTo>
                    <a:pt x="115" y="132"/>
                    <a:pt x="114" y="136"/>
                    <a:pt x="114" y="139"/>
                  </a:cubicBezTo>
                  <a:cubicBezTo>
                    <a:pt x="113" y="151"/>
                    <a:pt x="111" y="164"/>
                    <a:pt x="110" y="176"/>
                  </a:cubicBezTo>
                  <a:cubicBezTo>
                    <a:pt x="108" y="202"/>
                    <a:pt x="106" y="228"/>
                    <a:pt x="102" y="253"/>
                  </a:cubicBezTo>
                  <a:cubicBezTo>
                    <a:pt x="101" y="260"/>
                    <a:pt x="100" y="266"/>
                    <a:pt x="99" y="273"/>
                  </a:cubicBezTo>
                  <a:cubicBezTo>
                    <a:pt x="98" y="278"/>
                    <a:pt x="96" y="284"/>
                    <a:pt x="95" y="290"/>
                  </a:cubicBezTo>
                  <a:cubicBezTo>
                    <a:pt x="94" y="293"/>
                    <a:pt x="93" y="296"/>
                    <a:pt x="93" y="299"/>
                  </a:cubicBezTo>
                  <a:cubicBezTo>
                    <a:pt x="91" y="306"/>
                    <a:pt x="89" y="312"/>
                    <a:pt x="87" y="317"/>
                  </a:cubicBezTo>
                  <a:cubicBezTo>
                    <a:pt x="81" y="331"/>
                    <a:pt x="69" y="341"/>
                    <a:pt x="55" y="342"/>
                  </a:cubicBezTo>
                  <a:cubicBezTo>
                    <a:pt x="54" y="342"/>
                    <a:pt x="53" y="342"/>
                    <a:pt x="51" y="342"/>
                  </a:cubicBezTo>
                  <a:cubicBezTo>
                    <a:pt x="46" y="342"/>
                    <a:pt x="40" y="341"/>
                    <a:pt x="34" y="3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9" name="Google Shape;4189;p49"/>
            <p:cNvSpPr/>
            <p:nvPr/>
          </p:nvSpPr>
          <p:spPr>
            <a:xfrm>
              <a:off x="749880" y="669960"/>
              <a:ext cx="26280" cy="126000"/>
            </a:xfrm>
            <a:custGeom>
              <a:avLst/>
              <a:gdLst/>
              <a:ahLst/>
              <a:cxnLst/>
              <a:rect l="l" t="t" r="r" b="b"/>
              <a:pathLst>
                <a:path w="73" h="350" extrusionOk="0">
                  <a:moveTo>
                    <a:pt x="23" y="347"/>
                  </a:moveTo>
                  <a:cubicBezTo>
                    <a:pt x="17" y="343"/>
                    <a:pt x="16" y="335"/>
                    <a:pt x="20" y="329"/>
                  </a:cubicBezTo>
                  <a:cubicBezTo>
                    <a:pt x="21" y="328"/>
                    <a:pt x="23" y="327"/>
                    <a:pt x="24" y="325"/>
                  </a:cubicBezTo>
                  <a:cubicBezTo>
                    <a:pt x="27" y="320"/>
                    <a:pt x="31" y="314"/>
                    <a:pt x="34" y="308"/>
                  </a:cubicBezTo>
                  <a:lnTo>
                    <a:pt x="34" y="309"/>
                  </a:lnTo>
                  <a:lnTo>
                    <a:pt x="34" y="308"/>
                  </a:lnTo>
                  <a:cubicBezTo>
                    <a:pt x="35" y="305"/>
                    <a:pt x="37" y="301"/>
                    <a:pt x="38" y="298"/>
                  </a:cubicBezTo>
                  <a:cubicBezTo>
                    <a:pt x="41" y="289"/>
                    <a:pt x="44" y="279"/>
                    <a:pt x="45" y="270"/>
                  </a:cubicBezTo>
                  <a:cubicBezTo>
                    <a:pt x="47" y="263"/>
                    <a:pt x="48" y="255"/>
                    <a:pt x="49" y="248"/>
                  </a:cubicBezTo>
                  <a:cubicBezTo>
                    <a:pt x="50" y="230"/>
                    <a:pt x="50" y="213"/>
                    <a:pt x="49" y="195"/>
                  </a:cubicBezTo>
                  <a:cubicBezTo>
                    <a:pt x="49" y="183"/>
                    <a:pt x="47" y="170"/>
                    <a:pt x="45" y="158"/>
                  </a:cubicBezTo>
                  <a:cubicBezTo>
                    <a:pt x="43" y="149"/>
                    <a:pt x="41" y="139"/>
                    <a:pt x="39" y="130"/>
                  </a:cubicBezTo>
                  <a:cubicBezTo>
                    <a:pt x="38" y="125"/>
                    <a:pt x="37" y="120"/>
                    <a:pt x="35" y="116"/>
                  </a:cubicBezTo>
                  <a:cubicBezTo>
                    <a:pt x="34" y="111"/>
                    <a:pt x="33" y="106"/>
                    <a:pt x="31" y="101"/>
                  </a:cubicBezTo>
                  <a:cubicBezTo>
                    <a:pt x="27" y="90"/>
                    <a:pt x="24" y="78"/>
                    <a:pt x="19" y="67"/>
                  </a:cubicBezTo>
                  <a:cubicBezTo>
                    <a:pt x="17" y="61"/>
                    <a:pt x="15" y="56"/>
                    <a:pt x="13" y="50"/>
                  </a:cubicBezTo>
                  <a:cubicBezTo>
                    <a:pt x="9" y="41"/>
                    <a:pt x="5" y="32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1" y="19"/>
                    <a:pt x="0" y="15"/>
                    <a:pt x="1" y="10"/>
                  </a:cubicBezTo>
                  <a:cubicBezTo>
                    <a:pt x="2" y="5"/>
                    <a:pt x="6" y="3"/>
                    <a:pt x="10" y="1"/>
                  </a:cubicBezTo>
                  <a:cubicBezTo>
                    <a:pt x="15" y="0"/>
                    <a:pt x="19" y="1"/>
                    <a:pt x="23" y="4"/>
                  </a:cubicBezTo>
                  <a:cubicBezTo>
                    <a:pt x="25" y="5"/>
                    <a:pt x="27" y="8"/>
                    <a:pt x="28" y="10"/>
                  </a:cubicBezTo>
                  <a:cubicBezTo>
                    <a:pt x="30" y="11"/>
                    <a:pt x="31" y="12"/>
                    <a:pt x="32" y="14"/>
                  </a:cubicBezTo>
                  <a:cubicBezTo>
                    <a:pt x="37" y="19"/>
                    <a:pt x="37" y="27"/>
                    <a:pt x="31" y="32"/>
                  </a:cubicBezTo>
                  <a:cubicBezTo>
                    <a:pt x="35" y="42"/>
                    <a:pt x="38" y="53"/>
                    <a:pt x="42" y="63"/>
                  </a:cubicBezTo>
                  <a:cubicBezTo>
                    <a:pt x="44" y="68"/>
                    <a:pt x="45" y="73"/>
                    <a:pt x="47" y="78"/>
                  </a:cubicBezTo>
                  <a:cubicBezTo>
                    <a:pt x="49" y="84"/>
                    <a:pt x="51" y="90"/>
                    <a:pt x="53" y="96"/>
                  </a:cubicBezTo>
                  <a:cubicBezTo>
                    <a:pt x="56" y="108"/>
                    <a:pt x="59" y="120"/>
                    <a:pt x="62" y="132"/>
                  </a:cubicBezTo>
                  <a:cubicBezTo>
                    <a:pt x="63" y="139"/>
                    <a:pt x="65" y="146"/>
                    <a:pt x="66" y="153"/>
                  </a:cubicBezTo>
                  <a:cubicBezTo>
                    <a:pt x="68" y="162"/>
                    <a:pt x="69" y="170"/>
                    <a:pt x="69" y="178"/>
                  </a:cubicBezTo>
                  <a:cubicBezTo>
                    <a:pt x="70" y="187"/>
                    <a:pt x="71" y="197"/>
                    <a:pt x="71" y="205"/>
                  </a:cubicBezTo>
                  <a:cubicBezTo>
                    <a:pt x="72" y="216"/>
                    <a:pt x="71" y="226"/>
                    <a:pt x="71" y="236"/>
                  </a:cubicBezTo>
                  <a:cubicBezTo>
                    <a:pt x="70" y="250"/>
                    <a:pt x="69" y="264"/>
                    <a:pt x="66" y="278"/>
                  </a:cubicBezTo>
                  <a:cubicBezTo>
                    <a:pt x="63" y="291"/>
                    <a:pt x="61" y="304"/>
                    <a:pt x="55" y="316"/>
                  </a:cubicBezTo>
                  <a:cubicBezTo>
                    <a:pt x="51" y="325"/>
                    <a:pt x="45" y="335"/>
                    <a:pt x="40" y="343"/>
                  </a:cubicBezTo>
                  <a:cubicBezTo>
                    <a:pt x="37" y="347"/>
                    <a:pt x="34" y="349"/>
                    <a:pt x="30" y="349"/>
                  </a:cubicBezTo>
                  <a:cubicBezTo>
                    <a:pt x="27" y="349"/>
                    <a:pt x="26" y="348"/>
                    <a:pt x="23" y="3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0" name="Google Shape;4190;p49"/>
            <p:cNvSpPr/>
            <p:nvPr/>
          </p:nvSpPr>
          <p:spPr>
            <a:xfrm>
              <a:off x="783720" y="761760"/>
              <a:ext cx="18000" cy="48240"/>
            </a:xfrm>
            <a:custGeom>
              <a:avLst/>
              <a:gdLst/>
              <a:ahLst/>
              <a:cxnLst/>
              <a:rect l="l" t="t" r="r" b="b"/>
              <a:pathLst>
                <a:path w="50" h="134" extrusionOk="0">
                  <a:moveTo>
                    <a:pt x="10" y="133"/>
                  </a:moveTo>
                  <a:cubicBezTo>
                    <a:pt x="4" y="131"/>
                    <a:pt x="0" y="125"/>
                    <a:pt x="2" y="119"/>
                  </a:cubicBezTo>
                  <a:cubicBezTo>
                    <a:pt x="5" y="102"/>
                    <a:pt x="10" y="86"/>
                    <a:pt x="13" y="70"/>
                  </a:cubicBezTo>
                  <a:cubicBezTo>
                    <a:pt x="15" y="60"/>
                    <a:pt x="17" y="51"/>
                    <a:pt x="18" y="42"/>
                  </a:cubicBezTo>
                  <a:cubicBezTo>
                    <a:pt x="19" y="36"/>
                    <a:pt x="21" y="31"/>
                    <a:pt x="21" y="25"/>
                  </a:cubicBezTo>
                  <a:cubicBezTo>
                    <a:pt x="22" y="23"/>
                    <a:pt x="22" y="20"/>
                    <a:pt x="22" y="17"/>
                  </a:cubicBezTo>
                  <a:cubicBezTo>
                    <a:pt x="22" y="15"/>
                    <a:pt x="22" y="13"/>
                    <a:pt x="23" y="10"/>
                  </a:cubicBezTo>
                  <a:cubicBezTo>
                    <a:pt x="25" y="4"/>
                    <a:pt x="32" y="0"/>
                    <a:pt x="39" y="2"/>
                  </a:cubicBezTo>
                  <a:cubicBezTo>
                    <a:pt x="46" y="4"/>
                    <a:pt x="49" y="11"/>
                    <a:pt x="47" y="17"/>
                  </a:cubicBezTo>
                  <a:lnTo>
                    <a:pt x="47" y="18"/>
                  </a:lnTo>
                  <a:cubicBezTo>
                    <a:pt x="46" y="26"/>
                    <a:pt x="45" y="34"/>
                    <a:pt x="43" y="42"/>
                  </a:cubicBezTo>
                  <a:cubicBezTo>
                    <a:pt x="42" y="51"/>
                    <a:pt x="39" y="59"/>
                    <a:pt x="38" y="68"/>
                  </a:cubicBezTo>
                  <a:cubicBezTo>
                    <a:pt x="33" y="87"/>
                    <a:pt x="29" y="106"/>
                    <a:pt x="24" y="125"/>
                  </a:cubicBezTo>
                  <a:cubicBezTo>
                    <a:pt x="23" y="130"/>
                    <a:pt x="18" y="133"/>
                    <a:pt x="13" y="133"/>
                  </a:cubicBezTo>
                  <a:cubicBezTo>
                    <a:pt x="12" y="133"/>
                    <a:pt x="11" y="133"/>
                    <a:pt x="1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1" name="Google Shape;4191;p49"/>
            <p:cNvSpPr/>
            <p:nvPr/>
          </p:nvSpPr>
          <p:spPr>
            <a:xfrm>
              <a:off x="840960" y="730080"/>
              <a:ext cx="33120" cy="39240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102"/>
                  </a:moveTo>
                  <a:cubicBezTo>
                    <a:pt x="62" y="91"/>
                    <a:pt x="55" y="80"/>
                    <a:pt x="49" y="70"/>
                  </a:cubicBezTo>
                  <a:cubicBezTo>
                    <a:pt x="46" y="66"/>
                    <a:pt x="43" y="61"/>
                    <a:pt x="40" y="57"/>
                  </a:cubicBezTo>
                  <a:cubicBezTo>
                    <a:pt x="36" y="52"/>
                    <a:pt x="33" y="48"/>
                    <a:pt x="29" y="43"/>
                  </a:cubicBezTo>
                  <a:cubicBezTo>
                    <a:pt x="26" y="40"/>
                    <a:pt x="23" y="37"/>
                    <a:pt x="20" y="33"/>
                  </a:cubicBezTo>
                  <a:cubicBezTo>
                    <a:pt x="19" y="33"/>
                    <a:pt x="18" y="32"/>
                    <a:pt x="17" y="31"/>
                  </a:cubicBezTo>
                  <a:cubicBezTo>
                    <a:pt x="16" y="32"/>
                    <a:pt x="15" y="32"/>
                    <a:pt x="13" y="31"/>
                  </a:cubicBezTo>
                  <a:cubicBezTo>
                    <a:pt x="9" y="31"/>
                    <a:pt x="6" y="28"/>
                    <a:pt x="4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3" y="23"/>
                    <a:pt x="1" y="21"/>
                    <a:pt x="1" y="20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3" y="4"/>
                    <a:pt x="10" y="0"/>
                    <a:pt x="17" y="2"/>
                  </a:cubicBezTo>
                  <a:cubicBezTo>
                    <a:pt x="18" y="3"/>
                    <a:pt x="20" y="3"/>
                    <a:pt x="21" y="4"/>
                  </a:cubicBezTo>
                  <a:cubicBezTo>
                    <a:pt x="24" y="5"/>
                    <a:pt x="25" y="6"/>
                    <a:pt x="27" y="7"/>
                  </a:cubicBezTo>
                  <a:cubicBezTo>
                    <a:pt x="29" y="10"/>
                    <a:pt x="32" y="12"/>
                    <a:pt x="34" y="14"/>
                  </a:cubicBezTo>
                  <a:cubicBezTo>
                    <a:pt x="37" y="17"/>
                    <a:pt x="40" y="20"/>
                    <a:pt x="42" y="23"/>
                  </a:cubicBezTo>
                  <a:cubicBezTo>
                    <a:pt x="49" y="30"/>
                    <a:pt x="54" y="37"/>
                    <a:pt x="59" y="44"/>
                  </a:cubicBezTo>
                  <a:cubicBezTo>
                    <a:pt x="70" y="59"/>
                    <a:pt x="79" y="74"/>
                    <a:pt x="88" y="90"/>
                  </a:cubicBezTo>
                  <a:cubicBezTo>
                    <a:pt x="91" y="95"/>
                    <a:pt x="89" y="103"/>
                    <a:pt x="83" y="106"/>
                  </a:cubicBezTo>
                  <a:cubicBezTo>
                    <a:pt x="81" y="107"/>
                    <a:pt x="80" y="108"/>
                    <a:pt x="77" y="108"/>
                  </a:cubicBezTo>
                  <a:cubicBezTo>
                    <a:pt x="73" y="108"/>
                    <a:pt x="69" y="105"/>
                    <a:pt x="67" y="1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2" name="Google Shape;4192;p49"/>
            <p:cNvSpPr/>
            <p:nvPr/>
          </p:nvSpPr>
          <p:spPr>
            <a:xfrm>
              <a:off x="850680" y="720360"/>
              <a:ext cx="47160" cy="47880"/>
            </a:xfrm>
            <a:custGeom>
              <a:avLst/>
              <a:gdLst/>
              <a:ahLst/>
              <a:cxnLst/>
              <a:rect l="l" t="t" r="r" b="b"/>
              <a:pathLst>
                <a:path w="131" h="133" extrusionOk="0">
                  <a:moveTo>
                    <a:pt x="6" y="129"/>
                  </a:moveTo>
                  <a:cubicBezTo>
                    <a:pt x="1" y="125"/>
                    <a:pt x="0" y="117"/>
                    <a:pt x="4" y="113"/>
                  </a:cubicBezTo>
                  <a:cubicBezTo>
                    <a:pt x="18" y="94"/>
                    <a:pt x="33" y="78"/>
                    <a:pt x="48" y="60"/>
                  </a:cubicBezTo>
                  <a:cubicBezTo>
                    <a:pt x="54" y="53"/>
                    <a:pt x="61" y="45"/>
                    <a:pt x="68" y="37"/>
                  </a:cubicBezTo>
                  <a:cubicBezTo>
                    <a:pt x="75" y="30"/>
                    <a:pt x="81" y="24"/>
                    <a:pt x="88" y="18"/>
                  </a:cubicBezTo>
                  <a:cubicBezTo>
                    <a:pt x="95" y="12"/>
                    <a:pt x="102" y="8"/>
                    <a:pt x="110" y="4"/>
                  </a:cubicBezTo>
                  <a:cubicBezTo>
                    <a:pt x="116" y="0"/>
                    <a:pt x="123" y="2"/>
                    <a:pt x="127" y="8"/>
                  </a:cubicBezTo>
                  <a:cubicBezTo>
                    <a:pt x="130" y="14"/>
                    <a:pt x="128" y="22"/>
                    <a:pt x="122" y="26"/>
                  </a:cubicBezTo>
                  <a:cubicBezTo>
                    <a:pt x="117" y="28"/>
                    <a:pt x="113" y="30"/>
                    <a:pt x="109" y="33"/>
                  </a:cubicBezTo>
                  <a:lnTo>
                    <a:pt x="110" y="32"/>
                  </a:lnTo>
                  <a:cubicBezTo>
                    <a:pt x="107" y="34"/>
                    <a:pt x="104" y="37"/>
                    <a:pt x="101" y="39"/>
                  </a:cubicBezTo>
                  <a:cubicBezTo>
                    <a:pt x="94" y="46"/>
                    <a:pt x="87" y="53"/>
                    <a:pt x="80" y="60"/>
                  </a:cubicBezTo>
                  <a:lnTo>
                    <a:pt x="81" y="59"/>
                  </a:lnTo>
                  <a:cubicBezTo>
                    <a:pt x="61" y="81"/>
                    <a:pt x="41" y="103"/>
                    <a:pt x="23" y="127"/>
                  </a:cubicBezTo>
                  <a:cubicBezTo>
                    <a:pt x="21" y="130"/>
                    <a:pt x="17" y="132"/>
                    <a:pt x="14" y="132"/>
                  </a:cubicBezTo>
                  <a:cubicBezTo>
                    <a:pt x="11" y="132"/>
                    <a:pt x="8" y="131"/>
                    <a:pt x="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3" name="Google Shape;4193;p49"/>
            <p:cNvSpPr/>
            <p:nvPr/>
          </p:nvSpPr>
          <p:spPr>
            <a:xfrm>
              <a:off x="920520" y="738720"/>
              <a:ext cx="26280" cy="14040"/>
            </a:xfrm>
            <a:custGeom>
              <a:avLst/>
              <a:gdLst/>
              <a:ahLst/>
              <a:cxnLst/>
              <a:rect l="l" t="t" r="r" b="b"/>
              <a:pathLst>
                <a:path w="73" h="39" extrusionOk="0">
                  <a:moveTo>
                    <a:pt x="12" y="37"/>
                  </a:moveTo>
                  <a:cubicBezTo>
                    <a:pt x="4" y="35"/>
                    <a:pt x="0" y="24"/>
                    <a:pt x="5" y="17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11" y="12"/>
                    <a:pt x="15" y="10"/>
                    <a:pt x="18" y="9"/>
                  </a:cubicBezTo>
                  <a:cubicBezTo>
                    <a:pt x="22" y="7"/>
                    <a:pt x="27" y="6"/>
                    <a:pt x="32" y="6"/>
                  </a:cubicBezTo>
                  <a:cubicBezTo>
                    <a:pt x="40" y="4"/>
                    <a:pt x="49" y="3"/>
                    <a:pt x="58" y="1"/>
                  </a:cubicBezTo>
                  <a:cubicBezTo>
                    <a:pt x="64" y="0"/>
                    <a:pt x="71" y="5"/>
                    <a:pt x="71" y="11"/>
                  </a:cubicBezTo>
                  <a:cubicBezTo>
                    <a:pt x="72" y="18"/>
                    <a:pt x="67" y="24"/>
                    <a:pt x="61" y="25"/>
                  </a:cubicBezTo>
                  <a:cubicBezTo>
                    <a:pt x="55" y="26"/>
                    <a:pt x="49" y="27"/>
                    <a:pt x="43" y="28"/>
                  </a:cubicBezTo>
                  <a:cubicBezTo>
                    <a:pt x="37" y="29"/>
                    <a:pt x="33" y="30"/>
                    <a:pt x="28" y="32"/>
                  </a:cubicBezTo>
                  <a:cubicBezTo>
                    <a:pt x="27" y="32"/>
                    <a:pt x="26" y="32"/>
                    <a:pt x="26" y="32"/>
                  </a:cubicBezTo>
                  <a:cubicBezTo>
                    <a:pt x="23" y="36"/>
                    <a:pt x="20" y="38"/>
                    <a:pt x="16" y="38"/>
                  </a:cubicBezTo>
                  <a:cubicBezTo>
                    <a:pt x="15" y="38"/>
                    <a:pt x="14" y="38"/>
                    <a:pt x="12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4" name="Google Shape;4194;p49"/>
            <p:cNvSpPr/>
            <p:nvPr/>
          </p:nvSpPr>
          <p:spPr>
            <a:xfrm>
              <a:off x="927360" y="716400"/>
              <a:ext cx="18720" cy="42480"/>
            </a:xfrm>
            <a:custGeom>
              <a:avLst/>
              <a:gdLst/>
              <a:ahLst/>
              <a:cxnLst/>
              <a:rect l="l" t="t" r="r" b="b"/>
              <a:pathLst>
                <a:path w="52" h="118" extrusionOk="0">
                  <a:moveTo>
                    <a:pt x="12" y="117"/>
                  </a:moveTo>
                  <a:cubicBezTo>
                    <a:pt x="6" y="117"/>
                    <a:pt x="0" y="112"/>
                    <a:pt x="0" y="105"/>
                  </a:cubicBezTo>
                  <a:cubicBezTo>
                    <a:pt x="1" y="97"/>
                    <a:pt x="2" y="88"/>
                    <a:pt x="3" y="79"/>
                  </a:cubicBezTo>
                  <a:cubicBezTo>
                    <a:pt x="5" y="71"/>
                    <a:pt x="6" y="63"/>
                    <a:pt x="9" y="55"/>
                  </a:cubicBezTo>
                  <a:cubicBezTo>
                    <a:pt x="11" y="47"/>
                    <a:pt x="13" y="40"/>
                    <a:pt x="16" y="31"/>
                  </a:cubicBezTo>
                  <a:cubicBezTo>
                    <a:pt x="17" y="28"/>
                    <a:pt x="18" y="24"/>
                    <a:pt x="20" y="20"/>
                  </a:cubicBezTo>
                  <a:cubicBezTo>
                    <a:pt x="22" y="14"/>
                    <a:pt x="25" y="7"/>
                    <a:pt x="31" y="3"/>
                  </a:cubicBezTo>
                  <a:cubicBezTo>
                    <a:pt x="38" y="0"/>
                    <a:pt x="46" y="3"/>
                    <a:pt x="49" y="10"/>
                  </a:cubicBezTo>
                  <a:cubicBezTo>
                    <a:pt x="51" y="15"/>
                    <a:pt x="49" y="22"/>
                    <a:pt x="45" y="24"/>
                  </a:cubicBezTo>
                  <a:cubicBezTo>
                    <a:pt x="45" y="25"/>
                    <a:pt x="45" y="26"/>
                    <a:pt x="44" y="26"/>
                  </a:cubicBezTo>
                  <a:cubicBezTo>
                    <a:pt x="42" y="30"/>
                    <a:pt x="41" y="34"/>
                    <a:pt x="38" y="39"/>
                  </a:cubicBezTo>
                  <a:cubicBezTo>
                    <a:pt x="37" y="44"/>
                    <a:pt x="35" y="50"/>
                    <a:pt x="34" y="55"/>
                  </a:cubicBezTo>
                  <a:cubicBezTo>
                    <a:pt x="32" y="61"/>
                    <a:pt x="30" y="67"/>
                    <a:pt x="28" y="73"/>
                  </a:cubicBezTo>
                  <a:cubicBezTo>
                    <a:pt x="27" y="84"/>
                    <a:pt x="25" y="96"/>
                    <a:pt x="24" y="107"/>
                  </a:cubicBezTo>
                  <a:cubicBezTo>
                    <a:pt x="23" y="113"/>
                    <a:pt x="18" y="117"/>
                    <a:pt x="12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5" name="Google Shape;4195;p49"/>
            <p:cNvSpPr/>
            <p:nvPr/>
          </p:nvSpPr>
          <p:spPr>
            <a:xfrm>
              <a:off x="975600" y="707760"/>
              <a:ext cx="61920" cy="119880"/>
            </a:xfrm>
            <a:custGeom>
              <a:avLst/>
              <a:gdLst/>
              <a:ahLst/>
              <a:cxnLst/>
              <a:rect l="l" t="t" r="r" b="b"/>
              <a:pathLst>
                <a:path w="172" h="333" extrusionOk="0">
                  <a:moveTo>
                    <a:pt x="66" y="306"/>
                  </a:moveTo>
                  <a:cubicBezTo>
                    <a:pt x="66" y="305"/>
                    <a:pt x="66" y="305"/>
                    <a:pt x="66" y="305"/>
                  </a:cubicBezTo>
                  <a:cubicBezTo>
                    <a:pt x="70" y="295"/>
                    <a:pt x="71" y="285"/>
                    <a:pt x="74" y="275"/>
                  </a:cubicBezTo>
                  <a:lnTo>
                    <a:pt x="74" y="276"/>
                  </a:lnTo>
                  <a:cubicBezTo>
                    <a:pt x="76" y="263"/>
                    <a:pt x="78" y="251"/>
                    <a:pt x="81" y="239"/>
                  </a:cubicBezTo>
                  <a:cubicBezTo>
                    <a:pt x="83" y="226"/>
                    <a:pt x="85" y="214"/>
                    <a:pt x="87" y="202"/>
                  </a:cubicBezTo>
                  <a:cubicBezTo>
                    <a:pt x="88" y="195"/>
                    <a:pt x="89" y="188"/>
                    <a:pt x="90" y="181"/>
                  </a:cubicBezTo>
                  <a:cubicBezTo>
                    <a:pt x="84" y="187"/>
                    <a:pt x="78" y="193"/>
                    <a:pt x="73" y="199"/>
                  </a:cubicBezTo>
                  <a:cubicBezTo>
                    <a:pt x="67" y="205"/>
                    <a:pt x="63" y="210"/>
                    <a:pt x="59" y="216"/>
                  </a:cubicBezTo>
                  <a:cubicBezTo>
                    <a:pt x="56" y="220"/>
                    <a:pt x="53" y="225"/>
                    <a:pt x="51" y="230"/>
                  </a:cubicBezTo>
                  <a:lnTo>
                    <a:pt x="51" y="229"/>
                  </a:lnTo>
                  <a:cubicBezTo>
                    <a:pt x="50" y="231"/>
                    <a:pt x="49" y="233"/>
                    <a:pt x="48" y="236"/>
                  </a:cubicBezTo>
                  <a:cubicBezTo>
                    <a:pt x="47" y="238"/>
                    <a:pt x="46" y="241"/>
                    <a:pt x="45" y="244"/>
                  </a:cubicBezTo>
                  <a:cubicBezTo>
                    <a:pt x="45" y="248"/>
                    <a:pt x="44" y="252"/>
                    <a:pt x="44" y="255"/>
                  </a:cubicBezTo>
                  <a:cubicBezTo>
                    <a:pt x="44" y="258"/>
                    <a:pt x="44" y="261"/>
                    <a:pt x="44" y="264"/>
                  </a:cubicBezTo>
                  <a:cubicBezTo>
                    <a:pt x="44" y="266"/>
                    <a:pt x="44" y="269"/>
                    <a:pt x="45" y="271"/>
                  </a:cubicBezTo>
                  <a:cubicBezTo>
                    <a:pt x="45" y="273"/>
                    <a:pt x="45" y="275"/>
                    <a:pt x="46" y="277"/>
                  </a:cubicBezTo>
                  <a:cubicBezTo>
                    <a:pt x="47" y="280"/>
                    <a:pt x="48" y="283"/>
                    <a:pt x="49" y="286"/>
                  </a:cubicBezTo>
                  <a:cubicBezTo>
                    <a:pt x="51" y="288"/>
                    <a:pt x="52" y="290"/>
                    <a:pt x="53" y="293"/>
                  </a:cubicBezTo>
                  <a:cubicBezTo>
                    <a:pt x="55" y="294"/>
                    <a:pt x="56" y="297"/>
                    <a:pt x="58" y="298"/>
                  </a:cubicBezTo>
                  <a:cubicBezTo>
                    <a:pt x="59" y="300"/>
                    <a:pt x="60" y="301"/>
                    <a:pt x="62" y="303"/>
                  </a:cubicBezTo>
                  <a:cubicBezTo>
                    <a:pt x="63" y="304"/>
                    <a:pt x="63" y="304"/>
                    <a:pt x="64" y="304"/>
                  </a:cubicBezTo>
                  <a:cubicBezTo>
                    <a:pt x="64" y="305"/>
                    <a:pt x="65" y="305"/>
                    <a:pt x="66" y="306"/>
                  </a:cubicBezTo>
                  <a:moveTo>
                    <a:pt x="70" y="332"/>
                  </a:moveTo>
                  <a:cubicBezTo>
                    <a:pt x="62" y="332"/>
                    <a:pt x="55" y="328"/>
                    <a:pt x="49" y="323"/>
                  </a:cubicBezTo>
                  <a:cubicBezTo>
                    <a:pt x="43" y="319"/>
                    <a:pt x="38" y="312"/>
                    <a:pt x="34" y="307"/>
                  </a:cubicBezTo>
                  <a:cubicBezTo>
                    <a:pt x="30" y="300"/>
                    <a:pt x="26" y="293"/>
                    <a:pt x="24" y="285"/>
                  </a:cubicBezTo>
                  <a:cubicBezTo>
                    <a:pt x="18" y="269"/>
                    <a:pt x="20" y="252"/>
                    <a:pt x="24" y="237"/>
                  </a:cubicBezTo>
                  <a:cubicBezTo>
                    <a:pt x="28" y="220"/>
                    <a:pt x="38" y="207"/>
                    <a:pt x="48" y="194"/>
                  </a:cubicBezTo>
                  <a:cubicBezTo>
                    <a:pt x="56" y="184"/>
                    <a:pt x="67" y="174"/>
                    <a:pt x="77" y="164"/>
                  </a:cubicBezTo>
                  <a:cubicBezTo>
                    <a:pt x="83" y="159"/>
                    <a:pt x="88" y="154"/>
                    <a:pt x="94" y="149"/>
                  </a:cubicBezTo>
                  <a:cubicBezTo>
                    <a:pt x="95" y="148"/>
                    <a:pt x="96" y="147"/>
                    <a:pt x="97" y="146"/>
                  </a:cubicBezTo>
                  <a:cubicBezTo>
                    <a:pt x="98" y="141"/>
                    <a:pt x="99" y="134"/>
                    <a:pt x="101" y="128"/>
                  </a:cubicBezTo>
                  <a:cubicBezTo>
                    <a:pt x="102" y="125"/>
                    <a:pt x="103" y="121"/>
                    <a:pt x="104" y="117"/>
                  </a:cubicBezTo>
                  <a:cubicBezTo>
                    <a:pt x="105" y="113"/>
                    <a:pt x="106" y="108"/>
                    <a:pt x="108" y="104"/>
                  </a:cubicBezTo>
                  <a:cubicBezTo>
                    <a:pt x="101" y="113"/>
                    <a:pt x="93" y="121"/>
                    <a:pt x="84" y="128"/>
                  </a:cubicBezTo>
                  <a:cubicBezTo>
                    <a:pt x="78" y="134"/>
                    <a:pt x="73" y="139"/>
                    <a:pt x="66" y="143"/>
                  </a:cubicBezTo>
                  <a:cubicBezTo>
                    <a:pt x="59" y="147"/>
                    <a:pt x="52" y="149"/>
                    <a:pt x="44" y="149"/>
                  </a:cubicBezTo>
                  <a:cubicBezTo>
                    <a:pt x="38" y="150"/>
                    <a:pt x="31" y="149"/>
                    <a:pt x="25" y="146"/>
                  </a:cubicBezTo>
                  <a:cubicBezTo>
                    <a:pt x="18" y="142"/>
                    <a:pt x="14" y="135"/>
                    <a:pt x="11" y="128"/>
                  </a:cubicBezTo>
                  <a:cubicBezTo>
                    <a:pt x="7" y="122"/>
                    <a:pt x="5" y="114"/>
                    <a:pt x="4" y="107"/>
                  </a:cubicBezTo>
                  <a:cubicBezTo>
                    <a:pt x="3" y="101"/>
                    <a:pt x="2" y="96"/>
                    <a:pt x="2" y="90"/>
                  </a:cubicBezTo>
                  <a:cubicBezTo>
                    <a:pt x="1" y="86"/>
                    <a:pt x="1" y="83"/>
                    <a:pt x="0" y="79"/>
                  </a:cubicBezTo>
                  <a:cubicBezTo>
                    <a:pt x="0" y="76"/>
                    <a:pt x="0" y="72"/>
                    <a:pt x="0" y="69"/>
                  </a:cubicBezTo>
                  <a:cubicBezTo>
                    <a:pt x="0" y="56"/>
                    <a:pt x="0" y="43"/>
                    <a:pt x="3" y="30"/>
                  </a:cubicBezTo>
                  <a:cubicBezTo>
                    <a:pt x="4" y="23"/>
                    <a:pt x="7" y="15"/>
                    <a:pt x="10" y="8"/>
                  </a:cubicBezTo>
                  <a:cubicBezTo>
                    <a:pt x="12" y="6"/>
                    <a:pt x="14" y="4"/>
                    <a:pt x="16" y="3"/>
                  </a:cubicBezTo>
                  <a:cubicBezTo>
                    <a:pt x="18" y="2"/>
                    <a:pt x="20" y="1"/>
                    <a:pt x="23" y="1"/>
                  </a:cubicBezTo>
                  <a:cubicBezTo>
                    <a:pt x="22" y="1"/>
                    <a:pt x="22" y="1"/>
                    <a:pt x="21" y="1"/>
                  </a:cubicBezTo>
                  <a:cubicBezTo>
                    <a:pt x="30" y="0"/>
                    <a:pt x="37" y="9"/>
                    <a:pt x="35" y="17"/>
                  </a:cubicBezTo>
                  <a:cubicBezTo>
                    <a:pt x="34" y="20"/>
                    <a:pt x="32" y="22"/>
                    <a:pt x="30" y="24"/>
                  </a:cubicBezTo>
                  <a:lnTo>
                    <a:pt x="30" y="25"/>
                  </a:lnTo>
                  <a:cubicBezTo>
                    <a:pt x="30" y="25"/>
                    <a:pt x="29" y="26"/>
                    <a:pt x="28" y="27"/>
                  </a:cubicBezTo>
                  <a:cubicBezTo>
                    <a:pt x="28" y="30"/>
                    <a:pt x="27" y="33"/>
                    <a:pt x="26" y="35"/>
                  </a:cubicBezTo>
                  <a:cubicBezTo>
                    <a:pt x="27" y="35"/>
                    <a:pt x="27" y="34"/>
                    <a:pt x="27" y="34"/>
                  </a:cubicBezTo>
                  <a:cubicBezTo>
                    <a:pt x="25" y="41"/>
                    <a:pt x="24" y="48"/>
                    <a:pt x="24" y="55"/>
                  </a:cubicBezTo>
                  <a:cubicBezTo>
                    <a:pt x="23" y="62"/>
                    <a:pt x="23" y="70"/>
                    <a:pt x="23" y="77"/>
                  </a:cubicBezTo>
                  <a:cubicBezTo>
                    <a:pt x="24" y="85"/>
                    <a:pt x="24" y="93"/>
                    <a:pt x="26" y="100"/>
                  </a:cubicBezTo>
                  <a:cubicBezTo>
                    <a:pt x="27" y="104"/>
                    <a:pt x="28" y="107"/>
                    <a:pt x="28" y="111"/>
                  </a:cubicBezTo>
                  <a:cubicBezTo>
                    <a:pt x="30" y="113"/>
                    <a:pt x="30" y="114"/>
                    <a:pt x="31" y="116"/>
                  </a:cubicBezTo>
                  <a:cubicBezTo>
                    <a:pt x="31" y="118"/>
                    <a:pt x="32" y="119"/>
                    <a:pt x="33" y="120"/>
                  </a:cubicBezTo>
                  <a:cubicBezTo>
                    <a:pt x="34" y="122"/>
                    <a:pt x="35" y="123"/>
                    <a:pt x="36" y="124"/>
                  </a:cubicBezTo>
                  <a:cubicBezTo>
                    <a:pt x="36" y="125"/>
                    <a:pt x="37" y="125"/>
                    <a:pt x="37" y="125"/>
                  </a:cubicBezTo>
                  <a:lnTo>
                    <a:pt x="38" y="125"/>
                  </a:lnTo>
                  <a:cubicBezTo>
                    <a:pt x="37" y="125"/>
                    <a:pt x="37" y="125"/>
                    <a:pt x="37" y="125"/>
                  </a:cubicBezTo>
                  <a:cubicBezTo>
                    <a:pt x="38" y="125"/>
                    <a:pt x="38" y="125"/>
                    <a:pt x="38" y="126"/>
                  </a:cubicBezTo>
                  <a:cubicBezTo>
                    <a:pt x="38" y="125"/>
                    <a:pt x="38" y="125"/>
                    <a:pt x="38" y="125"/>
                  </a:cubicBezTo>
                  <a:lnTo>
                    <a:pt x="39" y="126"/>
                  </a:lnTo>
                  <a:lnTo>
                    <a:pt x="40" y="126"/>
                  </a:lnTo>
                  <a:cubicBezTo>
                    <a:pt x="41" y="126"/>
                    <a:pt x="42" y="126"/>
                    <a:pt x="42" y="126"/>
                  </a:cubicBezTo>
                  <a:cubicBezTo>
                    <a:pt x="45" y="126"/>
                    <a:pt x="46" y="125"/>
                    <a:pt x="48" y="125"/>
                  </a:cubicBezTo>
                  <a:cubicBezTo>
                    <a:pt x="49" y="125"/>
                    <a:pt x="50" y="125"/>
                    <a:pt x="51" y="125"/>
                  </a:cubicBezTo>
                  <a:cubicBezTo>
                    <a:pt x="51" y="124"/>
                    <a:pt x="52" y="124"/>
                    <a:pt x="52" y="124"/>
                  </a:cubicBezTo>
                  <a:cubicBezTo>
                    <a:pt x="54" y="123"/>
                    <a:pt x="56" y="122"/>
                    <a:pt x="58" y="121"/>
                  </a:cubicBezTo>
                  <a:cubicBezTo>
                    <a:pt x="61" y="119"/>
                    <a:pt x="64" y="117"/>
                    <a:pt x="67" y="114"/>
                  </a:cubicBezTo>
                  <a:cubicBezTo>
                    <a:pt x="73" y="109"/>
                    <a:pt x="78" y="104"/>
                    <a:pt x="83" y="99"/>
                  </a:cubicBezTo>
                  <a:cubicBezTo>
                    <a:pt x="88" y="92"/>
                    <a:pt x="94" y="86"/>
                    <a:pt x="99" y="79"/>
                  </a:cubicBezTo>
                  <a:cubicBezTo>
                    <a:pt x="105" y="72"/>
                    <a:pt x="110" y="64"/>
                    <a:pt x="116" y="57"/>
                  </a:cubicBezTo>
                  <a:cubicBezTo>
                    <a:pt x="122" y="47"/>
                    <a:pt x="129" y="37"/>
                    <a:pt x="134" y="27"/>
                  </a:cubicBezTo>
                  <a:cubicBezTo>
                    <a:pt x="134" y="26"/>
                    <a:pt x="135" y="26"/>
                    <a:pt x="135" y="25"/>
                  </a:cubicBezTo>
                  <a:cubicBezTo>
                    <a:pt x="138" y="19"/>
                    <a:pt x="144" y="16"/>
                    <a:pt x="151" y="19"/>
                  </a:cubicBezTo>
                  <a:cubicBezTo>
                    <a:pt x="154" y="20"/>
                    <a:pt x="156" y="23"/>
                    <a:pt x="157" y="25"/>
                  </a:cubicBezTo>
                  <a:cubicBezTo>
                    <a:pt x="158" y="29"/>
                    <a:pt x="158" y="33"/>
                    <a:pt x="156" y="36"/>
                  </a:cubicBezTo>
                  <a:cubicBezTo>
                    <a:pt x="152" y="44"/>
                    <a:pt x="149" y="52"/>
                    <a:pt x="146" y="60"/>
                  </a:cubicBezTo>
                  <a:cubicBezTo>
                    <a:pt x="141" y="74"/>
                    <a:pt x="136" y="89"/>
                    <a:pt x="131" y="103"/>
                  </a:cubicBezTo>
                  <a:cubicBezTo>
                    <a:pt x="129" y="108"/>
                    <a:pt x="127" y="114"/>
                    <a:pt x="126" y="120"/>
                  </a:cubicBezTo>
                  <a:cubicBezTo>
                    <a:pt x="134" y="112"/>
                    <a:pt x="143" y="104"/>
                    <a:pt x="152" y="96"/>
                  </a:cubicBezTo>
                  <a:cubicBezTo>
                    <a:pt x="157" y="93"/>
                    <a:pt x="163" y="93"/>
                    <a:pt x="167" y="97"/>
                  </a:cubicBezTo>
                  <a:cubicBezTo>
                    <a:pt x="171" y="101"/>
                    <a:pt x="171" y="107"/>
                    <a:pt x="166" y="111"/>
                  </a:cubicBezTo>
                  <a:cubicBezTo>
                    <a:pt x="151" y="125"/>
                    <a:pt x="136" y="139"/>
                    <a:pt x="120" y="154"/>
                  </a:cubicBezTo>
                  <a:cubicBezTo>
                    <a:pt x="119" y="155"/>
                    <a:pt x="118" y="156"/>
                    <a:pt x="117" y="157"/>
                  </a:cubicBezTo>
                  <a:cubicBezTo>
                    <a:pt x="116" y="161"/>
                    <a:pt x="115" y="165"/>
                    <a:pt x="114" y="169"/>
                  </a:cubicBezTo>
                  <a:lnTo>
                    <a:pt x="114" y="168"/>
                  </a:lnTo>
                  <a:cubicBezTo>
                    <a:pt x="109" y="192"/>
                    <a:pt x="106" y="216"/>
                    <a:pt x="102" y="240"/>
                  </a:cubicBezTo>
                  <a:cubicBezTo>
                    <a:pt x="100" y="253"/>
                    <a:pt x="98" y="266"/>
                    <a:pt x="96" y="279"/>
                  </a:cubicBezTo>
                  <a:cubicBezTo>
                    <a:pt x="95" y="284"/>
                    <a:pt x="94" y="290"/>
                    <a:pt x="93" y="296"/>
                  </a:cubicBezTo>
                  <a:cubicBezTo>
                    <a:pt x="91" y="305"/>
                    <a:pt x="90" y="315"/>
                    <a:pt x="85" y="323"/>
                  </a:cubicBezTo>
                  <a:cubicBezTo>
                    <a:pt x="82" y="328"/>
                    <a:pt x="76" y="332"/>
                    <a:pt x="70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6" name="Google Shape;4196;p49"/>
            <p:cNvSpPr/>
            <p:nvPr/>
          </p:nvSpPr>
          <p:spPr>
            <a:xfrm>
              <a:off x="1067040" y="726840"/>
              <a:ext cx="15480" cy="10080"/>
            </a:xfrm>
            <a:custGeom>
              <a:avLst/>
              <a:gdLst/>
              <a:ahLst/>
              <a:cxnLst/>
              <a:rect l="l" t="t" r="r" b="b"/>
              <a:pathLst>
                <a:path w="43" h="28" extrusionOk="0">
                  <a:moveTo>
                    <a:pt x="13" y="26"/>
                  </a:moveTo>
                  <a:lnTo>
                    <a:pt x="12" y="26"/>
                  </a:lnTo>
                  <a:cubicBezTo>
                    <a:pt x="10" y="26"/>
                    <a:pt x="9" y="26"/>
                    <a:pt x="9" y="25"/>
                  </a:cubicBezTo>
                  <a:cubicBezTo>
                    <a:pt x="3" y="23"/>
                    <a:pt x="0" y="17"/>
                    <a:pt x="1" y="12"/>
                  </a:cubicBezTo>
                  <a:cubicBezTo>
                    <a:pt x="2" y="7"/>
                    <a:pt x="6" y="2"/>
                    <a:pt x="10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20" y="0"/>
                    <a:pt x="25" y="0"/>
                    <a:pt x="30" y="0"/>
                  </a:cubicBezTo>
                  <a:cubicBezTo>
                    <a:pt x="37" y="0"/>
                    <a:pt x="42" y="6"/>
                    <a:pt x="42" y="12"/>
                  </a:cubicBezTo>
                  <a:cubicBezTo>
                    <a:pt x="42" y="19"/>
                    <a:pt x="36" y="25"/>
                    <a:pt x="30" y="25"/>
                  </a:cubicBezTo>
                  <a:cubicBezTo>
                    <a:pt x="27" y="25"/>
                    <a:pt x="26" y="25"/>
                    <a:pt x="24" y="25"/>
                  </a:cubicBezTo>
                  <a:lnTo>
                    <a:pt x="25" y="25"/>
                  </a:lnTo>
                  <a:cubicBezTo>
                    <a:pt x="24" y="25"/>
                    <a:pt x="24" y="25"/>
                    <a:pt x="24" y="25"/>
                  </a:cubicBezTo>
                  <a:cubicBezTo>
                    <a:pt x="21" y="26"/>
                    <a:pt x="19" y="27"/>
                    <a:pt x="17" y="27"/>
                  </a:cubicBezTo>
                  <a:cubicBezTo>
                    <a:pt x="16" y="27"/>
                    <a:pt x="14" y="27"/>
                    <a:pt x="13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7" name="Google Shape;4197;p49"/>
            <p:cNvSpPr/>
            <p:nvPr/>
          </p:nvSpPr>
          <p:spPr>
            <a:xfrm>
              <a:off x="1059120" y="739080"/>
              <a:ext cx="13320" cy="12240"/>
            </a:xfrm>
            <a:custGeom>
              <a:avLst/>
              <a:gdLst/>
              <a:ahLst/>
              <a:cxnLst/>
              <a:rect l="l" t="t" r="r" b="b"/>
              <a:pathLst>
                <a:path w="37" h="34" extrusionOk="0">
                  <a:moveTo>
                    <a:pt x="21" y="33"/>
                  </a:moveTo>
                  <a:cubicBezTo>
                    <a:pt x="17" y="33"/>
                    <a:pt x="12" y="32"/>
                    <a:pt x="8" y="30"/>
                  </a:cubicBezTo>
                  <a:cubicBezTo>
                    <a:pt x="4" y="27"/>
                    <a:pt x="1" y="24"/>
                    <a:pt x="1" y="19"/>
                  </a:cubicBezTo>
                  <a:cubicBezTo>
                    <a:pt x="0" y="14"/>
                    <a:pt x="2" y="10"/>
                    <a:pt x="6" y="7"/>
                  </a:cubicBezTo>
                  <a:cubicBezTo>
                    <a:pt x="7" y="5"/>
                    <a:pt x="9" y="4"/>
                    <a:pt x="11" y="3"/>
                  </a:cubicBezTo>
                  <a:cubicBezTo>
                    <a:pt x="14" y="1"/>
                    <a:pt x="17" y="0"/>
                    <a:pt x="21" y="1"/>
                  </a:cubicBezTo>
                  <a:cubicBezTo>
                    <a:pt x="24" y="1"/>
                    <a:pt x="27" y="3"/>
                    <a:pt x="29" y="5"/>
                  </a:cubicBezTo>
                  <a:cubicBezTo>
                    <a:pt x="30" y="8"/>
                    <a:pt x="31" y="10"/>
                    <a:pt x="31" y="12"/>
                  </a:cubicBezTo>
                  <a:cubicBezTo>
                    <a:pt x="34" y="14"/>
                    <a:pt x="36" y="19"/>
                    <a:pt x="35" y="23"/>
                  </a:cubicBezTo>
                  <a:cubicBezTo>
                    <a:pt x="34" y="29"/>
                    <a:pt x="29" y="33"/>
                    <a:pt x="22" y="33"/>
                  </a:cubicBezTo>
                  <a:lnTo>
                    <a:pt x="21" y="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8" name="Google Shape;4198;p49"/>
            <p:cNvSpPr/>
            <p:nvPr/>
          </p:nvSpPr>
          <p:spPr>
            <a:xfrm>
              <a:off x="1120680" y="684720"/>
              <a:ext cx="42840" cy="99000"/>
            </a:xfrm>
            <a:custGeom>
              <a:avLst/>
              <a:gdLst/>
              <a:ahLst/>
              <a:cxnLst/>
              <a:rect l="l" t="t" r="r" b="b"/>
              <a:pathLst>
                <a:path w="119" h="275" extrusionOk="0">
                  <a:moveTo>
                    <a:pt x="39" y="274"/>
                  </a:moveTo>
                  <a:cubicBezTo>
                    <a:pt x="33" y="273"/>
                    <a:pt x="28" y="267"/>
                    <a:pt x="29" y="260"/>
                  </a:cubicBezTo>
                  <a:cubicBezTo>
                    <a:pt x="31" y="246"/>
                    <a:pt x="33" y="233"/>
                    <a:pt x="36" y="220"/>
                  </a:cubicBezTo>
                  <a:cubicBezTo>
                    <a:pt x="38" y="207"/>
                    <a:pt x="40" y="193"/>
                    <a:pt x="43" y="181"/>
                  </a:cubicBezTo>
                  <a:cubicBezTo>
                    <a:pt x="46" y="164"/>
                    <a:pt x="50" y="148"/>
                    <a:pt x="54" y="132"/>
                  </a:cubicBezTo>
                  <a:cubicBezTo>
                    <a:pt x="50" y="137"/>
                    <a:pt x="46" y="142"/>
                    <a:pt x="43" y="147"/>
                  </a:cubicBezTo>
                  <a:cubicBezTo>
                    <a:pt x="39" y="152"/>
                    <a:pt x="36" y="157"/>
                    <a:pt x="32" y="162"/>
                  </a:cubicBezTo>
                  <a:cubicBezTo>
                    <a:pt x="32" y="161"/>
                    <a:pt x="32" y="161"/>
                    <a:pt x="33" y="161"/>
                  </a:cubicBezTo>
                  <a:cubicBezTo>
                    <a:pt x="32" y="161"/>
                    <a:pt x="32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0" y="164"/>
                    <a:pt x="30" y="164"/>
                    <a:pt x="30" y="164"/>
                  </a:cubicBezTo>
                  <a:lnTo>
                    <a:pt x="31" y="164"/>
                  </a:lnTo>
                  <a:cubicBezTo>
                    <a:pt x="29" y="167"/>
                    <a:pt x="26" y="171"/>
                    <a:pt x="23" y="174"/>
                  </a:cubicBezTo>
                  <a:cubicBezTo>
                    <a:pt x="20" y="179"/>
                    <a:pt x="11" y="180"/>
                    <a:pt x="6" y="176"/>
                  </a:cubicBezTo>
                  <a:cubicBezTo>
                    <a:pt x="1" y="171"/>
                    <a:pt x="0" y="164"/>
                    <a:pt x="4" y="158"/>
                  </a:cubicBezTo>
                  <a:cubicBezTo>
                    <a:pt x="12" y="148"/>
                    <a:pt x="20" y="138"/>
                    <a:pt x="28" y="128"/>
                  </a:cubicBezTo>
                  <a:cubicBezTo>
                    <a:pt x="36" y="117"/>
                    <a:pt x="44" y="107"/>
                    <a:pt x="52" y="96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5" y="91"/>
                    <a:pt x="60" y="85"/>
                    <a:pt x="64" y="78"/>
                  </a:cubicBezTo>
                  <a:cubicBezTo>
                    <a:pt x="67" y="72"/>
                    <a:pt x="70" y="66"/>
                    <a:pt x="74" y="61"/>
                  </a:cubicBezTo>
                  <a:cubicBezTo>
                    <a:pt x="74" y="59"/>
                    <a:pt x="74" y="59"/>
                    <a:pt x="74" y="58"/>
                  </a:cubicBezTo>
                  <a:cubicBezTo>
                    <a:pt x="76" y="51"/>
                    <a:pt x="79" y="43"/>
                    <a:pt x="82" y="35"/>
                  </a:cubicBezTo>
                  <a:cubicBezTo>
                    <a:pt x="83" y="31"/>
                    <a:pt x="85" y="27"/>
                    <a:pt x="86" y="24"/>
                  </a:cubicBezTo>
                  <a:cubicBezTo>
                    <a:pt x="89" y="17"/>
                    <a:pt x="91" y="11"/>
                    <a:pt x="95" y="5"/>
                  </a:cubicBezTo>
                  <a:cubicBezTo>
                    <a:pt x="99" y="1"/>
                    <a:pt x="104" y="0"/>
                    <a:pt x="110" y="2"/>
                  </a:cubicBezTo>
                  <a:cubicBezTo>
                    <a:pt x="114" y="4"/>
                    <a:pt x="117" y="8"/>
                    <a:pt x="117" y="12"/>
                  </a:cubicBezTo>
                  <a:cubicBezTo>
                    <a:pt x="118" y="20"/>
                    <a:pt x="114" y="28"/>
                    <a:pt x="111" y="35"/>
                  </a:cubicBezTo>
                  <a:cubicBezTo>
                    <a:pt x="109" y="40"/>
                    <a:pt x="106" y="45"/>
                    <a:pt x="104" y="51"/>
                  </a:cubicBezTo>
                  <a:cubicBezTo>
                    <a:pt x="100" y="58"/>
                    <a:pt x="97" y="65"/>
                    <a:pt x="93" y="72"/>
                  </a:cubicBezTo>
                  <a:cubicBezTo>
                    <a:pt x="92" y="76"/>
                    <a:pt x="90" y="81"/>
                    <a:pt x="89" y="85"/>
                  </a:cubicBezTo>
                  <a:cubicBezTo>
                    <a:pt x="86" y="93"/>
                    <a:pt x="84" y="101"/>
                    <a:pt x="82" y="109"/>
                  </a:cubicBezTo>
                  <a:cubicBezTo>
                    <a:pt x="79" y="118"/>
                    <a:pt x="77" y="126"/>
                    <a:pt x="75" y="135"/>
                  </a:cubicBezTo>
                  <a:cubicBezTo>
                    <a:pt x="73" y="143"/>
                    <a:pt x="71" y="152"/>
                    <a:pt x="69" y="160"/>
                  </a:cubicBezTo>
                  <a:cubicBezTo>
                    <a:pt x="66" y="177"/>
                    <a:pt x="62" y="193"/>
                    <a:pt x="60" y="210"/>
                  </a:cubicBezTo>
                  <a:cubicBezTo>
                    <a:pt x="57" y="228"/>
                    <a:pt x="55" y="246"/>
                    <a:pt x="53" y="264"/>
                  </a:cubicBezTo>
                  <a:cubicBezTo>
                    <a:pt x="53" y="270"/>
                    <a:pt x="47" y="274"/>
                    <a:pt x="41" y="274"/>
                  </a:cubicBezTo>
                  <a:cubicBezTo>
                    <a:pt x="40" y="274"/>
                    <a:pt x="40" y="274"/>
                    <a:pt x="39" y="2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9" name="Google Shape;4199;p49"/>
            <p:cNvSpPr/>
            <p:nvPr/>
          </p:nvSpPr>
          <p:spPr>
            <a:xfrm>
              <a:off x="1058040" y="743040"/>
              <a:ext cx="32040" cy="14760"/>
            </a:xfrm>
            <a:custGeom>
              <a:avLst/>
              <a:gdLst/>
              <a:ahLst/>
              <a:cxnLst/>
              <a:rect l="l" t="t" r="r" b="b"/>
              <a:pathLst>
                <a:path w="89" h="41" extrusionOk="0">
                  <a:moveTo>
                    <a:pt x="9" y="38"/>
                  </a:moveTo>
                  <a:cubicBezTo>
                    <a:pt x="6" y="36"/>
                    <a:pt x="4" y="33"/>
                    <a:pt x="3" y="30"/>
                  </a:cubicBezTo>
                  <a:cubicBezTo>
                    <a:pt x="1" y="28"/>
                    <a:pt x="0" y="25"/>
                    <a:pt x="0" y="22"/>
                  </a:cubicBezTo>
                  <a:cubicBezTo>
                    <a:pt x="0" y="19"/>
                    <a:pt x="2" y="16"/>
                    <a:pt x="4" y="13"/>
                  </a:cubicBezTo>
                  <a:cubicBezTo>
                    <a:pt x="9" y="8"/>
                    <a:pt x="16" y="8"/>
                    <a:pt x="22" y="7"/>
                  </a:cubicBezTo>
                  <a:cubicBezTo>
                    <a:pt x="25" y="6"/>
                    <a:pt x="28" y="6"/>
                    <a:pt x="31" y="6"/>
                  </a:cubicBezTo>
                  <a:cubicBezTo>
                    <a:pt x="45" y="5"/>
                    <a:pt x="60" y="3"/>
                    <a:pt x="74" y="1"/>
                  </a:cubicBezTo>
                  <a:cubicBezTo>
                    <a:pt x="81" y="0"/>
                    <a:pt x="87" y="5"/>
                    <a:pt x="88" y="11"/>
                  </a:cubicBezTo>
                  <a:cubicBezTo>
                    <a:pt x="88" y="17"/>
                    <a:pt x="84" y="23"/>
                    <a:pt x="77" y="24"/>
                  </a:cubicBezTo>
                  <a:cubicBezTo>
                    <a:pt x="67" y="26"/>
                    <a:pt x="57" y="27"/>
                    <a:pt x="48" y="28"/>
                  </a:cubicBezTo>
                  <a:cubicBezTo>
                    <a:pt x="41" y="29"/>
                    <a:pt x="34" y="30"/>
                    <a:pt x="27" y="31"/>
                  </a:cubicBezTo>
                  <a:cubicBezTo>
                    <a:pt x="25" y="36"/>
                    <a:pt x="20" y="40"/>
                    <a:pt x="15" y="40"/>
                  </a:cubicBezTo>
                  <a:cubicBezTo>
                    <a:pt x="13" y="40"/>
                    <a:pt x="10" y="39"/>
                    <a:pt x="9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0" name="Google Shape;4200;p49"/>
            <p:cNvSpPr/>
            <p:nvPr/>
          </p:nvSpPr>
          <p:spPr>
            <a:xfrm>
              <a:off x="1062720" y="727560"/>
              <a:ext cx="21960" cy="9720"/>
            </a:xfrm>
            <a:custGeom>
              <a:avLst/>
              <a:gdLst/>
              <a:ahLst/>
              <a:cxnLst/>
              <a:rect l="l" t="t" r="r" b="b"/>
              <a:pathLst>
                <a:path w="61" h="27" extrusionOk="0">
                  <a:moveTo>
                    <a:pt x="10" y="24"/>
                  </a:moveTo>
                  <a:cubicBezTo>
                    <a:pt x="0" y="21"/>
                    <a:pt x="0" y="6"/>
                    <a:pt x="8" y="2"/>
                  </a:cubicBezTo>
                  <a:cubicBezTo>
                    <a:pt x="11" y="1"/>
                    <a:pt x="14" y="0"/>
                    <a:pt x="17" y="0"/>
                  </a:cubicBezTo>
                  <a:cubicBezTo>
                    <a:pt x="18" y="0"/>
                    <a:pt x="19" y="1"/>
                    <a:pt x="20" y="2"/>
                  </a:cubicBezTo>
                  <a:cubicBezTo>
                    <a:pt x="21" y="2"/>
                    <a:pt x="21" y="2"/>
                    <a:pt x="22" y="2"/>
                  </a:cubicBezTo>
                  <a:lnTo>
                    <a:pt x="21" y="2"/>
                  </a:lnTo>
                  <a:cubicBezTo>
                    <a:pt x="30" y="2"/>
                    <a:pt x="39" y="2"/>
                    <a:pt x="48" y="1"/>
                  </a:cubicBezTo>
                  <a:cubicBezTo>
                    <a:pt x="54" y="0"/>
                    <a:pt x="59" y="6"/>
                    <a:pt x="60" y="12"/>
                  </a:cubicBezTo>
                  <a:cubicBezTo>
                    <a:pt x="60" y="18"/>
                    <a:pt x="56" y="24"/>
                    <a:pt x="49" y="25"/>
                  </a:cubicBezTo>
                  <a:cubicBezTo>
                    <a:pt x="43" y="25"/>
                    <a:pt x="36" y="26"/>
                    <a:pt x="30" y="26"/>
                  </a:cubicBezTo>
                  <a:cubicBezTo>
                    <a:pt x="28" y="26"/>
                    <a:pt x="25" y="26"/>
                    <a:pt x="22" y="26"/>
                  </a:cubicBezTo>
                  <a:cubicBezTo>
                    <a:pt x="18" y="26"/>
                    <a:pt x="13" y="26"/>
                    <a:pt x="10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1" name="Google Shape;4201;p49"/>
            <p:cNvSpPr/>
            <p:nvPr/>
          </p:nvSpPr>
          <p:spPr>
            <a:xfrm>
              <a:off x="174600" y="844200"/>
              <a:ext cx="60480" cy="67680"/>
            </a:xfrm>
            <a:custGeom>
              <a:avLst/>
              <a:gdLst/>
              <a:ahLst/>
              <a:cxnLst/>
              <a:rect l="l" t="t" r="r" b="b"/>
              <a:pathLst>
                <a:path w="168" h="188" extrusionOk="0">
                  <a:moveTo>
                    <a:pt x="145" y="183"/>
                  </a:moveTo>
                  <a:cubicBezTo>
                    <a:pt x="140" y="175"/>
                    <a:pt x="135" y="168"/>
                    <a:pt x="130" y="160"/>
                  </a:cubicBezTo>
                  <a:cubicBezTo>
                    <a:pt x="127" y="157"/>
                    <a:pt x="124" y="153"/>
                    <a:pt x="122" y="150"/>
                  </a:cubicBezTo>
                  <a:cubicBezTo>
                    <a:pt x="119" y="147"/>
                    <a:pt x="117" y="144"/>
                    <a:pt x="114" y="141"/>
                  </a:cubicBezTo>
                  <a:cubicBezTo>
                    <a:pt x="106" y="131"/>
                    <a:pt x="98" y="122"/>
                    <a:pt x="89" y="114"/>
                  </a:cubicBezTo>
                  <a:cubicBezTo>
                    <a:pt x="80" y="103"/>
                    <a:pt x="69" y="94"/>
                    <a:pt x="59" y="83"/>
                  </a:cubicBezTo>
                  <a:cubicBezTo>
                    <a:pt x="54" y="80"/>
                    <a:pt x="51" y="76"/>
                    <a:pt x="47" y="71"/>
                  </a:cubicBezTo>
                  <a:cubicBezTo>
                    <a:pt x="42" y="67"/>
                    <a:pt x="38" y="63"/>
                    <a:pt x="34" y="58"/>
                  </a:cubicBezTo>
                  <a:cubicBezTo>
                    <a:pt x="29" y="53"/>
                    <a:pt x="25" y="48"/>
                    <a:pt x="20" y="43"/>
                  </a:cubicBezTo>
                  <a:cubicBezTo>
                    <a:pt x="15" y="36"/>
                    <a:pt x="10" y="30"/>
                    <a:pt x="6" y="24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0" y="17"/>
                    <a:pt x="1" y="9"/>
                    <a:pt x="7" y="4"/>
                  </a:cubicBezTo>
                  <a:cubicBezTo>
                    <a:pt x="13" y="0"/>
                    <a:pt x="21" y="2"/>
                    <a:pt x="25" y="7"/>
                  </a:cubicBezTo>
                  <a:cubicBezTo>
                    <a:pt x="30" y="14"/>
                    <a:pt x="35" y="21"/>
                    <a:pt x="40" y="28"/>
                  </a:cubicBezTo>
                  <a:cubicBezTo>
                    <a:pt x="45" y="34"/>
                    <a:pt x="49" y="38"/>
                    <a:pt x="53" y="43"/>
                  </a:cubicBezTo>
                  <a:cubicBezTo>
                    <a:pt x="58" y="48"/>
                    <a:pt x="63" y="53"/>
                    <a:pt x="67" y="58"/>
                  </a:cubicBezTo>
                  <a:cubicBezTo>
                    <a:pt x="75" y="66"/>
                    <a:pt x="84" y="74"/>
                    <a:pt x="92" y="83"/>
                  </a:cubicBezTo>
                  <a:cubicBezTo>
                    <a:pt x="110" y="102"/>
                    <a:pt x="128" y="122"/>
                    <a:pt x="145" y="143"/>
                  </a:cubicBezTo>
                  <a:cubicBezTo>
                    <a:pt x="151" y="152"/>
                    <a:pt x="158" y="161"/>
                    <a:pt x="163" y="169"/>
                  </a:cubicBezTo>
                  <a:cubicBezTo>
                    <a:pt x="167" y="175"/>
                    <a:pt x="166" y="182"/>
                    <a:pt x="161" y="186"/>
                  </a:cubicBezTo>
                  <a:cubicBezTo>
                    <a:pt x="159" y="187"/>
                    <a:pt x="157" y="187"/>
                    <a:pt x="154" y="187"/>
                  </a:cubicBezTo>
                  <a:cubicBezTo>
                    <a:pt x="151" y="187"/>
                    <a:pt x="147" y="186"/>
                    <a:pt x="145" y="1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2" name="Google Shape;4202;p49"/>
            <p:cNvSpPr/>
            <p:nvPr/>
          </p:nvSpPr>
          <p:spPr>
            <a:xfrm>
              <a:off x="180000" y="840600"/>
              <a:ext cx="60480" cy="72720"/>
            </a:xfrm>
            <a:custGeom>
              <a:avLst/>
              <a:gdLst/>
              <a:ahLst/>
              <a:cxnLst/>
              <a:rect l="l" t="t" r="r" b="b"/>
              <a:pathLst>
                <a:path w="168" h="202" extrusionOk="0">
                  <a:moveTo>
                    <a:pt x="6" y="199"/>
                  </a:moveTo>
                  <a:cubicBezTo>
                    <a:pt x="1" y="194"/>
                    <a:pt x="0" y="187"/>
                    <a:pt x="4" y="182"/>
                  </a:cubicBezTo>
                  <a:cubicBezTo>
                    <a:pt x="19" y="165"/>
                    <a:pt x="34" y="147"/>
                    <a:pt x="49" y="129"/>
                  </a:cubicBezTo>
                  <a:cubicBezTo>
                    <a:pt x="62" y="113"/>
                    <a:pt x="75" y="96"/>
                    <a:pt x="87" y="79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97" y="65"/>
                    <a:pt x="105" y="52"/>
                    <a:pt x="115" y="40"/>
                  </a:cubicBezTo>
                  <a:cubicBezTo>
                    <a:pt x="123" y="27"/>
                    <a:pt x="133" y="14"/>
                    <a:pt x="144" y="5"/>
                  </a:cubicBezTo>
                  <a:cubicBezTo>
                    <a:pt x="150" y="0"/>
                    <a:pt x="158" y="0"/>
                    <a:pt x="162" y="5"/>
                  </a:cubicBezTo>
                  <a:cubicBezTo>
                    <a:pt x="167" y="9"/>
                    <a:pt x="167" y="18"/>
                    <a:pt x="162" y="23"/>
                  </a:cubicBezTo>
                  <a:cubicBezTo>
                    <a:pt x="157" y="27"/>
                    <a:pt x="151" y="32"/>
                    <a:pt x="146" y="37"/>
                  </a:cubicBezTo>
                  <a:cubicBezTo>
                    <a:pt x="130" y="56"/>
                    <a:pt x="117" y="77"/>
                    <a:pt x="102" y="97"/>
                  </a:cubicBezTo>
                  <a:cubicBezTo>
                    <a:pt x="87" y="117"/>
                    <a:pt x="71" y="137"/>
                    <a:pt x="55" y="157"/>
                  </a:cubicBezTo>
                  <a:cubicBezTo>
                    <a:pt x="44" y="170"/>
                    <a:pt x="32" y="183"/>
                    <a:pt x="21" y="197"/>
                  </a:cubicBezTo>
                  <a:cubicBezTo>
                    <a:pt x="19" y="200"/>
                    <a:pt x="16" y="201"/>
                    <a:pt x="13" y="201"/>
                  </a:cubicBezTo>
                  <a:cubicBezTo>
                    <a:pt x="10" y="201"/>
                    <a:pt x="7" y="200"/>
                    <a:pt x="6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3" name="Google Shape;4203;p49"/>
            <p:cNvSpPr/>
            <p:nvPr/>
          </p:nvSpPr>
          <p:spPr>
            <a:xfrm>
              <a:off x="261360" y="866880"/>
              <a:ext cx="33480" cy="12600"/>
            </a:xfrm>
            <a:custGeom>
              <a:avLst/>
              <a:gdLst/>
              <a:ahLst/>
              <a:cxnLst/>
              <a:rect l="l" t="t" r="r" b="b"/>
              <a:pathLst>
                <a:path w="93" h="35" extrusionOk="0">
                  <a:moveTo>
                    <a:pt x="80" y="34"/>
                  </a:moveTo>
                  <a:cubicBezTo>
                    <a:pt x="69" y="32"/>
                    <a:pt x="57" y="31"/>
                    <a:pt x="45" y="30"/>
                  </a:cubicBezTo>
                  <a:cubicBezTo>
                    <a:pt x="40" y="29"/>
                    <a:pt x="35" y="29"/>
                    <a:pt x="31" y="28"/>
                  </a:cubicBezTo>
                  <a:cubicBezTo>
                    <a:pt x="24" y="28"/>
                    <a:pt x="17" y="28"/>
                    <a:pt x="10" y="25"/>
                  </a:cubicBezTo>
                  <a:cubicBezTo>
                    <a:pt x="6" y="24"/>
                    <a:pt x="2" y="20"/>
                    <a:pt x="1" y="15"/>
                  </a:cubicBezTo>
                  <a:cubicBezTo>
                    <a:pt x="0" y="10"/>
                    <a:pt x="4" y="4"/>
                    <a:pt x="9" y="2"/>
                  </a:cubicBezTo>
                  <a:cubicBezTo>
                    <a:pt x="12" y="1"/>
                    <a:pt x="14" y="1"/>
                    <a:pt x="17" y="1"/>
                  </a:cubicBezTo>
                  <a:cubicBezTo>
                    <a:pt x="19" y="1"/>
                    <a:pt x="20" y="1"/>
                    <a:pt x="22" y="1"/>
                  </a:cubicBezTo>
                  <a:cubicBezTo>
                    <a:pt x="25" y="1"/>
                    <a:pt x="28" y="0"/>
                    <a:pt x="32" y="0"/>
                  </a:cubicBezTo>
                  <a:cubicBezTo>
                    <a:pt x="36" y="0"/>
                    <a:pt x="40" y="3"/>
                    <a:pt x="42" y="6"/>
                  </a:cubicBezTo>
                  <a:cubicBezTo>
                    <a:pt x="44" y="6"/>
                    <a:pt x="46" y="6"/>
                    <a:pt x="48" y="7"/>
                  </a:cubicBezTo>
                  <a:cubicBezTo>
                    <a:pt x="57" y="7"/>
                    <a:pt x="66" y="8"/>
                    <a:pt x="76" y="10"/>
                  </a:cubicBezTo>
                  <a:cubicBezTo>
                    <a:pt x="77" y="10"/>
                    <a:pt x="79" y="10"/>
                    <a:pt x="80" y="10"/>
                  </a:cubicBezTo>
                  <a:cubicBezTo>
                    <a:pt x="87" y="10"/>
                    <a:pt x="92" y="15"/>
                    <a:pt x="92" y="22"/>
                  </a:cubicBezTo>
                  <a:cubicBezTo>
                    <a:pt x="92" y="28"/>
                    <a:pt x="87" y="34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4" name="Google Shape;4204;p49"/>
            <p:cNvSpPr/>
            <p:nvPr/>
          </p:nvSpPr>
          <p:spPr>
            <a:xfrm>
              <a:off x="260640" y="876960"/>
              <a:ext cx="52560" cy="18000"/>
            </a:xfrm>
            <a:custGeom>
              <a:avLst/>
              <a:gdLst/>
              <a:ahLst/>
              <a:cxnLst/>
              <a:rect l="l" t="t" r="r" b="b"/>
              <a:pathLst>
                <a:path w="146" h="50" extrusionOk="0">
                  <a:moveTo>
                    <a:pt x="16" y="49"/>
                  </a:moveTo>
                  <a:cubicBezTo>
                    <a:pt x="12" y="48"/>
                    <a:pt x="8" y="46"/>
                    <a:pt x="4" y="43"/>
                  </a:cubicBezTo>
                  <a:cubicBezTo>
                    <a:pt x="1" y="40"/>
                    <a:pt x="0" y="35"/>
                    <a:pt x="1" y="31"/>
                  </a:cubicBezTo>
                  <a:cubicBezTo>
                    <a:pt x="2" y="29"/>
                    <a:pt x="2" y="27"/>
                    <a:pt x="4" y="25"/>
                  </a:cubicBezTo>
                  <a:cubicBezTo>
                    <a:pt x="5" y="24"/>
                    <a:pt x="7" y="22"/>
                    <a:pt x="8" y="21"/>
                  </a:cubicBezTo>
                  <a:cubicBezTo>
                    <a:pt x="14" y="17"/>
                    <a:pt x="21" y="19"/>
                    <a:pt x="25" y="24"/>
                  </a:cubicBezTo>
                  <a:lnTo>
                    <a:pt x="26" y="25"/>
                  </a:lnTo>
                  <a:cubicBezTo>
                    <a:pt x="27" y="25"/>
                    <a:pt x="28" y="24"/>
                    <a:pt x="29" y="24"/>
                  </a:cubicBezTo>
                  <a:cubicBezTo>
                    <a:pt x="29" y="24"/>
                    <a:pt x="28" y="24"/>
                    <a:pt x="28" y="25"/>
                  </a:cubicBezTo>
                  <a:cubicBezTo>
                    <a:pt x="38" y="24"/>
                    <a:pt x="49" y="22"/>
                    <a:pt x="60" y="20"/>
                  </a:cubicBezTo>
                  <a:cubicBezTo>
                    <a:pt x="65" y="19"/>
                    <a:pt x="71" y="18"/>
                    <a:pt x="76" y="17"/>
                  </a:cubicBezTo>
                  <a:cubicBezTo>
                    <a:pt x="82" y="15"/>
                    <a:pt x="88" y="13"/>
                    <a:pt x="93" y="12"/>
                  </a:cubicBezTo>
                  <a:cubicBezTo>
                    <a:pt x="106" y="8"/>
                    <a:pt x="117" y="5"/>
                    <a:pt x="130" y="1"/>
                  </a:cubicBezTo>
                  <a:cubicBezTo>
                    <a:pt x="135" y="0"/>
                    <a:pt x="141" y="4"/>
                    <a:pt x="143" y="10"/>
                  </a:cubicBezTo>
                  <a:cubicBezTo>
                    <a:pt x="145" y="15"/>
                    <a:pt x="141" y="21"/>
                    <a:pt x="135" y="23"/>
                  </a:cubicBezTo>
                  <a:cubicBezTo>
                    <a:pt x="125" y="26"/>
                    <a:pt x="114" y="29"/>
                    <a:pt x="104" y="32"/>
                  </a:cubicBezTo>
                  <a:cubicBezTo>
                    <a:pt x="97" y="35"/>
                    <a:pt x="89" y="37"/>
                    <a:pt x="82" y="39"/>
                  </a:cubicBezTo>
                  <a:cubicBezTo>
                    <a:pt x="72" y="41"/>
                    <a:pt x="63" y="43"/>
                    <a:pt x="54" y="45"/>
                  </a:cubicBezTo>
                  <a:cubicBezTo>
                    <a:pt x="47" y="46"/>
                    <a:pt x="40" y="47"/>
                    <a:pt x="33" y="48"/>
                  </a:cubicBezTo>
                  <a:cubicBezTo>
                    <a:pt x="29" y="49"/>
                    <a:pt x="26" y="49"/>
                    <a:pt x="23" y="49"/>
                  </a:cubicBezTo>
                  <a:cubicBezTo>
                    <a:pt x="21" y="49"/>
                    <a:pt x="19" y="49"/>
                    <a:pt x="16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5" name="Google Shape;4205;p49"/>
            <p:cNvSpPr/>
            <p:nvPr/>
          </p:nvSpPr>
          <p:spPr>
            <a:xfrm>
              <a:off x="330480" y="833760"/>
              <a:ext cx="70200" cy="68400"/>
            </a:xfrm>
            <a:custGeom>
              <a:avLst/>
              <a:gdLst/>
              <a:ahLst/>
              <a:cxnLst/>
              <a:rect l="l" t="t" r="r" b="b"/>
              <a:pathLst>
                <a:path w="195" h="190" extrusionOk="0">
                  <a:moveTo>
                    <a:pt x="53" y="166"/>
                  </a:moveTo>
                  <a:cubicBezTo>
                    <a:pt x="55" y="166"/>
                    <a:pt x="56" y="166"/>
                    <a:pt x="58" y="165"/>
                  </a:cubicBezTo>
                  <a:cubicBezTo>
                    <a:pt x="60" y="165"/>
                    <a:pt x="62" y="165"/>
                    <a:pt x="64" y="163"/>
                  </a:cubicBezTo>
                  <a:cubicBezTo>
                    <a:pt x="67" y="163"/>
                    <a:pt x="70" y="162"/>
                    <a:pt x="72" y="160"/>
                  </a:cubicBezTo>
                  <a:cubicBezTo>
                    <a:pt x="71" y="161"/>
                    <a:pt x="71" y="161"/>
                    <a:pt x="70" y="161"/>
                  </a:cubicBezTo>
                  <a:cubicBezTo>
                    <a:pt x="75" y="159"/>
                    <a:pt x="79" y="157"/>
                    <a:pt x="83" y="155"/>
                  </a:cubicBezTo>
                  <a:cubicBezTo>
                    <a:pt x="89" y="150"/>
                    <a:pt x="96" y="145"/>
                    <a:pt x="102" y="140"/>
                  </a:cubicBezTo>
                  <a:cubicBezTo>
                    <a:pt x="111" y="132"/>
                    <a:pt x="121" y="123"/>
                    <a:pt x="130" y="114"/>
                  </a:cubicBezTo>
                  <a:lnTo>
                    <a:pt x="129" y="114"/>
                  </a:lnTo>
                  <a:cubicBezTo>
                    <a:pt x="138" y="105"/>
                    <a:pt x="145" y="95"/>
                    <a:pt x="152" y="85"/>
                  </a:cubicBezTo>
                  <a:cubicBezTo>
                    <a:pt x="156" y="78"/>
                    <a:pt x="161" y="71"/>
                    <a:pt x="165" y="64"/>
                  </a:cubicBezTo>
                  <a:cubicBezTo>
                    <a:pt x="166" y="60"/>
                    <a:pt x="168" y="57"/>
                    <a:pt x="169" y="54"/>
                  </a:cubicBezTo>
                  <a:cubicBezTo>
                    <a:pt x="170" y="52"/>
                    <a:pt x="170" y="51"/>
                    <a:pt x="170" y="49"/>
                  </a:cubicBezTo>
                  <a:cubicBezTo>
                    <a:pt x="171" y="48"/>
                    <a:pt x="171" y="46"/>
                    <a:pt x="171" y="45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2"/>
                    <a:pt x="171" y="42"/>
                    <a:pt x="171" y="40"/>
                  </a:cubicBezTo>
                  <a:lnTo>
                    <a:pt x="171" y="41"/>
                  </a:lnTo>
                  <a:lnTo>
                    <a:pt x="171" y="40"/>
                  </a:lnTo>
                  <a:cubicBezTo>
                    <a:pt x="171" y="40"/>
                    <a:pt x="170" y="40"/>
                    <a:pt x="170" y="39"/>
                  </a:cubicBezTo>
                  <a:cubicBezTo>
                    <a:pt x="170" y="40"/>
                    <a:pt x="171" y="40"/>
                    <a:pt x="171" y="40"/>
                  </a:cubicBezTo>
                  <a:cubicBezTo>
                    <a:pt x="171" y="41"/>
                    <a:pt x="171" y="41"/>
                    <a:pt x="171" y="42"/>
                  </a:cubicBezTo>
                  <a:cubicBezTo>
                    <a:pt x="171" y="40"/>
                    <a:pt x="170" y="40"/>
                    <a:pt x="170" y="39"/>
                  </a:cubicBezTo>
                  <a:lnTo>
                    <a:pt x="170" y="38"/>
                  </a:lnTo>
                  <a:cubicBezTo>
                    <a:pt x="169" y="37"/>
                    <a:pt x="169" y="36"/>
                    <a:pt x="169" y="36"/>
                  </a:cubicBezTo>
                  <a:cubicBezTo>
                    <a:pt x="169" y="35"/>
                    <a:pt x="168" y="35"/>
                    <a:pt x="168" y="35"/>
                  </a:cubicBezTo>
                  <a:cubicBezTo>
                    <a:pt x="167" y="34"/>
                    <a:pt x="167" y="33"/>
                    <a:pt x="166" y="33"/>
                  </a:cubicBezTo>
                  <a:cubicBezTo>
                    <a:pt x="165" y="31"/>
                    <a:pt x="163" y="30"/>
                    <a:pt x="161" y="29"/>
                  </a:cubicBezTo>
                  <a:cubicBezTo>
                    <a:pt x="160" y="28"/>
                    <a:pt x="159" y="27"/>
                    <a:pt x="158" y="26"/>
                  </a:cubicBezTo>
                  <a:cubicBezTo>
                    <a:pt x="155" y="25"/>
                    <a:pt x="153" y="25"/>
                    <a:pt x="151" y="24"/>
                  </a:cubicBezTo>
                  <a:cubicBezTo>
                    <a:pt x="151" y="24"/>
                    <a:pt x="149" y="23"/>
                    <a:pt x="148" y="23"/>
                  </a:cubicBezTo>
                  <a:cubicBezTo>
                    <a:pt x="148" y="23"/>
                    <a:pt x="147" y="22"/>
                    <a:pt x="146" y="22"/>
                  </a:cubicBezTo>
                  <a:cubicBezTo>
                    <a:pt x="145" y="22"/>
                    <a:pt x="144" y="22"/>
                    <a:pt x="142" y="22"/>
                  </a:cubicBezTo>
                  <a:cubicBezTo>
                    <a:pt x="139" y="23"/>
                    <a:pt x="136" y="23"/>
                    <a:pt x="133" y="24"/>
                  </a:cubicBezTo>
                  <a:cubicBezTo>
                    <a:pt x="131" y="24"/>
                    <a:pt x="128" y="25"/>
                    <a:pt x="126" y="25"/>
                  </a:cubicBezTo>
                  <a:cubicBezTo>
                    <a:pt x="123" y="26"/>
                    <a:pt x="120" y="28"/>
                    <a:pt x="117" y="29"/>
                  </a:cubicBezTo>
                  <a:cubicBezTo>
                    <a:pt x="113" y="31"/>
                    <a:pt x="109" y="33"/>
                    <a:pt x="105" y="36"/>
                  </a:cubicBezTo>
                  <a:cubicBezTo>
                    <a:pt x="102" y="38"/>
                    <a:pt x="98" y="40"/>
                    <a:pt x="95" y="43"/>
                  </a:cubicBezTo>
                  <a:cubicBezTo>
                    <a:pt x="93" y="45"/>
                    <a:pt x="91" y="47"/>
                    <a:pt x="89" y="49"/>
                  </a:cubicBezTo>
                  <a:cubicBezTo>
                    <a:pt x="86" y="52"/>
                    <a:pt x="84" y="54"/>
                    <a:pt x="82" y="58"/>
                  </a:cubicBezTo>
                  <a:cubicBezTo>
                    <a:pt x="80" y="60"/>
                    <a:pt x="78" y="63"/>
                    <a:pt x="77" y="67"/>
                  </a:cubicBezTo>
                  <a:cubicBezTo>
                    <a:pt x="70" y="78"/>
                    <a:pt x="65" y="91"/>
                    <a:pt x="61" y="104"/>
                  </a:cubicBezTo>
                  <a:cubicBezTo>
                    <a:pt x="60" y="105"/>
                    <a:pt x="60" y="106"/>
                    <a:pt x="60" y="108"/>
                  </a:cubicBezTo>
                  <a:cubicBezTo>
                    <a:pt x="57" y="113"/>
                    <a:pt x="50" y="116"/>
                    <a:pt x="45" y="113"/>
                  </a:cubicBezTo>
                  <a:cubicBezTo>
                    <a:pt x="42" y="112"/>
                    <a:pt x="40" y="110"/>
                    <a:pt x="39" y="107"/>
                  </a:cubicBezTo>
                  <a:cubicBezTo>
                    <a:pt x="38" y="105"/>
                    <a:pt x="38" y="102"/>
                    <a:pt x="39" y="99"/>
                  </a:cubicBezTo>
                  <a:cubicBezTo>
                    <a:pt x="39" y="99"/>
                    <a:pt x="39" y="98"/>
                    <a:pt x="40" y="98"/>
                  </a:cubicBezTo>
                  <a:cubicBezTo>
                    <a:pt x="43" y="88"/>
                    <a:pt x="47" y="78"/>
                    <a:pt x="51" y="68"/>
                  </a:cubicBezTo>
                  <a:cubicBezTo>
                    <a:pt x="54" y="61"/>
                    <a:pt x="57" y="55"/>
                    <a:pt x="61" y="49"/>
                  </a:cubicBezTo>
                  <a:lnTo>
                    <a:pt x="60" y="49"/>
                  </a:lnTo>
                  <a:cubicBezTo>
                    <a:pt x="58" y="51"/>
                    <a:pt x="56" y="53"/>
                    <a:pt x="54" y="54"/>
                  </a:cubicBezTo>
                  <a:cubicBezTo>
                    <a:pt x="54" y="54"/>
                    <a:pt x="55" y="54"/>
                    <a:pt x="56" y="54"/>
                  </a:cubicBezTo>
                  <a:cubicBezTo>
                    <a:pt x="53" y="56"/>
                    <a:pt x="51" y="57"/>
                    <a:pt x="49" y="60"/>
                  </a:cubicBezTo>
                  <a:cubicBezTo>
                    <a:pt x="46" y="63"/>
                    <a:pt x="43" y="67"/>
                    <a:pt x="40" y="70"/>
                  </a:cubicBezTo>
                  <a:cubicBezTo>
                    <a:pt x="38" y="74"/>
                    <a:pt x="36" y="77"/>
                    <a:pt x="34" y="81"/>
                  </a:cubicBezTo>
                  <a:cubicBezTo>
                    <a:pt x="32" y="85"/>
                    <a:pt x="30" y="89"/>
                    <a:pt x="28" y="94"/>
                  </a:cubicBezTo>
                  <a:cubicBezTo>
                    <a:pt x="27" y="97"/>
                    <a:pt x="26" y="100"/>
                    <a:pt x="26" y="103"/>
                  </a:cubicBezTo>
                  <a:cubicBezTo>
                    <a:pt x="25" y="107"/>
                    <a:pt x="24" y="112"/>
                    <a:pt x="24" y="117"/>
                  </a:cubicBezTo>
                  <a:cubicBezTo>
                    <a:pt x="24" y="122"/>
                    <a:pt x="24" y="127"/>
                    <a:pt x="24" y="132"/>
                  </a:cubicBezTo>
                  <a:cubicBezTo>
                    <a:pt x="24" y="134"/>
                    <a:pt x="24" y="136"/>
                    <a:pt x="24" y="138"/>
                  </a:cubicBezTo>
                  <a:cubicBezTo>
                    <a:pt x="25" y="139"/>
                    <a:pt x="25" y="141"/>
                    <a:pt x="25" y="142"/>
                  </a:cubicBezTo>
                  <a:lnTo>
                    <a:pt x="26" y="143"/>
                  </a:lnTo>
                  <a:cubicBezTo>
                    <a:pt x="26" y="143"/>
                    <a:pt x="26" y="142"/>
                    <a:pt x="25" y="142"/>
                  </a:cubicBezTo>
                  <a:cubicBezTo>
                    <a:pt x="26" y="144"/>
                    <a:pt x="27" y="146"/>
                    <a:pt x="28" y="148"/>
                  </a:cubicBezTo>
                  <a:cubicBezTo>
                    <a:pt x="28" y="149"/>
                    <a:pt x="29" y="150"/>
                    <a:pt x="30" y="152"/>
                  </a:cubicBezTo>
                  <a:cubicBezTo>
                    <a:pt x="30" y="153"/>
                    <a:pt x="32" y="154"/>
                    <a:pt x="32" y="155"/>
                  </a:cubicBezTo>
                  <a:cubicBezTo>
                    <a:pt x="33" y="156"/>
                    <a:pt x="34" y="157"/>
                    <a:pt x="35" y="158"/>
                  </a:cubicBezTo>
                  <a:cubicBezTo>
                    <a:pt x="36" y="159"/>
                    <a:pt x="37" y="159"/>
                    <a:pt x="38" y="160"/>
                  </a:cubicBezTo>
                  <a:cubicBezTo>
                    <a:pt x="40" y="162"/>
                    <a:pt x="42" y="163"/>
                    <a:pt x="44" y="164"/>
                  </a:cubicBezTo>
                  <a:cubicBezTo>
                    <a:pt x="44" y="164"/>
                    <a:pt x="45" y="164"/>
                    <a:pt x="45" y="165"/>
                  </a:cubicBezTo>
                  <a:cubicBezTo>
                    <a:pt x="47" y="165"/>
                    <a:pt x="48" y="165"/>
                    <a:pt x="50" y="166"/>
                  </a:cubicBezTo>
                  <a:lnTo>
                    <a:pt x="51" y="166"/>
                  </a:lnTo>
                  <a:cubicBezTo>
                    <a:pt x="52" y="166"/>
                    <a:pt x="53" y="166"/>
                    <a:pt x="53" y="166"/>
                  </a:cubicBezTo>
                  <a:moveTo>
                    <a:pt x="37" y="186"/>
                  </a:moveTo>
                  <a:cubicBezTo>
                    <a:pt x="30" y="184"/>
                    <a:pt x="25" y="180"/>
                    <a:pt x="19" y="175"/>
                  </a:cubicBezTo>
                  <a:cubicBezTo>
                    <a:pt x="10" y="167"/>
                    <a:pt x="5" y="155"/>
                    <a:pt x="2" y="143"/>
                  </a:cubicBezTo>
                  <a:cubicBezTo>
                    <a:pt x="1" y="137"/>
                    <a:pt x="1" y="130"/>
                    <a:pt x="0" y="123"/>
                  </a:cubicBezTo>
                  <a:cubicBezTo>
                    <a:pt x="0" y="116"/>
                    <a:pt x="1" y="108"/>
                    <a:pt x="3" y="101"/>
                  </a:cubicBezTo>
                  <a:cubicBezTo>
                    <a:pt x="5" y="87"/>
                    <a:pt x="10" y="74"/>
                    <a:pt x="17" y="62"/>
                  </a:cubicBezTo>
                  <a:cubicBezTo>
                    <a:pt x="21" y="56"/>
                    <a:pt x="25" y="50"/>
                    <a:pt x="30" y="44"/>
                  </a:cubicBezTo>
                  <a:cubicBezTo>
                    <a:pt x="35" y="38"/>
                    <a:pt x="40" y="34"/>
                    <a:pt x="46" y="29"/>
                  </a:cubicBezTo>
                  <a:cubicBezTo>
                    <a:pt x="51" y="25"/>
                    <a:pt x="59" y="26"/>
                    <a:pt x="63" y="32"/>
                  </a:cubicBezTo>
                  <a:cubicBezTo>
                    <a:pt x="65" y="35"/>
                    <a:pt x="66" y="40"/>
                    <a:pt x="65" y="43"/>
                  </a:cubicBezTo>
                  <a:cubicBezTo>
                    <a:pt x="69" y="38"/>
                    <a:pt x="73" y="33"/>
                    <a:pt x="78" y="28"/>
                  </a:cubicBezTo>
                  <a:cubicBezTo>
                    <a:pt x="84" y="23"/>
                    <a:pt x="90" y="19"/>
                    <a:pt x="96" y="15"/>
                  </a:cubicBezTo>
                  <a:cubicBezTo>
                    <a:pt x="104" y="10"/>
                    <a:pt x="111" y="6"/>
                    <a:pt x="120" y="4"/>
                  </a:cubicBezTo>
                  <a:cubicBezTo>
                    <a:pt x="127" y="1"/>
                    <a:pt x="135" y="0"/>
                    <a:pt x="143" y="0"/>
                  </a:cubicBezTo>
                  <a:cubicBezTo>
                    <a:pt x="147" y="0"/>
                    <a:pt x="151" y="0"/>
                    <a:pt x="154" y="1"/>
                  </a:cubicBezTo>
                  <a:cubicBezTo>
                    <a:pt x="159" y="2"/>
                    <a:pt x="163" y="4"/>
                    <a:pt x="167" y="6"/>
                  </a:cubicBezTo>
                  <a:cubicBezTo>
                    <a:pt x="174" y="9"/>
                    <a:pt x="180" y="14"/>
                    <a:pt x="184" y="19"/>
                  </a:cubicBezTo>
                  <a:cubicBezTo>
                    <a:pt x="190" y="25"/>
                    <a:pt x="192" y="32"/>
                    <a:pt x="193" y="39"/>
                  </a:cubicBezTo>
                  <a:cubicBezTo>
                    <a:pt x="194" y="42"/>
                    <a:pt x="194" y="46"/>
                    <a:pt x="193" y="49"/>
                  </a:cubicBezTo>
                  <a:cubicBezTo>
                    <a:pt x="192" y="53"/>
                    <a:pt x="191" y="57"/>
                    <a:pt x="190" y="60"/>
                  </a:cubicBezTo>
                  <a:cubicBezTo>
                    <a:pt x="187" y="67"/>
                    <a:pt x="184" y="75"/>
                    <a:pt x="180" y="82"/>
                  </a:cubicBezTo>
                  <a:cubicBezTo>
                    <a:pt x="176" y="87"/>
                    <a:pt x="173" y="92"/>
                    <a:pt x="169" y="98"/>
                  </a:cubicBezTo>
                  <a:cubicBezTo>
                    <a:pt x="165" y="103"/>
                    <a:pt x="161" y="109"/>
                    <a:pt x="157" y="115"/>
                  </a:cubicBezTo>
                  <a:cubicBezTo>
                    <a:pt x="148" y="127"/>
                    <a:pt x="138" y="138"/>
                    <a:pt x="127" y="148"/>
                  </a:cubicBezTo>
                  <a:cubicBezTo>
                    <a:pt x="117" y="158"/>
                    <a:pt x="105" y="167"/>
                    <a:pt x="93" y="175"/>
                  </a:cubicBezTo>
                  <a:cubicBezTo>
                    <a:pt x="82" y="183"/>
                    <a:pt x="68" y="189"/>
                    <a:pt x="54" y="189"/>
                  </a:cubicBezTo>
                  <a:lnTo>
                    <a:pt x="53" y="189"/>
                  </a:lnTo>
                  <a:cubicBezTo>
                    <a:pt x="47" y="189"/>
                    <a:pt x="42" y="188"/>
                    <a:pt x="3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6" name="Google Shape;4206;p49"/>
            <p:cNvSpPr/>
            <p:nvPr/>
          </p:nvSpPr>
          <p:spPr>
            <a:xfrm>
              <a:off x="387000" y="889560"/>
              <a:ext cx="21240" cy="44640"/>
            </a:xfrm>
            <a:custGeom>
              <a:avLst/>
              <a:gdLst/>
              <a:ahLst/>
              <a:cxnLst/>
              <a:rect l="l" t="t" r="r" b="b"/>
              <a:pathLst>
                <a:path w="59" h="124" extrusionOk="0">
                  <a:moveTo>
                    <a:pt x="8" y="121"/>
                  </a:moveTo>
                  <a:cubicBezTo>
                    <a:pt x="2" y="119"/>
                    <a:pt x="0" y="111"/>
                    <a:pt x="3" y="106"/>
                  </a:cubicBezTo>
                  <a:cubicBezTo>
                    <a:pt x="7" y="100"/>
                    <a:pt x="10" y="94"/>
                    <a:pt x="13" y="88"/>
                  </a:cubicBezTo>
                  <a:cubicBezTo>
                    <a:pt x="16" y="82"/>
                    <a:pt x="19" y="75"/>
                    <a:pt x="21" y="69"/>
                  </a:cubicBezTo>
                  <a:cubicBezTo>
                    <a:pt x="24" y="64"/>
                    <a:pt x="25" y="58"/>
                    <a:pt x="26" y="53"/>
                  </a:cubicBezTo>
                  <a:cubicBezTo>
                    <a:pt x="28" y="42"/>
                    <a:pt x="31" y="30"/>
                    <a:pt x="32" y="18"/>
                  </a:cubicBezTo>
                  <a:cubicBezTo>
                    <a:pt x="33" y="16"/>
                    <a:pt x="33" y="14"/>
                    <a:pt x="33" y="12"/>
                  </a:cubicBezTo>
                  <a:cubicBezTo>
                    <a:pt x="33" y="6"/>
                    <a:pt x="38" y="0"/>
                    <a:pt x="45" y="0"/>
                  </a:cubicBezTo>
                  <a:cubicBezTo>
                    <a:pt x="52" y="0"/>
                    <a:pt x="58" y="6"/>
                    <a:pt x="58" y="13"/>
                  </a:cubicBezTo>
                  <a:cubicBezTo>
                    <a:pt x="57" y="21"/>
                    <a:pt x="56" y="28"/>
                    <a:pt x="54" y="35"/>
                  </a:cubicBezTo>
                  <a:cubicBezTo>
                    <a:pt x="53" y="43"/>
                    <a:pt x="51" y="51"/>
                    <a:pt x="49" y="58"/>
                  </a:cubicBezTo>
                  <a:cubicBezTo>
                    <a:pt x="44" y="80"/>
                    <a:pt x="35" y="99"/>
                    <a:pt x="23" y="117"/>
                  </a:cubicBezTo>
                  <a:cubicBezTo>
                    <a:pt x="21" y="121"/>
                    <a:pt x="17" y="123"/>
                    <a:pt x="13" y="123"/>
                  </a:cubicBezTo>
                  <a:cubicBezTo>
                    <a:pt x="11" y="123"/>
                    <a:pt x="9" y="123"/>
                    <a:pt x="8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7" name="Google Shape;4207;p49"/>
            <p:cNvSpPr/>
            <p:nvPr/>
          </p:nvSpPr>
          <p:spPr>
            <a:xfrm>
              <a:off x="461520" y="828000"/>
              <a:ext cx="58680" cy="135720"/>
            </a:xfrm>
            <a:custGeom>
              <a:avLst/>
              <a:gdLst/>
              <a:ahLst/>
              <a:cxnLst/>
              <a:rect l="l" t="t" r="r" b="b"/>
              <a:pathLst>
                <a:path w="163" h="377" extrusionOk="0">
                  <a:moveTo>
                    <a:pt x="59" y="352"/>
                  </a:moveTo>
                  <a:lnTo>
                    <a:pt x="60" y="352"/>
                  </a:lnTo>
                  <a:cubicBezTo>
                    <a:pt x="60" y="351"/>
                    <a:pt x="61" y="351"/>
                    <a:pt x="61" y="351"/>
                  </a:cubicBezTo>
                  <a:lnTo>
                    <a:pt x="60" y="351"/>
                  </a:lnTo>
                  <a:lnTo>
                    <a:pt x="61" y="351"/>
                  </a:lnTo>
                  <a:cubicBezTo>
                    <a:pt x="61" y="351"/>
                    <a:pt x="62" y="350"/>
                    <a:pt x="63" y="349"/>
                  </a:cubicBezTo>
                  <a:cubicBezTo>
                    <a:pt x="62" y="350"/>
                    <a:pt x="62" y="350"/>
                    <a:pt x="61" y="350"/>
                  </a:cubicBezTo>
                  <a:lnTo>
                    <a:pt x="62" y="350"/>
                  </a:lnTo>
                  <a:cubicBezTo>
                    <a:pt x="62" y="350"/>
                    <a:pt x="63" y="349"/>
                    <a:pt x="63" y="348"/>
                  </a:cubicBezTo>
                  <a:cubicBezTo>
                    <a:pt x="64" y="345"/>
                    <a:pt x="66" y="342"/>
                    <a:pt x="67" y="338"/>
                  </a:cubicBezTo>
                  <a:cubicBezTo>
                    <a:pt x="72" y="322"/>
                    <a:pt x="76" y="305"/>
                    <a:pt x="80" y="289"/>
                  </a:cubicBezTo>
                  <a:cubicBezTo>
                    <a:pt x="82" y="277"/>
                    <a:pt x="85" y="266"/>
                    <a:pt x="87" y="255"/>
                  </a:cubicBezTo>
                  <a:cubicBezTo>
                    <a:pt x="87" y="248"/>
                    <a:pt x="88" y="241"/>
                    <a:pt x="89" y="233"/>
                  </a:cubicBezTo>
                  <a:cubicBezTo>
                    <a:pt x="84" y="237"/>
                    <a:pt x="80" y="241"/>
                    <a:pt x="75" y="245"/>
                  </a:cubicBezTo>
                  <a:cubicBezTo>
                    <a:pt x="66" y="252"/>
                    <a:pt x="58" y="259"/>
                    <a:pt x="50" y="267"/>
                  </a:cubicBezTo>
                  <a:cubicBezTo>
                    <a:pt x="47" y="270"/>
                    <a:pt x="44" y="274"/>
                    <a:pt x="41" y="278"/>
                  </a:cubicBezTo>
                  <a:cubicBezTo>
                    <a:pt x="38" y="283"/>
                    <a:pt x="35" y="288"/>
                    <a:pt x="32" y="294"/>
                  </a:cubicBezTo>
                  <a:cubicBezTo>
                    <a:pt x="31" y="296"/>
                    <a:pt x="29" y="299"/>
                    <a:pt x="28" y="303"/>
                  </a:cubicBezTo>
                  <a:cubicBezTo>
                    <a:pt x="27" y="304"/>
                    <a:pt x="27" y="306"/>
                    <a:pt x="27" y="308"/>
                  </a:cubicBezTo>
                  <a:cubicBezTo>
                    <a:pt x="26" y="310"/>
                    <a:pt x="26" y="312"/>
                    <a:pt x="25" y="314"/>
                  </a:cubicBezTo>
                  <a:cubicBezTo>
                    <a:pt x="25" y="316"/>
                    <a:pt x="25" y="318"/>
                    <a:pt x="25" y="320"/>
                  </a:cubicBezTo>
                  <a:cubicBezTo>
                    <a:pt x="25" y="322"/>
                    <a:pt x="25" y="323"/>
                    <a:pt x="26" y="324"/>
                  </a:cubicBezTo>
                  <a:cubicBezTo>
                    <a:pt x="26" y="327"/>
                    <a:pt x="27" y="329"/>
                    <a:pt x="27" y="330"/>
                  </a:cubicBezTo>
                  <a:cubicBezTo>
                    <a:pt x="28" y="331"/>
                    <a:pt x="28" y="332"/>
                    <a:pt x="28" y="333"/>
                  </a:cubicBezTo>
                  <a:cubicBezTo>
                    <a:pt x="29" y="334"/>
                    <a:pt x="30" y="336"/>
                    <a:pt x="30" y="337"/>
                  </a:cubicBezTo>
                  <a:cubicBezTo>
                    <a:pt x="31" y="337"/>
                    <a:pt x="32" y="338"/>
                    <a:pt x="32" y="340"/>
                  </a:cubicBezTo>
                  <a:cubicBezTo>
                    <a:pt x="34" y="341"/>
                    <a:pt x="34" y="341"/>
                    <a:pt x="35" y="343"/>
                  </a:cubicBezTo>
                  <a:cubicBezTo>
                    <a:pt x="36" y="343"/>
                    <a:pt x="38" y="344"/>
                    <a:pt x="39" y="345"/>
                  </a:cubicBezTo>
                  <a:cubicBezTo>
                    <a:pt x="40" y="346"/>
                    <a:pt x="41" y="347"/>
                    <a:pt x="43" y="348"/>
                  </a:cubicBezTo>
                  <a:cubicBezTo>
                    <a:pt x="45" y="348"/>
                    <a:pt x="46" y="350"/>
                    <a:pt x="48" y="350"/>
                  </a:cubicBezTo>
                  <a:cubicBezTo>
                    <a:pt x="50" y="351"/>
                    <a:pt x="52" y="351"/>
                    <a:pt x="53" y="351"/>
                  </a:cubicBezTo>
                  <a:cubicBezTo>
                    <a:pt x="55" y="352"/>
                    <a:pt x="56" y="352"/>
                    <a:pt x="57" y="352"/>
                  </a:cubicBezTo>
                  <a:cubicBezTo>
                    <a:pt x="57" y="352"/>
                    <a:pt x="58" y="352"/>
                    <a:pt x="59" y="352"/>
                  </a:cubicBezTo>
                  <a:moveTo>
                    <a:pt x="36" y="371"/>
                  </a:moveTo>
                  <a:cubicBezTo>
                    <a:pt x="22" y="365"/>
                    <a:pt x="10" y="353"/>
                    <a:pt x="5" y="338"/>
                  </a:cubicBezTo>
                  <a:cubicBezTo>
                    <a:pt x="0" y="324"/>
                    <a:pt x="1" y="308"/>
                    <a:pt x="7" y="293"/>
                  </a:cubicBezTo>
                  <a:cubicBezTo>
                    <a:pt x="10" y="285"/>
                    <a:pt x="14" y="279"/>
                    <a:pt x="18" y="273"/>
                  </a:cubicBezTo>
                  <a:cubicBezTo>
                    <a:pt x="22" y="266"/>
                    <a:pt x="27" y="259"/>
                    <a:pt x="33" y="253"/>
                  </a:cubicBezTo>
                  <a:cubicBezTo>
                    <a:pt x="39" y="247"/>
                    <a:pt x="45" y="241"/>
                    <a:pt x="51" y="236"/>
                  </a:cubicBezTo>
                  <a:cubicBezTo>
                    <a:pt x="55" y="233"/>
                    <a:pt x="59" y="229"/>
                    <a:pt x="63" y="227"/>
                  </a:cubicBezTo>
                  <a:cubicBezTo>
                    <a:pt x="73" y="218"/>
                    <a:pt x="82" y="211"/>
                    <a:pt x="92" y="203"/>
                  </a:cubicBezTo>
                  <a:cubicBezTo>
                    <a:pt x="94" y="195"/>
                    <a:pt x="94" y="188"/>
                    <a:pt x="95" y="181"/>
                  </a:cubicBezTo>
                  <a:cubicBezTo>
                    <a:pt x="96" y="175"/>
                    <a:pt x="96" y="169"/>
                    <a:pt x="98" y="163"/>
                  </a:cubicBezTo>
                  <a:cubicBezTo>
                    <a:pt x="99" y="155"/>
                    <a:pt x="100" y="148"/>
                    <a:pt x="101" y="142"/>
                  </a:cubicBezTo>
                  <a:cubicBezTo>
                    <a:pt x="102" y="136"/>
                    <a:pt x="102" y="131"/>
                    <a:pt x="104" y="126"/>
                  </a:cubicBezTo>
                  <a:cubicBezTo>
                    <a:pt x="105" y="121"/>
                    <a:pt x="106" y="115"/>
                    <a:pt x="108" y="110"/>
                  </a:cubicBezTo>
                  <a:cubicBezTo>
                    <a:pt x="108" y="108"/>
                    <a:pt x="108" y="107"/>
                    <a:pt x="108" y="105"/>
                  </a:cubicBezTo>
                  <a:cubicBezTo>
                    <a:pt x="105" y="110"/>
                    <a:pt x="102" y="115"/>
                    <a:pt x="98" y="120"/>
                  </a:cubicBezTo>
                  <a:cubicBezTo>
                    <a:pt x="90" y="132"/>
                    <a:pt x="80" y="143"/>
                    <a:pt x="68" y="153"/>
                  </a:cubicBezTo>
                  <a:cubicBezTo>
                    <a:pt x="63" y="158"/>
                    <a:pt x="57" y="162"/>
                    <a:pt x="50" y="165"/>
                  </a:cubicBezTo>
                  <a:cubicBezTo>
                    <a:pt x="43" y="168"/>
                    <a:pt x="35" y="168"/>
                    <a:pt x="28" y="165"/>
                  </a:cubicBezTo>
                  <a:cubicBezTo>
                    <a:pt x="24" y="164"/>
                    <a:pt x="20" y="162"/>
                    <a:pt x="17" y="159"/>
                  </a:cubicBezTo>
                  <a:cubicBezTo>
                    <a:pt x="14" y="155"/>
                    <a:pt x="13" y="151"/>
                    <a:pt x="11" y="146"/>
                  </a:cubicBezTo>
                  <a:cubicBezTo>
                    <a:pt x="10" y="135"/>
                    <a:pt x="11" y="124"/>
                    <a:pt x="12" y="113"/>
                  </a:cubicBezTo>
                  <a:cubicBezTo>
                    <a:pt x="13" y="102"/>
                    <a:pt x="16" y="92"/>
                    <a:pt x="18" y="81"/>
                  </a:cubicBezTo>
                  <a:cubicBezTo>
                    <a:pt x="20" y="74"/>
                    <a:pt x="23" y="66"/>
                    <a:pt x="25" y="58"/>
                  </a:cubicBezTo>
                  <a:cubicBezTo>
                    <a:pt x="27" y="51"/>
                    <a:pt x="30" y="43"/>
                    <a:pt x="32" y="35"/>
                  </a:cubicBezTo>
                  <a:lnTo>
                    <a:pt x="32" y="34"/>
                  </a:lnTo>
                  <a:cubicBezTo>
                    <a:pt x="34" y="27"/>
                    <a:pt x="41" y="23"/>
                    <a:pt x="48" y="25"/>
                  </a:cubicBezTo>
                  <a:cubicBezTo>
                    <a:pt x="55" y="27"/>
                    <a:pt x="57" y="34"/>
                    <a:pt x="56" y="41"/>
                  </a:cubicBezTo>
                  <a:cubicBezTo>
                    <a:pt x="56" y="42"/>
                    <a:pt x="56" y="42"/>
                    <a:pt x="55" y="43"/>
                  </a:cubicBezTo>
                  <a:cubicBezTo>
                    <a:pt x="49" y="61"/>
                    <a:pt x="43" y="79"/>
                    <a:pt x="38" y="97"/>
                  </a:cubicBezTo>
                  <a:cubicBezTo>
                    <a:pt x="38" y="100"/>
                    <a:pt x="37" y="102"/>
                    <a:pt x="36" y="106"/>
                  </a:cubicBezTo>
                  <a:cubicBezTo>
                    <a:pt x="35" y="111"/>
                    <a:pt x="35" y="117"/>
                    <a:pt x="34" y="122"/>
                  </a:cubicBezTo>
                  <a:cubicBezTo>
                    <a:pt x="34" y="127"/>
                    <a:pt x="34" y="131"/>
                    <a:pt x="34" y="135"/>
                  </a:cubicBezTo>
                  <a:cubicBezTo>
                    <a:pt x="34" y="137"/>
                    <a:pt x="34" y="139"/>
                    <a:pt x="35" y="141"/>
                  </a:cubicBezTo>
                  <a:lnTo>
                    <a:pt x="35" y="142"/>
                  </a:lnTo>
                  <a:lnTo>
                    <a:pt x="35" y="143"/>
                  </a:lnTo>
                  <a:cubicBezTo>
                    <a:pt x="36" y="143"/>
                    <a:pt x="36" y="143"/>
                    <a:pt x="36" y="143"/>
                  </a:cubicBezTo>
                  <a:cubicBezTo>
                    <a:pt x="37" y="143"/>
                    <a:pt x="37" y="143"/>
                    <a:pt x="38" y="143"/>
                  </a:cubicBezTo>
                  <a:cubicBezTo>
                    <a:pt x="38" y="143"/>
                    <a:pt x="39" y="143"/>
                    <a:pt x="40" y="143"/>
                  </a:cubicBezTo>
                  <a:cubicBezTo>
                    <a:pt x="41" y="143"/>
                    <a:pt x="41" y="143"/>
                    <a:pt x="42" y="143"/>
                  </a:cubicBezTo>
                  <a:cubicBezTo>
                    <a:pt x="43" y="142"/>
                    <a:pt x="43" y="142"/>
                    <a:pt x="44" y="142"/>
                  </a:cubicBezTo>
                  <a:cubicBezTo>
                    <a:pt x="45" y="142"/>
                    <a:pt x="45" y="141"/>
                    <a:pt x="46" y="140"/>
                  </a:cubicBezTo>
                  <a:cubicBezTo>
                    <a:pt x="49" y="139"/>
                    <a:pt x="52" y="137"/>
                    <a:pt x="55" y="135"/>
                  </a:cubicBezTo>
                  <a:cubicBezTo>
                    <a:pt x="54" y="135"/>
                    <a:pt x="54" y="135"/>
                    <a:pt x="54" y="135"/>
                  </a:cubicBezTo>
                  <a:lnTo>
                    <a:pt x="55" y="135"/>
                  </a:lnTo>
                  <a:cubicBezTo>
                    <a:pt x="55" y="134"/>
                    <a:pt x="55" y="134"/>
                    <a:pt x="55" y="134"/>
                  </a:cubicBezTo>
                  <a:cubicBezTo>
                    <a:pt x="60" y="130"/>
                    <a:pt x="64" y="125"/>
                    <a:pt x="69" y="120"/>
                  </a:cubicBezTo>
                  <a:cubicBezTo>
                    <a:pt x="78" y="111"/>
                    <a:pt x="85" y="100"/>
                    <a:pt x="92" y="89"/>
                  </a:cubicBezTo>
                  <a:cubicBezTo>
                    <a:pt x="98" y="81"/>
                    <a:pt x="103" y="72"/>
                    <a:pt x="109" y="63"/>
                  </a:cubicBezTo>
                  <a:cubicBezTo>
                    <a:pt x="115" y="54"/>
                    <a:pt x="120" y="43"/>
                    <a:pt x="126" y="33"/>
                  </a:cubicBezTo>
                  <a:cubicBezTo>
                    <a:pt x="126" y="33"/>
                    <a:pt x="126" y="34"/>
                    <a:pt x="125" y="34"/>
                  </a:cubicBezTo>
                  <a:cubicBezTo>
                    <a:pt x="126" y="34"/>
                    <a:pt x="126" y="33"/>
                    <a:pt x="126" y="33"/>
                  </a:cubicBezTo>
                  <a:cubicBezTo>
                    <a:pt x="127" y="30"/>
                    <a:pt x="129" y="27"/>
                    <a:pt x="130" y="24"/>
                  </a:cubicBezTo>
                  <a:cubicBezTo>
                    <a:pt x="130" y="24"/>
                    <a:pt x="131" y="24"/>
                    <a:pt x="131" y="23"/>
                  </a:cubicBezTo>
                  <a:lnTo>
                    <a:pt x="131" y="22"/>
                  </a:lnTo>
                  <a:cubicBezTo>
                    <a:pt x="133" y="19"/>
                    <a:pt x="134" y="16"/>
                    <a:pt x="135" y="14"/>
                  </a:cubicBezTo>
                  <a:cubicBezTo>
                    <a:pt x="136" y="12"/>
                    <a:pt x="137" y="10"/>
                    <a:pt x="138" y="9"/>
                  </a:cubicBezTo>
                  <a:cubicBezTo>
                    <a:pt x="140" y="6"/>
                    <a:pt x="141" y="5"/>
                    <a:pt x="144" y="3"/>
                  </a:cubicBezTo>
                  <a:cubicBezTo>
                    <a:pt x="152" y="0"/>
                    <a:pt x="162" y="9"/>
                    <a:pt x="159" y="17"/>
                  </a:cubicBezTo>
                  <a:cubicBezTo>
                    <a:pt x="156" y="27"/>
                    <a:pt x="153" y="36"/>
                    <a:pt x="149" y="45"/>
                  </a:cubicBezTo>
                  <a:cubicBezTo>
                    <a:pt x="147" y="52"/>
                    <a:pt x="144" y="60"/>
                    <a:pt x="142" y="68"/>
                  </a:cubicBezTo>
                  <a:cubicBezTo>
                    <a:pt x="139" y="75"/>
                    <a:pt x="137" y="82"/>
                    <a:pt x="135" y="90"/>
                  </a:cubicBezTo>
                  <a:cubicBezTo>
                    <a:pt x="131" y="103"/>
                    <a:pt x="128" y="117"/>
                    <a:pt x="124" y="131"/>
                  </a:cubicBezTo>
                  <a:cubicBezTo>
                    <a:pt x="123" y="137"/>
                    <a:pt x="123" y="143"/>
                    <a:pt x="122" y="148"/>
                  </a:cubicBezTo>
                  <a:cubicBezTo>
                    <a:pt x="120" y="154"/>
                    <a:pt x="119" y="160"/>
                    <a:pt x="118" y="166"/>
                  </a:cubicBezTo>
                  <a:cubicBezTo>
                    <a:pt x="117" y="172"/>
                    <a:pt x="116" y="179"/>
                    <a:pt x="116" y="185"/>
                  </a:cubicBezTo>
                  <a:cubicBezTo>
                    <a:pt x="118" y="183"/>
                    <a:pt x="120" y="182"/>
                    <a:pt x="122" y="180"/>
                  </a:cubicBezTo>
                  <a:cubicBezTo>
                    <a:pt x="127" y="176"/>
                    <a:pt x="133" y="178"/>
                    <a:pt x="137" y="182"/>
                  </a:cubicBezTo>
                  <a:cubicBezTo>
                    <a:pt x="140" y="187"/>
                    <a:pt x="139" y="193"/>
                    <a:pt x="134" y="197"/>
                  </a:cubicBezTo>
                  <a:cubicBezTo>
                    <a:pt x="127" y="203"/>
                    <a:pt x="119" y="209"/>
                    <a:pt x="112" y="215"/>
                  </a:cubicBezTo>
                  <a:cubicBezTo>
                    <a:pt x="111" y="223"/>
                    <a:pt x="110" y="231"/>
                    <a:pt x="109" y="239"/>
                  </a:cubicBezTo>
                  <a:cubicBezTo>
                    <a:pt x="108" y="252"/>
                    <a:pt x="106" y="264"/>
                    <a:pt x="103" y="277"/>
                  </a:cubicBezTo>
                  <a:cubicBezTo>
                    <a:pt x="102" y="287"/>
                    <a:pt x="99" y="298"/>
                    <a:pt x="97" y="308"/>
                  </a:cubicBezTo>
                  <a:cubicBezTo>
                    <a:pt x="95" y="319"/>
                    <a:pt x="92" y="331"/>
                    <a:pt x="89" y="343"/>
                  </a:cubicBezTo>
                  <a:cubicBezTo>
                    <a:pt x="88" y="345"/>
                    <a:pt x="87" y="348"/>
                    <a:pt x="87" y="351"/>
                  </a:cubicBezTo>
                  <a:cubicBezTo>
                    <a:pt x="86" y="354"/>
                    <a:pt x="85" y="357"/>
                    <a:pt x="84" y="359"/>
                  </a:cubicBezTo>
                  <a:cubicBezTo>
                    <a:pt x="82" y="363"/>
                    <a:pt x="80" y="366"/>
                    <a:pt x="76" y="369"/>
                  </a:cubicBezTo>
                  <a:cubicBezTo>
                    <a:pt x="71" y="374"/>
                    <a:pt x="64" y="376"/>
                    <a:pt x="58" y="376"/>
                  </a:cubicBezTo>
                  <a:cubicBezTo>
                    <a:pt x="50" y="376"/>
                    <a:pt x="42" y="374"/>
                    <a:pt x="36" y="3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8" name="Google Shape;4208;p49"/>
            <p:cNvSpPr/>
            <p:nvPr/>
          </p:nvSpPr>
          <p:spPr>
            <a:xfrm>
              <a:off x="538920" y="858960"/>
              <a:ext cx="16920" cy="12240"/>
            </a:xfrm>
            <a:custGeom>
              <a:avLst/>
              <a:gdLst/>
              <a:ahLst/>
              <a:cxnLst/>
              <a:rect l="l" t="t" r="r" b="b"/>
              <a:pathLst>
                <a:path w="47" h="34" extrusionOk="0">
                  <a:moveTo>
                    <a:pt x="9" y="32"/>
                  </a:moveTo>
                  <a:lnTo>
                    <a:pt x="10" y="32"/>
                  </a:lnTo>
                  <a:cubicBezTo>
                    <a:pt x="10" y="32"/>
                    <a:pt x="9" y="32"/>
                    <a:pt x="8" y="32"/>
                  </a:cubicBezTo>
                  <a:cubicBezTo>
                    <a:pt x="2" y="29"/>
                    <a:pt x="0" y="22"/>
                    <a:pt x="1" y="16"/>
                  </a:cubicBezTo>
                  <a:cubicBezTo>
                    <a:pt x="3" y="9"/>
                    <a:pt x="10" y="7"/>
                    <a:pt x="17" y="5"/>
                  </a:cubicBezTo>
                  <a:cubicBezTo>
                    <a:pt x="21" y="4"/>
                    <a:pt x="26" y="2"/>
                    <a:pt x="31" y="1"/>
                  </a:cubicBezTo>
                  <a:cubicBezTo>
                    <a:pt x="38" y="0"/>
                    <a:pt x="44" y="6"/>
                    <a:pt x="45" y="12"/>
                  </a:cubicBezTo>
                  <a:cubicBezTo>
                    <a:pt x="46" y="19"/>
                    <a:pt x="41" y="25"/>
                    <a:pt x="34" y="26"/>
                  </a:cubicBezTo>
                  <a:lnTo>
                    <a:pt x="33" y="26"/>
                  </a:lnTo>
                  <a:cubicBezTo>
                    <a:pt x="30" y="26"/>
                    <a:pt x="27" y="28"/>
                    <a:pt x="24" y="28"/>
                  </a:cubicBezTo>
                  <a:cubicBezTo>
                    <a:pt x="24" y="28"/>
                    <a:pt x="23" y="29"/>
                    <a:pt x="22" y="29"/>
                  </a:cubicBezTo>
                  <a:cubicBezTo>
                    <a:pt x="21" y="30"/>
                    <a:pt x="21" y="30"/>
                    <a:pt x="20" y="31"/>
                  </a:cubicBezTo>
                  <a:cubicBezTo>
                    <a:pt x="18" y="32"/>
                    <a:pt x="15" y="33"/>
                    <a:pt x="14" y="33"/>
                  </a:cubicBezTo>
                  <a:cubicBezTo>
                    <a:pt x="12" y="33"/>
                    <a:pt x="11" y="32"/>
                    <a:pt x="9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9" name="Google Shape;4209;p49"/>
            <p:cNvSpPr/>
            <p:nvPr/>
          </p:nvSpPr>
          <p:spPr>
            <a:xfrm>
              <a:off x="532080" y="874080"/>
              <a:ext cx="42840" cy="15480"/>
            </a:xfrm>
            <a:custGeom>
              <a:avLst/>
              <a:gdLst/>
              <a:ahLst/>
              <a:cxnLst/>
              <a:rect l="l" t="t" r="r" b="b"/>
              <a:pathLst>
                <a:path w="119" h="43" extrusionOk="0">
                  <a:moveTo>
                    <a:pt x="10" y="40"/>
                  </a:moveTo>
                  <a:cubicBezTo>
                    <a:pt x="7" y="39"/>
                    <a:pt x="4" y="37"/>
                    <a:pt x="2" y="33"/>
                  </a:cubicBezTo>
                  <a:cubicBezTo>
                    <a:pt x="1" y="31"/>
                    <a:pt x="0" y="27"/>
                    <a:pt x="1" y="25"/>
                  </a:cubicBezTo>
                  <a:cubicBezTo>
                    <a:pt x="1" y="18"/>
                    <a:pt x="8" y="13"/>
                    <a:pt x="15" y="14"/>
                  </a:cubicBezTo>
                  <a:cubicBezTo>
                    <a:pt x="17" y="15"/>
                    <a:pt x="19" y="16"/>
                    <a:pt x="21" y="17"/>
                  </a:cubicBezTo>
                  <a:cubicBezTo>
                    <a:pt x="22" y="17"/>
                    <a:pt x="22" y="17"/>
                    <a:pt x="23" y="17"/>
                  </a:cubicBezTo>
                  <a:cubicBezTo>
                    <a:pt x="22" y="17"/>
                    <a:pt x="22" y="17"/>
                    <a:pt x="21" y="17"/>
                  </a:cubicBezTo>
                  <a:cubicBezTo>
                    <a:pt x="29" y="16"/>
                    <a:pt x="37" y="15"/>
                    <a:pt x="45" y="14"/>
                  </a:cubicBezTo>
                  <a:cubicBezTo>
                    <a:pt x="65" y="9"/>
                    <a:pt x="85" y="5"/>
                    <a:pt x="104" y="1"/>
                  </a:cubicBezTo>
                  <a:cubicBezTo>
                    <a:pt x="110" y="0"/>
                    <a:pt x="115" y="3"/>
                    <a:pt x="117" y="9"/>
                  </a:cubicBezTo>
                  <a:cubicBezTo>
                    <a:pt x="118" y="15"/>
                    <a:pt x="115" y="20"/>
                    <a:pt x="110" y="22"/>
                  </a:cubicBezTo>
                  <a:cubicBezTo>
                    <a:pt x="95" y="26"/>
                    <a:pt x="81" y="29"/>
                    <a:pt x="67" y="33"/>
                  </a:cubicBezTo>
                  <a:cubicBezTo>
                    <a:pt x="57" y="35"/>
                    <a:pt x="47" y="38"/>
                    <a:pt x="37" y="40"/>
                  </a:cubicBezTo>
                  <a:cubicBezTo>
                    <a:pt x="32" y="40"/>
                    <a:pt x="27" y="41"/>
                    <a:pt x="22" y="41"/>
                  </a:cubicBezTo>
                  <a:cubicBezTo>
                    <a:pt x="21" y="41"/>
                    <a:pt x="20" y="42"/>
                    <a:pt x="19" y="42"/>
                  </a:cubicBezTo>
                  <a:cubicBezTo>
                    <a:pt x="16" y="42"/>
                    <a:pt x="13" y="41"/>
                    <a:pt x="10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0" name="Google Shape;4210;p49"/>
            <p:cNvSpPr/>
            <p:nvPr/>
          </p:nvSpPr>
          <p:spPr>
            <a:xfrm>
              <a:off x="607320" y="825840"/>
              <a:ext cx="55440" cy="72720"/>
            </a:xfrm>
            <a:custGeom>
              <a:avLst/>
              <a:gdLst/>
              <a:ahLst/>
              <a:cxnLst/>
              <a:rect l="l" t="t" r="r" b="b"/>
              <a:pathLst>
                <a:path w="154" h="202" extrusionOk="0">
                  <a:moveTo>
                    <a:pt x="25" y="178"/>
                  </a:moveTo>
                  <a:lnTo>
                    <a:pt x="26" y="177"/>
                  </a:lnTo>
                  <a:cubicBezTo>
                    <a:pt x="28" y="177"/>
                    <a:pt x="29" y="177"/>
                    <a:pt x="30" y="177"/>
                  </a:cubicBezTo>
                  <a:cubicBezTo>
                    <a:pt x="31" y="176"/>
                    <a:pt x="32" y="175"/>
                    <a:pt x="33" y="175"/>
                  </a:cubicBezTo>
                  <a:cubicBezTo>
                    <a:pt x="36" y="174"/>
                    <a:pt x="38" y="173"/>
                    <a:pt x="39" y="171"/>
                  </a:cubicBezTo>
                  <a:cubicBezTo>
                    <a:pt x="44" y="168"/>
                    <a:pt x="49" y="166"/>
                    <a:pt x="53" y="162"/>
                  </a:cubicBezTo>
                  <a:cubicBezTo>
                    <a:pt x="62" y="154"/>
                    <a:pt x="71" y="145"/>
                    <a:pt x="79" y="136"/>
                  </a:cubicBezTo>
                  <a:cubicBezTo>
                    <a:pt x="79" y="137"/>
                    <a:pt x="78" y="137"/>
                    <a:pt x="78" y="138"/>
                  </a:cubicBezTo>
                  <a:cubicBezTo>
                    <a:pt x="84" y="131"/>
                    <a:pt x="89" y="125"/>
                    <a:pt x="94" y="119"/>
                  </a:cubicBezTo>
                  <a:cubicBezTo>
                    <a:pt x="96" y="117"/>
                    <a:pt x="98" y="114"/>
                    <a:pt x="100" y="111"/>
                  </a:cubicBezTo>
                  <a:cubicBezTo>
                    <a:pt x="102" y="108"/>
                    <a:pt x="105" y="104"/>
                    <a:pt x="107" y="101"/>
                  </a:cubicBezTo>
                  <a:cubicBezTo>
                    <a:pt x="112" y="94"/>
                    <a:pt x="116" y="87"/>
                    <a:pt x="120" y="79"/>
                  </a:cubicBezTo>
                  <a:lnTo>
                    <a:pt x="120" y="80"/>
                  </a:lnTo>
                  <a:cubicBezTo>
                    <a:pt x="122" y="76"/>
                    <a:pt x="124" y="72"/>
                    <a:pt x="125" y="69"/>
                  </a:cubicBezTo>
                  <a:cubicBezTo>
                    <a:pt x="126" y="67"/>
                    <a:pt x="127" y="64"/>
                    <a:pt x="127" y="61"/>
                  </a:cubicBezTo>
                  <a:cubicBezTo>
                    <a:pt x="128" y="59"/>
                    <a:pt x="128" y="56"/>
                    <a:pt x="128" y="54"/>
                  </a:cubicBezTo>
                  <a:cubicBezTo>
                    <a:pt x="128" y="52"/>
                    <a:pt x="128" y="50"/>
                    <a:pt x="128" y="49"/>
                  </a:cubicBezTo>
                  <a:cubicBezTo>
                    <a:pt x="128" y="47"/>
                    <a:pt x="128" y="46"/>
                    <a:pt x="128" y="44"/>
                  </a:cubicBezTo>
                  <a:cubicBezTo>
                    <a:pt x="127" y="43"/>
                    <a:pt x="127" y="42"/>
                    <a:pt x="127" y="41"/>
                  </a:cubicBezTo>
                  <a:cubicBezTo>
                    <a:pt x="127" y="40"/>
                    <a:pt x="126" y="39"/>
                    <a:pt x="126" y="39"/>
                  </a:cubicBezTo>
                  <a:cubicBezTo>
                    <a:pt x="126" y="37"/>
                    <a:pt x="125" y="37"/>
                    <a:pt x="124" y="36"/>
                  </a:cubicBezTo>
                  <a:cubicBezTo>
                    <a:pt x="124" y="35"/>
                    <a:pt x="123" y="34"/>
                    <a:pt x="123" y="33"/>
                  </a:cubicBezTo>
                  <a:cubicBezTo>
                    <a:pt x="122" y="33"/>
                    <a:pt x="121" y="32"/>
                    <a:pt x="120" y="30"/>
                  </a:cubicBezTo>
                  <a:cubicBezTo>
                    <a:pt x="119" y="30"/>
                    <a:pt x="119" y="29"/>
                    <a:pt x="118" y="29"/>
                  </a:cubicBezTo>
                  <a:cubicBezTo>
                    <a:pt x="117" y="28"/>
                    <a:pt x="116" y="27"/>
                    <a:pt x="115" y="27"/>
                  </a:cubicBezTo>
                  <a:cubicBezTo>
                    <a:pt x="114" y="27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5"/>
                  </a:cubicBezTo>
                  <a:cubicBezTo>
                    <a:pt x="109" y="25"/>
                    <a:pt x="108" y="25"/>
                    <a:pt x="107" y="25"/>
                  </a:cubicBezTo>
                  <a:cubicBezTo>
                    <a:pt x="106" y="25"/>
                    <a:pt x="105" y="25"/>
                    <a:pt x="104" y="25"/>
                  </a:cubicBezTo>
                  <a:cubicBezTo>
                    <a:pt x="102" y="25"/>
                    <a:pt x="101" y="25"/>
                    <a:pt x="99" y="26"/>
                  </a:cubicBezTo>
                  <a:cubicBezTo>
                    <a:pt x="98" y="26"/>
                    <a:pt x="96" y="26"/>
                    <a:pt x="95" y="27"/>
                  </a:cubicBezTo>
                  <a:cubicBezTo>
                    <a:pt x="93" y="27"/>
                    <a:pt x="91" y="28"/>
                    <a:pt x="89" y="29"/>
                  </a:cubicBezTo>
                  <a:cubicBezTo>
                    <a:pt x="87" y="30"/>
                    <a:pt x="85" y="31"/>
                    <a:pt x="83" y="33"/>
                  </a:cubicBezTo>
                  <a:cubicBezTo>
                    <a:pt x="81" y="34"/>
                    <a:pt x="80" y="35"/>
                    <a:pt x="78" y="36"/>
                  </a:cubicBezTo>
                  <a:cubicBezTo>
                    <a:pt x="75" y="39"/>
                    <a:pt x="73" y="41"/>
                    <a:pt x="71" y="43"/>
                  </a:cubicBezTo>
                  <a:cubicBezTo>
                    <a:pt x="68" y="46"/>
                    <a:pt x="66" y="48"/>
                    <a:pt x="64" y="51"/>
                  </a:cubicBezTo>
                  <a:cubicBezTo>
                    <a:pt x="61" y="55"/>
                    <a:pt x="59" y="60"/>
                    <a:pt x="57" y="64"/>
                  </a:cubicBezTo>
                  <a:cubicBezTo>
                    <a:pt x="54" y="68"/>
                    <a:pt x="53" y="72"/>
                    <a:pt x="51" y="76"/>
                  </a:cubicBezTo>
                  <a:cubicBezTo>
                    <a:pt x="50" y="81"/>
                    <a:pt x="48" y="85"/>
                    <a:pt x="47" y="90"/>
                  </a:cubicBezTo>
                  <a:cubicBezTo>
                    <a:pt x="45" y="96"/>
                    <a:pt x="39" y="99"/>
                    <a:pt x="33" y="97"/>
                  </a:cubicBezTo>
                  <a:cubicBezTo>
                    <a:pt x="32" y="97"/>
                    <a:pt x="32" y="97"/>
                    <a:pt x="31" y="96"/>
                  </a:cubicBezTo>
                  <a:cubicBezTo>
                    <a:pt x="30" y="101"/>
                    <a:pt x="29" y="105"/>
                    <a:pt x="28" y="110"/>
                  </a:cubicBezTo>
                  <a:cubicBezTo>
                    <a:pt x="26" y="119"/>
                    <a:pt x="25" y="128"/>
                    <a:pt x="24" y="137"/>
                  </a:cubicBezTo>
                  <a:cubicBezTo>
                    <a:pt x="23" y="146"/>
                    <a:pt x="22" y="156"/>
                    <a:pt x="23" y="164"/>
                  </a:cubicBezTo>
                  <a:cubicBezTo>
                    <a:pt x="24" y="168"/>
                    <a:pt x="24" y="172"/>
                    <a:pt x="24" y="175"/>
                  </a:cubicBezTo>
                  <a:lnTo>
                    <a:pt x="24" y="176"/>
                  </a:lnTo>
                  <a:cubicBezTo>
                    <a:pt x="25" y="177"/>
                    <a:pt x="25" y="177"/>
                    <a:pt x="25" y="178"/>
                  </a:cubicBezTo>
                  <a:moveTo>
                    <a:pt x="15" y="199"/>
                  </a:moveTo>
                  <a:cubicBezTo>
                    <a:pt x="9" y="196"/>
                    <a:pt x="5" y="191"/>
                    <a:pt x="3" y="185"/>
                  </a:cubicBezTo>
                  <a:cubicBezTo>
                    <a:pt x="0" y="178"/>
                    <a:pt x="0" y="170"/>
                    <a:pt x="0" y="163"/>
                  </a:cubicBezTo>
                  <a:cubicBezTo>
                    <a:pt x="0" y="160"/>
                    <a:pt x="0" y="156"/>
                    <a:pt x="0" y="153"/>
                  </a:cubicBezTo>
                  <a:cubicBezTo>
                    <a:pt x="0" y="148"/>
                    <a:pt x="0" y="142"/>
                    <a:pt x="1" y="136"/>
                  </a:cubicBezTo>
                  <a:cubicBezTo>
                    <a:pt x="1" y="120"/>
                    <a:pt x="4" y="103"/>
                    <a:pt x="8" y="87"/>
                  </a:cubicBezTo>
                  <a:cubicBezTo>
                    <a:pt x="11" y="81"/>
                    <a:pt x="13" y="74"/>
                    <a:pt x="15" y="67"/>
                  </a:cubicBezTo>
                  <a:cubicBezTo>
                    <a:pt x="17" y="63"/>
                    <a:pt x="18" y="60"/>
                    <a:pt x="20" y="56"/>
                  </a:cubicBezTo>
                  <a:cubicBezTo>
                    <a:pt x="21" y="53"/>
                    <a:pt x="23" y="51"/>
                    <a:pt x="25" y="49"/>
                  </a:cubicBezTo>
                  <a:cubicBezTo>
                    <a:pt x="29" y="46"/>
                    <a:pt x="35" y="46"/>
                    <a:pt x="39" y="48"/>
                  </a:cubicBezTo>
                  <a:cubicBezTo>
                    <a:pt x="47" y="35"/>
                    <a:pt x="56" y="23"/>
                    <a:pt x="68" y="15"/>
                  </a:cubicBezTo>
                  <a:cubicBezTo>
                    <a:pt x="81" y="6"/>
                    <a:pt x="97" y="0"/>
                    <a:pt x="112" y="2"/>
                  </a:cubicBezTo>
                  <a:cubicBezTo>
                    <a:pt x="127" y="5"/>
                    <a:pt x="141" y="15"/>
                    <a:pt x="147" y="29"/>
                  </a:cubicBezTo>
                  <a:cubicBezTo>
                    <a:pt x="153" y="45"/>
                    <a:pt x="151" y="61"/>
                    <a:pt x="145" y="77"/>
                  </a:cubicBezTo>
                  <a:cubicBezTo>
                    <a:pt x="142" y="85"/>
                    <a:pt x="138" y="92"/>
                    <a:pt x="134" y="99"/>
                  </a:cubicBezTo>
                  <a:cubicBezTo>
                    <a:pt x="131" y="104"/>
                    <a:pt x="127" y="110"/>
                    <a:pt x="124" y="115"/>
                  </a:cubicBezTo>
                  <a:cubicBezTo>
                    <a:pt x="120" y="121"/>
                    <a:pt x="116" y="127"/>
                    <a:pt x="112" y="132"/>
                  </a:cubicBezTo>
                  <a:cubicBezTo>
                    <a:pt x="110" y="135"/>
                    <a:pt x="108" y="136"/>
                    <a:pt x="106" y="139"/>
                  </a:cubicBezTo>
                  <a:cubicBezTo>
                    <a:pt x="103" y="142"/>
                    <a:pt x="100" y="146"/>
                    <a:pt x="98" y="149"/>
                  </a:cubicBezTo>
                  <a:cubicBezTo>
                    <a:pt x="90" y="159"/>
                    <a:pt x="81" y="167"/>
                    <a:pt x="73" y="175"/>
                  </a:cubicBezTo>
                  <a:cubicBezTo>
                    <a:pt x="67" y="181"/>
                    <a:pt x="60" y="186"/>
                    <a:pt x="53" y="191"/>
                  </a:cubicBezTo>
                  <a:cubicBezTo>
                    <a:pt x="47" y="195"/>
                    <a:pt x="40" y="198"/>
                    <a:pt x="33" y="200"/>
                  </a:cubicBezTo>
                  <a:cubicBezTo>
                    <a:pt x="31" y="201"/>
                    <a:pt x="28" y="201"/>
                    <a:pt x="25" y="201"/>
                  </a:cubicBezTo>
                  <a:cubicBezTo>
                    <a:pt x="22" y="201"/>
                    <a:pt x="18" y="201"/>
                    <a:pt x="15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1" name="Google Shape;4211;p49"/>
            <p:cNvSpPr/>
            <p:nvPr/>
          </p:nvSpPr>
          <p:spPr>
            <a:xfrm>
              <a:off x="659160" y="885600"/>
              <a:ext cx="21960" cy="55080"/>
            </a:xfrm>
            <a:custGeom>
              <a:avLst/>
              <a:gdLst/>
              <a:ahLst/>
              <a:cxnLst/>
              <a:rect l="l" t="t" r="r" b="b"/>
              <a:pathLst>
                <a:path w="61" h="153" extrusionOk="0">
                  <a:moveTo>
                    <a:pt x="10" y="152"/>
                  </a:moveTo>
                  <a:cubicBezTo>
                    <a:pt x="4" y="150"/>
                    <a:pt x="0" y="143"/>
                    <a:pt x="2" y="137"/>
                  </a:cubicBezTo>
                  <a:cubicBezTo>
                    <a:pt x="7" y="123"/>
                    <a:pt x="12" y="107"/>
                    <a:pt x="16" y="92"/>
                  </a:cubicBezTo>
                  <a:cubicBezTo>
                    <a:pt x="19" y="79"/>
                    <a:pt x="22" y="65"/>
                    <a:pt x="26" y="52"/>
                  </a:cubicBezTo>
                  <a:cubicBezTo>
                    <a:pt x="27" y="45"/>
                    <a:pt x="28" y="38"/>
                    <a:pt x="29" y="32"/>
                  </a:cubicBezTo>
                  <a:cubicBezTo>
                    <a:pt x="30" y="24"/>
                    <a:pt x="32" y="17"/>
                    <a:pt x="33" y="10"/>
                  </a:cubicBezTo>
                  <a:cubicBezTo>
                    <a:pt x="35" y="4"/>
                    <a:pt x="42" y="0"/>
                    <a:pt x="49" y="1"/>
                  </a:cubicBezTo>
                  <a:cubicBezTo>
                    <a:pt x="56" y="3"/>
                    <a:pt x="60" y="11"/>
                    <a:pt x="57" y="18"/>
                  </a:cubicBezTo>
                  <a:cubicBezTo>
                    <a:pt x="56" y="22"/>
                    <a:pt x="56" y="25"/>
                    <a:pt x="54" y="29"/>
                  </a:cubicBezTo>
                  <a:cubicBezTo>
                    <a:pt x="51" y="48"/>
                    <a:pt x="47" y="67"/>
                    <a:pt x="42" y="85"/>
                  </a:cubicBezTo>
                  <a:cubicBezTo>
                    <a:pt x="40" y="94"/>
                    <a:pt x="37" y="103"/>
                    <a:pt x="34" y="113"/>
                  </a:cubicBezTo>
                  <a:cubicBezTo>
                    <a:pt x="31" y="123"/>
                    <a:pt x="28" y="134"/>
                    <a:pt x="24" y="143"/>
                  </a:cubicBezTo>
                  <a:cubicBezTo>
                    <a:pt x="23" y="149"/>
                    <a:pt x="18" y="152"/>
                    <a:pt x="13" y="152"/>
                  </a:cubicBezTo>
                  <a:cubicBezTo>
                    <a:pt x="12" y="152"/>
                    <a:pt x="11" y="152"/>
                    <a:pt x="10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2" name="Google Shape;4212;p49"/>
            <p:cNvSpPr/>
            <p:nvPr/>
          </p:nvSpPr>
          <p:spPr>
            <a:xfrm>
              <a:off x="738360" y="833760"/>
              <a:ext cx="46080" cy="68040"/>
            </a:xfrm>
            <a:custGeom>
              <a:avLst/>
              <a:gdLst/>
              <a:ahLst/>
              <a:cxnLst/>
              <a:rect l="l" t="t" r="r" b="b"/>
              <a:pathLst>
                <a:path w="128" h="189" extrusionOk="0">
                  <a:moveTo>
                    <a:pt x="37" y="187"/>
                  </a:moveTo>
                  <a:cubicBezTo>
                    <a:pt x="29" y="187"/>
                    <a:pt x="21" y="184"/>
                    <a:pt x="14" y="180"/>
                  </a:cubicBezTo>
                  <a:cubicBezTo>
                    <a:pt x="9" y="176"/>
                    <a:pt x="3" y="170"/>
                    <a:pt x="2" y="163"/>
                  </a:cubicBezTo>
                  <a:cubicBezTo>
                    <a:pt x="0" y="156"/>
                    <a:pt x="1" y="149"/>
                    <a:pt x="5" y="144"/>
                  </a:cubicBezTo>
                  <a:cubicBezTo>
                    <a:pt x="6" y="140"/>
                    <a:pt x="9" y="137"/>
                    <a:pt x="11" y="134"/>
                  </a:cubicBezTo>
                  <a:cubicBezTo>
                    <a:pt x="27" y="112"/>
                    <a:pt x="45" y="93"/>
                    <a:pt x="62" y="73"/>
                  </a:cubicBezTo>
                  <a:cubicBezTo>
                    <a:pt x="66" y="68"/>
                    <a:pt x="70" y="64"/>
                    <a:pt x="74" y="59"/>
                  </a:cubicBezTo>
                  <a:cubicBezTo>
                    <a:pt x="81" y="51"/>
                    <a:pt x="88" y="43"/>
                    <a:pt x="94" y="34"/>
                  </a:cubicBezTo>
                  <a:lnTo>
                    <a:pt x="94" y="35"/>
                  </a:lnTo>
                  <a:cubicBezTo>
                    <a:pt x="94" y="35"/>
                    <a:pt x="94" y="34"/>
                    <a:pt x="95" y="33"/>
                  </a:cubicBezTo>
                  <a:cubicBezTo>
                    <a:pt x="96" y="32"/>
                    <a:pt x="97" y="30"/>
                    <a:pt x="98" y="28"/>
                  </a:cubicBezTo>
                  <a:cubicBezTo>
                    <a:pt x="97" y="28"/>
                    <a:pt x="95" y="29"/>
                    <a:pt x="93" y="29"/>
                  </a:cubicBezTo>
                  <a:lnTo>
                    <a:pt x="94" y="29"/>
                  </a:lnTo>
                  <a:cubicBezTo>
                    <a:pt x="86" y="32"/>
                    <a:pt x="77" y="35"/>
                    <a:pt x="69" y="38"/>
                  </a:cubicBezTo>
                  <a:cubicBezTo>
                    <a:pt x="62" y="40"/>
                    <a:pt x="55" y="42"/>
                    <a:pt x="49" y="45"/>
                  </a:cubicBezTo>
                  <a:cubicBezTo>
                    <a:pt x="46" y="51"/>
                    <a:pt x="39" y="54"/>
                    <a:pt x="34" y="53"/>
                  </a:cubicBezTo>
                  <a:cubicBezTo>
                    <a:pt x="32" y="52"/>
                    <a:pt x="31" y="52"/>
                    <a:pt x="30" y="52"/>
                  </a:cubicBezTo>
                  <a:cubicBezTo>
                    <a:pt x="27" y="50"/>
                    <a:pt x="24" y="48"/>
                    <a:pt x="23" y="45"/>
                  </a:cubicBezTo>
                  <a:cubicBezTo>
                    <a:pt x="20" y="41"/>
                    <a:pt x="21" y="36"/>
                    <a:pt x="23" y="32"/>
                  </a:cubicBezTo>
                  <a:cubicBezTo>
                    <a:pt x="24" y="30"/>
                    <a:pt x="27" y="28"/>
                    <a:pt x="30" y="26"/>
                  </a:cubicBezTo>
                  <a:cubicBezTo>
                    <a:pt x="32" y="25"/>
                    <a:pt x="35" y="24"/>
                    <a:pt x="38" y="22"/>
                  </a:cubicBezTo>
                  <a:cubicBezTo>
                    <a:pt x="42" y="21"/>
                    <a:pt x="45" y="20"/>
                    <a:pt x="48" y="19"/>
                  </a:cubicBezTo>
                  <a:cubicBezTo>
                    <a:pt x="54" y="17"/>
                    <a:pt x="61" y="15"/>
                    <a:pt x="67" y="12"/>
                  </a:cubicBezTo>
                  <a:cubicBezTo>
                    <a:pt x="79" y="8"/>
                    <a:pt x="91" y="4"/>
                    <a:pt x="103" y="1"/>
                  </a:cubicBezTo>
                  <a:cubicBezTo>
                    <a:pt x="109" y="0"/>
                    <a:pt x="116" y="1"/>
                    <a:pt x="120" y="4"/>
                  </a:cubicBezTo>
                  <a:cubicBezTo>
                    <a:pt x="123" y="7"/>
                    <a:pt x="125" y="9"/>
                    <a:pt x="126" y="12"/>
                  </a:cubicBezTo>
                  <a:cubicBezTo>
                    <a:pt x="127" y="15"/>
                    <a:pt x="127" y="19"/>
                    <a:pt x="126" y="24"/>
                  </a:cubicBezTo>
                  <a:cubicBezTo>
                    <a:pt x="125" y="31"/>
                    <a:pt x="121" y="38"/>
                    <a:pt x="117" y="44"/>
                  </a:cubicBezTo>
                  <a:cubicBezTo>
                    <a:pt x="113" y="50"/>
                    <a:pt x="108" y="56"/>
                    <a:pt x="103" y="61"/>
                  </a:cubicBezTo>
                  <a:cubicBezTo>
                    <a:pt x="94" y="71"/>
                    <a:pt x="86" y="82"/>
                    <a:pt x="77" y="91"/>
                  </a:cubicBezTo>
                  <a:cubicBezTo>
                    <a:pt x="69" y="99"/>
                    <a:pt x="62" y="107"/>
                    <a:pt x="55" y="116"/>
                  </a:cubicBezTo>
                  <a:cubicBezTo>
                    <a:pt x="47" y="125"/>
                    <a:pt x="40" y="134"/>
                    <a:pt x="33" y="143"/>
                  </a:cubicBezTo>
                  <a:cubicBezTo>
                    <a:pt x="30" y="146"/>
                    <a:pt x="28" y="151"/>
                    <a:pt x="26" y="155"/>
                  </a:cubicBezTo>
                  <a:cubicBezTo>
                    <a:pt x="26" y="156"/>
                    <a:pt x="26" y="156"/>
                    <a:pt x="25" y="156"/>
                  </a:cubicBezTo>
                  <a:cubicBezTo>
                    <a:pt x="26" y="156"/>
                    <a:pt x="26" y="157"/>
                    <a:pt x="26" y="157"/>
                  </a:cubicBezTo>
                  <a:lnTo>
                    <a:pt x="26" y="158"/>
                  </a:lnTo>
                  <a:cubicBezTo>
                    <a:pt x="26" y="158"/>
                    <a:pt x="27" y="158"/>
                    <a:pt x="27" y="159"/>
                  </a:cubicBezTo>
                  <a:cubicBezTo>
                    <a:pt x="27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9" y="160"/>
                    <a:pt x="30" y="160"/>
                    <a:pt x="30" y="161"/>
                  </a:cubicBezTo>
                  <a:cubicBezTo>
                    <a:pt x="31" y="161"/>
                    <a:pt x="31" y="162"/>
                    <a:pt x="32" y="162"/>
                  </a:cubicBezTo>
                  <a:cubicBezTo>
                    <a:pt x="34" y="162"/>
                    <a:pt x="35" y="163"/>
                    <a:pt x="37" y="163"/>
                  </a:cubicBezTo>
                  <a:cubicBezTo>
                    <a:pt x="38" y="163"/>
                    <a:pt x="38" y="163"/>
                    <a:pt x="39" y="163"/>
                  </a:cubicBezTo>
                  <a:cubicBezTo>
                    <a:pt x="43" y="163"/>
                    <a:pt x="46" y="163"/>
                    <a:pt x="50" y="163"/>
                  </a:cubicBezTo>
                  <a:cubicBezTo>
                    <a:pt x="56" y="163"/>
                    <a:pt x="61" y="163"/>
                    <a:pt x="66" y="162"/>
                  </a:cubicBezTo>
                  <a:cubicBezTo>
                    <a:pt x="75" y="160"/>
                    <a:pt x="83" y="158"/>
                    <a:pt x="91" y="155"/>
                  </a:cubicBezTo>
                  <a:cubicBezTo>
                    <a:pt x="92" y="155"/>
                    <a:pt x="93" y="155"/>
                    <a:pt x="93" y="155"/>
                  </a:cubicBezTo>
                  <a:lnTo>
                    <a:pt x="92" y="155"/>
                  </a:lnTo>
                  <a:cubicBezTo>
                    <a:pt x="93" y="155"/>
                    <a:pt x="95" y="154"/>
                    <a:pt x="96" y="153"/>
                  </a:cubicBezTo>
                  <a:cubicBezTo>
                    <a:pt x="102" y="151"/>
                    <a:pt x="109" y="153"/>
                    <a:pt x="112" y="160"/>
                  </a:cubicBezTo>
                  <a:cubicBezTo>
                    <a:pt x="113" y="163"/>
                    <a:pt x="113" y="166"/>
                    <a:pt x="111" y="169"/>
                  </a:cubicBezTo>
                  <a:cubicBezTo>
                    <a:pt x="110" y="173"/>
                    <a:pt x="107" y="175"/>
                    <a:pt x="104" y="176"/>
                  </a:cubicBezTo>
                  <a:cubicBezTo>
                    <a:pt x="96" y="179"/>
                    <a:pt x="89" y="180"/>
                    <a:pt x="82" y="183"/>
                  </a:cubicBezTo>
                  <a:cubicBezTo>
                    <a:pt x="76" y="184"/>
                    <a:pt x="69" y="186"/>
                    <a:pt x="63" y="186"/>
                  </a:cubicBezTo>
                  <a:cubicBezTo>
                    <a:pt x="56" y="187"/>
                    <a:pt x="51" y="188"/>
                    <a:pt x="45" y="188"/>
                  </a:cubicBezTo>
                  <a:cubicBezTo>
                    <a:pt x="42" y="188"/>
                    <a:pt x="39" y="188"/>
                    <a:pt x="37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3" name="Google Shape;4213;p49"/>
            <p:cNvSpPr/>
            <p:nvPr/>
          </p:nvSpPr>
          <p:spPr>
            <a:xfrm>
              <a:off x="736560" y="860040"/>
              <a:ext cx="59040" cy="19440"/>
            </a:xfrm>
            <a:custGeom>
              <a:avLst/>
              <a:gdLst/>
              <a:ahLst/>
              <a:cxnLst/>
              <a:rect l="l" t="t" r="r" b="b"/>
              <a:pathLst>
                <a:path w="164" h="54" extrusionOk="0">
                  <a:moveTo>
                    <a:pt x="12" y="51"/>
                  </a:moveTo>
                  <a:cubicBezTo>
                    <a:pt x="5" y="48"/>
                    <a:pt x="0" y="40"/>
                    <a:pt x="3" y="33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6" y="19"/>
                    <a:pt x="22" y="16"/>
                    <a:pt x="28" y="15"/>
                  </a:cubicBezTo>
                  <a:cubicBezTo>
                    <a:pt x="47" y="7"/>
                    <a:pt x="68" y="4"/>
                    <a:pt x="88" y="2"/>
                  </a:cubicBezTo>
                  <a:cubicBezTo>
                    <a:pt x="110" y="0"/>
                    <a:pt x="131" y="1"/>
                    <a:pt x="152" y="1"/>
                  </a:cubicBezTo>
                  <a:cubicBezTo>
                    <a:pt x="159" y="1"/>
                    <a:pt x="163" y="6"/>
                    <a:pt x="163" y="12"/>
                  </a:cubicBezTo>
                  <a:cubicBezTo>
                    <a:pt x="163" y="18"/>
                    <a:pt x="158" y="23"/>
                    <a:pt x="152" y="23"/>
                  </a:cubicBezTo>
                  <a:cubicBezTo>
                    <a:pt x="134" y="23"/>
                    <a:pt x="116" y="23"/>
                    <a:pt x="98" y="25"/>
                  </a:cubicBezTo>
                  <a:cubicBezTo>
                    <a:pt x="88" y="26"/>
                    <a:pt x="77" y="27"/>
                    <a:pt x="67" y="29"/>
                  </a:cubicBezTo>
                  <a:lnTo>
                    <a:pt x="66" y="29"/>
                  </a:lnTo>
                  <a:lnTo>
                    <a:pt x="65" y="29"/>
                  </a:lnTo>
                  <a:lnTo>
                    <a:pt x="66" y="29"/>
                  </a:lnTo>
                  <a:cubicBezTo>
                    <a:pt x="58" y="30"/>
                    <a:pt x="50" y="32"/>
                    <a:pt x="43" y="34"/>
                  </a:cubicBezTo>
                  <a:cubicBezTo>
                    <a:pt x="39" y="36"/>
                    <a:pt x="35" y="38"/>
                    <a:pt x="30" y="40"/>
                  </a:cubicBezTo>
                  <a:cubicBezTo>
                    <a:pt x="30" y="41"/>
                    <a:pt x="30" y="42"/>
                    <a:pt x="29" y="43"/>
                  </a:cubicBezTo>
                  <a:cubicBezTo>
                    <a:pt x="28" y="49"/>
                    <a:pt x="22" y="53"/>
                    <a:pt x="17" y="53"/>
                  </a:cubicBezTo>
                  <a:cubicBezTo>
                    <a:pt x="15" y="53"/>
                    <a:pt x="14" y="52"/>
                    <a:pt x="12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4" name="Google Shape;4214;p49"/>
            <p:cNvSpPr/>
            <p:nvPr/>
          </p:nvSpPr>
          <p:spPr>
            <a:xfrm>
              <a:off x="815760" y="851040"/>
              <a:ext cx="24120" cy="11160"/>
            </a:xfrm>
            <a:custGeom>
              <a:avLst/>
              <a:gdLst/>
              <a:ahLst/>
              <a:cxnLst/>
              <a:rect l="l" t="t" r="r" b="b"/>
              <a:pathLst>
                <a:path w="67" h="31" extrusionOk="0">
                  <a:moveTo>
                    <a:pt x="13" y="30"/>
                  </a:moveTo>
                  <a:cubicBezTo>
                    <a:pt x="6" y="29"/>
                    <a:pt x="0" y="24"/>
                    <a:pt x="0" y="17"/>
                  </a:cubicBezTo>
                  <a:cubicBezTo>
                    <a:pt x="1" y="10"/>
                    <a:pt x="6" y="4"/>
                    <a:pt x="13" y="4"/>
                  </a:cubicBezTo>
                  <a:cubicBezTo>
                    <a:pt x="19" y="4"/>
                    <a:pt x="24" y="3"/>
                    <a:pt x="30" y="2"/>
                  </a:cubicBezTo>
                  <a:cubicBezTo>
                    <a:pt x="37" y="2"/>
                    <a:pt x="44" y="1"/>
                    <a:pt x="52" y="1"/>
                  </a:cubicBezTo>
                  <a:cubicBezTo>
                    <a:pt x="58" y="0"/>
                    <a:pt x="64" y="4"/>
                    <a:pt x="65" y="11"/>
                  </a:cubicBezTo>
                  <a:cubicBezTo>
                    <a:pt x="66" y="17"/>
                    <a:pt x="61" y="23"/>
                    <a:pt x="55" y="24"/>
                  </a:cubicBezTo>
                  <a:cubicBezTo>
                    <a:pt x="47" y="24"/>
                    <a:pt x="39" y="26"/>
                    <a:pt x="32" y="27"/>
                  </a:cubicBezTo>
                  <a:cubicBezTo>
                    <a:pt x="29" y="27"/>
                    <a:pt x="25" y="27"/>
                    <a:pt x="23" y="28"/>
                  </a:cubicBezTo>
                  <a:cubicBezTo>
                    <a:pt x="20" y="29"/>
                    <a:pt x="17" y="30"/>
                    <a:pt x="14" y="30"/>
                  </a:cubicBezTo>
                  <a:lnTo>
                    <a:pt x="13" y="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5" name="Google Shape;4215;p49"/>
            <p:cNvSpPr/>
            <p:nvPr/>
          </p:nvSpPr>
          <p:spPr>
            <a:xfrm>
              <a:off x="808920" y="856440"/>
              <a:ext cx="70920" cy="27000"/>
            </a:xfrm>
            <a:custGeom>
              <a:avLst/>
              <a:gdLst/>
              <a:ahLst/>
              <a:cxnLst/>
              <a:rect l="l" t="t" r="r" b="b"/>
              <a:pathLst>
                <a:path w="197" h="75" extrusionOk="0">
                  <a:moveTo>
                    <a:pt x="2" y="64"/>
                  </a:moveTo>
                  <a:cubicBezTo>
                    <a:pt x="0" y="57"/>
                    <a:pt x="5" y="51"/>
                    <a:pt x="11" y="49"/>
                  </a:cubicBezTo>
                  <a:lnTo>
                    <a:pt x="12" y="49"/>
                  </a:ln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2" y="49"/>
                    <a:pt x="13" y="49"/>
                  </a:cubicBezTo>
                  <a:cubicBezTo>
                    <a:pt x="17" y="47"/>
                    <a:pt x="22" y="44"/>
                    <a:pt x="28" y="43"/>
                  </a:cubicBezTo>
                  <a:cubicBezTo>
                    <a:pt x="34" y="40"/>
                    <a:pt x="41" y="37"/>
                    <a:pt x="47" y="35"/>
                  </a:cubicBezTo>
                  <a:cubicBezTo>
                    <a:pt x="52" y="33"/>
                    <a:pt x="57" y="32"/>
                    <a:pt x="63" y="29"/>
                  </a:cubicBezTo>
                  <a:cubicBezTo>
                    <a:pt x="69" y="28"/>
                    <a:pt x="74" y="26"/>
                    <a:pt x="80" y="24"/>
                  </a:cubicBezTo>
                  <a:cubicBezTo>
                    <a:pt x="87" y="22"/>
                    <a:pt x="94" y="20"/>
                    <a:pt x="101" y="18"/>
                  </a:cubicBezTo>
                  <a:cubicBezTo>
                    <a:pt x="107" y="16"/>
                    <a:pt x="114" y="15"/>
                    <a:pt x="120" y="14"/>
                  </a:cubicBezTo>
                  <a:cubicBezTo>
                    <a:pt x="132" y="11"/>
                    <a:pt x="143" y="8"/>
                    <a:pt x="155" y="6"/>
                  </a:cubicBezTo>
                  <a:cubicBezTo>
                    <a:pt x="163" y="4"/>
                    <a:pt x="172" y="2"/>
                    <a:pt x="182" y="0"/>
                  </a:cubicBezTo>
                  <a:cubicBezTo>
                    <a:pt x="187" y="0"/>
                    <a:pt x="193" y="2"/>
                    <a:pt x="194" y="8"/>
                  </a:cubicBezTo>
                  <a:cubicBezTo>
                    <a:pt x="196" y="13"/>
                    <a:pt x="192" y="19"/>
                    <a:pt x="187" y="21"/>
                  </a:cubicBezTo>
                  <a:cubicBezTo>
                    <a:pt x="168" y="25"/>
                    <a:pt x="150" y="29"/>
                    <a:pt x="131" y="33"/>
                  </a:cubicBezTo>
                  <a:cubicBezTo>
                    <a:pt x="123" y="36"/>
                    <a:pt x="115" y="38"/>
                    <a:pt x="106" y="40"/>
                  </a:cubicBezTo>
                  <a:cubicBezTo>
                    <a:pt x="99" y="42"/>
                    <a:pt x="92" y="44"/>
                    <a:pt x="84" y="47"/>
                  </a:cubicBezTo>
                  <a:cubicBezTo>
                    <a:pt x="73" y="51"/>
                    <a:pt x="62" y="54"/>
                    <a:pt x="50" y="59"/>
                  </a:cubicBezTo>
                  <a:cubicBezTo>
                    <a:pt x="45" y="61"/>
                    <a:pt x="39" y="64"/>
                    <a:pt x="34" y="66"/>
                  </a:cubicBezTo>
                  <a:cubicBezTo>
                    <a:pt x="29" y="68"/>
                    <a:pt x="24" y="71"/>
                    <a:pt x="19" y="73"/>
                  </a:cubicBezTo>
                  <a:cubicBezTo>
                    <a:pt x="17" y="74"/>
                    <a:pt x="16" y="74"/>
                    <a:pt x="14" y="74"/>
                  </a:cubicBezTo>
                  <a:cubicBezTo>
                    <a:pt x="9" y="74"/>
                    <a:pt x="4" y="70"/>
                    <a:pt x="2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6" name="Google Shape;4216;p49"/>
            <p:cNvSpPr/>
            <p:nvPr/>
          </p:nvSpPr>
          <p:spPr>
            <a:xfrm>
              <a:off x="853920" y="824760"/>
              <a:ext cx="91080" cy="70560"/>
            </a:xfrm>
            <a:custGeom>
              <a:avLst/>
              <a:gdLst/>
              <a:ahLst/>
              <a:cxnLst/>
              <a:rect l="l" t="t" r="r" b="b"/>
              <a:pathLst>
                <a:path w="253" h="196" extrusionOk="0">
                  <a:moveTo>
                    <a:pt x="108" y="172"/>
                  </a:moveTo>
                  <a:cubicBezTo>
                    <a:pt x="109" y="171"/>
                    <a:pt x="109" y="171"/>
                    <a:pt x="109" y="171"/>
                  </a:cubicBezTo>
                  <a:cubicBezTo>
                    <a:pt x="111" y="171"/>
                    <a:pt x="112" y="171"/>
                    <a:pt x="113" y="171"/>
                  </a:cubicBezTo>
                  <a:cubicBezTo>
                    <a:pt x="115" y="170"/>
                    <a:pt x="118" y="169"/>
                    <a:pt x="120" y="168"/>
                  </a:cubicBezTo>
                  <a:cubicBezTo>
                    <a:pt x="124" y="166"/>
                    <a:pt x="128" y="163"/>
                    <a:pt x="132" y="161"/>
                  </a:cubicBezTo>
                  <a:lnTo>
                    <a:pt x="132" y="162"/>
                  </a:lnTo>
                  <a:cubicBezTo>
                    <a:pt x="132" y="161"/>
                    <a:pt x="132" y="161"/>
                    <a:pt x="133" y="160"/>
                  </a:cubicBezTo>
                  <a:cubicBezTo>
                    <a:pt x="144" y="153"/>
                    <a:pt x="156" y="145"/>
                    <a:pt x="167" y="135"/>
                  </a:cubicBezTo>
                  <a:cubicBezTo>
                    <a:pt x="173" y="131"/>
                    <a:pt x="179" y="126"/>
                    <a:pt x="185" y="121"/>
                  </a:cubicBezTo>
                  <a:cubicBezTo>
                    <a:pt x="193" y="114"/>
                    <a:pt x="201" y="106"/>
                    <a:pt x="209" y="98"/>
                  </a:cubicBezTo>
                  <a:cubicBezTo>
                    <a:pt x="213" y="95"/>
                    <a:pt x="215" y="90"/>
                    <a:pt x="218" y="87"/>
                  </a:cubicBezTo>
                  <a:cubicBezTo>
                    <a:pt x="221" y="84"/>
                    <a:pt x="222" y="80"/>
                    <a:pt x="225" y="77"/>
                  </a:cubicBezTo>
                  <a:cubicBezTo>
                    <a:pt x="226" y="74"/>
                    <a:pt x="227" y="72"/>
                    <a:pt x="228" y="70"/>
                  </a:cubicBezTo>
                  <a:cubicBezTo>
                    <a:pt x="228" y="68"/>
                    <a:pt x="228" y="67"/>
                    <a:pt x="229" y="65"/>
                  </a:cubicBezTo>
                  <a:cubicBezTo>
                    <a:pt x="229" y="65"/>
                    <a:pt x="229" y="64"/>
                    <a:pt x="229" y="63"/>
                  </a:cubicBezTo>
                  <a:cubicBezTo>
                    <a:pt x="229" y="61"/>
                    <a:pt x="229" y="60"/>
                    <a:pt x="229" y="58"/>
                  </a:cubicBezTo>
                  <a:cubicBezTo>
                    <a:pt x="229" y="57"/>
                    <a:pt x="229" y="56"/>
                    <a:pt x="229" y="55"/>
                  </a:cubicBezTo>
                  <a:cubicBezTo>
                    <a:pt x="229" y="56"/>
                    <a:pt x="229" y="56"/>
                    <a:pt x="229" y="57"/>
                  </a:cubicBezTo>
                  <a:cubicBezTo>
                    <a:pt x="229" y="56"/>
                    <a:pt x="229" y="54"/>
                    <a:pt x="228" y="53"/>
                  </a:cubicBezTo>
                  <a:cubicBezTo>
                    <a:pt x="228" y="53"/>
                    <a:pt x="228" y="52"/>
                    <a:pt x="228" y="51"/>
                  </a:cubicBezTo>
                  <a:cubicBezTo>
                    <a:pt x="227" y="50"/>
                    <a:pt x="227" y="49"/>
                    <a:pt x="226" y="48"/>
                  </a:cubicBezTo>
                  <a:cubicBezTo>
                    <a:pt x="225" y="47"/>
                    <a:pt x="224" y="46"/>
                    <a:pt x="223" y="44"/>
                  </a:cubicBezTo>
                  <a:cubicBezTo>
                    <a:pt x="222" y="43"/>
                    <a:pt x="220" y="42"/>
                    <a:pt x="219" y="40"/>
                  </a:cubicBezTo>
                  <a:cubicBezTo>
                    <a:pt x="217" y="39"/>
                    <a:pt x="215" y="37"/>
                    <a:pt x="214" y="36"/>
                  </a:cubicBezTo>
                  <a:cubicBezTo>
                    <a:pt x="211" y="34"/>
                    <a:pt x="208" y="33"/>
                    <a:pt x="206" y="31"/>
                  </a:cubicBezTo>
                  <a:cubicBezTo>
                    <a:pt x="204" y="30"/>
                    <a:pt x="202" y="29"/>
                    <a:pt x="200" y="29"/>
                  </a:cubicBezTo>
                  <a:cubicBezTo>
                    <a:pt x="197" y="28"/>
                    <a:pt x="193" y="26"/>
                    <a:pt x="190" y="26"/>
                  </a:cubicBezTo>
                  <a:cubicBezTo>
                    <a:pt x="187" y="25"/>
                    <a:pt x="183" y="25"/>
                    <a:pt x="180" y="24"/>
                  </a:cubicBezTo>
                  <a:cubicBezTo>
                    <a:pt x="176" y="24"/>
                    <a:pt x="172" y="24"/>
                    <a:pt x="169" y="24"/>
                  </a:cubicBezTo>
                  <a:cubicBezTo>
                    <a:pt x="168" y="24"/>
                    <a:pt x="168" y="24"/>
                    <a:pt x="168" y="24"/>
                  </a:cubicBezTo>
                  <a:cubicBezTo>
                    <a:pt x="161" y="25"/>
                    <a:pt x="154" y="25"/>
                    <a:pt x="147" y="27"/>
                  </a:cubicBezTo>
                  <a:cubicBezTo>
                    <a:pt x="137" y="28"/>
                    <a:pt x="129" y="30"/>
                    <a:pt x="120" y="33"/>
                  </a:cubicBezTo>
                  <a:cubicBezTo>
                    <a:pt x="115" y="35"/>
                    <a:pt x="109" y="37"/>
                    <a:pt x="104" y="40"/>
                  </a:cubicBezTo>
                  <a:cubicBezTo>
                    <a:pt x="102" y="41"/>
                    <a:pt x="100" y="42"/>
                    <a:pt x="98" y="43"/>
                  </a:cubicBezTo>
                  <a:cubicBezTo>
                    <a:pt x="98" y="44"/>
                    <a:pt x="97" y="44"/>
                    <a:pt x="97" y="46"/>
                  </a:cubicBezTo>
                  <a:cubicBezTo>
                    <a:pt x="95" y="47"/>
                    <a:pt x="95" y="48"/>
                    <a:pt x="94" y="49"/>
                  </a:cubicBezTo>
                  <a:cubicBezTo>
                    <a:pt x="93" y="52"/>
                    <a:pt x="92" y="54"/>
                    <a:pt x="91" y="57"/>
                  </a:cubicBezTo>
                  <a:cubicBezTo>
                    <a:pt x="89" y="62"/>
                    <a:pt x="88" y="67"/>
                    <a:pt x="87" y="71"/>
                  </a:cubicBezTo>
                  <a:lnTo>
                    <a:pt x="87" y="70"/>
                  </a:lnTo>
                  <a:cubicBezTo>
                    <a:pt x="86" y="76"/>
                    <a:pt x="85" y="82"/>
                    <a:pt x="84" y="89"/>
                  </a:cubicBezTo>
                  <a:cubicBezTo>
                    <a:pt x="84" y="97"/>
                    <a:pt x="84" y="105"/>
                    <a:pt x="84" y="113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5" y="121"/>
                    <a:pt x="86" y="129"/>
                    <a:pt x="87" y="136"/>
                  </a:cubicBezTo>
                  <a:cubicBezTo>
                    <a:pt x="88" y="143"/>
                    <a:pt x="90" y="149"/>
                    <a:pt x="92" y="156"/>
                  </a:cubicBezTo>
                  <a:cubicBezTo>
                    <a:pt x="93" y="158"/>
                    <a:pt x="93" y="159"/>
                    <a:pt x="94" y="161"/>
                  </a:cubicBezTo>
                  <a:cubicBezTo>
                    <a:pt x="94" y="162"/>
                    <a:pt x="95" y="163"/>
                    <a:pt x="96" y="164"/>
                  </a:cubicBezTo>
                  <a:cubicBezTo>
                    <a:pt x="96" y="165"/>
                    <a:pt x="97" y="166"/>
                    <a:pt x="97" y="166"/>
                  </a:cubicBezTo>
                  <a:cubicBezTo>
                    <a:pt x="98" y="167"/>
                    <a:pt x="98" y="168"/>
                    <a:pt x="99" y="169"/>
                  </a:cubicBezTo>
                  <a:cubicBezTo>
                    <a:pt x="100" y="169"/>
                    <a:pt x="101" y="170"/>
                    <a:pt x="101" y="170"/>
                  </a:cubicBezTo>
                  <a:cubicBezTo>
                    <a:pt x="102" y="170"/>
                    <a:pt x="102" y="171"/>
                    <a:pt x="102" y="171"/>
                  </a:cubicBezTo>
                  <a:lnTo>
                    <a:pt x="103" y="171"/>
                  </a:lnTo>
                  <a:cubicBezTo>
                    <a:pt x="104" y="171"/>
                    <a:pt x="104" y="171"/>
                    <a:pt x="105" y="171"/>
                  </a:cubicBezTo>
                  <a:lnTo>
                    <a:pt x="106" y="172"/>
                  </a:lnTo>
                  <a:lnTo>
                    <a:pt x="108" y="172"/>
                  </a:lnTo>
                  <a:moveTo>
                    <a:pt x="98" y="194"/>
                  </a:moveTo>
                  <a:cubicBezTo>
                    <a:pt x="95" y="193"/>
                    <a:pt x="92" y="192"/>
                    <a:pt x="89" y="190"/>
                  </a:cubicBezTo>
                  <a:cubicBezTo>
                    <a:pt x="86" y="188"/>
                    <a:pt x="84" y="186"/>
                    <a:pt x="81" y="184"/>
                  </a:cubicBezTo>
                  <a:cubicBezTo>
                    <a:pt x="77" y="178"/>
                    <a:pt x="73" y="173"/>
                    <a:pt x="71" y="166"/>
                  </a:cubicBezTo>
                  <a:cubicBezTo>
                    <a:pt x="70" y="163"/>
                    <a:pt x="69" y="159"/>
                    <a:pt x="68" y="155"/>
                  </a:cubicBezTo>
                  <a:cubicBezTo>
                    <a:pt x="67" y="151"/>
                    <a:pt x="66" y="147"/>
                    <a:pt x="65" y="142"/>
                  </a:cubicBezTo>
                  <a:cubicBezTo>
                    <a:pt x="62" y="126"/>
                    <a:pt x="60" y="110"/>
                    <a:pt x="61" y="93"/>
                  </a:cubicBezTo>
                  <a:cubicBezTo>
                    <a:pt x="61" y="84"/>
                    <a:pt x="62" y="74"/>
                    <a:pt x="64" y="65"/>
                  </a:cubicBezTo>
                  <a:cubicBezTo>
                    <a:pt x="60" y="68"/>
                    <a:pt x="55" y="71"/>
                    <a:pt x="51" y="74"/>
                  </a:cubicBezTo>
                  <a:cubicBezTo>
                    <a:pt x="40" y="82"/>
                    <a:pt x="30" y="90"/>
                    <a:pt x="19" y="97"/>
                  </a:cubicBezTo>
                  <a:cubicBezTo>
                    <a:pt x="14" y="101"/>
                    <a:pt x="7" y="100"/>
                    <a:pt x="4" y="95"/>
                  </a:cubicBezTo>
                  <a:cubicBezTo>
                    <a:pt x="0" y="90"/>
                    <a:pt x="2" y="84"/>
                    <a:pt x="6" y="81"/>
                  </a:cubicBezTo>
                  <a:cubicBezTo>
                    <a:pt x="18" y="72"/>
                    <a:pt x="30" y="63"/>
                    <a:pt x="42" y="54"/>
                  </a:cubicBezTo>
                  <a:cubicBezTo>
                    <a:pt x="49" y="50"/>
                    <a:pt x="55" y="45"/>
                    <a:pt x="62" y="40"/>
                  </a:cubicBezTo>
                  <a:cubicBezTo>
                    <a:pt x="66" y="37"/>
                    <a:pt x="70" y="35"/>
                    <a:pt x="74" y="32"/>
                  </a:cubicBezTo>
                  <a:cubicBezTo>
                    <a:pt x="75" y="32"/>
                    <a:pt x="76" y="30"/>
                    <a:pt x="77" y="30"/>
                  </a:cubicBezTo>
                  <a:cubicBezTo>
                    <a:pt x="79" y="29"/>
                    <a:pt x="79" y="28"/>
                    <a:pt x="80" y="27"/>
                  </a:cubicBezTo>
                  <a:cubicBezTo>
                    <a:pt x="83" y="23"/>
                    <a:pt x="88" y="19"/>
                    <a:pt x="93" y="18"/>
                  </a:cubicBezTo>
                  <a:cubicBezTo>
                    <a:pt x="94" y="18"/>
                    <a:pt x="95" y="18"/>
                    <a:pt x="97" y="19"/>
                  </a:cubicBezTo>
                  <a:cubicBezTo>
                    <a:pt x="112" y="12"/>
                    <a:pt x="129" y="7"/>
                    <a:pt x="145" y="4"/>
                  </a:cubicBezTo>
                  <a:cubicBezTo>
                    <a:pt x="162" y="1"/>
                    <a:pt x="179" y="0"/>
                    <a:pt x="196" y="4"/>
                  </a:cubicBezTo>
                  <a:cubicBezTo>
                    <a:pt x="211" y="7"/>
                    <a:pt x="226" y="15"/>
                    <a:pt x="238" y="26"/>
                  </a:cubicBezTo>
                  <a:cubicBezTo>
                    <a:pt x="243" y="32"/>
                    <a:pt x="246" y="38"/>
                    <a:pt x="249" y="44"/>
                  </a:cubicBezTo>
                  <a:cubicBezTo>
                    <a:pt x="252" y="52"/>
                    <a:pt x="252" y="60"/>
                    <a:pt x="251" y="68"/>
                  </a:cubicBezTo>
                  <a:cubicBezTo>
                    <a:pt x="250" y="74"/>
                    <a:pt x="247" y="81"/>
                    <a:pt x="244" y="87"/>
                  </a:cubicBezTo>
                  <a:cubicBezTo>
                    <a:pt x="241" y="94"/>
                    <a:pt x="236" y="100"/>
                    <a:pt x="231" y="106"/>
                  </a:cubicBezTo>
                  <a:cubicBezTo>
                    <a:pt x="226" y="112"/>
                    <a:pt x="221" y="117"/>
                    <a:pt x="215" y="123"/>
                  </a:cubicBezTo>
                  <a:cubicBezTo>
                    <a:pt x="210" y="127"/>
                    <a:pt x="205" y="132"/>
                    <a:pt x="200" y="137"/>
                  </a:cubicBezTo>
                  <a:cubicBezTo>
                    <a:pt x="187" y="148"/>
                    <a:pt x="174" y="159"/>
                    <a:pt x="161" y="169"/>
                  </a:cubicBezTo>
                  <a:cubicBezTo>
                    <a:pt x="154" y="174"/>
                    <a:pt x="147" y="178"/>
                    <a:pt x="140" y="183"/>
                  </a:cubicBezTo>
                  <a:cubicBezTo>
                    <a:pt x="134" y="187"/>
                    <a:pt x="127" y="191"/>
                    <a:pt x="119" y="193"/>
                  </a:cubicBezTo>
                  <a:cubicBezTo>
                    <a:pt x="115" y="195"/>
                    <a:pt x="111" y="195"/>
                    <a:pt x="106" y="195"/>
                  </a:cubicBezTo>
                  <a:cubicBezTo>
                    <a:pt x="104" y="195"/>
                    <a:pt x="101" y="195"/>
                    <a:pt x="98" y="1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4217" name="Google Shape;4217;p49"/>
          <p:cNvGrpSpPr/>
          <p:nvPr/>
        </p:nvGrpSpPr>
        <p:grpSpPr>
          <a:xfrm>
            <a:off x="-1994279" y="3290871"/>
            <a:ext cx="4126366" cy="876698"/>
            <a:chOff x="71280" y="1648800"/>
            <a:chExt cx="1918080" cy="407520"/>
          </a:xfrm>
        </p:grpSpPr>
        <p:sp>
          <p:nvSpPr>
            <p:cNvPr id="4218" name="Google Shape;4218;p4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9" name="Google Shape;4219;p4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0" name="Google Shape;4220;p4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1" name="Google Shape;4221;p4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2" name="Google Shape;4222;p4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3" name="Google Shape;4223;p4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4" name="Google Shape;4224;p4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5" name="Google Shape;4225;p4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6" name="Google Shape;4226;p4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7" name="Google Shape;4227;p4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8" name="Google Shape;4228;p4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9" name="Google Shape;4229;p4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0" name="Google Shape;4230;p4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1" name="Google Shape;4231;p4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2" name="Google Shape;4232;p4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3" name="Google Shape;4233;p4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4" name="Google Shape;4234;p4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5" name="Google Shape;4235;p4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6" name="Google Shape;4236;p4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7" name="Google Shape;4237;p4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8" name="Google Shape;4238;p4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9" name="Google Shape;4239;p4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0" name="Google Shape;4240;p4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1" name="Google Shape;4241;p4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2" name="Google Shape;4242;p4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3" name="Google Shape;4243;p4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4" name="Google Shape;4244;p4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5" name="Google Shape;4245;p4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6" name="Google Shape;4246;p4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7" name="Google Shape;4247;p4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8" name="Google Shape;4248;p4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9" name="Google Shape;4249;p4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0" name="Google Shape;4250;p4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1" name="Google Shape;4251;p4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2" name="Google Shape;4252;p4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3" name="Google Shape;4253;p4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4" name="Google Shape;4254;p4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5" name="Google Shape;4255;p4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6" name="Google Shape;4256;p4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7" name="Google Shape;4257;p4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8" name="Google Shape;4258;p4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9" name="Google Shape;4259;p4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0" name="Google Shape;4260;p4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1" name="Google Shape;4261;p4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2" name="Google Shape;4262;p4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3" name="Google Shape;4263;p4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4" name="Google Shape;4264;p4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5" name="Google Shape;4265;p4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6" name="Google Shape;4266;p4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47" name="Google Shape;4747;p54"/>
          <p:cNvGrpSpPr/>
          <p:nvPr/>
        </p:nvGrpSpPr>
        <p:grpSpPr>
          <a:xfrm>
            <a:off x="4780975" y="1360541"/>
            <a:ext cx="3649800" cy="2422419"/>
            <a:chOff x="4780975" y="1360541"/>
            <a:chExt cx="3649800" cy="2422419"/>
          </a:xfrm>
        </p:grpSpPr>
        <p:sp>
          <p:nvSpPr>
            <p:cNvPr id="4748" name="Google Shape;4748;p54"/>
            <p:cNvSpPr/>
            <p:nvPr/>
          </p:nvSpPr>
          <p:spPr>
            <a:xfrm>
              <a:off x="5121491" y="1360541"/>
              <a:ext cx="2961300" cy="190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49" name="Google Shape;4749;p54"/>
            <p:cNvSpPr/>
            <p:nvPr/>
          </p:nvSpPr>
          <p:spPr>
            <a:xfrm>
              <a:off x="4780975" y="3675859"/>
              <a:ext cx="3649800" cy="10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50" name="Google Shape;4750;p54"/>
            <p:cNvSpPr/>
            <p:nvPr/>
          </p:nvSpPr>
          <p:spPr>
            <a:xfrm>
              <a:off x="4780975" y="3300916"/>
              <a:ext cx="3649800" cy="334800"/>
            </a:xfrm>
            <a:prstGeom prst="trapezoid">
              <a:avLst>
                <a:gd name="adj" fmla="val 103007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</p:grpSp>
      <p:pic>
        <p:nvPicPr>
          <p:cNvPr id="4751" name="Google Shape;4751;p54"/>
          <p:cNvPicPr preferRelativeResize="0"/>
          <p:nvPr/>
        </p:nvPicPr>
        <p:blipFill>
          <a:blip r:embed="rId3">
            <a:alphaModFix/>
          </a:blip>
          <a:srcRect/>
          <a:stretch/>
        </p:blipFill>
        <p:spPr>
          <a:xfrm>
            <a:off x="5537489" y="1462800"/>
            <a:ext cx="2129121" cy="1527358"/>
          </a:xfrm>
          <a:prstGeom prst="rect">
            <a:avLst/>
          </a:prstGeom>
          <a:noFill/>
          <a:ln>
            <a:noFill/>
          </a:ln>
        </p:spPr>
      </p:pic>
      <p:sp>
        <p:nvSpPr>
          <p:cNvPr id="4752" name="Google Shape;4752;p54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Faça as listas de exercícios!</a:t>
            </a:r>
          </a:p>
        </p:txBody>
      </p:sp>
      <p:sp>
        <p:nvSpPr>
          <p:cNvPr id="4753" name="Google Shape;4753;p54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Aprendemos praticando!</a:t>
            </a:r>
          </a:p>
        </p:txBody>
      </p:sp>
      <p:grpSp>
        <p:nvGrpSpPr>
          <p:cNvPr id="4754" name="Google Shape;4754;p54"/>
          <p:cNvGrpSpPr/>
          <p:nvPr/>
        </p:nvGrpSpPr>
        <p:grpSpPr>
          <a:xfrm>
            <a:off x="4382647" y="539491"/>
            <a:ext cx="1669753" cy="1538868"/>
            <a:chOff x="1321200" y="687960"/>
            <a:chExt cx="776160" cy="715320"/>
          </a:xfrm>
        </p:grpSpPr>
        <p:sp>
          <p:nvSpPr>
            <p:cNvPr id="4755" name="Google Shape;4755;p54"/>
            <p:cNvSpPr/>
            <p:nvPr/>
          </p:nvSpPr>
          <p:spPr>
            <a:xfrm>
              <a:off x="1462680" y="687960"/>
              <a:ext cx="15840" cy="715320"/>
            </a:xfrm>
            <a:custGeom>
              <a:avLst/>
              <a:gdLst/>
              <a:ahLst/>
              <a:cxnLst/>
              <a:rect l="l" t="t" r="r" b="b"/>
              <a:pathLst>
                <a:path w="44" h="1987" extrusionOk="0">
                  <a:moveTo>
                    <a:pt x="18" y="1973"/>
                  </a:moveTo>
                  <a:cubicBezTo>
                    <a:pt x="17" y="1935"/>
                    <a:pt x="18" y="1898"/>
                    <a:pt x="18" y="1861"/>
                  </a:cubicBezTo>
                  <a:cubicBezTo>
                    <a:pt x="18" y="1819"/>
                    <a:pt x="17" y="1777"/>
                    <a:pt x="17" y="1736"/>
                  </a:cubicBezTo>
                  <a:cubicBezTo>
                    <a:pt x="17" y="1694"/>
                    <a:pt x="16" y="1652"/>
                    <a:pt x="16" y="1610"/>
                  </a:cubicBezTo>
                  <a:cubicBezTo>
                    <a:pt x="15" y="1568"/>
                    <a:pt x="15" y="1526"/>
                    <a:pt x="15" y="1484"/>
                  </a:cubicBezTo>
                  <a:cubicBezTo>
                    <a:pt x="14" y="1400"/>
                    <a:pt x="14" y="1315"/>
                    <a:pt x="13" y="1231"/>
                  </a:cubicBezTo>
                  <a:cubicBezTo>
                    <a:pt x="12" y="1147"/>
                    <a:pt x="11" y="1064"/>
                    <a:pt x="10" y="980"/>
                  </a:cubicBezTo>
                  <a:cubicBezTo>
                    <a:pt x="10" y="895"/>
                    <a:pt x="9" y="810"/>
                    <a:pt x="8" y="725"/>
                  </a:cubicBezTo>
                  <a:cubicBezTo>
                    <a:pt x="7" y="644"/>
                    <a:pt x="6" y="562"/>
                    <a:pt x="6" y="480"/>
                  </a:cubicBezTo>
                  <a:cubicBezTo>
                    <a:pt x="6" y="439"/>
                    <a:pt x="5" y="398"/>
                    <a:pt x="4" y="357"/>
                  </a:cubicBezTo>
                  <a:cubicBezTo>
                    <a:pt x="4" y="316"/>
                    <a:pt x="4" y="275"/>
                    <a:pt x="3" y="234"/>
                  </a:cubicBezTo>
                  <a:cubicBezTo>
                    <a:pt x="3" y="197"/>
                    <a:pt x="3" y="160"/>
                    <a:pt x="2" y="123"/>
                  </a:cubicBezTo>
                  <a:cubicBezTo>
                    <a:pt x="2" y="105"/>
                    <a:pt x="2" y="88"/>
                    <a:pt x="1" y="70"/>
                  </a:cubicBezTo>
                  <a:cubicBezTo>
                    <a:pt x="1" y="51"/>
                    <a:pt x="1" y="32"/>
                    <a:pt x="1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32"/>
                    <a:pt x="26" y="53"/>
                    <a:pt x="26" y="73"/>
                  </a:cubicBezTo>
                  <a:cubicBezTo>
                    <a:pt x="26" y="92"/>
                    <a:pt x="26" y="112"/>
                    <a:pt x="26" y="131"/>
                  </a:cubicBezTo>
                  <a:cubicBezTo>
                    <a:pt x="27" y="171"/>
                    <a:pt x="27" y="211"/>
                    <a:pt x="27" y="251"/>
                  </a:cubicBezTo>
                  <a:cubicBezTo>
                    <a:pt x="28" y="292"/>
                    <a:pt x="28" y="332"/>
                    <a:pt x="28" y="374"/>
                  </a:cubicBezTo>
                  <a:cubicBezTo>
                    <a:pt x="29" y="415"/>
                    <a:pt x="29" y="455"/>
                    <a:pt x="29" y="497"/>
                  </a:cubicBezTo>
                  <a:cubicBezTo>
                    <a:pt x="29" y="537"/>
                    <a:pt x="30" y="578"/>
                    <a:pt x="30" y="618"/>
                  </a:cubicBezTo>
                  <a:cubicBezTo>
                    <a:pt x="31" y="660"/>
                    <a:pt x="31" y="702"/>
                    <a:pt x="31" y="743"/>
                  </a:cubicBezTo>
                  <a:cubicBezTo>
                    <a:pt x="31" y="785"/>
                    <a:pt x="32" y="827"/>
                    <a:pt x="32" y="869"/>
                  </a:cubicBezTo>
                  <a:cubicBezTo>
                    <a:pt x="33" y="912"/>
                    <a:pt x="33" y="954"/>
                    <a:pt x="33" y="997"/>
                  </a:cubicBezTo>
                  <a:cubicBezTo>
                    <a:pt x="35" y="1080"/>
                    <a:pt x="35" y="1164"/>
                    <a:pt x="35" y="1247"/>
                  </a:cubicBezTo>
                  <a:cubicBezTo>
                    <a:pt x="36" y="1332"/>
                    <a:pt x="37" y="1417"/>
                    <a:pt x="38" y="1502"/>
                  </a:cubicBezTo>
                  <a:cubicBezTo>
                    <a:pt x="38" y="1544"/>
                    <a:pt x="39" y="1586"/>
                    <a:pt x="39" y="1628"/>
                  </a:cubicBezTo>
                  <a:cubicBezTo>
                    <a:pt x="39" y="1668"/>
                    <a:pt x="40" y="1710"/>
                    <a:pt x="40" y="1751"/>
                  </a:cubicBezTo>
                  <a:cubicBezTo>
                    <a:pt x="40" y="1791"/>
                    <a:pt x="41" y="1830"/>
                    <a:pt x="42" y="1869"/>
                  </a:cubicBezTo>
                  <a:cubicBezTo>
                    <a:pt x="42" y="1904"/>
                    <a:pt x="43" y="1938"/>
                    <a:pt x="43" y="1973"/>
                  </a:cubicBezTo>
                  <a:cubicBezTo>
                    <a:pt x="43" y="1980"/>
                    <a:pt x="38" y="1986"/>
                    <a:pt x="31" y="1986"/>
                  </a:cubicBezTo>
                  <a:cubicBezTo>
                    <a:pt x="24" y="1986"/>
                    <a:pt x="18" y="1980"/>
                    <a:pt x="18" y="19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6" name="Google Shape;4756;p54"/>
            <p:cNvSpPr/>
            <p:nvPr/>
          </p:nvSpPr>
          <p:spPr>
            <a:xfrm>
              <a:off x="1321200" y="1259280"/>
              <a:ext cx="753480" cy="17280"/>
            </a:xfrm>
            <a:custGeom>
              <a:avLst/>
              <a:gdLst/>
              <a:ahLst/>
              <a:cxnLst/>
              <a:rect l="l" t="t" r="r" b="b"/>
              <a:pathLst>
                <a:path w="2093" h="48" extrusionOk="0">
                  <a:moveTo>
                    <a:pt x="76" y="47"/>
                  </a:moveTo>
                  <a:cubicBezTo>
                    <a:pt x="68" y="46"/>
                    <a:pt x="59" y="45"/>
                    <a:pt x="51" y="44"/>
                  </a:cubicBezTo>
                  <a:cubicBezTo>
                    <a:pt x="45" y="43"/>
                    <a:pt x="40" y="42"/>
                    <a:pt x="35" y="42"/>
                  </a:cubicBezTo>
                  <a:cubicBezTo>
                    <a:pt x="33" y="42"/>
                    <a:pt x="30" y="42"/>
                    <a:pt x="28" y="42"/>
                  </a:cubicBezTo>
                  <a:cubicBezTo>
                    <a:pt x="23" y="42"/>
                    <a:pt x="17" y="42"/>
                    <a:pt x="12" y="41"/>
                  </a:cubicBezTo>
                  <a:cubicBezTo>
                    <a:pt x="4" y="40"/>
                    <a:pt x="0" y="32"/>
                    <a:pt x="2" y="25"/>
                  </a:cubicBezTo>
                  <a:cubicBezTo>
                    <a:pt x="2" y="21"/>
                    <a:pt x="7" y="17"/>
                    <a:pt x="12" y="16"/>
                  </a:cubicBezTo>
                  <a:cubicBezTo>
                    <a:pt x="17" y="16"/>
                    <a:pt x="22" y="16"/>
                    <a:pt x="27" y="17"/>
                  </a:cubicBezTo>
                  <a:cubicBezTo>
                    <a:pt x="29" y="17"/>
                    <a:pt x="31" y="17"/>
                    <a:pt x="33" y="18"/>
                  </a:cubicBezTo>
                  <a:cubicBezTo>
                    <a:pt x="39" y="18"/>
                    <a:pt x="45" y="18"/>
                    <a:pt x="51" y="18"/>
                  </a:cubicBezTo>
                  <a:cubicBezTo>
                    <a:pt x="62" y="18"/>
                    <a:pt x="73" y="18"/>
                    <a:pt x="85" y="18"/>
                  </a:cubicBezTo>
                  <a:cubicBezTo>
                    <a:pt x="107" y="18"/>
                    <a:pt x="129" y="18"/>
                    <a:pt x="150" y="18"/>
                  </a:cubicBezTo>
                  <a:cubicBezTo>
                    <a:pt x="195" y="18"/>
                    <a:pt x="239" y="18"/>
                    <a:pt x="283" y="17"/>
                  </a:cubicBezTo>
                  <a:cubicBezTo>
                    <a:pt x="372" y="17"/>
                    <a:pt x="460" y="16"/>
                    <a:pt x="550" y="16"/>
                  </a:cubicBezTo>
                  <a:cubicBezTo>
                    <a:pt x="594" y="15"/>
                    <a:pt x="640" y="14"/>
                    <a:pt x="685" y="14"/>
                  </a:cubicBezTo>
                  <a:cubicBezTo>
                    <a:pt x="727" y="14"/>
                    <a:pt x="770" y="14"/>
                    <a:pt x="813" y="13"/>
                  </a:cubicBezTo>
                  <a:cubicBezTo>
                    <a:pt x="903" y="13"/>
                    <a:pt x="992" y="13"/>
                    <a:pt x="1081" y="11"/>
                  </a:cubicBezTo>
                  <a:cubicBezTo>
                    <a:pt x="1172" y="11"/>
                    <a:pt x="1262" y="10"/>
                    <a:pt x="1353" y="10"/>
                  </a:cubicBezTo>
                  <a:cubicBezTo>
                    <a:pt x="1442" y="9"/>
                    <a:pt x="1530" y="8"/>
                    <a:pt x="1618" y="7"/>
                  </a:cubicBezTo>
                  <a:cubicBezTo>
                    <a:pt x="1663" y="6"/>
                    <a:pt x="1708" y="6"/>
                    <a:pt x="1753" y="5"/>
                  </a:cubicBezTo>
                  <a:cubicBezTo>
                    <a:pt x="1798" y="4"/>
                    <a:pt x="1843" y="4"/>
                    <a:pt x="1887" y="4"/>
                  </a:cubicBezTo>
                  <a:cubicBezTo>
                    <a:pt x="1921" y="3"/>
                    <a:pt x="1953" y="3"/>
                    <a:pt x="1986" y="2"/>
                  </a:cubicBezTo>
                  <a:cubicBezTo>
                    <a:pt x="2002" y="2"/>
                    <a:pt x="2017" y="2"/>
                    <a:pt x="2032" y="2"/>
                  </a:cubicBezTo>
                  <a:cubicBezTo>
                    <a:pt x="2048" y="1"/>
                    <a:pt x="2063" y="1"/>
                    <a:pt x="2079" y="0"/>
                  </a:cubicBezTo>
                  <a:cubicBezTo>
                    <a:pt x="2086" y="0"/>
                    <a:pt x="2092" y="6"/>
                    <a:pt x="2092" y="13"/>
                  </a:cubicBezTo>
                  <a:cubicBezTo>
                    <a:pt x="2092" y="20"/>
                    <a:pt x="2086" y="26"/>
                    <a:pt x="2079" y="26"/>
                  </a:cubicBezTo>
                  <a:cubicBezTo>
                    <a:pt x="2058" y="26"/>
                    <a:pt x="2037" y="26"/>
                    <a:pt x="2016" y="26"/>
                  </a:cubicBezTo>
                  <a:cubicBezTo>
                    <a:pt x="1995" y="26"/>
                    <a:pt x="1973" y="26"/>
                    <a:pt x="1951" y="26"/>
                  </a:cubicBezTo>
                  <a:cubicBezTo>
                    <a:pt x="1907" y="26"/>
                    <a:pt x="1861" y="26"/>
                    <a:pt x="1816" y="27"/>
                  </a:cubicBezTo>
                  <a:cubicBezTo>
                    <a:pt x="1728" y="27"/>
                    <a:pt x="1640" y="28"/>
                    <a:pt x="1552" y="28"/>
                  </a:cubicBezTo>
                  <a:cubicBezTo>
                    <a:pt x="1462" y="28"/>
                    <a:pt x="1371" y="30"/>
                    <a:pt x="1281" y="30"/>
                  </a:cubicBezTo>
                  <a:cubicBezTo>
                    <a:pt x="1190" y="31"/>
                    <a:pt x="1101" y="32"/>
                    <a:pt x="1010" y="32"/>
                  </a:cubicBezTo>
                  <a:cubicBezTo>
                    <a:pt x="924" y="33"/>
                    <a:pt x="836" y="34"/>
                    <a:pt x="749" y="35"/>
                  </a:cubicBezTo>
                  <a:cubicBezTo>
                    <a:pt x="704" y="36"/>
                    <a:pt x="659" y="36"/>
                    <a:pt x="614" y="37"/>
                  </a:cubicBezTo>
                  <a:cubicBezTo>
                    <a:pt x="569" y="37"/>
                    <a:pt x="526" y="37"/>
                    <a:pt x="481" y="38"/>
                  </a:cubicBezTo>
                  <a:cubicBezTo>
                    <a:pt x="392" y="38"/>
                    <a:pt x="302" y="39"/>
                    <a:pt x="213" y="40"/>
                  </a:cubicBezTo>
                  <a:cubicBezTo>
                    <a:pt x="180" y="41"/>
                    <a:pt x="146" y="41"/>
                    <a:pt x="113" y="41"/>
                  </a:cubicBezTo>
                  <a:cubicBezTo>
                    <a:pt x="104" y="41"/>
                    <a:pt x="96" y="41"/>
                    <a:pt x="87" y="42"/>
                  </a:cubicBezTo>
                  <a:cubicBezTo>
                    <a:pt x="85" y="45"/>
                    <a:pt x="81" y="47"/>
                    <a:pt x="77" y="47"/>
                  </a:cubicBezTo>
                  <a:lnTo>
                    <a:pt x="76" y="4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7" name="Google Shape;4757;p54"/>
            <p:cNvSpPr/>
            <p:nvPr/>
          </p:nvSpPr>
          <p:spPr>
            <a:xfrm>
              <a:off x="2006280" y="1254600"/>
              <a:ext cx="79560" cy="25200"/>
            </a:xfrm>
            <a:custGeom>
              <a:avLst/>
              <a:gdLst/>
              <a:ahLst/>
              <a:cxnLst/>
              <a:rect l="l" t="t" r="r" b="b"/>
              <a:pathLst>
                <a:path w="221" h="70" extrusionOk="0">
                  <a:moveTo>
                    <a:pt x="73" y="60"/>
                  </a:moveTo>
                  <a:cubicBezTo>
                    <a:pt x="72" y="54"/>
                    <a:pt x="76" y="47"/>
                    <a:pt x="82" y="45"/>
                  </a:cubicBezTo>
                  <a:cubicBezTo>
                    <a:pt x="102" y="40"/>
                    <a:pt x="122" y="36"/>
                    <a:pt x="142" y="32"/>
                  </a:cubicBezTo>
                  <a:cubicBezTo>
                    <a:pt x="123" y="29"/>
                    <a:pt x="104" y="27"/>
                    <a:pt x="84" y="26"/>
                  </a:cubicBezTo>
                  <a:cubicBezTo>
                    <a:pt x="72" y="25"/>
                    <a:pt x="60" y="25"/>
                    <a:pt x="48" y="25"/>
                  </a:cubicBezTo>
                  <a:cubicBezTo>
                    <a:pt x="37" y="25"/>
                    <a:pt x="26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6" y="26"/>
                    <a:pt x="0" y="21"/>
                    <a:pt x="0" y="14"/>
                  </a:cubicBezTo>
                  <a:cubicBezTo>
                    <a:pt x="0" y="7"/>
                    <a:pt x="6" y="1"/>
                    <a:pt x="12" y="1"/>
                  </a:cubicBezTo>
                  <a:cubicBezTo>
                    <a:pt x="17" y="2"/>
                    <a:pt x="22" y="1"/>
                    <a:pt x="27" y="1"/>
                  </a:cubicBezTo>
                  <a:cubicBezTo>
                    <a:pt x="34" y="1"/>
                    <a:pt x="40" y="1"/>
                    <a:pt x="46" y="1"/>
                  </a:cubicBezTo>
                  <a:cubicBezTo>
                    <a:pt x="60" y="0"/>
                    <a:pt x="73" y="1"/>
                    <a:pt x="87" y="2"/>
                  </a:cubicBezTo>
                  <a:cubicBezTo>
                    <a:pt x="113" y="4"/>
                    <a:pt x="139" y="8"/>
                    <a:pt x="165" y="10"/>
                  </a:cubicBezTo>
                  <a:cubicBezTo>
                    <a:pt x="175" y="11"/>
                    <a:pt x="184" y="12"/>
                    <a:pt x="193" y="13"/>
                  </a:cubicBezTo>
                  <a:cubicBezTo>
                    <a:pt x="196" y="13"/>
                    <a:pt x="198" y="13"/>
                    <a:pt x="201" y="14"/>
                  </a:cubicBezTo>
                  <a:cubicBezTo>
                    <a:pt x="204" y="14"/>
                    <a:pt x="208" y="14"/>
                    <a:pt x="213" y="15"/>
                  </a:cubicBezTo>
                  <a:cubicBezTo>
                    <a:pt x="217" y="17"/>
                    <a:pt x="220" y="22"/>
                    <a:pt x="220" y="26"/>
                  </a:cubicBezTo>
                  <a:cubicBezTo>
                    <a:pt x="220" y="31"/>
                    <a:pt x="217" y="36"/>
                    <a:pt x="213" y="38"/>
                  </a:cubicBezTo>
                  <a:cubicBezTo>
                    <a:pt x="207" y="40"/>
                    <a:pt x="202" y="41"/>
                    <a:pt x="197" y="42"/>
                  </a:cubicBezTo>
                  <a:cubicBezTo>
                    <a:pt x="192" y="44"/>
                    <a:pt x="186" y="45"/>
                    <a:pt x="181" y="46"/>
                  </a:cubicBezTo>
                  <a:cubicBezTo>
                    <a:pt x="172" y="49"/>
                    <a:pt x="162" y="51"/>
                    <a:pt x="152" y="53"/>
                  </a:cubicBezTo>
                  <a:cubicBezTo>
                    <a:pt x="131" y="58"/>
                    <a:pt x="110" y="64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0" y="69"/>
                    <a:pt x="75" y="66"/>
                    <a:pt x="73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8" name="Google Shape;4758;p54"/>
            <p:cNvSpPr/>
            <p:nvPr/>
          </p:nvSpPr>
          <p:spPr>
            <a:xfrm>
              <a:off x="1449720" y="689040"/>
              <a:ext cx="36360" cy="79200"/>
            </a:xfrm>
            <a:custGeom>
              <a:avLst/>
              <a:gdLst/>
              <a:ahLst/>
              <a:cxnLst/>
              <a:rect l="l" t="t" r="r" b="b"/>
              <a:pathLst>
                <a:path w="101" h="220" extrusionOk="0">
                  <a:moveTo>
                    <a:pt x="74" y="208"/>
                  </a:moveTo>
                  <a:cubicBezTo>
                    <a:pt x="72" y="184"/>
                    <a:pt x="68" y="160"/>
                    <a:pt x="65" y="137"/>
                  </a:cubicBezTo>
                  <a:cubicBezTo>
                    <a:pt x="64" y="128"/>
                    <a:pt x="62" y="119"/>
                    <a:pt x="61" y="110"/>
                  </a:cubicBezTo>
                  <a:cubicBezTo>
                    <a:pt x="60" y="116"/>
                    <a:pt x="57" y="122"/>
                    <a:pt x="55" y="127"/>
                  </a:cubicBezTo>
                  <a:cubicBezTo>
                    <a:pt x="50" y="140"/>
                    <a:pt x="46" y="152"/>
                    <a:pt x="41" y="165"/>
                  </a:cubicBezTo>
                  <a:cubicBezTo>
                    <a:pt x="38" y="171"/>
                    <a:pt x="36" y="177"/>
                    <a:pt x="33" y="184"/>
                  </a:cubicBezTo>
                  <a:cubicBezTo>
                    <a:pt x="30" y="191"/>
                    <a:pt x="27" y="198"/>
                    <a:pt x="23" y="205"/>
                  </a:cubicBezTo>
                  <a:cubicBezTo>
                    <a:pt x="21" y="209"/>
                    <a:pt x="15" y="211"/>
                    <a:pt x="11" y="211"/>
                  </a:cubicBezTo>
                  <a:cubicBezTo>
                    <a:pt x="5" y="210"/>
                    <a:pt x="1" y="205"/>
                    <a:pt x="0" y="200"/>
                  </a:cubicBezTo>
                  <a:cubicBezTo>
                    <a:pt x="0" y="198"/>
                    <a:pt x="0" y="196"/>
                    <a:pt x="1" y="194"/>
                  </a:cubicBezTo>
                  <a:lnTo>
                    <a:pt x="1" y="195"/>
                  </a:lnTo>
                  <a:cubicBezTo>
                    <a:pt x="1" y="193"/>
                    <a:pt x="2" y="190"/>
                    <a:pt x="4" y="188"/>
                  </a:cubicBezTo>
                  <a:cubicBezTo>
                    <a:pt x="4" y="187"/>
                    <a:pt x="5" y="186"/>
                    <a:pt x="5" y="186"/>
                  </a:cubicBezTo>
                  <a:cubicBezTo>
                    <a:pt x="19" y="158"/>
                    <a:pt x="30" y="130"/>
                    <a:pt x="40" y="101"/>
                  </a:cubicBezTo>
                  <a:cubicBezTo>
                    <a:pt x="44" y="90"/>
                    <a:pt x="47" y="79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2" y="59"/>
                    <a:pt x="54" y="49"/>
                    <a:pt x="55" y="38"/>
                  </a:cubicBezTo>
                  <a:cubicBezTo>
                    <a:pt x="55" y="36"/>
                    <a:pt x="55" y="33"/>
                    <a:pt x="55" y="31"/>
                  </a:cubicBezTo>
                  <a:cubicBezTo>
                    <a:pt x="55" y="24"/>
                    <a:pt x="54" y="16"/>
                    <a:pt x="57" y="9"/>
                  </a:cubicBezTo>
                  <a:cubicBezTo>
                    <a:pt x="59" y="4"/>
                    <a:pt x="65" y="0"/>
                    <a:pt x="71" y="1"/>
                  </a:cubicBezTo>
                  <a:cubicBezTo>
                    <a:pt x="76" y="2"/>
                    <a:pt x="80" y="5"/>
                    <a:pt x="82" y="11"/>
                  </a:cubicBezTo>
                  <a:cubicBezTo>
                    <a:pt x="83" y="15"/>
                    <a:pt x="82" y="19"/>
                    <a:pt x="82" y="24"/>
                  </a:cubicBezTo>
                  <a:cubicBezTo>
                    <a:pt x="82" y="27"/>
                    <a:pt x="81" y="30"/>
                    <a:pt x="81" y="33"/>
                  </a:cubicBezTo>
                  <a:cubicBezTo>
                    <a:pt x="81" y="36"/>
                    <a:pt x="80" y="38"/>
                    <a:pt x="79" y="40"/>
                  </a:cubicBezTo>
                  <a:cubicBezTo>
                    <a:pt x="79" y="45"/>
                    <a:pt x="80" y="50"/>
                    <a:pt x="80" y="54"/>
                  </a:cubicBezTo>
                  <a:cubicBezTo>
                    <a:pt x="81" y="63"/>
                    <a:pt x="81" y="71"/>
                    <a:pt x="81" y="80"/>
                  </a:cubicBezTo>
                  <a:cubicBezTo>
                    <a:pt x="85" y="122"/>
                    <a:pt x="92" y="163"/>
                    <a:pt x="99" y="205"/>
                  </a:cubicBezTo>
                  <a:cubicBezTo>
                    <a:pt x="100" y="212"/>
                    <a:pt x="95" y="218"/>
                    <a:pt x="88" y="219"/>
                  </a:cubicBezTo>
                  <a:cubicBezTo>
                    <a:pt x="88" y="219"/>
                    <a:pt x="87" y="219"/>
                    <a:pt x="86" y="219"/>
                  </a:cubicBezTo>
                  <a:cubicBezTo>
                    <a:pt x="81" y="219"/>
                    <a:pt x="75" y="215"/>
                    <a:pt x="74" y="2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9" name="Google Shape;4759;p54"/>
            <p:cNvSpPr/>
            <p:nvPr/>
          </p:nvSpPr>
          <p:spPr>
            <a:xfrm>
              <a:off x="2042640" y="1306440"/>
              <a:ext cx="40680" cy="28080"/>
            </a:xfrm>
            <a:custGeom>
              <a:avLst/>
              <a:gdLst/>
              <a:ahLst/>
              <a:cxnLst/>
              <a:rect l="l" t="t" r="r" b="b"/>
              <a:pathLst>
                <a:path w="113" h="78" extrusionOk="0">
                  <a:moveTo>
                    <a:pt x="13" y="77"/>
                  </a:moveTo>
                  <a:cubicBezTo>
                    <a:pt x="6" y="76"/>
                    <a:pt x="1" y="70"/>
                    <a:pt x="2" y="63"/>
                  </a:cubicBezTo>
                  <a:cubicBezTo>
                    <a:pt x="3" y="58"/>
                    <a:pt x="3" y="54"/>
                    <a:pt x="4" y="48"/>
                  </a:cubicBezTo>
                  <a:cubicBezTo>
                    <a:pt x="4" y="46"/>
                    <a:pt x="4" y="43"/>
                    <a:pt x="4" y="40"/>
                  </a:cubicBezTo>
                  <a:cubicBezTo>
                    <a:pt x="3" y="36"/>
                    <a:pt x="3" y="32"/>
                    <a:pt x="2" y="28"/>
                  </a:cubicBezTo>
                  <a:cubicBezTo>
                    <a:pt x="1" y="21"/>
                    <a:pt x="0" y="13"/>
                    <a:pt x="4" y="7"/>
                  </a:cubicBezTo>
                  <a:cubicBezTo>
                    <a:pt x="7" y="4"/>
                    <a:pt x="13" y="1"/>
                    <a:pt x="17" y="0"/>
                  </a:cubicBezTo>
                  <a:cubicBezTo>
                    <a:pt x="20" y="0"/>
                    <a:pt x="23" y="0"/>
                    <a:pt x="26" y="1"/>
                  </a:cubicBezTo>
                  <a:cubicBezTo>
                    <a:pt x="29" y="2"/>
                    <a:pt x="33" y="3"/>
                    <a:pt x="36" y="4"/>
                  </a:cubicBezTo>
                  <a:cubicBezTo>
                    <a:pt x="43" y="7"/>
                    <a:pt x="49" y="10"/>
                    <a:pt x="56" y="14"/>
                  </a:cubicBezTo>
                  <a:cubicBezTo>
                    <a:pt x="64" y="19"/>
                    <a:pt x="73" y="24"/>
                    <a:pt x="81" y="30"/>
                  </a:cubicBezTo>
                  <a:cubicBezTo>
                    <a:pt x="89" y="35"/>
                    <a:pt x="98" y="42"/>
                    <a:pt x="106" y="49"/>
                  </a:cubicBezTo>
                  <a:cubicBezTo>
                    <a:pt x="111" y="54"/>
                    <a:pt x="112" y="61"/>
                    <a:pt x="108" y="66"/>
                  </a:cubicBezTo>
                  <a:cubicBezTo>
                    <a:pt x="104" y="71"/>
                    <a:pt x="96" y="73"/>
                    <a:pt x="91" y="68"/>
                  </a:cubicBezTo>
                  <a:cubicBezTo>
                    <a:pt x="86" y="64"/>
                    <a:pt x="81" y="59"/>
                    <a:pt x="75" y="55"/>
                  </a:cubicBezTo>
                  <a:cubicBezTo>
                    <a:pt x="71" y="51"/>
                    <a:pt x="66" y="48"/>
                    <a:pt x="61" y="44"/>
                  </a:cubicBezTo>
                  <a:cubicBezTo>
                    <a:pt x="52" y="39"/>
                    <a:pt x="43" y="34"/>
                    <a:pt x="34" y="30"/>
                  </a:cubicBezTo>
                  <a:cubicBezTo>
                    <a:pt x="31" y="28"/>
                    <a:pt x="29" y="27"/>
                    <a:pt x="26" y="26"/>
                  </a:cubicBezTo>
                  <a:cubicBezTo>
                    <a:pt x="27" y="33"/>
                    <a:pt x="28" y="38"/>
                    <a:pt x="28" y="45"/>
                  </a:cubicBezTo>
                  <a:cubicBezTo>
                    <a:pt x="28" y="52"/>
                    <a:pt x="27" y="59"/>
                    <a:pt x="26" y="67"/>
                  </a:cubicBezTo>
                  <a:cubicBezTo>
                    <a:pt x="26" y="73"/>
                    <a:pt x="20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0" name="Google Shape;4760;p54"/>
            <p:cNvSpPr/>
            <p:nvPr/>
          </p:nvSpPr>
          <p:spPr>
            <a:xfrm>
              <a:off x="2038680" y="1298520"/>
              <a:ext cx="58680" cy="70920"/>
            </a:xfrm>
            <a:custGeom>
              <a:avLst/>
              <a:gdLst/>
              <a:ahLst/>
              <a:cxnLst/>
              <a:rect l="l" t="t" r="r" b="b"/>
              <a:pathLst>
                <a:path w="163" h="197" extrusionOk="0">
                  <a:moveTo>
                    <a:pt x="8" y="195"/>
                  </a:moveTo>
                  <a:cubicBezTo>
                    <a:pt x="3" y="193"/>
                    <a:pt x="0" y="186"/>
                    <a:pt x="2" y="180"/>
                  </a:cubicBezTo>
                  <a:cubicBezTo>
                    <a:pt x="5" y="173"/>
                    <a:pt x="9" y="165"/>
                    <a:pt x="12" y="158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18" y="148"/>
                    <a:pt x="24" y="137"/>
                    <a:pt x="30" y="126"/>
                  </a:cubicBezTo>
                  <a:cubicBezTo>
                    <a:pt x="36" y="115"/>
                    <a:pt x="43" y="104"/>
                    <a:pt x="50" y="94"/>
                  </a:cubicBezTo>
                  <a:cubicBezTo>
                    <a:pt x="57" y="83"/>
                    <a:pt x="64" y="72"/>
                    <a:pt x="72" y="62"/>
                  </a:cubicBezTo>
                  <a:cubicBezTo>
                    <a:pt x="77" y="57"/>
                    <a:pt x="81" y="51"/>
                    <a:pt x="85" y="46"/>
                  </a:cubicBezTo>
                  <a:cubicBezTo>
                    <a:pt x="90" y="41"/>
                    <a:pt x="95" y="35"/>
                    <a:pt x="100" y="30"/>
                  </a:cubicBezTo>
                  <a:cubicBezTo>
                    <a:pt x="107" y="22"/>
                    <a:pt x="116" y="15"/>
                    <a:pt x="124" y="10"/>
                  </a:cubicBezTo>
                  <a:cubicBezTo>
                    <a:pt x="132" y="4"/>
                    <a:pt x="140" y="1"/>
                    <a:pt x="149" y="0"/>
                  </a:cubicBezTo>
                  <a:cubicBezTo>
                    <a:pt x="156" y="0"/>
                    <a:pt x="162" y="6"/>
                    <a:pt x="162" y="13"/>
                  </a:cubicBezTo>
                  <a:cubicBezTo>
                    <a:pt x="162" y="20"/>
                    <a:pt x="156" y="26"/>
                    <a:pt x="149" y="25"/>
                  </a:cubicBezTo>
                  <a:lnTo>
                    <a:pt x="148" y="25"/>
                  </a:lnTo>
                  <a:lnTo>
                    <a:pt x="149" y="25"/>
                  </a:lnTo>
                  <a:cubicBezTo>
                    <a:pt x="148" y="25"/>
                    <a:pt x="148" y="25"/>
                    <a:pt x="146" y="25"/>
                  </a:cubicBezTo>
                  <a:cubicBezTo>
                    <a:pt x="146" y="26"/>
                    <a:pt x="146" y="26"/>
                    <a:pt x="145" y="26"/>
                  </a:cubicBezTo>
                  <a:cubicBezTo>
                    <a:pt x="144" y="27"/>
                    <a:pt x="143" y="27"/>
                    <a:pt x="142" y="28"/>
                  </a:cubicBezTo>
                  <a:cubicBezTo>
                    <a:pt x="139" y="29"/>
                    <a:pt x="137" y="30"/>
                    <a:pt x="134" y="32"/>
                  </a:cubicBezTo>
                  <a:cubicBezTo>
                    <a:pt x="131" y="34"/>
                    <a:pt x="128" y="36"/>
                    <a:pt x="125" y="39"/>
                  </a:cubicBezTo>
                  <a:cubicBezTo>
                    <a:pt x="117" y="46"/>
                    <a:pt x="109" y="55"/>
                    <a:pt x="102" y="63"/>
                  </a:cubicBezTo>
                  <a:cubicBezTo>
                    <a:pt x="95" y="70"/>
                    <a:pt x="89" y="77"/>
                    <a:pt x="84" y="85"/>
                  </a:cubicBezTo>
                  <a:cubicBezTo>
                    <a:pt x="81" y="88"/>
                    <a:pt x="78" y="92"/>
                    <a:pt x="75" y="95"/>
                  </a:cubicBezTo>
                  <a:cubicBezTo>
                    <a:pt x="72" y="100"/>
                    <a:pt x="70" y="105"/>
                    <a:pt x="66" y="109"/>
                  </a:cubicBezTo>
                  <a:cubicBezTo>
                    <a:pt x="61" y="116"/>
                    <a:pt x="57" y="124"/>
                    <a:pt x="53" y="131"/>
                  </a:cubicBezTo>
                  <a:cubicBezTo>
                    <a:pt x="47" y="140"/>
                    <a:pt x="43" y="150"/>
                    <a:pt x="37" y="158"/>
                  </a:cubicBezTo>
                  <a:cubicBezTo>
                    <a:pt x="33" y="169"/>
                    <a:pt x="28" y="179"/>
                    <a:pt x="24" y="189"/>
                  </a:cubicBezTo>
                  <a:cubicBezTo>
                    <a:pt x="22" y="193"/>
                    <a:pt x="17" y="196"/>
                    <a:pt x="12" y="196"/>
                  </a:cubicBezTo>
                  <a:cubicBezTo>
                    <a:pt x="11" y="196"/>
                    <a:pt x="10" y="196"/>
                    <a:pt x="8" y="19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1" name="Google Shape;4761;p54"/>
            <p:cNvSpPr/>
            <p:nvPr/>
          </p:nvSpPr>
          <p:spPr>
            <a:xfrm>
              <a:off x="1386360" y="691920"/>
              <a:ext cx="46080" cy="129960"/>
            </a:xfrm>
            <a:custGeom>
              <a:avLst/>
              <a:gdLst/>
              <a:ahLst/>
              <a:cxnLst/>
              <a:rect l="l" t="t" r="r" b="b"/>
              <a:pathLst>
                <a:path w="128" h="361" extrusionOk="0">
                  <a:moveTo>
                    <a:pt x="54" y="336"/>
                  </a:moveTo>
                  <a:lnTo>
                    <a:pt x="54" y="335"/>
                  </a:lnTo>
                  <a:cubicBezTo>
                    <a:pt x="55" y="333"/>
                    <a:pt x="56" y="331"/>
                    <a:pt x="56" y="328"/>
                  </a:cubicBezTo>
                  <a:cubicBezTo>
                    <a:pt x="58" y="320"/>
                    <a:pt x="59" y="310"/>
                    <a:pt x="60" y="301"/>
                  </a:cubicBezTo>
                  <a:cubicBezTo>
                    <a:pt x="61" y="278"/>
                    <a:pt x="61" y="254"/>
                    <a:pt x="63" y="232"/>
                  </a:cubicBezTo>
                  <a:cubicBezTo>
                    <a:pt x="63" y="223"/>
                    <a:pt x="63" y="215"/>
                    <a:pt x="63" y="207"/>
                  </a:cubicBezTo>
                  <a:cubicBezTo>
                    <a:pt x="57" y="217"/>
                    <a:pt x="52" y="227"/>
                    <a:pt x="46" y="238"/>
                  </a:cubicBezTo>
                  <a:cubicBezTo>
                    <a:pt x="47" y="238"/>
                    <a:pt x="47" y="237"/>
                    <a:pt x="47" y="237"/>
                  </a:cubicBezTo>
                  <a:cubicBezTo>
                    <a:pt x="43" y="243"/>
                    <a:pt x="41" y="249"/>
                    <a:pt x="39" y="256"/>
                  </a:cubicBezTo>
                  <a:cubicBezTo>
                    <a:pt x="37" y="258"/>
                    <a:pt x="37" y="260"/>
                    <a:pt x="36" y="262"/>
                  </a:cubicBezTo>
                  <a:cubicBezTo>
                    <a:pt x="36" y="267"/>
                    <a:pt x="35" y="273"/>
                    <a:pt x="35" y="278"/>
                  </a:cubicBezTo>
                  <a:cubicBezTo>
                    <a:pt x="34" y="282"/>
                    <a:pt x="34" y="287"/>
                    <a:pt x="35" y="291"/>
                  </a:cubicBezTo>
                  <a:cubicBezTo>
                    <a:pt x="35" y="294"/>
                    <a:pt x="35" y="298"/>
                    <a:pt x="36" y="300"/>
                  </a:cubicBezTo>
                  <a:cubicBezTo>
                    <a:pt x="36" y="300"/>
                    <a:pt x="36" y="299"/>
                    <a:pt x="35" y="299"/>
                  </a:cubicBezTo>
                  <a:cubicBezTo>
                    <a:pt x="36" y="303"/>
                    <a:pt x="37" y="306"/>
                    <a:pt x="39" y="310"/>
                  </a:cubicBezTo>
                  <a:cubicBezTo>
                    <a:pt x="38" y="310"/>
                    <a:pt x="38" y="310"/>
                    <a:pt x="38" y="310"/>
                  </a:cubicBezTo>
                  <a:cubicBezTo>
                    <a:pt x="40" y="314"/>
                    <a:pt x="42" y="318"/>
                    <a:pt x="43" y="322"/>
                  </a:cubicBezTo>
                  <a:cubicBezTo>
                    <a:pt x="45" y="325"/>
                    <a:pt x="46" y="327"/>
                    <a:pt x="48" y="330"/>
                  </a:cubicBezTo>
                  <a:cubicBezTo>
                    <a:pt x="49" y="331"/>
                    <a:pt x="50" y="333"/>
                    <a:pt x="51" y="334"/>
                  </a:cubicBezTo>
                  <a:lnTo>
                    <a:pt x="52" y="335"/>
                  </a:lnTo>
                  <a:cubicBezTo>
                    <a:pt x="53" y="335"/>
                    <a:pt x="53" y="335"/>
                    <a:pt x="53" y="335"/>
                  </a:cubicBezTo>
                  <a:lnTo>
                    <a:pt x="54" y="336"/>
                  </a:lnTo>
                  <a:moveTo>
                    <a:pt x="53" y="360"/>
                  </a:moveTo>
                  <a:cubicBezTo>
                    <a:pt x="50" y="360"/>
                    <a:pt x="47" y="359"/>
                    <a:pt x="44" y="358"/>
                  </a:cubicBezTo>
                  <a:cubicBezTo>
                    <a:pt x="37" y="354"/>
                    <a:pt x="33" y="349"/>
                    <a:pt x="29" y="342"/>
                  </a:cubicBezTo>
                  <a:cubicBezTo>
                    <a:pt x="25" y="336"/>
                    <a:pt x="21" y="330"/>
                    <a:pt x="19" y="323"/>
                  </a:cubicBezTo>
                  <a:cubicBezTo>
                    <a:pt x="16" y="315"/>
                    <a:pt x="14" y="307"/>
                    <a:pt x="13" y="299"/>
                  </a:cubicBezTo>
                  <a:cubicBezTo>
                    <a:pt x="12" y="292"/>
                    <a:pt x="12" y="284"/>
                    <a:pt x="13" y="277"/>
                  </a:cubicBezTo>
                  <a:cubicBezTo>
                    <a:pt x="14" y="268"/>
                    <a:pt x="15" y="259"/>
                    <a:pt x="18" y="251"/>
                  </a:cubicBezTo>
                  <a:cubicBezTo>
                    <a:pt x="21" y="244"/>
                    <a:pt x="23" y="237"/>
                    <a:pt x="27" y="230"/>
                  </a:cubicBezTo>
                  <a:cubicBezTo>
                    <a:pt x="31" y="222"/>
                    <a:pt x="36" y="214"/>
                    <a:pt x="40" y="206"/>
                  </a:cubicBezTo>
                  <a:cubicBezTo>
                    <a:pt x="47" y="193"/>
                    <a:pt x="56" y="180"/>
                    <a:pt x="63" y="167"/>
                  </a:cubicBezTo>
                  <a:cubicBezTo>
                    <a:pt x="64" y="166"/>
                    <a:pt x="65" y="164"/>
                    <a:pt x="66" y="162"/>
                  </a:cubicBezTo>
                  <a:cubicBezTo>
                    <a:pt x="66" y="159"/>
                    <a:pt x="66" y="156"/>
                    <a:pt x="67" y="153"/>
                  </a:cubicBezTo>
                  <a:cubicBezTo>
                    <a:pt x="67" y="144"/>
                    <a:pt x="68" y="136"/>
                    <a:pt x="70" y="127"/>
                  </a:cubicBezTo>
                  <a:cubicBezTo>
                    <a:pt x="68" y="129"/>
                    <a:pt x="66" y="130"/>
                    <a:pt x="64" y="132"/>
                  </a:cubicBezTo>
                  <a:cubicBezTo>
                    <a:pt x="59" y="136"/>
                    <a:pt x="54" y="139"/>
                    <a:pt x="48" y="141"/>
                  </a:cubicBezTo>
                  <a:cubicBezTo>
                    <a:pt x="43" y="143"/>
                    <a:pt x="37" y="145"/>
                    <a:pt x="32" y="144"/>
                  </a:cubicBezTo>
                  <a:cubicBezTo>
                    <a:pt x="26" y="143"/>
                    <a:pt x="21" y="141"/>
                    <a:pt x="17" y="137"/>
                  </a:cubicBezTo>
                  <a:cubicBezTo>
                    <a:pt x="12" y="134"/>
                    <a:pt x="9" y="129"/>
                    <a:pt x="8" y="123"/>
                  </a:cubicBezTo>
                  <a:cubicBezTo>
                    <a:pt x="3" y="111"/>
                    <a:pt x="1" y="98"/>
                    <a:pt x="1" y="85"/>
                  </a:cubicBezTo>
                  <a:cubicBezTo>
                    <a:pt x="0" y="78"/>
                    <a:pt x="0" y="71"/>
                    <a:pt x="1" y="65"/>
                  </a:cubicBezTo>
                  <a:cubicBezTo>
                    <a:pt x="1" y="59"/>
                    <a:pt x="1" y="53"/>
                    <a:pt x="3" y="48"/>
                  </a:cubicBezTo>
                  <a:cubicBezTo>
                    <a:pt x="4" y="43"/>
                    <a:pt x="8" y="39"/>
                    <a:pt x="12" y="38"/>
                  </a:cubicBezTo>
                  <a:cubicBezTo>
                    <a:pt x="16" y="37"/>
                    <a:pt x="21" y="38"/>
                    <a:pt x="24" y="41"/>
                  </a:cubicBezTo>
                  <a:cubicBezTo>
                    <a:pt x="30" y="44"/>
                    <a:pt x="30" y="53"/>
                    <a:pt x="26" y="58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63"/>
                    <a:pt x="25" y="67"/>
                    <a:pt x="24" y="71"/>
                  </a:cubicBezTo>
                  <a:cubicBezTo>
                    <a:pt x="24" y="76"/>
                    <a:pt x="24" y="81"/>
                    <a:pt x="24" y="87"/>
                  </a:cubicBezTo>
                  <a:cubicBezTo>
                    <a:pt x="25" y="92"/>
                    <a:pt x="25" y="97"/>
                    <a:pt x="26" y="102"/>
                  </a:cubicBezTo>
                  <a:cubicBezTo>
                    <a:pt x="27" y="106"/>
                    <a:pt x="28" y="109"/>
                    <a:pt x="29" y="113"/>
                  </a:cubicBezTo>
                  <a:lnTo>
                    <a:pt x="29" y="112"/>
                  </a:lnTo>
                  <a:cubicBezTo>
                    <a:pt x="29" y="113"/>
                    <a:pt x="29" y="113"/>
                    <a:pt x="29" y="113"/>
                  </a:cubicBezTo>
                  <a:cubicBezTo>
                    <a:pt x="30" y="115"/>
                    <a:pt x="30" y="116"/>
                    <a:pt x="30" y="117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9"/>
                    <a:pt x="32" y="119"/>
                  </a:cubicBezTo>
                  <a:cubicBezTo>
                    <a:pt x="33" y="120"/>
                    <a:pt x="33" y="120"/>
                    <a:pt x="33" y="120"/>
                  </a:cubicBezTo>
                  <a:lnTo>
                    <a:pt x="34" y="120"/>
                  </a:lnTo>
                  <a:lnTo>
                    <a:pt x="35" y="120"/>
                  </a:lnTo>
                  <a:lnTo>
                    <a:pt x="36" y="120"/>
                  </a:lnTo>
                  <a:cubicBezTo>
                    <a:pt x="36" y="120"/>
                    <a:pt x="37" y="120"/>
                    <a:pt x="38" y="120"/>
                  </a:cubicBezTo>
                  <a:cubicBezTo>
                    <a:pt x="40" y="119"/>
                    <a:pt x="42" y="119"/>
                    <a:pt x="43" y="118"/>
                  </a:cubicBezTo>
                  <a:cubicBezTo>
                    <a:pt x="44" y="117"/>
                    <a:pt x="46" y="116"/>
                    <a:pt x="47" y="115"/>
                  </a:cubicBezTo>
                  <a:cubicBezTo>
                    <a:pt x="49" y="114"/>
                    <a:pt x="51" y="112"/>
                    <a:pt x="53" y="111"/>
                  </a:cubicBezTo>
                  <a:cubicBezTo>
                    <a:pt x="55" y="109"/>
                    <a:pt x="57" y="107"/>
                    <a:pt x="59" y="105"/>
                  </a:cubicBezTo>
                  <a:cubicBezTo>
                    <a:pt x="61" y="102"/>
                    <a:pt x="63" y="99"/>
                    <a:pt x="65" y="97"/>
                  </a:cubicBezTo>
                  <a:cubicBezTo>
                    <a:pt x="70" y="90"/>
                    <a:pt x="74" y="83"/>
                    <a:pt x="78" y="76"/>
                  </a:cubicBezTo>
                  <a:cubicBezTo>
                    <a:pt x="80" y="63"/>
                    <a:pt x="83" y="50"/>
                    <a:pt x="87" y="37"/>
                  </a:cubicBezTo>
                  <a:cubicBezTo>
                    <a:pt x="89" y="30"/>
                    <a:pt x="92" y="23"/>
                    <a:pt x="95" y="17"/>
                  </a:cubicBezTo>
                  <a:cubicBezTo>
                    <a:pt x="98" y="11"/>
                    <a:pt x="102" y="4"/>
                    <a:pt x="109" y="2"/>
                  </a:cubicBezTo>
                  <a:cubicBezTo>
                    <a:pt x="114" y="0"/>
                    <a:pt x="121" y="3"/>
                    <a:pt x="124" y="9"/>
                  </a:cubicBezTo>
                  <a:cubicBezTo>
                    <a:pt x="127" y="14"/>
                    <a:pt x="125" y="23"/>
                    <a:pt x="123" y="28"/>
                  </a:cubicBezTo>
                  <a:cubicBezTo>
                    <a:pt x="120" y="35"/>
                    <a:pt x="117" y="42"/>
                    <a:pt x="114" y="49"/>
                  </a:cubicBezTo>
                  <a:cubicBezTo>
                    <a:pt x="112" y="55"/>
                    <a:pt x="109" y="60"/>
                    <a:pt x="107" y="66"/>
                  </a:cubicBezTo>
                  <a:cubicBezTo>
                    <a:pt x="104" y="72"/>
                    <a:pt x="102" y="78"/>
                    <a:pt x="99" y="84"/>
                  </a:cubicBezTo>
                  <a:cubicBezTo>
                    <a:pt x="98" y="85"/>
                    <a:pt x="98" y="87"/>
                    <a:pt x="97" y="89"/>
                  </a:cubicBezTo>
                  <a:lnTo>
                    <a:pt x="97" y="88"/>
                  </a:lnTo>
                  <a:cubicBezTo>
                    <a:pt x="97" y="89"/>
                    <a:pt x="97" y="89"/>
                    <a:pt x="97" y="90"/>
                  </a:cubicBezTo>
                  <a:cubicBezTo>
                    <a:pt x="96" y="99"/>
                    <a:pt x="94" y="108"/>
                    <a:pt x="92" y="118"/>
                  </a:cubicBezTo>
                  <a:cubicBezTo>
                    <a:pt x="93" y="116"/>
                    <a:pt x="94" y="115"/>
                    <a:pt x="95" y="113"/>
                  </a:cubicBezTo>
                  <a:cubicBezTo>
                    <a:pt x="97" y="109"/>
                    <a:pt x="104" y="107"/>
                    <a:pt x="109" y="110"/>
                  </a:cubicBezTo>
                  <a:cubicBezTo>
                    <a:pt x="113" y="112"/>
                    <a:pt x="114" y="119"/>
                    <a:pt x="112" y="123"/>
                  </a:cubicBezTo>
                  <a:cubicBezTo>
                    <a:pt x="103" y="137"/>
                    <a:pt x="95" y="152"/>
                    <a:pt x="86" y="166"/>
                  </a:cubicBezTo>
                  <a:cubicBezTo>
                    <a:pt x="86" y="171"/>
                    <a:pt x="86" y="174"/>
                    <a:pt x="85" y="178"/>
                  </a:cubicBezTo>
                  <a:cubicBezTo>
                    <a:pt x="84" y="203"/>
                    <a:pt x="83" y="227"/>
                    <a:pt x="82" y="252"/>
                  </a:cubicBezTo>
                  <a:cubicBezTo>
                    <a:pt x="82" y="264"/>
                    <a:pt x="82" y="276"/>
                    <a:pt x="82" y="288"/>
                  </a:cubicBezTo>
                  <a:cubicBezTo>
                    <a:pt x="82" y="300"/>
                    <a:pt x="81" y="313"/>
                    <a:pt x="79" y="326"/>
                  </a:cubicBezTo>
                  <a:cubicBezTo>
                    <a:pt x="79" y="331"/>
                    <a:pt x="78" y="338"/>
                    <a:pt x="76" y="343"/>
                  </a:cubicBezTo>
                  <a:cubicBezTo>
                    <a:pt x="74" y="349"/>
                    <a:pt x="70" y="356"/>
                    <a:pt x="63" y="359"/>
                  </a:cubicBezTo>
                  <a:cubicBezTo>
                    <a:pt x="60" y="359"/>
                    <a:pt x="58" y="360"/>
                    <a:pt x="55" y="360"/>
                  </a:cubicBezTo>
                  <a:cubicBezTo>
                    <a:pt x="54" y="360"/>
                    <a:pt x="54" y="360"/>
                    <a:pt x="53" y="3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2" name="Google Shape;4762;p54"/>
            <p:cNvSpPr/>
            <p:nvPr/>
          </p:nvSpPr>
          <p:spPr>
            <a:xfrm>
              <a:off x="1354680" y="883080"/>
              <a:ext cx="497160" cy="492480"/>
            </a:xfrm>
            <a:custGeom>
              <a:avLst/>
              <a:gdLst/>
              <a:ahLst/>
              <a:cxnLst/>
              <a:rect l="l" t="t" r="r" b="b"/>
              <a:pathLst>
                <a:path w="1381" h="1368" extrusionOk="0">
                  <a:moveTo>
                    <a:pt x="1356" y="1363"/>
                  </a:moveTo>
                  <a:cubicBezTo>
                    <a:pt x="1347" y="1354"/>
                    <a:pt x="1338" y="1344"/>
                    <a:pt x="1329" y="1336"/>
                  </a:cubicBezTo>
                  <a:cubicBezTo>
                    <a:pt x="1320" y="1326"/>
                    <a:pt x="1310" y="1316"/>
                    <a:pt x="1300" y="1306"/>
                  </a:cubicBezTo>
                  <a:cubicBezTo>
                    <a:pt x="1280" y="1284"/>
                    <a:pt x="1258" y="1264"/>
                    <a:pt x="1237" y="1243"/>
                  </a:cubicBezTo>
                  <a:cubicBezTo>
                    <a:pt x="1217" y="1223"/>
                    <a:pt x="1196" y="1202"/>
                    <a:pt x="1175" y="1182"/>
                  </a:cubicBezTo>
                  <a:cubicBezTo>
                    <a:pt x="1154" y="1161"/>
                    <a:pt x="1134" y="1140"/>
                    <a:pt x="1113" y="1119"/>
                  </a:cubicBezTo>
                  <a:cubicBezTo>
                    <a:pt x="1072" y="1079"/>
                    <a:pt x="1031" y="1038"/>
                    <a:pt x="991" y="998"/>
                  </a:cubicBezTo>
                  <a:cubicBezTo>
                    <a:pt x="949" y="956"/>
                    <a:pt x="907" y="914"/>
                    <a:pt x="865" y="873"/>
                  </a:cubicBezTo>
                  <a:cubicBezTo>
                    <a:pt x="823" y="831"/>
                    <a:pt x="781" y="789"/>
                    <a:pt x="739" y="748"/>
                  </a:cubicBezTo>
                  <a:cubicBezTo>
                    <a:pt x="697" y="706"/>
                    <a:pt x="656" y="665"/>
                    <a:pt x="614" y="624"/>
                  </a:cubicBezTo>
                  <a:cubicBezTo>
                    <a:pt x="572" y="582"/>
                    <a:pt x="530" y="540"/>
                    <a:pt x="488" y="498"/>
                  </a:cubicBezTo>
                  <a:cubicBezTo>
                    <a:pt x="447" y="458"/>
                    <a:pt x="406" y="417"/>
                    <a:pt x="365" y="377"/>
                  </a:cubicBezTo>
                  <a:cubicBezTo>
                    <a:pt x="322" y="333"/>
                    <a:pt x="278" y="290"/>
                    <a:pt x="234" y="247"/>
                  </a:cubicBezTo>
                  <a:cubicBezTo>
                    <a:pt x="193" y="206"/>
                    <a:pt x="152" y="165"/>
                    <a:pt x="110" y="125"/>
                  </a:cubicBezTo>
                  <a:cubicBezTo>
                    <a:pt x="93" y="108"/>
                    <a:pt x="76" y="90"/>
                    <a:pt x="59" y="74"/>
                  </a:cubicBezTo>
                  <a:cubicBezTo>
                    <a:pt x="49" y="65"/>
                    <a:pt x="39" y="56"/>
                    <a:pt x="30" y="46"/>
                  </a:cubicBezTo>
                  <a:cubicBezTo>
                    <a:pt x="26" y="42"/>
                    <a:pt x="21" y="37"/>
                    <a:pt x="17" y="33"/>
                  </a:cubicBezTo>
                  <a:cubicBezTo>
                    <a:pt x="12" y="29"/>
                    <a:pt x="8" y="26"/>
                    <a:pt x="4" y="22"/>
                  </a:cubicBezTo>
                  <a:cubicBezTo>
                    <a:pt x="0" y="17"/>
                    <a:pt x="0" y="9"/>
                    <a:pt x="4" y="4"/>
                  </a:cubicBezTo>
                  <a:cubicBezTo>
                    <a:pt x="10" y="0"/>
                    <a:pt x="17" y="0"/>
                    <a:pt x="22" y="4"/>
                  </a:cubicBezTo>
                  <a:cubicBezTo>
                    <a:pt x="26" y="8"/>
                    <a:pt x="31" y="13"/>
                    <a:pt x="35" y="18"/>
                  </a:cubicBezTo>
                  <a:cubicBezTo>
                    <a:pt x="41" y="23"/>
                    <a:pt x="47" y="29"/>
                    <a:pt x="53" y="36"/>
                  </a:cubicBezTo>
                  <a:cubicBezTo>
                    <a:pt x="63" y="45"/>
                    <a:pt x="72" y="55"/>
                    <a:pt x="82" y="65"/>
                  </a:cubicBezTo>
                  <a:cubicBezTo>
                    <a:pt x="103" y="87"/>
                    <a:pt x="125" y="109"/>
                    <a:pt x="146" y="130"/>
                  </a:cubicBezTo>
                  <a:cubicBezTo>
                    <a:pt x="187" y="171"/>
                    <a:pt x="228" y="211"/>
                    <a:pt x="269" y="252"/>
                  </a:cubicBezTo>
                  <a:cubicBezTo>
                    <a:pt x="312" y="295"/>
                    <a:pt x="356" y="338"/>
                    <a:pt x="399" y="381"/>
                  </a:cubicBezTo>
                  <a:cubicBezTo>
                    <a:pt x="440" y="421"/>
                    <a:pt x="481" y="462"/>
                    <a:pt x="522" y="502"/>
                  </a:cubicBezTo>
                  <a:cubicBezTo>
                    <a:pt x="564" y="544"/>
                    <a:pt x="606" y="585"/>
                    <a:pt x="648" y="627"/>
                  </a:cubicBezTo>
                  <a:cubicBezTo>
                    <a:pt x="689" y="668"/>
                    <a:pt x="731" y="709"/>
                    <a:pt x="773" y="751"/>
                  </a:cubicBezTo>
                  <a:cubicBezTo>
                    <a:pt x="815" y="792"/>
                    <a:pt x="856" y="833"/>
                    <a:pt x="898" y="875"/>
                  </a:cubicBezTo>
                  <a:cubicBezTo>
                    <a:pt x="940" y="916"/>
                    <a:pt x="981" y="957"/>
                    <a:pt x="1023" y="999"/>
                  </a:cubicBezTo>
                  <a:cubicBezTo>
                    <a:pt x="1065" y="1040"/>
                    <a:pt x="1107" y="1081"/>
                    <a:pt x="1149" y="1122"/>
                  </a:cubicBezTo>
                  <a:cubicBezTo>
                    <a:pt x="1190" y="1163"/>
                    <a:pt x="1231" y="1204"/>
                    <a:pt x="1272" y="1245"/>
                  </a:cubicBezTo>
                  <a:cubicBezTo>
                    <a:pt x="1290" y="1263"/>
                    <a:pt x="1308" y="1280"/>
                    <a:pt x="1326" y="1298"/>
                  </a:cubicBezTo>
                  <a:cubicBezTo>
                    <a:pt x="1334" y="1306"/>
                    <a:pt x="1343" y="1313"/>
                    <a:pt x="1351" y="1321"/>
                  </a:cubicBezTo>
                  <a:cubicBezTo>
                    <a:pt x="1359" y="1329"/>
                    <a:pt x="1367" y="1336"/>
                    <a:pt x="1375" y="1344"/>
                  </a:cubicBezTo>
                  <a:cubicBezTo>
                    <a:pt x="1380" y="1349"/>
                    <a:pt x="1380" y="1358"/>
                    <a:pt x="1375" y="1363"/>
                  </a:cubicBezTo>
                  <a:cubicBezTo>
                    <a:pt x="1372" y="1365"/>
                    <a:pt x="1369" y="1367"/>
                    <a:pt x="1365" y="1367"/>
                  </a:cubicBezTo>
                  <a:cubicBezTo>
                    <a:pt x="1362" y="1367"/>
                    <a:pt x="1358" y="1365"/>
                    <a:pt x="1356" y="13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3" name="Google Shape;4763;p54"/>
            <p:cNvSpPr/>
            <p:nvPr/>
          </p:nvSpPr>
          <p:spPr>
            <a:xfrm>
              <a:off x="1398960" y="994680"/>
              <a:ext cx="36000" cy="65520"/>
            </a:xfrm>
            <a:custGeom>
              <a:avLst/>
              <a:gdLst/>
              <a:ahLst/>
              <a:cxnLst/>
              <a:rect l="l" t="t" r="r" b="b"/>
              <a:pathLst>
                <a:path w="100" h="182" extrusionOk="0">
                  <a:moveTo>
                    <a:pt x="44" y="181"/>
                  </a:moveTo>
                  <a:cubicBezTo>
                    <a:pt x="37" y="180"/>
                    <a:pt x="32" y="173"/>
                    <a:pt x="33" y="167"/>
                  </a:cubicBezTo>
                  <a:cubicBezTo>
                    <a:pt x="36" y="154"/>
                    <a:pt x="39" y="141"/>
                    <a:pt x="41" y="128"/>
                  </a:cubicBezTo>
                  <a:cubicBezTo>
                    <a:pt x="44" y="116"/>
                    <a:pt x="46" y="104"/>
                    <a:pt x="49" y="92"/>
                  </a:cubicBezTo>
                  <a:cubicBezTo>
                    <a:pt x="51" y="84"/>
                    <a:pt x="54" y="75"/>
                    <a:pt x="56" y="67"/>
                  </a:cubicBezTo>
                  <a:cubicBezTo>
                    <a:pt x="53" y="71"/>
                    <a:pt x="49" y="75"/>
                    <a:pt x="46" y="78"/>
                  </a:cubicBezTo>
                  <a:cubicBezTo>
                    <a:pt x="41" y="83"/>
                    <a:pt x="36" y="88"/>
                    <a:pt x="32" y="93"/>
                  </a:cubicBezTo>
                  <a:cubicBezTo>
                    <a:pt x="30" y="95"/>
                    <a:pt x="28" y="97"/>
                    <a:pt x="26" y="99"/>
                  </a:cubicBezTo>
                  <a:cubicBezTo>
                    <a:pt x="25" y="100"/>
                    <a:pt x="23" y="102"/>
                    <a:pt x="22" y="103"/>
                  </a:cubicBezTo>
                  <a:cubicBezTo>
                    <a:pt x="19" y="105"/>
                    <a:pt x="15" y="106"/>
                    <a:pt x="12" y="106"/>
                  </a:cubicBezTo>
                  <a:cubicBezTo>
                    <a:pt x="8" y="105"/>
                    <a:pt x="4" y="102"/>
                    <a:pt x="2" y="98"/>
                  </a:cubicBezTo>
                  <a:cubicBezTo>
                    <a:pt x="0" y="92"/>
                    <a:pt x="2" y="86"/>
                    <a:pt x="8" y="82"/>
                  </a:cubicBezTo>
                  <a:cubicBezTo>
                    <a:pt x="8" y="82"/>
                    <a:pt x="9" y="82"/>
                    <a:pt x="9" y="81"/>
                  </a:cubicBezTo>
                  <a:cubicBezTo>
                    <a:pt x="24" y="67"/>
                    <a:pt x="38" y="53"/>
                    <a:pt x="51" y="38"/>
                  </a:cubicBezTo>
                  <a:cubicBezTo>
                    <a:pt x="58" y="30"/>
                    <a:pt x="64" y="23"/>
                    <a:pt x="69" y="15"/>
                  </a:cubicBezTo>
                  <a:cubicBezTo>
                    <a:pt x="72" y="11"/>
                    <a:pt x="75" y="6"/>
                    <a:pt x="78" y="4"/>
                  </a:cubicBezTo>
                  <a:cubicBezTo>
                    <a:pt x="83" y="1"/>
                    <a:pt x="88" y="0"/>
                    <a:pt x="92" y="2"/>
                  </a:cubicBezTo>
                  <a:cubicBezTo>
                    <a:pt x="96" y="5"/>
                    <a:pt x="99" y="10"/>
                    <a:pt x="98" y="15"/>
                  </a:cubicBezTo>
                  <a:cubicBezTo>
                    <a:pt x="97" y="20"/>
                    <a:pt x="95" y="25"/>
                    <a:pt x="93" y="30"/>
                  </a:cubicBezTo>
                  <a:cubicBezTo>
                    <a:pt x="91" y="35"/>
                    <a:pt x="89" y="39"/>
                    <a:pt x="88" y="44"/>
                  </a:cubicBezTo>
                  <a:cubicBezTo>
                    <a:pt x="79" y="70"/>
                    <a:pt x="71" y="96"/>
                    <a:pt x="65" y="123"/>
                  </a:cubicBezTo>
                  <a:cubicBezTo>
                    <a:pt x="62" y="139"/>
                    <a:pt x="60" y="155"/>
                    <a:pt x="58" y="170"/>
                  </a:cubicBezTo>
                  <a:cubicBezTo>
                    <a:pt x="57" y="176"/>
                    <a:pt x="51" y="181"/>
                    <a:pt x="46" y="181"/>
                  </a:cubicBezTo>
                  <a:cubicBezTo>
                    <a:pt x="45" y="181"/>
                    <a:pt x="44" y="181"/>
                    <a:pt x="44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4" name="Google Shape;4764;p54"/>
            <p:cNvSpPr/>
            <p:nvPr/>
          </p:nvSpPr>
          <p:spPr>
            <a:xfrm>
              <a:off x="1705680" y="1290240"/>
              <a:ext cx="30600" cy="57600"/>
            </a:xfrm>
            <a:custGeom>
              <a:avLst/>
              <a:gdLst/>
              <a:ahLst/>
              <a:cxnLst/>
              <a:rect l="l" t="t" r="r" b="b"/>
              <a:pathLst>
                <a:path w="85" h="160" extrusionOk="0">
                  <a:moveTo>
                    <a:pt x="26" y="159"/>
                  </a:moveTo>
                  <a:cubicBezTo>
                    <a:pt x="19" y="157"/>
                    <a:pt x="15" y="149"/>
                    <a:pt x="18" y="142"/>
                  </a:cubicBezTo>
                  <a:cubicBezTo>
                    <a:pt x="21" y="133"/>
                    <a:pt x="24" y="124"/>
                    <a:pt x="28" y="114"/>
                  </a:cubicBezTo>
                  <a:cubicBezTo>
                    <a:pt x="33" y="98"/>
                    <a:pt x="39" y="82"/>
                    <a:pt x="44" y="66"/>
                  </a:cubicBezTo>
                  <a:cubicBezTo>
                    <a:pt x="45" y="65"/>
                    <a:pt x="45" y="63"/>
                    <a:pt x="45" y="62"/>
                  </a:cubicBezTo>
                  <a:cubicBezTo>
                    <a:pt x="44" y="63"/>
                    <a:pt x="44" y="64"/>
                    <a:pt x="42" y="65"/>
                  </a:cubicBezTo>
                  <a:cubicBezTo>
                    <a:pt x="36" y="72"/>
                    <a:pt x="29" y="80"/>
                    <a:pt x="23" y="87"/>
                  </a:cubicBezTo>
                  <a:cubicBezTo>
                    <a:pt x="17" y="92"/>
                    <a:pt x="9" y="92"/>
                    <a:pt x="5" y="87"/>
                  </a:cubicBezTo>
                  <a:cubicBezTo>
                    <a:pt x="0" y="82"/>
                    <a:pt x="0" y="74"/>
                    <a:pt x="5" y="69"/>
                  </a:cubicBezTo>
                  <a:cubicBezTo>
                    <a:pt x="18" y="56"/>
                    <a:pt x="31" y="43"/>
                    <a:pt x="44" y="29"/>
                  </a:cubicBezTo>
                  <a:cubicBezTo>
                    <a:pt x="47" y="25"/>
                    <a:pt x="49" y="22"/>
                    <a:pt x="52" y="19"/>
                  </a:cubicBezTo>
                  <a:cubicBezTo>
                    <a:pt x="54" y="16"/>
                    <a:pt x="55" y="15"/>
                    <a:pt x="57" y="12"/>
                  </a:cubicBezTo>
                  <a:cubicBezTo>
                    <a:pt x="58" y="11"/>
                    <a:pt x="59" y="9"/>
                    <a:pt x="61" y="8"/>
                  </a:cubicBezTo>
                  <a:cubicBezTo>
                    <a:pt x="62" y="6"/>
                    <a:pt x="65" y="5"/>
                    <a:pt x="67" y="4"/>
                  </a:cubicBezTo>
                  <a:cubicBezTo>
                    <a:pt x="74" y="0"/>
                    <a:pt x="83" y="6"/>
                    <a:pt x="84" y="13"/>
                  </a:cubicBezTo>
                  <a:cubicBezTo>
                    <a:pt x="84" y="16"/>
                    <a:pt x="84" y="19"/>
                    <a:pt x="83" y="22"/>
                  </a:cubicBezTo>
                  <a:cubicBezTo>
                    <a:pt x="83" y="23"/>
                    <a:pt x="82" y="25"/>
                    <a:pt x="82" y="27"/>
                  </a:cubicBezTo>
                  <a:cubicBezTo>
                    <a:pt x="80" y="30"/>
                    <a:pt x="80" y="32"/>
                    <a:pt x="79" y="35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lnTo>
                    <a:pt x="79" y="36"/>
                  </a:lnTo>
                  <a:cubicBezTo>
                    <a:pt x="78" y="36"/>
                    <a:pt x="78" y="36"/>
                    <a:pt x="78" y="36"/>
                  </a:cubicBezTo>
                  <a:cubicBezTo>
                    <a:pt x="72" y="55"/>
                    <a:pt x="65" y="74"/>
                    <a:pt x="59" y="93"/>
                  </a:cubicBezTo>
                  <a:cubicBezTo>
                    <a:pt x="52" y="112"/>
                    <a:pt x="47" y="131"/>
                    <a:pt x="41" y="150"/>
                  </a:cubicBezTo>
                  <a:cubicBezTo>
                    <a:pt x="39" y="156"/>
                    <a:pt x="34" y="159"/>
                    <a:pt x="29" y="159"/>
                  </a:cubicBezTo>
                  <a:cubicBezTo>
                    <a:pt x="28" y="159"/>
                    <a:pt x="27" y="159"/>
                    <a:pt x="26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5" name="Google Shape;4765;p54"/>
            <p:cNvSpPr/>
            <p:nvPr/>
          </p:nvSpPr>
          <p:spPr>
            <a:xfrm>
              <a:off x="1400040" y="1305000"/>
              <a:ext cx="41400" cy="43200"/>
            </a:xfrm>
            <a:custGeom>
              <a:avLst/>
              <a:gdLst/>
              <a:ahLst/>
              <a:cxnLst/>
              <a:rect l="l" t="t" r="r" b="b"/>
              <a:pathLst>
                <a:path w="115" h="120" extrusionOk="0">
                  <a:moveTo>
                    <a:pt x="62" y="96"/>
                  </a:moveTo>
                  <a:cubicBezTo>
                    <a:pt x="63" y="96"/>
                    <a:pt x="64" y="96"/>
                    <a:pt x="65" y="96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8" y="94"/>
                    <a:pt x="68" y="94"/>
                    <a:pt x="69" y="94"/>
                  </a:cubicBezTo>
                  <a:cubicBezTo>
                    <a:pt x="69" y="94"/>
                    <a:pt x="70" y="93"/>
                    <a:pt x="71" y="93"/>
                  </a:cubicBezTo>
                  <a:cubicBezTo>
                    <a:pt x="73" y="91"/>
                    <a:pt x="75" y="90"/>
                    <a:pt x="76" y="89"/>
                  </a:cubicBezTo>
                  <a:cubicBezTo>
                    <a:pt x="78" y="87"/>
                    <a:pt x="79" y="86"/>
                    <a:pt x="80" y="84"/>
                  </a:cubicBezTo>
                  <a:cubicBezTo>
                    <a:pt x="82" y="82"/>
                    <a:pt x="84" y="80"/>
                    <a:pt x="86" y="77"/>
                  </a:cubicBezTo>
                  <a:cubicBezTo>
                    <a:pt x="87" y="76"/>
                    <a:pt x="87" y="75"/>
                    <a:pt x="88" y="74"/>
                  </a:cubicBezTo>
                  <a:cubicBezTo>
                    <a:pt x="89" y="73"/>
                    <a:pt x="89" y="71"/>
                    <a:pt x="90" y="70"/>
                  </a:cubicBezTo>
                  <a:cubicBezTo>
                    <a:pt x="90" y="68"/>
                    <a:pt x="90" y="67"/>
                    <a:pt x="91" y="66"/>
                  </a:cubicBezTo>
                  <a:cubicBezTo>
                    <a:pt x="91" y="65"/>
                    <a:pt x="91" y="64"/>
                    <a:pt x="91" y="62"/>
                  </a:cubicBezTo>
                  <a:cubicBezTo>
                    <a:pt x="91" y="63"/>
                    <a:pt x="91" y="64"/>
                    <a:pt x="91" y="64"/>
                  </a:cubicBezTo>
                  <a:cubicBezTo>
                    <a:pt x="91" y="63"/>
                    <a:pt x="91" y="62"/>
                    <a:pt x="91" y="61"/>
                  </a:cubicBezTo>
                  <a:cubicBezTo>
                    <a:pt x="91" y="59"/>
                    <a:pt x="90" y="57"/>
                    <a:pt x="90" y="55"/>
                  </a:cubicBezTo>
                  <a:cubicBezTo>
                    <a:pt x="90" y="54"/>
                    <a:pt x="90" y="53"/>
                    <a:pt x="89" y="52"/>
                  </a:cubicBezTo>
                  <a:cubicBezTo>
                    <a:pt x="89" y="50"/>
                    <a:pt x="87" y="48"/>
                    <a:pt x="87" y="45"/>
                  </a:cubicBezTo>
                  <a:cubicBezTo>
                    <a:pt x="86" y="44"/>
                    <a:pt x="85" y="43"/>
                    <a:pt x="84" y="41"/>
                  </a:cubicBezTo>
                  <a:lnTo>
                    <a:pt x="83" y="40"/>
                  </a:lnTo>
                  <a:cubicBezTo>
                    <a:pt x="82" y="38"/>
                    <a:pt x="80" y="37"/>
                    <a:pt x="78" y="36"/>
                  </a:cubicBezTo>
                  <a:cubicBezTo>
                    <a:pt x="79" y="36"/>
                    <a:pt x="79" y="36"/>
                    <a:pt x="79" y="37"/>
                  </a:cubicBezTo>
                  <a:cubicBezTo>
                    <a:pt x="79" y="36"/>
                    <a:pt x="78" y="35"/>
                    <a:pt x="76" y="34"/>
                  </a:cubicBezTo>
                  <a:lnTo>
                    <a:pt x="75" y="33"/>
                  </a:lnTo>
                  <a:lnTo>
                    <a:pt x="74" y="33"/>
                  </a:lnTo>
                  <a:lnTo>
                    <a:pt x="75" y="33"/>
                  </a:lnTo>
                  <a:cubicBezTo>
                    <a:pt x="74" y="33"/>
                    <a:pt x="73" y="32"/>
                    <a:pt x="72" y="32"/>
                  </a:cubicBezTo>
                  <a:cubicBezTo>
                    <a:pt x="71" y="31"/>
                    <a:pt x="69" y="31"/>
                    <a:pt x="68" y="31"/>
                  </a:cubicBezTo>
                  <a:cubicBezTo>
                    <a:pt x="66" y="30"/>
                    <a:pt x="65" y="30"/>
                    <a:pt x="64" y="30"/>
                  </a:cubicBezTo>
                  <a:cubicBezTo>
                    <a:pt x="61" y="30"/>
                    <a:pt x="58" y="30"/>
                    <a:pt x="55" y="30"/>
                  </a:cubicBezTo>
                  <a:cubicBezTo>
                    <a:pt x="49" y="31"/>
                    <a:pt x="43" y="31"/>
                    <a:pt x="37" y="33"/>
                  </a:cubicBezTo>
                  <a:cubicBezTo>
                    <a:pt x="37" y="33"/>
                    <a:pt x="38" y="32"/>
                    <a:pt x="39" y="32"/>
                  </a:cubicBezTo>
                  <a:cubicBezTo>
                    <a:pt x="38" y="33"/>
                    <a:pt x="37" y="33"/>
                    <a:pt x="36" y="33"/>
                  </a:cubicBezTo>
                  <a:cubicBezTo>
                    <a:pt x="36" y="34"/>
                    <a:pt x="35" y="36"/>
                    <a:pt x="34" y="37"/>
                  </a:cubicBezTo>
                  <a:cubicBezTo>
                    <a:pt x="32" y="41"/>
                    <a:pt x="30" y="46"/>
                    <a:pt x="28" y="51"/>
                  </a:cubicBezTo>
                  <a:cubicBezTo>
                    <a:pt x="27" y="54"/>
                    <a:pt x="26" y="57"/>
                    <a:pt x="26" y="60"/>
                  </a:cubicBezTo>
                  <a:cubicBezTo>
                    <a:pt x="25" y="62"/>
                    <a:pt x="25" y="64"/>
                    <a:pt x="25" y="65"/>
                  </a:cubicBezTo>
                  <a:cubicBezTo>
                    <a:pt x="25" y="66"/>
                    <a:pt x="25" y="66"/>
                    <a:pt x="25" y="68"/>
                  </a:cubicBezTo>
                  <a:cubicBezTo>
                    <a:pt x="25" y="69"/>
                    <a:pt x="25" y="70"/>
                    <a:pt x="25" y="72"/>
                  </a:cubicBezTo>
                  <a:cubicBezTo>
                    <a:pt x="26" y="72"/>
                    <a:pt x="26" y="73"/>
                    <a:pt x="26" y="74"/>
                  </a:cubicBezTo>
                  <a:cubicBezTo>
                    <a:pt x="27" y="76"/>
                    <a:pt x="27" y="77"/>
                    <a:pt x="28" y="78"/>
                  </a:cubicBezTo>
                  <a:cubicBezTo>
                    <a:pt x="29" y="80"/>
                    <a:pt x="29" y="81"/>
                    <a:pt x="30" y="82"/>
                  </a:cubicBezTo>
                  <a:cubicBezTo>
                    <a:pt x="31" y="84"/>
                    <a:pt x="32" y="85"/>
                    <a:pt x="33" y="86"/>
                  </a:cubicBezTo>
                  <a:cubicBezTo>
                    <a:pt x="34" y="87"/>
                    <a:pt x="35" y="88"/>
                    <a:pt x="36" y="89"/>
                  </a:cubicBezTo>
                  <a:cubicBezTo>
                    <a:pt x="36" y="89"/>
                    <a:pt x="37" y="89"/>
                    <a:pt x="37" y="90"/>
                  </a:cubicBezTo>
                  <a:cubicBezTo>
                    <a:pt x="37" y="90"/>
                    <a:pt x="38" y="90"/>
                    <a:pt x="39" y="91"/>
                  </a:cubicBezTo>
                  <a:cubicBezTo>
                    <a:pt x="40" y="91"/>
                    <a:pt x="42" y="92"/>
                    <a:pt x="44" y="93"/>
                  </a:cubicBezTo>
                  <a:cubicBezTo>
                    <a:pt x="45" y="93"/>
                    <a:pt x="47" y="94"/>
                    <a:pt x="48" y="94"/>
                  </a:cubicBezTo>
                  <a:cubicBezTo>
                    <a:pt x="52" y="95"/>
                    <a:pt x="56" y="96"/>
                    <a:pt x="59" y="96"/>
                  </a:cubicBezTo>
                  <a:cubicBezTo>
                    <a:pt x="61" y="96"/>
                    <a:pt x="61" y="96"/>
                    <a:pt x="62" y="96"/>
                  </a:cubicBezTo>
                  <a:moveTo>
                    <a:pt x="50" y="118"/>
                  </a:moveTo>
                  <a:cubicBezTo>
                    <a:pt x="46" y="118"/>
                    <a:pt x="42" y="117"/>
                    <a:pt x="39" y="116"/>
                  </a:cubicBezTo>
                  <a:cubicBezTo>
                    <a:pt x="30" y="114"/>
                    <a:pt x="23" y="110"/>
                    <a:pt x="18" y="104"/>
                  </a:cubicBezTo>
                  <a:cubicBezTo>
                    <a:pt x="6" y="94"/>
                    <a:pt x="0" y="77"/>
                    <a:pt x="1" y="62"/>
                  </a:cubicBezTo>
                  <a:cubicBezTo>
                    <a:pt x="2" y="54"/>
                    <a:pt x="5" y="47"/>
                    <a:pt x="7" y="38"/>
                  </a:cubicBezTo>
                  <a:cubicBezTo>
                    <a:pt x="9" y="35"/>
                    <a:pt x="10" y="31"/>
                    <a:pt x="12" y="27"/>
                  </a:cubicBezTo>
                  <a:cubicBezTo>
                    <a:pt x="10" y="21"/>
                    <a:pt x="13" y="15"/>
                    <a:pt x="20" y="13"/>
                  </a:cubicBezTo>
                  <a:cubicBezTo>
                    <a:pt x="23" y="10"/>
                    <a:pt x="25" y="7"/>
                    <a:pt x="27" y="5"/>
                  </a:cubicBezTo>
                  <a:cubicBezTo>
                    <a:pt x="33" y="1"/>
                    <a:pt x="40" y="0"/>
                    <a:pt x="45" y="5"/>
                  </a:cubicBezTo>
                  <a:cubicBezTo>
                    <a:pt x="46" y="6"/>
                    <a:pt x="47" y="6"/>
                    <a:pt x="47" y="8"/>
                  </a:cubicBezTo>
                  <a:cubicBezTo>
                    <a:pt x="61" y="6"/>
                    <a:pt x="77" y="7"/>
                    <a:pt x="89" y="15"/>
                  </a:cubicBezTo>
                  <a:cubicBezTo>
                    <a:pt x="101" y="23"/>
                    <a:pt x="110" y="37"/>
                    <a:pt x="113" y="51"/>
                  </a:cubicBezTo>
                  <a:cubicBezTo>
                    <a:pt x="114" y="59"/>
                    <a:pt x="114" y="67"/>
                    <a:pt x="113" y="75"/>
                  </a:cubicBezTo>
                  <a:cubicBezTo>
                    <a:pt x="110" y="83"/>
                    <a:pt x="105" y="91"/>
                    <a:pt x="100" y="97"/>
                  </a:cubicBezTo>
                  <a:cubicBezTo>
                    <a:pt x="95" y="103"/>
                    <a:pt x="90" y="108"/>
                    <a:pt x="83" y="112"/>
                  </a:cubicBezTo>
                  <a:cubicBezTo>
                    <a:pt x="80" y="114"/>
                    <a:pt x="78" y="116"/>
                    <a:pt x="74" y="117"/>
                  </a:cubicBezTo>
                  <a:cubicBezTo>
                    <a:pt x="70" y="118"/>
                    <a:pt x="66" y="119"/>
                    <a:pt x="61" y="119"/>
                  </a:cubicBezTo>
                  <a:cubicBezTo>
                    <a:pt x="61" y="119"/>
                    <a:pt x="60" y="119"/>
                    <a:pt x="59" y="119"/>
                  </a:cubicBezTo>
                  <a:cubicBezTo>
                    <a:pt x="57" y="119"/>
                    <a:pt x="53" y="119"/>
                    <a:pt x="50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6" name="Google Shape;4766;p54"/>
            <p:cNvSpPr/>
            <p:nvPr/>
          </p:nvSpPr>
          <p:spPr>
            <a:xfrm>
              <a:off x="1547640" y="993600"/>
              <a:ext cx="10800" cy="40320"/>
            </a:xfrm>
            <a:custGeom>
              <a:avLst/>
              <a:gdLst/>
              <a:ahLst/>
              <a:cxnLst/>
              <a:rect l="l" t="t" r="r" b="b"/>
              <a:pathLst>
                <a:path w="30" h="112" extrusionOk="0">
                  <a:moveTo>
                    <a:pt x="4" y="99"/>
                  </a:moveTo>
                  <a:cubicBezTo>
                    <a:pt x="4" y="85"/>
                    <a:pt x="3" y="71"/>
                    <a:pt x="3" y="57"/>
                  </a:cubicBezTo>
                  <a:cubicBezTo>
                    <a:pt x="3" y="50"/>
                    <a:pt x="3" y="43"/>
                    <a:pt x="3" y="36"/>
                  </a:cubicBezTo>
                  <a:cubicBezTo>
                    <a:pt x="3" y="31"/>
                    <a:pt x="3" y="25"/>
                    <a:pt x="3" y="19"/>
                  </a:cubicBezTo>
                  <a:cubicBezTo>
                    <a:pt x="0" y="12"/>
                    <a:pt x="4" y="4"/>
                    <a:pt x="11" y="2"/>
                  </a:cubicBezTo>
                  <a:cubicBezTo>
                    <a:pt x="17" y="0"/>
                    <a:pt x="23" y="3"/>
                    <a:pt x="26" y="8"/>
                  </a:cubicBezTo>
                  <a:cubicBezTo>
                    <a:pt x="29" y="12"/>
                    <a:pt x="28" y="19"/>
                    <a:pt x="28" y="24"/>
                  </a:cubicBezTo>
                  <a:cubicBezTo>
                    <a:pt x="27" y="31"/>
                    <a:pt x="27" y="38"/>
                    <a:pt x="26" y="45"/>
                  </a:cubicBezTo>
                  <a:cubicBezTo>
                    <a:pt x="26" y="58"/>
                    <a:pt x="26" y="72"/>
                    <a:pt x="28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8" y="89"/>
                    <a:pt x="28" y="93"/>
                    <a:pt x="28" y="98"/>
                  </a:cubicBezTo>
                  <a:cubicBezTo>
                    <a:pt x="29" y="104"/>
                    <a:pt x="25" y="110"/>
                    <a:pt x="18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0" y="111"/>
                    <a:pt x="5" y="106"/>
                    <a:pt x="4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7" name="Google Shape;4767;p54"/>
            <p:cNvSpPr/>
            <p:nvPr/>
          </p:nvSpPr>
          <p:spPr>
            <a:xfrm>
              <a:off x="1523160" y="1015200"/>
              <a:ext cx="69120" cy="15480"/>
            </a:xfrm>
            <a:custGeom>
              <a:avLst/>
              <a:gdLst/>
              <a:ahLst/>
              <a:cxnLst/>
              <a:rect l="l" t="t" r="r" b="b"/>
              <a:pathLst>
                <a:path w="192" h="43" extrusionOk="0">
                  <a:moveTo>
                    <a:pt x="1" y="32"/>
                  </a:moveTo>
                  <a:cubicBezTo>
                    <a:pt x="0" y="25"/>
                    <a:pt x="5" y="19"/>
                    <a:pt x="12" y="18"/>
                  </a:cubicBezTo>
                  <a:cubicBezTo>
                    <a:pt x="26" y="17"/>
                    <a:pt x="40" y="16"/>
                    <a:pt x="54" y="14"/>
                  </a:cubicBezTo>
                  <a:cubicBezTo>
                    <a:pt x="68" y="13"/>
                    <a:pt x="82" y="11"/>
                    <a:pt x="96" y="10"/>
                  </a:cubicBezTo>
                  <a:cubicBezTo>
                    <a:pt x="108" y="8"/>
                    <a:pt x="121" y="6"/>
                    <a:pt x="135" y="5"/>
                  </a:cubicBezTo>
                  <a:cubicBezTo>
                    <a:pt x="149" y="3"/>
                    <a:pt x="166" y="0"/>
                    <a:pt x="180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7" y="5"/>
                    <a:pt x="191" y="12"/>
                    <a:pt x="189" y="19"/>
                  </a:cubicBezTo>
                  <a:cubicBezTo>
                    <a:pt x="188" y="26"/>
                    <a:pt x="181" y="31"/>
                    <a:pt x="174" y="28"/>
                  </a:cubicBezTo>
                  <a:cubicBezTo>
                    <a:pt x="173" y="28"/>
                    <a:pt x="172" y="28"/>
                    <a:pt x="171" y="27"/>
                  </a:cubicBezTo>
                  <a:cubicBezTo>
                    <a:pt x="168" y="27"/>
                    <a:pt x="166" y="26"/>
                    <a:pt x="164" y="26"/>
                  </a:cubicBezTo>
                  <a:cubicBezTo>
                    <a:pt x="160" y="26"/>
                    <a:pt x="156" y="26"/>
                    <a:pt x="153" y="26"/>
                  </a:cubicBezTo>
                  <a:cubicBezTo>
                    <a:pt x="130" y="29"/>
                    <a:pt x="107" y="32"/>
                    <a:pt x="85" y="34"/>
                  </a:cubicBezTo>
                  <a:cubicBezTo>
                    <a:pt x="61" y="37"/>
                    <a:pt x="38" y="39"/>
                    <a:pt x="15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7" y="42"/>
                    <a:pt x="2" y="38"/>
                    <a:pt x="1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8" name="Google Shape;4768;p54"/>
            <p:cNvSpPr/>
            <p:nvPr/>
          </p:nvSpPr>
          <p:spPr>
            <a:xfrm>
              <a:off x="1568880" y="1037160"/>
              <a:ext cx="34920" cy="29520"/>
            </a:xfrm>
            <a:custGeom>
              <a:avLst/>
              <a:gdLst/>
              <a:ahLst/>
              <a:cxnLst/>
              <a:rect l="l" t="t" r="r" b="b"/>
              <a:pathLst>
                <a:path w="97" h="82" extrusionOk="0">
                  <a:moveTo>
                    <a:pt x="77" y="79"/>
                  </a:moveTo>
                  <a:cubicBezTo>
                    <a:pt x="62" y="70"/>
                    <a:pt x="47" y="60"/>
                    <a:pt x="33" y="50"/>
                  </a:cubicBezTo>
                  <a:cubicBezTo>
                    <a:pt x="27" y="45"/>
                    <a:pt x="21" y="41"/>
                    <a:pt x="15" y="36"/>
                  </a:cubicBezTo>
                  <a:cubicBezTo>
                    <a:pt x="11" y="32"/>
                    <a:pt x="7" y="29"/>
                    <a:pt x="3" y="25"/>
                  </a:cubicBezTo>
                  <a:cubicBezTo>
                    <a:pt x="2" y="23"/>
                    <a:pt x="1" y="21"/>
                    <a:pt x="0" y="19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0" y="10"/>
                    <a:pt x="2" y="7"/>
                    <a:pt x="5" y="5"/>
                  </a:cubicBezTo>
                  <a:cubicBezTo>
                    <a:pt x="11" y="0"/>
                    <a:pt x="20" y="3"/>
                    <a:pt x="23" y="9"/>
                  </a:cubicBezTo>
                  <a:cubicBezTo>
                    <a:pt x="24" y="10"/>
                    <a:pt x="24" y="10"/>
                    <a:pt x="25" y="11"/>
                  </a:cubicBezTo>
                  <a:cubicBezTo>
                    <a:pt x="30" y="16"/>
                    <a:pt x="36" y="21"/>
                    <a:pt x="41" y="26"/>
                  </a:cubicBezTo>
                  <a:cubicBezTo>
                    <a:pt x="50" y="34"/>
                    <a:pt x="60" y="41"/>
                    <a:pt x="70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75" y="51"/>
                    <a:pt x="82" y="55"/>
                    <a:pt x="89" y="59"/>
                  </a:cubicBezTo>
                  <a:cubicBezTo>
                    <a:pt x="94" y="62"/>
                    <a:pt x="96" y="69"/>
                    <a:pt x="93" y="74"/>
                  </a:cubicBezTo>
                  <a:cubicBezTo>
                    <a:pt x="91" y="78"/>
                    <a:pt x="87" y="81"/>
                    <a:pt x="83" y="81"/>
                  </a:cubicBezTo>
                  <a:cubicBezTo>
                    <a:pt x="81" y="81"/>
                    <a:pt x="79" y="80"/>
                    <a:pt x="7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9" name="Google Shape;4769;p54"/>
            <p:cNvSpPr/>
            <p:nvPr/>
          </p:nvSpPr>
          <p:spPr>
            <a:xfrm>
              <a:off x="1577880" y="1047240"/>
              <a:ext cx="33120" cy="16920"/>
            </a:xfrm>
            <a:custGeom>
              <a:avLst/>
              <a:gdLst/>
              <a:ahLst/>
              <a:cxnLst/>
              <a:rect l="l" t="t" r="r" b="b"/>
              <a:pathLst>
                <a:path w="92" h="47" extrusionOk="0">
                  <a:moveTo>
                    <a:pt x="4" y="42"/>
                  </a:moveTo>
                  <a:cubicBezTo>
                    <a:pt x="0" y="37"/>
                    <a:pt x="1" y="28"/>
                    <a:pt x="6" y="25"/>
                  </a:cubicBezTo>
                  <a:cubicBezTo>
                    <a:pt x="16" y="18"/>
                    <a:pt x="27" y="13"/>
                    <a:pt x="38" y="9"/>
                  </a:cubicBezTo>
                  <a:cubicBezTo>
                    <a:pt x="40" y="8"/>
                    <a:pt x="42" y="7"/>
                    <a:pt x="45" y="6"/>
                  </a:cubicBezTo>
                  <a:cubicBezTo>
                    <a:pt x="50" y="4"/>
                    <a:pt x="56" y="3"/>
                    <a:pt x="62" y="2"/>
                  </a:cubicBezTo>
                  <a:cubicBezTo>
                    <a:pt x="67" y="0"/>
                    <a:pt x="71" y="0"/>
                    <a:pt x="76" y="0"/>
                  </a:cubicBezTo>
                  <a:cubicBezTo>
                    <a:pt x="81" y="1"/>
                    <a:pt x="84" y="4"/>
                    <a:pt x="87" y="7"/>
                  </a:cubicBezTo>
                  <a:cubicBezTo>
                    <a:pt x="91" y="13"/>
                    <a:pt x="89" y="22"/>
                    <a:pt x="83" y="26"/>
                  </a:cubicBezTo>
                  <a:cubicBezTo>
                    <a:pt x="79" y="28"/>
                    <a:pt x="74" y="28"/>
                    <a:pt x="70" y="25"/>
                  </a:cubicBezTo>
                  <a:cubicBezTo>
                    <a:pt x="67" y="25"/>
                    <a:pt x="64" y="26"/>
                    <a:pt x="61" y="27"/>
                  </a:cubicBezTo>
                  <a:cubicBezTo>
                    <a:pt x="59" y="27"/>
                    <a:pt x="56" y="28"/>
                    <a:pt x="54" y="28"/>
                  </a:cubicBezTo>
                  <a:cubicBezTo>
                    <a:pt x="46" y="31"/>
                    <a:pt x="38" y="35"/>
                    <a:pt x="30" y="39"/>
                  </a:cubicBezTo>
                  <a:cubicBezTo>
                    <a:pt x="27" y="40"/>
                    <a:pt x="24" y="42"/>
                    <a:pt x="22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19" y="45"/>
                    <a:pt x="16" y="46"/>
                    <a:pt x="13" y="46"/>
                  </a:cubicBezTo>
                  <a:cubicBezTo>
                    <a:pt x="10" y="46"/>
                    <a:pt x="7" y="45"/>
                    <a:pt x="4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0" name="Google Shape;4770;p54"/>
            <p:cNvSpPr/>
            <p:nvPr/>
          </p:nvSpPr>
          <p:spPr>
            <a:xfrm>
              <a:off x="1584720" y="1066680"/>
              <a:ext cx="66240" cy="5436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34" y="126"/>
                  </a:moveTo>
                  <a:cubicBezTo>
                    <a:pt x="34" y="126"/>
                    <a:pt x="33" y="126"/>
                    <a:pt x="32" y="127"/>
                  </a:cubicBezTo>
                  <a:cubicBezTo>
                    <a:pt x="34" y="126"/>
                    <a:pt x="37" y="125"/>
                    <a:pt x="38" y="125"/>
                  </a:cubicBezTo>
                  <a:lnTo>
                    <a:pt x="37" y="125"/>
                  </a:lnTo>
                  <a:cubicBezTo>
                    <a:pt x="40" y="125"/>
                    <a:pt x="44" y="124"/>
                    <a:pt x="47" y="123"/>
                  </a:cubicBezTo>
                  <a:cubicBezTo>
                    <a:pt x="54" y="120"/>
                    <a:pt x="61" y="117"/>
                    <a:pt x="68" y="114"/>
                  </a:cubicBezTo>
                  <a:cubicBezTo>
                    <a:pt x="66" y="114"/>
                    <a:pt x="64" y="113"/>
                    <a:pt x="62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55" y="113"/>
                    <a:pt x="47" y="113"/>
                    <a:pt x="39" y="113"/>
                  </a:cubicBezTo>
                  <a:cubicBezTo>
                    <a:pt x="36" y="113"/>
                    <a:pt x="33" y="113"/>
                    <a:pt x="30" y="114"/>
                  </a:cubicBezTo>
                  <a:cubicBezTo>
                    <a:pt x="29" y="114"/>
                    <a:pt x="28" y="114"/>
                    <a:pt x="27" y="115"/>
                  </a:cubicBezTo>
                  <a:cubicBezTo>
                    <a:pt x="26" y="115"/>
                    <a:pt x="25" y="115"/>
                    <a:pt x="25" y="116"/>
                  </a:cubicBezTo>
                  <a:lnTo>
                    <a:pt x="24" y="117"/>
                  </a:lnTo>
                  <a:cubicBezTo>
                    <a:pt x="24" y="118"/>
                    <a:pt x="24" y="119"/>
                    <a:pt x="24" y="120"/>
                  </a:cubicBezTo>
                  <a:cubicBezTo>
                    <a:pt x="24" y="120"/>
                    <a:pt x="25" y="120"/>
                    <a:pt x="25" y="121"/>
                  </a:cubicBezTo>
                  <a:lnTo>
                    <a:pt x="25" y="122"/>
                  </a:lnTo>
                  <a:lnTo>
                    <a:pt x="25" y="123"/>
                  </a:lnTo>
                  <a:cubicBezTo>
                    <a:pt x="26" y="123"/>
                    <a:pt x="26" y="123"/>
                    <a:pt x="26" y="124"/>
                  </a:cubicBezTo>
                  <a:cubicBezTo>
                    <a:pt x="27" y="124"/>
                    <a:pt x="27" y="124"/>
                    <a:pt x="28" y="125"/>
                  </a:cubicBezTo>
                  <a:cubicBezTo>
                    <a:pt x="28" y="124"/>
                    <a:pt x="27" y="124"/>
                    <a:pt x="27" y="124"/>
                  </a:cubicBezTo>
                  <a:cubicBezTo>
                    <a:pt x="27" y="124"/>
                    <a:pt x="28" y="124"/>
                    <a:pt x="28" y="125"/>
                  </a:cubicBezTo>
                  <a:cubicBezTo>
                    <a:pt x="29" y="125"/>
                    <a:pt x="29" y="125"/>
                    <a:pt x="30" y="125"/>
                  </a:cubicBezTo>
                  <a:cubicBezTo>
                    <a:pt x="30" y="126"/>
                    <a:pt x="30" y="126"/>
                    <a:pt x="31" y="126"/>
                  </a:cubicBezTo>
                  <a:cubicBezTo>
                    <a:pt x="31" y="126"/>
                    <a:pt x="32" y="126"/>
                    <a:pt x="32" y="127"/>
                  </a:cubicBezTo>
                  <a:cubicBezTo>
                    <a:pt x="32" y="126"/>
                    <a:pt x="32" y="126"/>
                    <a:pt x="31" y="126"/>
                  </a:cubicBezTo>
                  <a:lnTo>
                    <a:pt x="32" y="127"/>
                  </a:lnTo>
                  <a:cubicBezTo>
                    <a:pt x="31" y="127"/>
                    <a:pt x="31" y="126"/>
                    <a:pt x="31" y="126"/>
                  </a:cubicBezTo>
                  <a:lnTo>
                    <a:pt x="31" y="127"/>
                  </a:lnTo>
                  <a:cubicBezTo>
                    <a:pt x="31" y="126"/>
                    <a:pt x="31" y="126"/>
                    <a:pt x="31" y="126"/>
                  </a:cubicBezTo>
                  <a:cubicBezTo>
                    <a:pt x="32" y="127"/>
                    <a:pt x="33" y="127"/>
                    <a:pt x="34" y="126"/>
                  </a:cubicBezTo>
                  <a:moveTo>
                    <a:pt x="24" y="149"/>
                  </a:moveTo>
                  <a:cubicBezTo>
                    <a:pt x="20" y="149"/>
                    <a:pt x="18" y="147"/>
                    <a:pt x="15" y="145"/>
                  </a:cubicBezTo>
                  <a:cubicBezTo>
                    <a:pt x="12" y="143"/>
                    <a:pt x="9" y="141"/>
                    <a:pt x="7" y="138"/>
                  </a:cubicBezTo>
                  <a:cubicBezTo>
                    <a:pt x="3" y="133"/>
                    <a:pt x="0" y="127"/>
                    <a:pt x="0" y="121"/>
                  </a:cubicBezTo>
                  <a:cubicBezTo>
                    <a:pt x="0" y="114"/>
                    <a:pt x="1" y="107"/>
                    <a:pt x="4" y="102"/>
                  </a:cubicBezTo>
                  <a:cubicBezTo>
                    <a:pt x="7" y="97"/>
                    <a:pt x="14" y="93"/>
                    <a:pt x="19" y="92"/>
                  </a:cubicBezTo>
                  <a:cubicBezTo>
                    <a:pt x="27" y="90"/>
                    <a:pt x="34" y="89"/>
                    <a:pt x="41" y="89"/>
                  </a:cubicBezTo>
                  <a:cubicBezTo>
                    <a:pt x="51" y="89"/>
                    <a:pt x="62" y="91"/>
                    <a:pt x="71" y="92"/>
                  </a:cubicBezTo>
                  <a:cubicBezTo>
                    <a:pt x="77" y="93"/>
                    <a:pt x="82" y="99"/>
                    <a:pt x="81" y="104"/>
                  </a:cubicBezTo>
                  <a:cubicBezTo>
                    <a:pt x="81" y="106"/>
                    <a:pt x="80" y="107"/>
                    <a:pt x="80" y="107"/>
                  </a:cubicBezTo>
                  <a:cubicBezTo>
                    <a:pt x="84" y="106"/>
                    <a:pt x="88" y="103"/>
                    <a:pt x="92" y="102"/>
                  </a:cubicBezTo>
                  <a:cubicBezTo>
                    <a:pt x="91" y="102"/>
                    <a:pt x="91" y="102"/>
                    <a:pt x="91" y="102"/>
                  </a:cubicBezTo>
                  <a:lnTo>
                    <a:pt x="92" y="102"/>
                  </a:lnTo>
                  <a:lnTo>
                    <a:pt x="92" y="101"/>
                  </a:lnTo>
                  <a:cubicBezTo>
                    <a:pt x="94" y="100"/>
                    <a:pt x="97" y="99"/>
                    <a:pt x="98" y="98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6" y="95"/>
                    <a:pt x="113" y="91"/>
                    <a:pt x="122" y="87"/>
                  </a:cubicBezTo>
                  <a:cubicBezTo>
                    <a:pt x="118" y="86"/>
                    <a:pt x="114" y="85"/>
                    <a:pt x="110" y="84"/>
                  </a:cubicBezTo>
                  <a:cubicBezTo>
                    <a:pt x="97" y="81"/>
                    <a:pt x="85" y="74"/>
                    <a:pt x="77" y="64"/>
                  </a:cubicBezTo>
                  <a:cubicBezTo>
                    <a:pt x="73" y="60"/>
                    <a:pt x="70" y="55"/>
                    <a:pt x="68" y="49"/>
                  </a:cubicBezTo>
                  <a:cubicBezTo>
                    <a:pt x="67" y="47"/>
                    <a:pt x="67" y="43"/>
                    <a:pt x="67" y="41"/>
                  </a:cubicBezTo>
                  <a:cubicBezTo>
                    <a:pt x="67" y="37"/>
                    <a:pt x="68" y="35"/>
                    <a:pt x="69" y="32"/>
                  </a:cubicBezTo>
                  <a:cubicBezTo>
                    <a:pt x="72" y="27"/>
                    <a:pt x="77" y="23"/>
                    <a:pt x="82" y="19"/>
                  </a:cubicBezTo>
                  <a:cubicBezTo>
                    <a:pt x="87" y="15"/>
                    <a:pt x="94" y="12"/>
                    <a:pt x="100" y="10"/>
                  </a:cubicBezTo>
                  <a:cubicBezTo>
                    <a:pt x="108" y="7"/>
                    <a:pt x="117" y="4"/>
                    <a:pt x="126" y="2"/>
                  </a:cubicBezTo>
                  <a:cubicBezTo>
                    <a:pt x="132" y="1"/>
                    <a:pt x="139" y="0"/>
                    <a:pt x="145" y="1"/>
                  </a:cubicBezTo>
                  <a:cubicBezTo>
                    <a:pt x="148" y="2"/>
                    <a:pt x="151" y="2"/>
                    <a:pt x="152" y="4"/>
                  </a:cubicBezTo>
                  <a:cubicBezTo>
                    <a:pt x="154" y="5"/>
                    <a:pt x="155" y="7"/>
                    <a:pt x="156" y="8"/>
                  </a:cubicBezTo>
                  <a:lnTo>
                    <a:pt x="155" y="7"/>
                  </a:lnTo>
                  <a:lnTo>
                    <a:pt x="154" y="7"/>
                  </a:lnTo>
                  <a:cubicBezTo>
                    <a:pt x="157" y="9"/>
                    <a:pt x="159" y="12"/>
                    <a:pt x="159" y="16"/>
                  </a:cubicBezTo>
                  <a:cubicBezTo>
                    <a:pt x="159" y="21"/>
                    <a:pt x="157" y="25"/>
                    <a:pt x="152" y="27"/>
                  </a:cubicBezTo>
                  <a:cubicBezTo>
                    <a:pt x="149" y="29"/>
                    <a:pt x="145" y="29"/>
                    <a:pt x="141" y="28"/>
                  </a:cubicBezTo>
                  <a:cubicBezTo>
                    <a:pt x="140" y="27"/>
                    <a:pt x="138" y="26"/>
                    <a:pt x="138" y="25"/>
                  </a:cubicBezTo>
                  <a:cubicBezTo>
                    <a:pt x="137" y="25"/>
                    <a:pt x="137" y="25"/>
                    <a:pt x="136" y="25"/>
                  </a:cubicBezTo>
                  <a:cubicBezTo>
                    <a:pt x="134" y="25"/>
                    <a:pt x="133" y="26"/>
                    <a:pt x="131" y="26"/>
                  </a:cubicBezTo>
                  <a:cubicBezTo>
                    <a:pt x="123" y="28"/>
                    <a:pt x="116" y="30"/>
                    <a:pt x="109" y="32"/>
                  </a:cubicBezTo>
                  <a:cubicBezTo>
                    <a:pt x="106" y="33"/>
                    <a:pt x="103" y="35"/>
                    <a:pt x="99" y="36"/>
                  </a:cubicBezTo>
                  <a:cubicBezTo>
                    <a:pt x="99" y="36"/>
                    <a:pt x="98" y="37"/>
                    <a:pt x="97" y="37"/>
                  </a:cubicBezTo>
                  <a:cubicBezTo>
                    <a:pt x="96" y="39"/>
                    <a:pt x="95" y="39"/>
                    <a:pt x="93" y="40"/>
                  </a:cubicBezTo>
                  <a:cubicBezTo>
                    <a:pt x="93" y="41"/>
                    <a:pt x="92" y="42"/>
                    <a:pt x="92" y="42"/>
                  </a:cubicBezTo>
                  <a:lnTo>
                    <a:pt x="91" y="43"/>
                  </a:lnTo>
                  <a:cubicBezTo>
                    <a:pt x="91" y="44"/>
                    <a:pt x="92" y="44"/>
                    <a:pt x="92" y="44"/>
                  </a:cubicBezTo>
                  <a:cubicBezTo>
                    <a:pt x="92" y="44"/>
                    <a:pt x="92" y="45"/>
                    <a:pt x="92" y="46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7" y="50"/>
                    <a:pt x="98" y="52"/>
                    <a:pt x="99" y="53"/>
                  </a:cubicBezTo>
                  <a:cubicBezTo>
                    <a:pt x="101" y="54"/>
                    <a:pt x="102" y="56"/>
                    <a:pt x="104" y="56"/>
                  </a:cubicBezTo>
                  <a:cubicBezTo>
                    <a:pt x="105" y="57"/>
                    <a:pt x="107" y="58"/>
                    <a:pt x="109" y="59"/>
                  </a:cubicBezTo>
                  <a:cubicBezTo>
                    <a:pt x="112" y="60"/>
                    <a:pt x="114" y="61"/>
                    <a:pt x="117" y="62"/>
                  </a:cubicBezTo>
                  <a:cubicBezTo>
                    <a:pt x="124" y="64"/>
                    <a:pt x="130" y="66"/>
                    <a:pt x="137" y="67"/>
                  </a:cubicBezTo>
                  <a:cubicBezTo>
                    <a:pt x="143" y="68"/>
                    <a:pt x="148" y="69"/>
                    <a:pt x="154" y="69"/>
                  </a:cubicBezTo>
                  <a:cubicBezTo>
                    <a:pt x="155" y="69"/>
                    <a:pt x="157" y="69"/>
                    <a:pt x="158" y="69"/>
                  </a:cubicBezTo>
                  <a:lnTo>
                    <a:pt x="159" y="69"/>
                  </a:lnTo>
                  <a:cubicBezTo>
                    <a:pt x="159" y="69"/>
                    <a:pt x="160" y="69"/>
                    <a:pt x="161" y="69"/>
                  </a:cubicBezTo>
                  <a:cubicBezTo>
                    <a:pt x="162" y="70"/>
                    <a:pt x="165" y="70"/>
                    <a:pt x="166" y="70"/>
                  </a:cubicBezTo>
                  <a:cubicBezTo>
                    <a:pt x="169" y="70"/>
                    <a:pt x="171" y="69"/>
                    <a:pt x="173" y="70"/>
                  </a:cubicBezTo>
                  <a:cubicBezTo>
                    <a:pt x="179" y="71"/>
                    <a:pt x="183" y="76"/>
                    <a:pt x="183" y="82"/>
                  </a:cubicBezTo>
                  <a:cubicBezTo>
                    <a:pt x="183" y="88"/>
                    <a:pt x="179" y="93"/>
                    <a:pt x="173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65" y="95"/>
                    <a:pt x="159" y="97"/>
                    <a:pt x="154" y="99"/>
                  </a:cubicBezTo>
                  <a:cubicBezTo>
                    <a:pt x="147" y="101"/>
                    <a:pt x="140" y="104"/>
                    <a:pt x="133" y="107"/>
                  </a:cubicBezTo>
                  <a:cubicBezTo>
                    <a:pt x="127" y="110"/>
                    <a:pt x="121" y="113"/>
                    <a:pt x="115" y="116"/>
                  </a:cubicBezTo>
                  <a:cubicBezTo>
                    <a:pt x="114" y="116"/>
                    <a:pt x="113" y="116"/>
                    <a:pt x="113" y="117"/>
                  </a:cubicBezTo>
                  <a:cubicBezTo>
                    <a:pt x="113" y="116"/>
                    <a:pt x="113" y="116"/>
                    <a:pt x="114" y="116"/>
                  </a:cubicBezTo>
                  <a:cubicBezTo>
                    <a:pt x="104" y="121"/>
                    <a:pt x="94" y="126"/>
                    <a:pt x="85" y="131"/>
                  </a:cubicBezTo>
                  <a:cubicBezTo>
                    <a:pt x="71" y="138"/>
                    <a:pt x="57" y="146"/>
                    <a:pt x="43" y="149"/>
                  </a:cubicBezTo>
                  <a:cubicBezTo>
                    <a:pt x="40" y="150"/>
                    <a:pt x="37" y="150"/>
                    <a:pt x="34" y="150"/>
                  </a:cubicBezTo>
                  <a:cubicBezTo>
                    <a:pt x="34" y="150"/>
                    <a:pt x="33" y="150"/>
                    <a:pt x="32" y="150"/>
                  </a:cubicBezTo>
                  <a:cubicBezTo>
                    <a:pt x="29" y="150"/>
                    <a:pt x="27" y="150"/>
                    <a:pt x="24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1" name="Google Shape;4771;p54"/>
            <p:cNvSpPr/>
            <p:nvPr/>
          </p:nvSpPr>
          <p:spPr>
            <a:xfrm>
              <a:off x="1651320" y="1120320"/>
              <a:ext cx="16200" cy="14040"/>
            </a:xfrm>
            <a:custGeom>
              <a:avLst/>
              <a:gdLst/>
              <a:ahLst/>
              <a:cxnLst/>
              <a:rect l="l" t="t" r="r" b="b"/>
              <a:pathLst>
                <a:path w="45" h="39" extrusionOk="0">
                  <a:moveTo>
                    <a:pt x="24" y="36"/>
                  </a:moveTo>
                  <a:cubicBezTo>
                    <a:pt x="23" y="36"/>
                    <a:pt x="22" y="35"/>
                    <a:pt x="22" y="35"/>
                  </a:cubicBezTo>
                  <a:cubicBezTo>
                    <a:pt x="21" y="34"/>
                    <a:pt x="19" y="33"/>
                    <a:pt x="18" y="33"/>
                  </a:cubicBezTo>
                  <a:cubicBezTo>
                    <a:pt x="13" y="34"/>
                    <a:pt x="7" y="33"/>
                    <a:pt x="4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2" y="25"/>
                    <a:pt x="1" y="24"/>
                  </a:cubicBezTo>
                  <a:cubicBezTo>
                    <a:pt x="0" y="19"/>
                    <a:pt x="1" y="14"/>
                    <a:pt x="4" y="11"/>
                  </a:cubicBezTo>
                  <a:cubicBezTo>
                    <a:pt x="14" y="0"/>
                    <a:pt x="29" y="10"/>
                    <a:pt x="38" y="16"/>
                  </a:cubicBezTo>
                  <a:cubicBezTo>
                    <a:pt x="43" y="20"/>
                    <a:pt x="44" y="28"/>
                    <a:pt x="40" y="33"/>
                  </a:cubicBezTo>
                  <a:cubicBezTo>
                    <a:pt x="38" y="36"/>
                    <a:pt x="35" y="38"/>
                    <a:pt x="31" y="38"/>
                  </a:cubicBezTo>
                  <a:cubicBezTo>
                    <a:pt x="28" y="38"/>
                    <a:pt x="26" y="37"/>
                    <a:pt x="2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2" name="Google Shape;4772;p54"/>
            <p:cNvSpPr/>
            <p:nvPr/>
          </p:nvSpPr>
          <p:spPr>
            <a:xfrm>
              <a:off x="1635480" y="1124640"/>
              <a:ext cx="25560" cy="19800"/>
            </a:xfrm>
            <a:custGeom>
              <a:avLst/>
              <a:gdLst/>
              <a:ahLst/>
              <a:cxnLst/>
              <a:rect l="l" t="t" r="r" b="b"/>
              <a:pathLst>
                <a:path w="71" h="55" extrusionOk="0">
                  <a:moveTo>
                    <a:pt x="52" y="52"/>
                  </a:moveTo>
                  <a:cubicBezTo>
                    <a:pt x="42" y="46"/>
                    <a:pt x="32" y="41"/>
                    <a:pt x="22" y="35"/>
                  </a:cubicBezTo>
                  <a:cubicBezTo>
                    <a:pt x="20" y="33"/>
                    <a:pt x="17" y="31"/>
                    <a:pt x="15" y="30"/>
                  </a:cubicBezTo>
                  <a:cubicBezTo>
                    <a:pt x="12" y="28"/>
                    <a:pt x="9" y="25"/>
                    <a:pt x="6" y="22"/>
                  </a:cubicBezTo>
                  <a:cubicBezTo>
                    <a:pt x="0" y="15"/>
                    <a:pt x="4" y="4"/>
                    <a:pt x="13" y="1"/>
                  </a:cubicBezTo>
                  <a:cubicBezTo>
                    <a:pt x="19" y="0"/>
                    <a:pt x="25" y="3"/>
                    <a:pt x="28" y="9"/>
                  </a:cubicBezTo>
                  <a:cubicBezTo>
                    <a:pt x="32" y="13"/>
                    <a:pt x="37" y="15"/>
                    <a:pt x="42" y="18"/>
                  </a:cubicBezTo>
                  <a:cubicBezTo>
                    <a:pt x="47" y="22"/>
                    <a:pt x="53" y="26"/>
                    <a:pt x="59" y="29"/>
                  </a:cubicBezTo>
                  <a:cubicBezTo>
                    <a:pt x="59" y="30"/>
                    <a:pt x="60" y="30"/>
                    <a:pt x="60" y="31"/>
                  </a:cubicBezTo>
                  <a:cubicBezTo>
                    <a:pt x="61" y="31"/>
                    <a:pt x="62" y="32"/>
                    <a:pt x="63" y="32"/>
                  </a:cubicBezTo>
                  <a:cubicBezTo>
                    <a:pt x="68" y="36"/>
                    <a:pt x="70" y="42"/>
                    <a:pt x="67" y="48"/>
                  </a:cubicBezTo>
                  <a:cubicBezTo>
                    <a:pt x="65" y="52"/>
                    <a:pt x="61" y="54"/>
                    <a:pt x="57" y="54"/>
                  </a:cubicBezTo>
                  <a:cubicBezTo>
                    <a:pt x="55" y="54"/>
                    <a:pt x="53" y="53"/>
                    <a:pt x="52" y="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3" name="Google Shape;4773;p54"/>
            <p:cNvSpPr/>
            <p:nvPr/>
          </p:nvSpPr>
          <p:spPr>
            <a:xfrm>
              <a:off x="1663920" y="1139400"/>
              <a:ext cx="74160" cy="38520"/>
            </a:xfrm>
            <a:custGeom>
              <a:avLst/>
              <a:gdLst/>
              <a:ahLst/>
              <a:cxnLst/>
              <a:rect l="l" t="t" r="r" b="b"/>
              <a:pathLst>
                <a:path w="206" h="107" extrusionOk="0">
                  <a:moveTo>
                    <a:pt x="4" y="100"/>
                  </a:moveTo>
                  <a:cubicBezTo>
                    <a:pt x="0" y="95"/>
                    <a:pt x="2" y="86"/>
                    <a:pt x="8" y="83"/>
                  </a:cubicBezTo>
                  <a:cubicBezTo>
                    <a:pt x="31" y="71"/>
                    <a:pt x="54" y="59"/>
                    <a:pt x="77" y="46"/>
                  </a:cubicBezTo>
                  <a:cubicBezTo>
                    <a:pt x="73" y="46"/>
                    <a:pt x="70" y="46"/>
                    <a:pt x="66" y="46"/>
                  </a:cubicBezTo>
                  <a:cubicBezTo>
                    <a:pt x="61" y="46"/>
                    <a:pt x="55" y="46"/>
                    <a:pt x="50" y="46"/>
                  </a:cubicBezTo>
                  <a:cubicBezTo>
                    <a:pt x="48" y="46"/>
                    <a:pt x="48" y="46"/>
                    <a:pt x="47" y="46"/>
                  </a:cubicBezTo>
                  <a:lnTo>
                    <a:pt x="46" y="46"/>
                  </a:lnTo>
                  <a:cubicBezTo>
                    <a:pt x="40" y="47"/>
                    <a:pt x="34" y="44"/>
                    <a:pt x="32" y="39"/>
                  </a:cubicBezTo>
                  <a:cubicBezTo>
                    <a:pt x="29" y="33"/>
                    <a:pt x="32" y="26"/>
                    <a:pt x="37" y="23"/>
                  </a:cubicBezTo>
                  <a:cubicBezTo>
                    <a:pt x="38" y="22"/>
                    <a:pt x="39" y="22"/>
                    <a:pt x="40" y="22"/>
                  </a:cubicBezTo>
                  <a:cubicBezTo>
                    <a:pt x="46" y="21"/>
                    <a:pt x="51" y="21"/>
                    <a:pt x="57" y="22"/>
                  </a:cubicBezTo>
                  <a:cubicBezTo>
                    <a:pt x="62" y="22"/>
                    <a:pt x="68" y="22"/>
                    <a:pt x="73" y="22"/>
                  </a:cubicBezTo>
                  <a:cubicBezTo>
                    <a:pt x="83" y="23"/>
                    <a:pt x="92" y="23"/>
                    <a:pt x="102" y="22"/>
                  </a:cubicBezTo>
                  <a:cubicBezTo>
                    <a:pt x="107" y="22"/>
                    <a:pt x="112" y="22"/>
                    <a:pt x="118" y="21"/>
                  </a:cubicBezTo>
                  <a:cubicBezTo>
                    <a:pt x="122" y="21"/>
                    <a:pt x="126" y="20"/>
                    <a:pt x="130" y="19"/>
                  </a:cubicBezTo>
                  <a:cubicBezTo>
                    <a:pt x="135" y="17"/>
                    <a:pt x="140" y="15"/>
                    <a:pt x="146" y="13"/>
                  </a:cubicBezTo>
                  <a:cubicBezTo>
                    <a:pt x="151" y="11"/>
                    <a:pt x="156" y="9"/>
                    <a:pt x="161" y="7"/>
                  </a:cubicBezTo>
                  <a:cubicBezTo>
                    <a:pt x="167" y="5"/>
                    <a:pt x="172" y="3"/>
                    <a:pt x="178" y="1"/>
                  </a:cubicBezTo>
                  <a:cubicBezTo>
                    <a:pt x="181" y="1"/>
                    <a:pt x="184" y="0"/>
                    <a:pt x="186" y="0"/>
                  </a:cubicBezTo>
                  <a:cubicBezTo>
                    <a:pt x="189" y="0"/>
                    <a:pt x="192" y="1"/>
                    <a:pt x="195" y="1"/>
                  </a:cubicBezTo>
                  <a:cubicBezTo>
                    <a:pt x="200" y="3"/>
                    <a:pt x="205" y="9"/>
                    <a:pt x="204" y="15"/>
                  </a:cubicBezTo>
                  <a:cubicBezTo>
                    <a:pt x="203" y="18"/>
                    <a:pt x="203" y="21"/>
                    <a:pt x="200" y="23"/>
                  </a:cubicBezTo>
                  <a:cubicBezTo>
                    <a:pt x="198" y="25"/>
                    <a:pt x="195" y="27"/>
                    <a:pt x="192" y="28"/>
                  </a:cubicBezTo>
                  <a:cubicBezTo>
                    <a:pt x="189" y="30"/>
                    <a:pt x="185" y="30"/>
                    <a:pt x="181" y="32"/>
                  </a:cubicBezTo>
                  <a:cubicBezTo>
                    <a:pt x="175" y="33"/>
                    <a:pt x="169" y="34"/>
                    <a:pt x="163" y="36"/>
                  </a:cubicBezTo>
                  <a:cubicBezTo>
                    <a:pt x="154" y="38"/>
                    <a:pt x="145" y="40"/>
                    <a:pt x="136" y="41"/>
                  </a:cubicBezTo>
                  <a:cubicBezTo>
                    <a:pt x="129" y="44"/>
                    <a:pt x="123" y="47"/>
                    <a:pt x="117" y="51"/>
                  </a:cubicBezTo>
                  <a:cubicBezTo>
                    <a:pt x="117" y="51"/>
                    <a:pt x="117" y="50"/>
                    <a:pt x="118" y="50"/>
                  </a:cubicBezTo>
                  <a:cubicBezTo>
                    <a:pt x="84" y="67"/>
                    <a:pt x="52" y="85"/>
                    <a:pt x="20" y="104"/>
                  </a:cubicBezTo>
                  <a:cubicBezTo>
                    <a:pt x="19" y="106"/>
                    <a:pt x="16" y="106"/>
                    <a:pt x="15" y="106"/>
                  </a:cubicBezTo>
                  <a:cubicBezTo>
                    <a:pt x="10" y="106"/>
                    <a:pt x="6" y="104"/>
                    <a:pt x="4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4" name="Google Shape;4774;p54"/>
            <p:cNvSpPr/>
            <p:nvPr/>
          </p:nvSpPr>
          <p:spPr>
            <a:xfrm>
              <a:off x="1465560" y="1028880"/>
              <a:ext cx="254880" cy="244440"/>
            </a:xfrm>
            <a:custGeom>
              <a:avLst/>
              <a:gdLst/>
              <a:ahLst/>
              <a:cxnLst/>
              <a:rect l="l" t="t" r="r" b="b"/>
              <a:pathLst>
                <a:path w="708" h="679" extrusionOk="0">
                  <a:moveTo>
                    <a:pt x="276" y="677"/>
                  </a:moveTo>
                  <a:cubicBezTo>
                    <a:pt x="269" y="677"/>
                    <a:pt x="263" y="670"/>
                    <a:pt x="263" y="663"/>
                  </a:cubicBezTo>
                  <a:cubicBezTo>
                    <a:pt x="263" y="656"/>
                    <a:pt x="266" y="649"/>
                    <a:pt x="267" y="642"/>
                  </a:cubicBezTo>
                  <a:cubicBezTo>
                    <a:pt x="269" y="637"/>
                    <a:pt x="271" y="631"/>
                    <a:pt x="273" y="626"/>
                  </a:cubicBezTo>
                  <a:cubicBezTo>
                    <a:pt x="276" y="614"/>
                    <a:pt x="279" y="602"/>
                    <a:pt x="283" y="591"/>
                  </a:cubicBezTo>
                  <a:cubicBezTo>
                    <a:pt x="286" y="584"/>
                    <a:pt x="288" y="577"/>
                    <a:pt x="292" y="570"/>
                  </a:cubicBezTo>
                  <a:lnTo>
                    <a:pt x="291" y="571"/>
                  </a:lnTo>
                  <a:cubicBezTo>
                    <a:pt x="300" y="554"/>
                    <a:pt x="308" y="537"/>
                    <a:pt x="317" y="521"/>
                  </a:cubicBezTo>
                  <a:cubicBezTo>
                    <a:pt x="327" y="503"/>
                    <a:pt x="337" y="487"/>
                    <a:pt x="348" y="470"/>
                  </a:cubicBezTo>
                  <a:cubicBezTo>
                    <a:pt x="348" y="469"/>
                    <a:pt x="350" y="467"/>
                    <a:pt x="350" y="466"/>
                  </a:cubicBezTo>
                  <a:cubicBezTo>
                    <a:pt x="351" y="466"/>
                    <a:pt x="351" y="465"/>
                    <a:pt x="351" y="465"/>
                  </a:cubicBezTo>
                  <a:cubicBezTo>
                    <a:pt x="360" y="450"/>
                    <a:pt x="370" y="436"/>
                    <a:pt x="379" y="421"/>
                  </a:cubicBezTo>
                  <a:cubicBezTo>
                    <a:pt x="379" y="422"/>
                    <a:pt x="379" y="422"/>
                    <a:pt x="379" y="423"/>
                  </a:cubicBezTo>
                  <a:cubicBezTo>
                    <a:pt x="385" y="413"/>
                    <a:pt x="392" y="402"/>
                    <a:pt x="398" y="392"/>
                  </a:cubicBezTo>
                  <a:cubicBezTo>
                    <a:pt x="404" y="383"/>
                    <a:pt x="409" y="373"/>
                    <a:pt x="414" y="363"/>
                  </a:cubicBezTo>
                  <a:cubicBezTo>
                    <a:pt x="418" y="355"/>
                    <a:pt x="421" y="347"/>
                    <a:pt x="424" y="338"/>
                  </a:cubicBezTo>
                  <a:cubicBezTo>
                    <a:pt x="425" y="335"/>
                    <a:pt x="426" y="332"/>
                    <a:pt x="427" y="329"/>
                  </a:cubicBezTo>
                  <a:cubicBezTo>
                    <a:pt x="427" y="327"/>
                    <a:pt x="427" y="325"/>
                    <a:pt x="427" y="323"/>
                  </a:cubicBezTo>
                  <a:lnTo>
                    <a:pt x="427" y="322"/>
                  </a:lnTo>
                  <a:cubicBezTo>
                    <a:pt x="427" y="321"/>
                    <a:pt x="427" y="321"/>
                    <a:pt x="427" y="320"/>
                  </a:cubicBezTo>
                  <a:cubicBezTo>
                    <a:pt x="427" y="319"/>
                    <a:pt x="427" y="319"/>
                    <a:pt x="427" y="319"/>
                  </a:cubicBezTo>
                  <a:lnTo>
                    <a:pt x="426" y="319"/>
                  </a:lnTo>
                  <a:cubicBezTo>
                    <a:pt x="425" y="319"/>
                    <a:pt x="424" y="320"/>
                    <a:pt x="422" y="321"/>
                  </a:cubicBezTo>
                  <a:cubicBezTo>
                    <a:pt x="420" y="321"/>
                    <a:pt x="418" y="322"/>
                    <a:pt x="417" y="323"/>
                  </a:cubicBezTo>
                  <a:cubicBezTo>
                    <a:pt x="414" y="324"/>
                    <a:pt x="411" y="326"/>
                    <a:pt x="408" y="328"/>
                  </a:cubicBezTo>
                  <a:cubicBezTo>
                    <a:pt x="400" y="333"/>
                    <a:pt x="393" y="339"/>
                    <a:pt x="386" y="346"/>
                  </a:cubicBezTo>
                  <a:cubicBezTo>
                    <a:pt x="381" y="350"/>
                    <a:pt x="377" y="354"/>
                    <a:pt x="372" y="359"/>
                  </a:cubicBezTo>
                  <a:cubicBezTo>
                    <a:pt x="368" y="363"/>
                    <a:pt x="365" y="368"/>
                    <a:pt x="361" y="372"/>
                  </a:cubicBezTo>
                  <a:cubicBezTo>
                    <a:pt x="346" y="390"/>
                    <a:pt x="332" y="409"/>
                    <a:pt x="319" y="428"/>
                  </a:cubicBezTo>
                  <a:cubicBezTo>
                    <a:pt x="305" y="449"/>
                    <a:pt x="290" y="470"/>
                    <a:pt x="276" y="490"/>
                  </a:cubicBezTo>
                  <a:cubicBezTo>
                    <a:pt x="262" y="510"/>
                    <a:pt x="246" y="530"/>
                    <a:pt x="231" y="550"/>
                  </a:cubicBezTo>
                  <a:cubicBezTo>
                    <a:pt x="216" y="569"/>
                    <a:pt x="200" y="589"/>
                    <a:pt x="184" y="607"/>
                  </a:cubicBezTo>
                  <a:cubicBezTo>
                    <a:pt x="177" y="617"/>
                    <a:pt x="168" y="625"/>
                    <a:pt x="160" y="634"/>
                  </a:cubicBezTo>
                  <a:cubicBezTo>
                    <a:pt x="156" y="638"/>
                    <a:pt x="152" y="642"/>
                    <a:pt x="147" y="646"/>
                  </a:cubicBezTo>
                  <a:cubicBezTo>
                    <a:pt x="145" y="649"/>
                    <a:pt x="143" y="651"/>
                    <a:pt x="140" y="653"/>
                  </a:cubicBezTo>
                  <a:cubicBezTo>
                    <a:pt x="137" y="655"/>
                    <a:pt x="135" y="657"/>
                    <a:pt x="131" y="658"/>
                  </a:cubicBezTo>
                  <a:cubicBezTo>
                    <a:pt x="125" y="660"/>
                    <a:pt x="117" y="658"/>
                    <a:pt x="114" y="652"/>
                  </a:cubicBezTo>
                  <a:cubicBezTo>
                    <a:pt x="111" y="647"/>
                    <a:pt x="111" y="642"/>
                    <a:pt x="112" y="637"/>
                  </a:cubicBezTo>
                  <a:cubicBezTo>
                    <a:pt x="114" y="633"/>
                    <a:pt x="114" y="630"/>
                    <a:pt x="115" y="627"/>
                  </a:cubicBezTo>
                  <a:cubicBezTo>
                    <a:pt x="117" y="622"/>
                    <a:pt x="119" y="617"/>
                    <a:pt x="122" y="611"/>
                  </a:cubicBezTo>
                  <a:cubicBezTo>
                    <a:pt x="126" y="600"/>
                    <a:pt x="131" y="590"/>
                    <a:pt x="135" y="579"/>
                  </a:cubicBezTo>
                  <a:cubicBezTo>
                    <a:pt x="140" y="568"/>
                    <a:pt x="146" y="558"/>
                    <a:pt x="152" y="547"/>
                  </a:cubicBezTo>
                  <a:cubicBezTo>
                    <a:pt x="157" y="536"/>
                    <a:pt x="164" y="525"/>
                    <a:pt x="170" y="514"/>
                  </a:cubicBezTo>
                  <a:cubicBezTo>
                    <a:pt x="182" y="494"/>
                    <a:pt x="195" y="474"/>
                    <a:pt x="208" y="454"/>
                  </a:cubicBezTo>
                  <a:cubicBezTo>
                    <a:pt x="216" y="442"/>
                    <a:pt x="224" y="431"/>
                    <a:pt x="231" y="419"/>
                  </a:cubicBezTo>
                  <a:cubicBezTo>
                    <a:pt x="240" y="406"/>
                    <a:pt x="248" y="394"/>
                    <a:pt x="256" y="381"/>
                  </a:cubicBezTo>
                  <a:cubicBezTo>
                    <a:pt x="256" y="382"/>
                    <a:pt x="256" y="382"/>
                    <a:pt x="256" y="383"/>
                  </a:cubicBezTo>
                  <a:cubicBezTo>
                    <a:pt x="260" y="375"/>
                    <a:pt x="266" y="367"/>
                    <a:pt x="271" y="358"/>
                  </a:cubicBezTo>
                  <a:cubicBezTo>
                    <a:pt x="277" y="349"/>
                    <a:pt x="283" y="339"/>
                    <a:pt x="288" y="329"/>
                  </a:cubicBezTo>
                  <a:cubicBezTo>
                    <a:pt x="298" y="312"/>
                    <a:pt x="308" y="294"/>
                    <a:pt x="316" y="277"/>
                  </a:cubicBezTo>
                  <a:cubicBezTo>
                    <a:pt x="319" y="272"/>
                    <a:pt x="321" y="267"/>
                    <a:pt x="323" y="263"/>
                  </a:cubicBezTo>
                  <a:cubicBezTo>
                    <a:pt x="325" y="258"/>
                    <a:pt x="327" y="252"/>
                    <a:pt x="329" y="247"/>
                  </a:cubicBezTo>
                  <a:cubicBezTo>
                    <a:pt x="329" y="246"/>
                    <a:pt x="329" y="245"/>
                    <a:pt x="329" y="245"/>
                  </a:cubicBezTo>
                  <a:cubicBezTo>
                    <a:pt x="327" y="246"/>
                    <a:pt x="326" y="247"/>
                    <a:pt x="324" y="248"/>
                  </a:cubicBezTo>
                  <a:cubicBezTo>
                    <a:pt x="324" y="248"/>
                    <a:pt x="325" y="248"/>
                    <a:pt x="325" y="247"/>
                  </a:cubicBezTo>
                  <a:cubicBezTo>
                    <a:pt x="318" y="252"/>
                    <a:pt x="311" y="258"/>
                    <a:pt x="304" y="264"/>
                  </a:cubicBezTo>
                  <a:cubicBezTo>
                    <a:pt x="290" y="277"/>
                    <a:pt x="276" y="292"/>
                    <a:pt x="263" y="307"/>
                  </a:cubicBezTo>
                  <a:cubicBezTo>
                    <a:pt x="248" y="325"/>
                    <a:pt x="234" y="344"/>
                    <a:pt x="219" y="362"/>
                  </a:cubicBezTo>
                  <a:cubicBezTo>
                    <a:pt x="205" y="382"/>
                    <a:pt x="190" y="400"/>
                    <a:pt x="175" y="420"/>
                  </a:cubicBezTo>
                  <a:cubicBezTo>
                    <a:pt x="163" y="437"/>
                    <a:pt x="150" y="454"/>
                    <a:pt x="138" y="471"/>
                  </a:cubicBezTo>
                  <a:cubicBezTo>
                    <a:pt x="127" y="488"/>
                    <a:pt x="117" y="504"/>
                    <a:pt x="105" y="520"/>
                  </a:cubicBezTo>
                  <a:cubicBezTo>
                    <a:pt x="99" y="530"/>
                    <a:pt x="93" y="540"/>
                    <a:pt x="86" y="550"/>
                  </a:cubicBezTo>
                  <a:cubicBezTo>
                    <a:pt x="79" y="560"/>
                    <a:pt x="72" y="570"/>
                    <a:pt x="65" y="580"/>
                  </a:cubicBezTo>
                  <a:cubicBezTo>
                    <a:pt x="62" y="586"/>
                    <a:pt x="58" y="591"/>
                    <a:pt x="54" y="597"/>
                  </a:cubicBezTo>
                  <a:cubicBezTo>
                    <a:pt x="51" y="600"/>
                    <a:pt x="48" y="604"/>
                    <a:pt x="44" y="607"/>
                  </a:cubicBezTo>
                  <a:cubicBezTo>
                    <a:pt x="38" y="611"/>
                    <a:pt x="30" y="611"/>
                    <a:pt x="26" y="607"/>
                  </a:cubicBezTo>
                  <a:cubicBezTo>
                    <a:pt x="19" y="600"/>
                    <a:pt x="22" y="590"/>
                    <a:pt x="23" y="583"/>
                  </a:cubicBezTo>
                  <a:cubicBezTo>
                    <a:pt x="24" y="577"/>
                    <a:pt x="27" y="571"/>
                    <a:pt x="29" y="565"/>
                  </a:cubicBezTo>
                  <a:cubicBezTo>
                    <a:pt x="36" y="544"/>
                    <a:pt x="45" y="522"/>
                    <a:pt x="54" y="501"/>
                  </a:cubicBezTo>
                  <a:cubicBezTo>
                    <a:pt x="64" y="478"/>
                    <a:pt x="75" y="456"/>
                    <a:pt x="87" y="435"/>
                  </a:cubicBezTo>
                  <a:cubicBezTo>
                    <a:pt x="111" y="393"/>
                    <a:pt x="135" y="351"/>
                    <a:pt x="158" y="310"/>
                  </a:cubicBezTo>
                  <a:cubicBezTo>
                    <a:pt x="178" y="276"/>
                    <a:pt x="196" y="242"/>
                    <a:pt x="213" y="208"/>
                  </a:cubicBezTo>
                  <a:cubicBezTo>
                    <a:pt x="213" y="209"/>
                    <a:pt x="213" y="209"/>
                    <a:pt x="213" y="210"/>
                  </a:cubicBezTo>
                  <a:cubicBezTo>
                    <a:pt x="215" y="204"/>
                    <a:pt x="218" y="198"/>
                    <a:pt x="220" y="192"/>
                  </a:cubicBezTo>
                  <a:cubicBezTo>
                    <a:pt x="219" y="192"/>
                    <a:pt x="219" y="193"/>
                    <a:pt x="218" y="194"/>
                  </a:cubicBezTo>
                  <a:cubicBezTo>
                    <a:pt x="209" y="200"/>
                    <a:pt x="200" y="207"/>
                    <a:pt x="192" y="214"/>
                  </a:cubicBezTo>
                  <a:cubicBezTo>
                    <a:pt x="193" y="214"/>
                    <a:pt x="193" y="213"/>
                    <a:pt x="193" y="213"/>
                  </a:cubicBezTo>
                  <a:cubicBezTo>
                    <a:pt x="165" y="238"/>
                    <a:pt x="139" y="267"/>
                    <a:pt x="115" y="296"/>
                  </a:cubicBezTo>
                  <a:lnTo>
                    <a:pt x="115" y="295"/>
                  </a:lnTo>
                  <a:cubicBezTo>
                    <a:pt x="100" y="314"/>
                    <a:pt x="84" y="333"/>
                    <a:pt x="68" y="351"/>
                  </a:cubicBezTo>
                  <a:cubicBezTo>
                    <a:pt x="64" y="355"/>
                    <a:pt x="60" y="359"/>
                    <a:pt x="56" y="363"/>
                  </a:cubicBezTo>
                  <a:cubicBezTo>
                    <a:pt x="51" y="368"/>
                    <a:pt x="46" y="372"/>
                    <a:pt x="41" y="375"/>
                  </a:cubicBezTo>
                  <a:cubicBezTo>
                    <a:pt x="35" y="379"/>
                    <a:pt x="28" y="379"/>
                    <a:pt x="22" y="376"/>
                  </a:cubicBezTo>
                  <a:cubicBezTo>
                    <a:pt x="16" y="374"/>
                    <a:pt x="14" y="367"/>
                    <a:pt x="14" y="362"/>
                  </a:cubicBezTo>
                  <a:cubicBezTo>
                    <a:pt x="14" y="358"/>
                    <a:pt x="15" y="354"/>
                    <a:pt x="16" y="350"/>
                  </a:cubicBezTo>
                  <a:cubicBezTo>
                    <a:pt x="17" y="345"/>
                    <a:pt x="19" y="339"/>
                    <a:pt x="20" y="334"/>
                  </a:cubicBezTo>
                  <a:cubicBezTo>
                    <a:pt x="36" y="287"/>
                    <a:pt x="60" y="244"/>
                    <a:pt x="82" y="201"/>
                  </a:cubicBezTo>
                  <a:cubicBezTo>
                    <a:pt x="90" y="185"/>
                    <a:pt x="98" y="170"/>
                    <a:pt x="107" y="155"/>
                  </a:cubicBezTo>
                  <a:cubicBezTo>
                    <a:pt x="112" y="145"/>
                    <a:pt x="119" y="134"/>
                    <a:pt x="124" y="123"/>
                  </a:cubicBezTo>
                  <a:cubicBezTo>
                    <a:pt x="100" y="148"/>
                    <a:pt x="78" y="174"/>
                    <a:pt x="54" y="199"/>
                  </a:cubicBezTo>
                  <a:cubicBezTo>
                    <a:pt x="52" y="202"/>
                    <a:pt x="50" y="204"/>
                    <a:pt x="47" y="207"/>
                  </a:cubicBezTo>
                  <a:cubicBezTo>
                    <a:pt x="45" y="209"/>
                    <a:pt x="43" y="210"/>
                    <a:pt x="41" y="213"/>
                  </a:cubicBezTo>
                  <a:cubicBezTo>
                    <a:pt x="40" y="214"/>
                    <a:pt x="38" y="216"/>
                    <a:pt x="36" y="216"/>
                  </a:cubicBezTo>
                  <a:cubicBezTo>
                    <a:pt x="34" y="218"/>
                    <a:pt x="31" y="219"/>
                    <a:pt x="29" y="219"/>
                  </a:cubicBezTo>
                  <a:cubicBezTo>
                    <a:pt x="26" y="220"/>
                    <a:pt x="22" y="219"/>
                    <a:pt x="20" y="217"/>
                  </a:cubicBezTo>
                  <a:cubicBezTo>
                    <a:pt x="17" y="215"/>
                    <a:pt x="15" y="211"/>
                    <a:pt x="15" y="208"/>
                  </a:cubicBezTo>
                  <a:cubicBezTo>
                    <a:pt x="15" y="204"/>
                    <a:pt x="15" y="201"/>
                    <a:pt x="16" y="198"/>
                  </a:cubicBezTo>
                  <a:cubicBezTo>
                    <a:pt x="17" y="196"/>
                    <a:pt x="17" y="195"/>
                    <a:pt x="18" y="194"/>
                  </a:cubicBezTo>
                  <a:cubicBezTo>
                    <a:pt x="19" y="191"/>
                    <a:pt x="20" y="188"/>
                    <a:pt x="22" y="185"/>
                  </a:cubicBezTo>
                  <a:cubicBezTo>
                    <a:pt x="24" y="181"/>
                    <a:pt x="26" y="176"/>
                    <a:pt x="28" y="171"/>
                  </a:cubicBezTo>
                  <a:cubicBezTo>
                    <a:pt x="33" y="159"/>
                    <a:pt x="38" y="148"/>
                    <a:pt x="43" y="136"/>
                  </a:cubicBezTo>
                  <a:cubicBezTo>
                    <a:pt x="52" y="114"/>
                    <a:pt x="62" y="93"/>
                    <a:pt x="73" y="71"/>
                  </a:cubicBezTo>
                  <a:cubicBezTo>
                    <a:pt x="78" y="61"/>
                    <a:pt x="83" y="51"/>
                    <a:pt x="88" y="41"/>
                  </a:cubicBezTo>
                  <a:cubicBezTo>
                    <a:pt x="89" y="40"/>
                    <a:pt x="89" y="39"/>
                    <a:pt x="90" y="38"/>
                  </a:cubicBezTo>
                  <a:cubicBezTo>
                    <a:pt x="86" y="41"/>
                    <a:pt x="82" y="43"/>
                    <a:pt x="79" y="46"/>
                  </a:cubicBezTo>
                  <a:cubicBezTo>
                    <a:pt x="72" y="52"/>
                    <a:pt x="65" y="57"/>
                    <a:pt x="59" y="63"/>
                  </a:cubicBezTo>
                  <a:lnTo>
                    <a:pt x="59" y="62"/>
                  </a:lnTo>
                  <a:cubicBezTo>
                    <a:pt x="56" y="66"/>
                    <a:pt x="52" y="69"/>
                    <a:pt x="49" y="72"/>
                  </a:cubicBezTo>
                  <a:cubicBezTo>
                    <a:pt x="45" y="76"/>
                    <a:pt x="41" y="81"/>
                    <a:pt x="37" y="85"/>
                  </a:cubicBezTo>
                  <a:cubicBezTo>
                    <a:pt x="34" y="89"/>
                    <a:pt x="31" y="93"/>
                    <a:pt x="27" y="97"/>
                  </a:cubicBezTo>
                  <a:cubicBezTo>
                    <a:pt x="27" y="98"/>
                    <a:pt x="26" y="100"/>
                    <a:pt x="25" y="101"/>
                  </a:cubicBezTo>
                  <a:lnTo>
                    <a:pt x="24" y="101"/>
                  </a:lnTo>
                  <a:cubicBezTo>
                    <a:pt x="24" y="103"/>
                    <a:pt x="23" y="105"/>
                    <a:pt x="22" y="107"/>
                  </a:cubicBezTo>
                  <a:cubicBezTo>
                    <a:pt x="21" y="107"/>
                    <a:pt x="20" y="108"/>
                    <a:pt x="19" y="108"/>
                  </a:cubicBezTo>
                  <a:cubicBezTo>
                    <a:pt x="15" y="111"/>
                    <a:pt x="8" y="111"/>
                    <a:pt x="4" y="107"/>
                  </a:cubicBezTo>
                  <a:cubicBezTo>
                    <a:pt x="1" y="104"/>
                    <a:pt x="0" y="100"/>
                    <a:pt x="1" y="96"/>
                  </a:cubicBezTo>
                  <a:cubicBezTo>
                    <a:pt x="1" y="96"/>
                    <a:pt x="1" y="95"/>
                    <a:pt x="1" y="94"/>
                  </a:cubicBezTo>
                  <a:cubicBezTo>
                    <a:pt x="1" y="93"/>
                    <a:pt x="2" y="93"/>
                    <a:pt x="2" y="92"/>
                  </a:cubicBezTo>
                  <a:lnTo>
                    <a:pt x="2" y="91"/>
                  </a:lnTo>
                  <a:cubicBezTo>
                    <a:pt x="5" y="86"/>
                    <a:pt x="9" y="82"/>
                    <a:pt x="13" y="77"/>
                  </a:cubicBezTo>
                  <a:cubicBezTo>
                    <a:pt x="17" y="72"/>
                    <a:pt x="22" y="67"/>
                    <a:pt x="26" y="62"/>
                  </a:cubicBezTo>
                  <a:cubicBezTo>
                    <a:pt x="34" y="53"/>
                    <a:pt x="44" y="46"/>
                    <a:pt x="53" y="37"/>
                  </a:cubicBezTo>
                  <a:cubicBezTo>
                    <a:pt x="62" y="30"/>
                    <a:pt x="72" y="23"/>
                    <a:pt x="81" y="15"/>
                  </a:cubicBezTo>
                  <a:cubicBezTo>
                    <a:pt x="86" y="12"/>
                    <a:pt x="90" y="8"/>
                    <a:pt x="95" y="5"/>
                  </a:cubicBezTo>
                  <a:cubicBezTo>
                    <a:pt x="100" y="2"/>
                    <a:pt x="105" y="0"/>
                    <a:pt x="111" y="0"/>
                  </a:cubicBezTo>
                  <a:cubicBezTo>
                    <a:pt x="118" y="1"/>
                    <a:pt x="122" y="7"/>
                    <a:pt x="123" y="14"/>
                  </a:cubicBezTo>
                  <a:cubicBezTo>
                    <a:pt x="124" y="20"/>
                    <a:pt x="121" y="27"/>
                    <a:pt x="118" y="33"/>
                  </a:cubicBezTo>
                  <a:cubicBezTo>
                    <a:pt x="117" y="37"/>
                    <a:pt x="115" y="40"/>
                    <a:pt x="114" y="43"/>
                  </a:cubicBezTo>
                  <a:cubicBezTo>
                    <a:pt x="110" y="50"/>
                    <a:pt x="107" y="57"/>
                    <a:pt x="103" y="64"/>
                  </a:cubicBezTo>
                  <a:cubicBezTo>
                    <a:pt x="96" y="79"/>
                    <a:pt x="88" y="93"/>
                    <a:pt x="81" y="108"/>
                  </a:cubicBezTo>
                  <a:cubicBezTo>
                    <a:pt x="73" y="124"/>
                    <a:pt x="66" y="141"/>
                    <a:pt x="59" y="157"/>
                  </a:cubicBezTo>
                  <a:cubicBezTo>
                    <a:pt x="58" y="159"/>
                    <a:pt x="57" y="162"/>
                    <a:pt x="56" y="164"/>
                  </a:cubicBezTo>
                  <a:cubicBezTo>
                    <a:pt x="63" y="156"/>
                    <a:pt x="70" y="149"/>
                    <a:pt x="76" y="142"/>
                  </a:cubicBezTo>
                  <a:cubicBezTo>
                    <a:pt x="93" y="124"/>
                    <a:pt x="110" y="107"/>
                    <a:pt x="125" y="89"/>
                  </a:cubicBezTo>
                  <a:cubicBezTo>
                    <a:pt x="129" y="85"/>
                    <a:pt x="133" y="80"/>
                    <a:pt x="138" y="76"/>
                  </a:cubicBezTo>
                  <a:cubicBezTo>
                    <a:pt x="140" y="73"/>
                    <a:pt x="145" y="70"/>
                    <a:pt x="149" y="69"/>
                  </a:cubicBezTo>
                  <a:cubicBezTo>
                    <a:pt x="156" y="67"/>
                    <a:pt x="162" y="71"/>
                    <a:pt x="165" y="77"/>
                  </a:cubicBezTo>
                  <a:cubicBezTo>
                    <a:pt x="167" y="82"/>
                    <a:pt x="165" y="89"/>
                    <a:pt x="164" y="94"/>
                  </a:cubicBezTo>
                  <a:cubicBezTo>
                    <a:pt x="163" y="98"/>
                    <a:pt x="161" y="101"/>
                    <a:pt x="159" y="105"/>
                  </a:cubicBezTo>
                  <a:cubicBezTo>
                    <a:pt x="157" y="111"/>
                    <a:pt x="154" y="116"/>
                    <a:pt x="151" y="121"/>
                  </a:cubicBezTo>
                  <a:cubicBezTo>
                    <a:pt x="140" y="143"/>
                    <a:pt x="128" y="165"/>
                    <a:pt x="115" y="186"/>
                  </a:cubicBezTo>
                  <a:cubicBezTo>
                    <a:pt x="107" y="201"/>
                    <a:pt x="99" y="216"/>
                    <a:pt x="91" y="232"/>
                  </a:cubicBezTo>
                  <a:cubicBezTo>
                    <a:pt x="83" y="248"/>
                    <a:pt x="75" y="263"/>
                    <a:pt x="67" y="280"/>
                  </a:cubicBezTo>
                  <a:cubicBezTo>
                    <a:pt x="67" y="279"/>
                    <a:pt x="67" y="279"/>
                    <a:pt x="67" y="279"/>
                  </a:cubicBezTo>
                  <a:cubicBezTo>
                    <a:pt x="58" y="298"/>
                    <a:pt x="50" y="317"/>
                    <a:pt x="44" y="336"/>
                  </a:cubicBezTo>
                  <a:cubicBezTo>
                    <a:pt x="43" y="339"/>
                    <a:pt x="43" y="341"/>
                    <a:pt x="42" y="344"/>
                  </a:cubicBezTo>
                  <a:cubicBezTo>
                    <a:pt x="43" y="343"/>
                    <a:pt x="45" y="342"/>
                    <a:pt x="46" y="340"/>
                  </a:cubicBezTo>
                  <a:cubicBezTo>
                    <a:pt x="54" y="333"/>
                    <a:pt x="61" y="325"/>
                    <a:pt x="68" y="317"/>
                  </a:cubicBezTo>
                  <a:cubicBezTo>
                    <a:pt x="68" y="316"/>
                    <a:pt x="69" y="316"/>
                    <a:pt x="69" y="316"/>
                  </a:cubicBezTo>
                  <a:cubicBezTo>
                    <a:pt x="84" y="298"/>
                    <a:pt x="100" y="280"/>
                    <a:pt x="115" y="262"/>
                  </a:cubicBezTo>
                  <a:cubicBezTo>
                    <a:pt x="131" y="244"/>
                    <a:pt x="147" y="226"/>
                    <a:pt x="164" y="210"/>
                  </a:cubicBezTo>
                  <a:cubicBezTo>
                    <a:pt x="172" y="201"/>
                    <a:pt x="181" y="192"/>
                    <a:pt x="191" y="184"/>
                  </a:cubicBezTo>
                  <a:cubicBezTo>
                    <a:pt x="199" y="177"/>
                    <a:pt x="208" y="170"/>
                    <a:pt x="218" y="164"/>
                  </a:cubicBezTo>
                  <a:cubicBezTo>
                    <a:pt x="221" y="163"/>
                    <a:pt x="223" y="162"/>
                    <a:pt x="226" y="161"/>
                  </a:cubicBezTo>
                  <a:cubicBezTo>
                    <a:pt x="232" y="158"/>
                    <a:pt x="239" y="158"/>
                    <a:pt x="245" y="163"/>
                  </a:cubicBezTo>
                  <a:cubicBezTo>
                    <a:pt x="249" y="168"/>
                    <a:pt x="249" y="174"/>
                    <a:pt x="249" y="180"/>
                  </a:cubicBezTo>
                  <a:cubicBezTo>
                    <a:pt x="248" y="184"/>
                    <a:pt x="247" y="188"/>
                    <a:pt x="245" y="192"/>
                  </a:cubicBezTo>
                  <a:cubicBezTo>
                    <a:pt x="241" y="205"/>
                    <a:pt x="235" y="216"/>
                    <a:pt x="230" y="227"/>
                  </a:cubicBezTo>
                  <a:cubicBezTo>
                    <a:pt x="219" y="248"/>
                    <a:pt x="207" y="269"/>
                    <a:pt x="195" y="289"/>
                  </a:cubicBezTo>
                  <a:cubicBezTo>
                    <a:pt x="184" y="310"/>
                    <a:pt x="171" y="331"/>
                    <a:pt x="158" y="352"/>
                  </a:cubicBezTo>
                  <a:cubicBezTo>
                    <a:pt x="146" y="373"/>
                    <a:pt x="134" y="395"/>
                    <a:pt x="122" y="415"/>
                  </a:cubicBezTo>
                  <a:cubicBezTo>
                    <a:pt x="110" y="437"/>
                    <a:pt x="98" y="458"/>
                    <a:pt x="88" y="480"/>
                  </a:cubicBezTo>
                  <a:cubicBezTo>
                    <a:pt x="87" y="481"/>
                    <a:pt x="87" y="481"/>
                    <a:pt x="87" y="481"/>
                  </a:cubicBezTo>
                  <a:cubicBezTo>
                    <a:pt x="80" y="495"/>
                    <a:pt x="74" y="510"/>
                    <a:pt x="68" y="525"/>
                  </a:cubicBezTo>
                  <a:cubicBezTo>
                    <a:pt x="65" y="534"/>
                    <a:pt x="62" y="543"/>
                    <a:pt x="58" y="551"/>
                  </a:cubicBezTo>
                  <a:cubicBezTo>
                    <a:pt x="65" y="542"/>
                    <a:pt x="72" y="533"/>
                    <a:pt x="78" y="523"/>
                  </a:cubicBezTo>
                  <a:cubicBezTo>
                    <a:pt x="92" y="503"/>
                    <a:pt x="106" y="483"/>
                    <a:pt x="120" y="463"/>
                  </a:cubicBezTo>
                  <a:cubicBezTo>
                    <a:pt x="134" y="443"/>
                    <a:pt x="149" y="424"/>
                    <a:pt x="163" y="404"/>
                  </a:cubicBezTo>
                  <a:cubicBezTo>
                    <a:pt x="177" y="385"/>
                    <a:pt x="191" y="367"/>
                    <a:pt x="205" y="347"/>
                  </a:cubicBezTo>
                  <a:cubicBezTo>
                    <a:pt x="212" y="338"/>
                    <a:pt x="220" y="328"/>
                    <a:pt x="227" y="319"/>
                  </a:cubicBezTo>
                  <a:cubicBezTo>
                    <a:pt x="234" y="309"/>
                    <a:pt x="241" y="300"/>
                    <a:pt x="248" y="290"/>
                  </a:cubicBezTo>
                  <a:cubicBezTo>
                    <a:pt x="264" y="272"/>
                    <a:pt x="281" y="253"/>
                    <a:pt x="300" y="237"/>
                  </a:cubicBezTo>
                  <a:cubicBezTo>
                    <a:pt x="309" y="229"/>
                    <a:pt x="318" y="221"/>
                    <a:pt x="329" y="217"/>
                  </a:cubicBezTo>
                  <a:cubicBezTo>
                    <a:pt x="333" y="216"/>
                    <a:pt x="337" y="214"/>
                    <a:pt x="341" y="215"/>
                  </a:cubicBezTo>
                  <a:cubicBezTo>
                    <a:pt x="344" y="215"/>
                    <a:pt x="347" y="216"/>
                    <a:pt x="350" y="217"/>
                  </a:cubicBezTo>
                  <a:cubicBezTo>
                    <a:pt x="353" y="220"/>
                    <a:pt x="354" y="223"/>
                    <a:pt x="355" y="227"/>
                  </a:cubicBezTo>
                  <a:cubicBezTo>
                    <a:pt x="357" y="234"/>
                    <a:pt x="355" y="241"/>
                    <a:pt x="354" y="248"/>
                  </a:cubicBezTo>
                  <a:cubicBezTo>
                    <a:pt x="353" y="252"/>
                    <a:pt x="351" y="257"/>
                    <a:pt x="349" y="262"/>
                  </a:cubicBezTo>
                  <a:cubicBezTo>
                    <a:pt x="345" y="273"/>
                    <a:pt x="339" y="284"/>
                    <a:pt x="334" y="295"/>
                  </a:cubicBezTo>
                  <a:cubicBezTo>
                    <a:pt x="328" y="306"/>
                    <a:pt x="322" y="316"/>
                    <a:pt x="316" y="327"/>
                  </a:cubicBezTo>
                  <a:cubicBezTo>
                    <a:pt x="292" y="369"/>
                    <a:pt x="263" y="410"/>
                    <a:pt x="236" y="450"/>
                  </a:cubicBezTo>
                  <a:cubicBezTo>
                    <a:pt x="232" y="456"/>
                    <a:pt x="229" y="461"/>
                    <a:pt x="226" y="467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5" y="467"/>
                  </a:cubicBezTo>
                  <a:cubicBezTo>
                    <a:pt x="204" y="500"/>
                    <a:pt x="184" y="533"/>
                    <a:pt x="167" y="568"/>
                  </a:cubicBezTo>
                  <a:lnTo>
                    <a:pt x="167" y="567"/>
                  </a:lnTo>
                  <a:cubicBezTo>
                    <a:pt x="160" y="583"/>
                    <a:pt x="153" y="598"/>
                    <a:pt x="146" y="614"/>
                  </a:cubicBezTo>
                  <a:cubicBezTo>
                    <a:pt x="149" y="612"/>
                    <a:pt x="152" y="609"/>
                    <a:pt x="154" y="607"/>
                  </a:cubicBezTo>
                  <a:cubicBezTo>
                    <a:pt x="162" y="598"/>
                    <a:pt x="171" y="589"/>
                    <a:pt x="179" y="580"/>
                  </a:cubicBezTo>
                  <a:cubicBezTo>
                    <a:pt x="186" y="570"/>
                    <a:pt x="195" y="561"/>
                    <a:pt x="202" y="551"/>
                  </a:cubicBezTo>
                  <a:cubicBezTo>
                    <a:pt x="210" y="542"/>
                    <a:pt x="217" y="533"/>
                    <a:pt x="224" y="524"/>
                  </a:cubicBezTo>
                  <a:cubicBezTo>
                    <a:pt x="232" y="513"/>
                    <a:pt x="240" y="503"/>
                    <a:pt x="248" y="493"/>
                  </a:cubicBezTo>
                  <a:cubicBezTo>
                    <a:pt x="254" y="484"/>
                    <a:pt x="260" y="475"/>
                    <a:pt x="267" y="466"/>
                  </a:cubicBezTo>
                  <a:cubicBezTo>
                    <a:pt x="281" y="445"/>
                    <a:pt x="296" y="424"/>
                    <a:pt x="310" y="403"/>
                  </a:cubicBezTo>
                  <a:cubicBezTo>
                    <a:pt x="317" y="393"/>
                    <a:pt x="325" y="383"/>
                    <a:pt x="332" y="373"/>
                  </a:cubicBezTo>
                  <a:cubicBezTo>
                    <a:pt x="339" y="364"/>
                    <a:pt x="346" y="355"/>
                    <a:pt x="354" y="346"/>
                  </a:cubicBezTo>
                  <a:cubicBezTo>
                    <a:pt x="362" y="337"/>
                    <a:pt x="371" y="328"/>
                    <a:pt x="380" y="320"/>
                  </a:cubicBezTo>
                  <a:cubicBezTo>
                    <a:pt x="385" y="316"/>
                    <a:pt x="390" y="312"/>
                    <a:pt x="395" y="308"/>
                  </a:cubicBezTo>
                  <a:cubicBezTo>
                    <a:pt x="400" y="305"/>
                    <a:pt x="404" y="301"/>
                    <a:pt x="410" y="299"/>
                  </a:cubicBezTo>
                  <a:cubicBezTo>
                    <a:pt x="414" y="297"/>
                    <a:pt x="420" y="295"/>
                    <a:pt x="424" y="294"/>
                  </a:cubicBezTo>
                  <a:cubicBezTo>
                    <a:pt x="431" y="293"/>
                    <a:pt x="438" y="295"/>
                    <a:pt x="443" y="300"/>
                  </a:cubicBezTo>
                  <a:cubicBezTo>
                    <a:pt x="445" y="302"/>
                    <a:pt x="447" y="305"/>
                    <a:pt x="449" y="308"/>
                  </a:cubicBezTo>
                  <a:cubicBezTo>
                    <a:pt x="450" y="311"/>
                    <a:pt x="450" y="314"/>
                    <a:pt x="451" y="318"/>
                  </a:cubicBezTo>
                  <a:cubicBezTo>
                    <a:pt x="452" y="325"/>
                    <a:pt x="450" y="333"/>
                    <a:pt x="448" y="341"/>
                  </a:cubicBezTo>
                  <a:cubicBezTo>
                    <a:pt x="446" y="348"/>
                    <a:pt x="443" y="355"/>
                    <a:pt x="440" y="362"/>
                  </a:cubicBezTo>
                  <a:cubicBezTo>
                    <a:pt x="437" y="369"/>
                    <a:pt x="435" y="375"/>
                    <a:pt x="431" y="381"/>
                  </a:cubicBezTo>
                  <a:cubicBezTo>
                    <a:pt x="422" y="397"/>
                    <a:pt x="412" y="413"/>
                    <a:pt x="402" y="429"/>
                  </a:cubicBezTo>
                  <a:cubicBezTo>
                    <a:pt x="392" y="445"/>
                    <a:pt x="381" y="460"/>
                    <a:pt x="371" y="476"/>
                  </a:cubicBezTo>
                  <a:lnTo>
                    <a:pt x="371" y="475"/>
                  </a:lnTo>
                  <a:cubicBezTo>
                    <a:pt x="351" y="506"/>
                    <a:pt x="333" y="538"/>
                    <a:pt x="317" y="572"/>
                  </a:cubicBezTo>
                  <a:cubicBezTo>
                    <a:pt x="317" y="571"/>
                    <a:pt x="318" y="570"/>
                    <a:pt x="318" y="570"/>
                  </a:cubicBezTo>
                  <a:cubicBezTo>
                    <a:pt x="315" y="576"/>
                    <a:pt x="312" y="582"/>
                    <a:pt x="310" y="587"/>
                  </a:cubicBezTo>
                  <a:cubicBezTo>
                    <a:pt x="308" y="593"/>
                    <a:pt x="306" y="599"/>
                    <a:pt x="304" y="604"/>
                  </a:cubicBezTo>
                  <a:cubicBezTo>
                    <a:pt x="303" y="607"/>
                    <a:pt x="302" y="610"/>
                    <a:pt x="301" y="612"/>
                  </a:cubicBezTo>
                  <a:cubicBezTo>
                    <a:pt x="299" y="621"/>
                    <a:pt x="297" y="628"/>
                    <a:pt x="294" y="636"/>
                  </a:cubicBezTo>
                  <a:cubicBezTo>
                    <a:pt x="299" y="632"/>
                    <a:pt x="304" y="626"/>
                    <a:pt x="308" y="621"/>
                  </a:cubicBezTo>
                  <a:cubicBezTo>
                    <a:pt x="316" y="611"/>
                    <a:pt x="325" y="601"/>
                    <a:pt x="332" y="591"/>
                  </a:cubicBezTo>
                  <a:cubicBezTo>
                    <a:pt x="339" y="582"/>
                    <a:pt x="346" y="573"/>
                    <a:pt x="353" y="564"/>
                  </a:cubicBezTo>
                  <a:cubicBezTo>
                    <a:pt x="368" y="544"/>
                    <a:pt x="383" y="524"/>
                    <a:pt x="399" y="505"/>
                  </a:cubicBezTo>
                  <a:cubicBezTo>
                    <a:pt x="407" y="495"/>
                    <a:pt x="415" y="486"/>
                    <a:pt x="424" y="477"/>
                  </a:cubicBezTo>
                  <a:cubicBezTo>
                    <a:pt x="432" y="467"/>
                    <a:pt x="441" y="457"/>
                    <a:pt x="449" y="448"/>
                  </a:cubicBezTo>
                  <a:cubicBezTo>
                    <a:pt x="457" y="440"/>
                    <a:pt x="465" y="431"/>
                    <a:pt x="474" y="424"/>
                  </a:cubicBezTo>
                  <a:cubicBezTo>
                    <a:pt x="476" y="422"/>
                    <a:pt x="478" y="420"/>
                    <a:pt x="481" y="418"/>
                  </a:cubicBezTo>
                  <a:cubicBezTo>
                    <a:pt x="485" y="414"/>
                    <a:pt x="489" y="411"/>
                    <a:pt x="495" y="411"/>
                  </a:cubicBezTo>
                  <a:cubicBezTo>
                    <a:pt x="501" y="411"/>
                    <a:pt x="508" y="415"/>
                    <a:pt x="509" y="422"/>
                  </a:cubicBezTo>
                  <a:cubicBezTo>
                    <a:pt x="511" y="428"/>
                    <a:pt x="510" y="435"/>
                    <a:pt x="508" y="442"/>
                  </a:cubicBezTo>
                  <a:cubicBezTo>
                    <a:pt x="506" y="453"/>
                    <a:pt x="502" y="463"/>
                    <a:pt x="498" y="473"/>
                  </a:cubicBezTo>
                  <a:cubicBezTo>
                    <a:pt x="494" y="482"/>
                    <a:pt x="490" y="491"/>
                    <a:pt x="486" y="499"/>
                  </a:cubicBezTo>
                  <a:cubicBezTo>
                    <a:pt x="478" y="517"/>
                    <a:pt x="469" y="536"/>
                    <a:pt x="460" y="554"/>
                  </a:cubicBezTo>
                  <a:lnTo>
                    <a:pt x="460" y="555"/>
                  </a:lnTo>
                  <a:cubicBezTo>
                    <a:pt x="459" y="556"/>
                    <a:pt x="458" y="558"/>
                    <a:pt x="457" y="560"/>
                  </a:cubicBezTo>
                  <a:cubicBezTo>
                    <a:pt x="457" y="559"/>
                    <a:pt x="457" y="559"/>
                    <a:pt x="458" y="559"/>
                  </a:cubicBezTo>
                  <a:cubicBezTo>
                    <a:pt x="457" y="560"/>
                    <a:pt x="457" y="561"/>
                    <a:pt x="456" y="562"/>
                  </a:cubicBezTo>
                  <a:lnTo>
                    <a:pt x="457" y="561"/>
                  </a:lnTo>
                  <a:cubicBezTo>
                    <a:pt x="456" y="562"/>
                    <a:pt x="456" y="563"/>
                    <a:pt x="455" y="564"/>
                  </a:cubicBezTo>
                  <a:cubicBezTo>
                    <a:pt x="456" y="564"/>
                    <a:pt x="456" y="563"/>
                    <a:pt x="456" y="563"/>
                  </a:cubicBezTo>
                  <a:cubicBezTo>
                    <a:pt x="455" y="564"/>
                    <a:pt x="455" y="565"/>
                    <a:pt x="454" y="566"/>
                  </a:cubicBezTo>
                  <a:cubicBezTo>
                    <a:pt x="449" y="578"/>
                    <a:pt x="443" y="590"/>
                    <a:pt x="438" y="603"/>
                  </a:cubicBezTo>
                  <a:cubicBezTo>
                    <a:pt x="444" y="597"/>
                    <a:pt x="450" y="591"/>
                    <a:pt x="456" y="585"/>
                  </a:cubicBezTo>
                  <a:cubicBezTo>
                    <a:pt x="466" y="576"/>
                    <a:pt x="475" y="566"/>
                    <a:pt x="484" y="557"/>
                  </a:cubicBezTo>
                  <a:cubicBezTo>
                    <a:pt x="501" y="540"/>
                    <a:pt x="517" y="524"/>
                    <a:pt x="534" y="508"/>
                  </a:cubicBezTo>
                  <a:cubicBezTo>
                    <a:pt x="540" y="501"/>
                    <a:pt x="546" y="495"/>
                    <a:pt x="552" y="489"/>
                  </a:cubicBezTo>
                  <a:cubicBezTo>
                    <a:pt x="558" y="483"/>
                    <a:pt x="564" y="477"/>
                    <a:pt x="570" y="472"/>
                  </a:cubicBezTo>
                  <a:cubicBezTo>
                    <a:pt x="575" y="467"/>
                    <a:pt x="580" y="463"/>
                    <a:pt x="588" y="463"/>
                  </a:cubicBezTo>
                  <a:cubicBezTo>
                    <a:pt x="592" y="464"/>
                    <a:pt x="596" y="467"/>
                    <a:pt x="599" y="470"/>
                  </a:cubicBezTo>
                  <a:cubicBezTo>
                    <a:pt x="601" y="473"/>
                    <a:pt x="602" y="478"/>
                    <a:pt x="603" y="482"/>
                  </a:cubicBezTo>
                  <a:cubicBezTo>
                    <a:pt x="604" y="493"/>
                    <a:pt x="601" y="503"/>
                    <a:pt x="598" y="512"/>
                  </a:cubicBezTo>
                  <a:cubicBezTo>
                    <a:pt x="597" y="517"/>
                    <a:pt x="596" y="522"/>
                    <a:pt x="594" y="526"/>
                  </a:cubicBezTo>
                  <a:cubicBezTo>
                    <a:pt x="594" y="526"/>
                    <a:pt x="594" y="525"/>
                    <a:pt x="595" y="525"/>
                  </a:cubicBezTo>
                  <a:cubicBezTo>
                    <a:pt x="592" y="534"/>
                    <a:pt x="588" y="543"/>
                    <a:pt x="584" y="552"/>
                  </a:cubicBezTo>
                  <a:cubicBezTo>
                    <a:pt x="580" y="561"/>
                    <a:pt x="576" y="571"/>
                    <a:pt x="572" y="581"/>
                  </a:cubicBezTo>
                  <a:cubicBezTo>
                    <a:pt x="569" y="589"/>
                    <a:pt x="565" y="597"/>
                    <a:pt x="562" y="605"/>
                  </a:cubicBezTo>
                  <a:cubicBezTo>
                    <a:pt x="564" y="604"/>
                    <a:pt x="566" y="602"/>
                    <a:pt x="568" y="600"/>
                  </a:cubicBezTo>
                  <a:cubicBezTo>
                    <a:pt x="576" y="592"/>
                    <a:pt x="584" y="584"/>
                    <a:pt x="593" y="576"/>
                  </a:cubicBezTo>
                  <a:cubicBezTo>
                    <a:pt x="597" y="572"/>
                    <a:pt x="602" y="568"/>
                    <a:pt x="607" y="563"/>
                  </a:cubicBezTo>
                  <a:cubicBezTo>
                    <a:pt x="611" y="559"/>
                    <a:pt x="615" y="556"/>
                    <a:pt x="620" y="552"/>
                  </a:cubicBezTo>
                  <a:cubicBezTo>
                    <a:pt x="623" y="549"/>
                    <a:pt x="628" y="546"/>
                    <a:pt x="632" y="545"/>
                  </a:cubicBezTo>
                  <a:cubicBezTo>
                    <a:pt x="638" y="543"/>
                    <a:pt x="646" y="545"/>
                    <a:pt x="648" y="551"/>
                  </a:cubicBezTo>
                  <a:cubicBezTo>
                    <a:pt x="650" y="554"/>
                    <a:pt x="651" y="556"/>
                    <a:pt x="651" y="559"/>
                  </a:cubicBezTo>
                  <a:cubicBezTo>
                    <a:pt x="651" y="563"/>
                    <a:pt x="650" y="566"/>
                    <a:pt x="650" y="569"/>
                  </a:cubicBezTo>
                  <a:cubicBezTo>
                    <a:pt x="649" y="572"/>
                    <a:pt x="648" y="575"/>
                    <a:pt x="647" y="578"/>
                  </a:cubicBezTo>
                  <a:cubicBezTo>
                    <a:pt x="644" y="592"/>
                    <a:pt x="640" y="605"/>
                    <a:pt x="637" y="619"/>
                  </a:cubicBezTo>
                  <a:cubicBezTo>
                    <a:pt x="638" y="619"/>
                    <a:pt x="639" y="618"/>
                    <a:pt x="640" y="618"/>
                  </a:cubicBezTo>
                  <a:cubicBezTo>
                    <a:pt x="653" y="609"/>
                    <a:pt x="665" y="600"/>
                    <a:pt x="677" y="590"/>
                  </a:cubicBezTo>
                  <a:cubicBezTo>
                    <a:pt x="681" y="588"/>
                    <a:pt x="684" y="586"/>
                    <a:pt x="688" y="586"/>
                  </a:cubicBezTo>
                  <a:cubicBezTo>
                    <a:pt x="692" y="585"/>
                    <a:pt x="697" y="587"/>
                    <a:pt x="700" y="590"/>
                  </a:cubicBezTo>
                  <a:cubicBezTo>
                    <a:pt x="706" y="596"/>
                    <a:pt x="706" y="604"/>
                    <a:pt x="706" y="611"/>
                  </a:cubicBezTo>
                  <a:cubicBezTo>
                    <a:pt x="705" y="619"/>
                    <a:pt x="704" y="626"/>
                    <a:pt x="703" y="634"/>
                  </a:cubicBezTo>
                  <a:cubicBezTo>
                    <a:pt x="703" y="635"/>
                    <a:pt x="703" y="635"/>
                    <a:pt x="703" y="636"/>
                  </a:cubicBezTo>
                  <a:cubicBezTo>
                    <a:pt x="703" y="635"/>
                    <a:pt x="703" y="635"/>
                    <a:pt x="703" y="635"/>
                  </a:cubicBezTo>
                  <a:cubicBezTo>
                    <a:pt x="703" y="636"/>
                    <a:pt x="703" y="637"/>
                    <a:pt x="703" y="639"/>
                  </a:cubicBezTo>
                  <a:cubicBezTo>
                    <a:pt x="707" y="642"/>
                    <a:pt x="707" y="647"/>
                    <a:pt x="706" y="652"/>
                  </a:cubicBezTo>
                  <a:cubicBezTo>
                    <a:pt x="703" y="658"/>
                    <a:pt x="696" y="661"/>
                    <a:pt x="690" y="659"/>
                  </a:cubicBezTo>
                  <a:cubicBezTo>
                    <a:pt x="689" y="658"/>
                    <a:pt x="688" y="658"/>
                    <a:pt x="686" y="657"/>
                  </a:cubicBezTo>
                  <a:cubicBezTo>
                    <a:pt x="685" y="656"/>
                    <a:pt x="683" y="655"/>
                    <a:pt x="682" y="653"/>
                  </a:cubicBezTo>
                  <a:cubicBezTo>
                    <a:pt x="679" y="650"/>
                    <a:pt x="679" y="647"/>
                    <a:pt x="678" y="643"/>
                  </a:cubicBezTo>
                  <a:cubicBezTo>
                    <a:pt x="678" y="639"/>
                    <a:pt x="678" y="633"/>
                    <a:pt x="679" y="629"/>
                  </a:cubicBezTo>
                  <a:cubicBezTo>
                    <a:pt x="679" y="625"/>
                    <a:pt x="680" y="622"/>
                    <a:pt x="681" y="618"/>
                  </a:cubicBezTo>
                  <a:cubicBezTo>
                    <a:pt x="671" y="625"/>
                    <a:pt x="662" y="632"/>
                    <a:pt x="653" y="638"/>
                  </a:cubicBezTo>
                  <a:cubicBezTo>
                    <a:pt x="653" y="637"/>
                    <a:pt x="654" y="637"/>
                    <a:pt x="654" y="637"/>
                  </a:cubicBezTo>
                  <a:cubicBezTo>
                    <a:pt x="653" y="638"/>
                    <a:pt x="651" y="639"/>
                    <a:pt x="649" y="640"/>
                  </a:cubicBezTo>
                  <a:cubicBezTo>
                    <a:pt x="644" y="643"/>
                    <a:pt x="640" y="646"/>
                    <a:pt x="636" y="648"/>
                  </a:cubicBezTo>
                  <a:cubicBezTo>
                    <a:pt x="632" y="650"/>
                    <a:pt x="626" y="651"/>
                    <a:pt x="621" y="650"/>
                  </a:cubicBezTo>
                  <a:cubicBezTo>
                    <a:pt x="617" y="649"/>
                    <a:pt x="613" y="646"/>
                    <a:pt x="611" y="643"/>
                  </a:cubicBezTo>
                  <a:cubicBezTo>
                    <a:pt x="608" y="636"/>
                    <a:pt x="609" y="630"/>
                    <a:pt x="611" y="623"/>
                  </a:cubicBezTo>
                  <a:cubicBezTo>
                    <a:pt x="611" y="619"/>
                    <a:pt x="612" y="616"/>
                    <a:pt x="614" y="612"/>
                  </a:cubicBezTo>
                  <a:cubicBezTo>
                    <a:pt x="615" y="604"/>
                    <a:pt x="618" y="596"/>
                    <a:pt x="620" y="587"/>
                  </a:cubicBezTo>
                  <a:cubicBezTo>
                    <a:pt x="621" y="585"/>
                    <a:pt x="621" y="583"/>
                    <a:pt x="621" y="582"/>
                  </a:cubicBezTo>
                  <a:cubicBezTo>
                    <a:pt x="617" y="585"/>
                    <a:pt x="612" y="589"/>
                    <a:pt x="608" y="593"/>
                  </a:cubicBezTo>
                  <a:cubicBezTo>
                    <a:pt x="608" y="592"/>
                    <a:pt x="609" y="592"/>
                    <a:pt x="609" y="592"/>
                  </a:cubicBezTo>
                  <a:cubicBezTo>
                    <a:pt x="591" y="608"/>
                    <a:pt x="575" y="626"/>
                    <a:pt x="558" y="643"/>
                  </a:cubicBezTo>
                  <a:cubicBezTo>
                    <a:pt x="556" y="646"/>
                    <a:pt x="553" y="648"/>
                    <a:pt x="550" y="650"/>
                  </a:cubicBezTo>
                  <a:cubicBezTo>
                    <a:pt x="548" y="653"/>
                    <a:pt x="545" y="654"/>
                    <a:pt x="542" y="656"/>
                  </a:cubicBezTo>
                  <a:cubicBezTo>
                    <a:pt x="535" y="657"/>
                    <a:pt x="528" y="654"/>
                    <a:pt x="525" y="648"/>
                  </a:cubicBezTo>
                  <a:cubicBezTo>
                    <a:pt x="522" y="640"/>
                    <a:pt x="526" y="632"/>
                    <a:pt x="529" y="624"/>
                  </a:cubicBezTo>
                  <a:cubicBezTo>
                    <a:pt x="533" y="613"/>
                    <a:pt x="538" y="602"/>
                    <a:pt x="543" y="590"/>
                  </a:cubicBezTo>
                  <a:cubicBezTo>
                    <a:pt x="548" y="578"/>
                    <a:pt x="553" y="566"/>
                    <a:pt x="558" y="554"/>
                  </a:cubicBezTo>
                  <a:cubicBezTo>
                    <a:pt x="563" y="542"/>
                    <a:pt x="568" y="530"/>
                    <a:pt x="572" y="518"/>
                  </a:cubicBezTo>
                  <a:cubicBezTo>
                    <a:pt x="574" y="512"/>
                    <a:pt x="576" y="505"/>
                    <a:pt x="577" y="498"/>
                  </a:cubicBezTo>
                  <a:cubicBezTo>
                    <a:pt x="575" y="501"/>
                    <a:pt x="572" y="502"/>
                    <a:pt x="570" y="505"/>
                  </a:cubicBezTo>
                  <a:lnTo>
                    <a:pt x="570" y="504"/>
                  </a:lnTo>
                  <a:cubicBezTo>
                    <a:pt x="534" y="537"/>
                    <a:pt x="501" y="573"/>
                    <a:pt x="466" y="608"/>
                  </a:cubicBezTo>
                  <a:cubicBezTo>
                    <a:pt x="457" y="617"/>
                    <a:pt x="449" y="625"/>
                    <a:pt x="439" y="634"/>
                  </a:cubicBezTo>
                  <a:cubicBezTo>
                    <a:pt x="436" y="637"/>
                    <a:pt x="432" y="640"/>
                    <a:pt x="428" y="644"/>
                  </a:cubicBezTo>
                  <a:cubicBezTo>
                    <a:pt x="422" y="648"/>
                    <a:pt x="415" y="651"/>
                    <a:pt x="409" y="649"/>
                  </a:cubicBezTo>
                  <a:cubicBezTo>
                    <a:pt x="403" y="646"/>
                    <a:pt x="400" y="640"/>
                    <a:pt x="400" y="635"/>
                  </a:cubicBezTo>
                  <a:cubicBezTo>
                    <a:pt x="400" y="630"/>
                    <a:pt x="403" y="625"/>
                    <a:pt x="404" y="621"/>
                  </a:cubicBezTo>
                  <a:cubicBezTo>
                    <a:pt x="409" y="610"/>
                    <a:pt x="414" y="599"/>
                    <a:pt x="418" y="589"/>
                  </a:cubicBezTo>
                  <a:cubicBezTo>
                    <a:pt x="424" y="577"/>
                    <a:pt x="428" y="566"/>
                    <a:pt x="434" y="556"/>
                  </a:cubicBezTo>
                  <a:cubicBezTo>
                    <a:pt x="440" y="543"/>
                    <a:pt x="446" y="530"/>
                    <a:pt x="452" y="516"/>
                  </a:cubicBezTo>
                  <a:lnTo>
                    <a:pt x="452" y="517"/>
                  </a:lnTo>
                  <a:cubicBezTo>
                    <a:pt x="452" y="516"/>
                    <a:pt x="453" y="516"/>
                    <a:pt x="453" y="516"/>
                  </a:cubicBezTo>
                  <a:cubicBezTo>
                    <a:pt x="454" y="511"/>
                    <a:pt x="457" y="506"/>
                    <a:pt x="459" y="502"/>
                  </a:cubicBezTo>
                  <a:lnTo>
                    <a:pt x="459" y="503"/>
                  </a:lnTo>
                  <a:cubicBezTo>
                    <a:pt x="463" y="494"/>
                    <a:pt x="467" y="485"/>
                    <a:pt x="471" y="475"/>
                  </a:cubicBezTo>
                  <a:cubicBezTo>
                    <a:pt x="473" y="470"/>
                    <a:pt x="475" y="465"/>
                    <a:pt x="477" y="459"/>
                  </a:cubicBezTo>
                  <a:cubicBezTo>
                    <a:pt x="478" y="457"/>
                    <a:pt x="479" y="454"/>
                    <a:pt x="480" y="451"/>
                  </a:cubicBezTo>
                  <a:cubicBezTo>
                    <a:pt x="461" y="469"/>
                    <a:pt x="444" y="488"/>
                    <a:pt x="427" y="507"/>
                  </a:cubicBezTo>
                  <a:cubicBezTo>
                    <a:pt x="427" y="506"/>
                    <a:pt x="428" y="506"/>
                    <a:pt x="428" y="506"/>
                  </a:cubicBezTo>
                  <a:cubicBezTo>
                    <a:pt x="420" y="515"/>
                    <a:pt x="413" y="524"/>
                    <a:pt x="405" y="533"/>
                  </a:cubicBezTo>
                  <a:cubicBezTo>
                    <a:pt x="397" y="543"/>
                    <a:pt x="389" y="554"/>
                    <a:pt x="380" y="564"/>
                  </a:cubicBezTo>
                  <a:cubicBezTo>
                    <a:pt x="367" y="583"/>
                    <a:pt x="353" y="602"/>
                    <a:pt x="338" y="621"/>
                  </a:cubicBezTo>
                  <a:cubicBezTo>
                    <a:pt x="334" y="625"/>
                    <a:pt x="330" y="630"/>
                    <a:pt x="326" y="636"/>
                  </a:cubicBezTo>
                  <a:cubicBezTo>
                    <a:pt x="322" y="640"/>
                    <a:pt x="318" y="646"/>
                    <a:pt x="313" y="650"/>
                  </a:cubicBezTo>
                  <a:cubicBezTo>
                    <a:pt x="307" y="657"/>
                    <a:pt x="301" y="665"/>
                    <a:pt x="294" y="671"/>
                  </a:cubicBezTo>
                  <a:cubicBezTo>
                    <a:pt x="289" y="674"/>
                    <a:pt x="283" y="678"/>
                    <a:pt x="277" y="678"/>
                  </a:cubicBezTo>
                  <a:cubicBezTo>
                    <a:pt x="277" y="678"/>
                    <a:pt x="276" y="678"/>
                    <a:pt x="276" y="6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5" name="Google Shape;4775;p54"/>
            <p:cNvSpPr/>
            <p:nvPr/>
          </p:nvSpPr>
          <p:spPr>
            <a:xfrm>
              <a:off x="1349280" y="874080"/>
              <a:ext cx="512280" cy="509400"/>
            </a:xfrm>
            <a:custGeom>
              <a:avLst/>
              <a:gdLst/>
              <a:ahLst/>
              <a:cxnLst/>
              <a:rect l="l" t="t" r="r" b="b"/>
              <a:pathLst>
                <a:path w="1423" h="1415" extrusionOk="0">
                  <a:moveTo>
                    <a:pt x="1387" y="1412"/>
                  </a:moveTo>
                  <a:cubicBezTo>
                    <a:pt x="1369" y="1401"/>
                    <a:pt x="1353" y="1388"/>
                    <a:pt x="1337" y="1374"/>
                  </a:cubicBezTo>
                  <a:cubicBezTo>
                    <a:pt x="1320" y="1360"/>
                    <a:pt x="1303" y="1346"/>
                    <a:pt x="1287" y="1331"/>
                  </a:cubicBezTo>
                  <a:cubicBezTo>
                    <a:pt x="1271" y="1316"/>
                    <a:pt x="1256" y="1302"/>
                    <a:pt x="1241" y="1287"/>
                  </a:cubicBezTo>
                  <a:cubicBezTo>
                    <a:pt x="1224" y="1271"/>
                    <a:pt x="1209" y="1255"/>
                    <a:pt x="1194" y="1238"/>
                  </a:cubicBezTo>
                  <a:cubicBezTo>
                    <a:pt x="1185" y="1229"/>
                    <a:pt x="1176" y="1220"/>
                    <a:pt x="1168" y="1210"/>
                  </a:cubicBezTo>
                  <a:cubicBezTo>
                    <a:pt x="1138" y="1179"/>
                    <a:pt x="1105" y="1153"/>
                    <a:pt x="1073" y="1125"/>
                  </a:cubicBezTo>
                  <a:cubicBezTo>
                    <a:pt x="1056" y="1111"/>
                    <a:pt x="1040" y="1097"/>
                    <a:pt x="1024" y="1083"/>
                  </a:cubicBezTo>
                  <a:cubicBezTo>
                    <a:pt x="1009" y="1067"/>
                    <a:pt x="993" y="1052"/>
                    <a:pt x="977" y="1036"/>
                  </a:cubicBezTo>
                  <a:cubicBezTo>
                    <a:pt x="947" y="1006"/>
                    <a:pt x="916" y="976"/>
                    <a:pt x="885" y="947"/>
                  </a:cubicBezTo>
                  <a:cubicBezTo>
                    <a:pt x="856" y="919"/>
                    <a:pt x="826" y="893"/>
                    <a:pt x="798" y="864"/>
                  </a:cubicBezTo>
                  <a:lnTo>
                    <a:pt x="797" y="864"/>
                  </a:lnTo>
                  <a:lnTo>
                    <a:pt x="798" y="864"/>
                  </a:lnTo>
                  <a:cubicBezTo>
                    <a:pt x="781" y="847"/>
                    <a:pt x="765" y="829"/>
                    <a:pt x="749" y="812"/>
                  </a:cubicBezTo>
                  <a:lnTo>
                    <a:pt x="750" y="813"/>
                  </a:lnTo>
                  <a:cubicBezTo>
                    <a:pt x="720" y="782"/>
                    <a:pt x="689" y="752"/>
                    <a:pt x="660" y="721"/>
                  </a:cubicBezTo>
                  <a:cubicBezTo>
                    <a:pt x="646" y="705"/>
                    <a:pt x="632" y="689"/>
                    <a:pt x="619" y="673"/>
                  </a:cubicBezTo>
                  <a:cubicBezTo>
                    <a:pt x="607" y="658"/>
                    <a:pt x="595" y="642"/>
                    <a:pt x="582" y="627"/>
                  </a:cubicBezTo>
                  <a:cubicBezTo>
                    <a:pt x="573" y="616"/>
                    <a:pt x="563" y="606"/>
                    <a:pt x="554" y="596"/>
                  </a:cubicBezTo>
                  <a:lnTo>
                    <a:pt x="555" y="597"/>
                  </a:lnTo>
                  <a:cubicBezTo>
                    <a:pt x="554" y="596"/>
                    <a:pt x="554" y="596"/>
                    <a:pt x="554" y="596"/>
                  </a:cubicBezTo>
                  <a:cubicBezTo>
                    <a:pt x="554" y="596"/>
                    <a:pt x="553" y="595"/>
                    <a:pt x="552" y="594"/>
                  </a:cubicBezTo>
                  <a:cubicBezTo>
                    <a:pt x="553" y="595"/>
                    <a:pt x="553" y="595"/>
                    <a:pt x="554" y="596"/>
                  </a:cubicBezTo>
                  <a:cubicBezTo>
                    <a:pt x="524" y="565"/>
                    <a:pt x="492" y="536"/>
                    <a:pt x="462" y="506"/>
                  </a:cubicBezTo>
                  <a:cubicBezTo>
                    <a:pt x="446" y="491"/>
                    <a:pt x="430" y="474"/>
                    <a:pt x="415" y="457"/>
                  </a:cubicBezTo>
                  <a:cubicBezTo>
                    <a:pt x="401" y="441"/>
                    <a:pt x="389" y="424"/>
                    <a:pt x="375" y="408"/>
                  </a:cubicBezTo>
                  <a:cubicBezTo>
                    <a:pt x="365" y="396"/>
                    <a:pt x="354" y="385"/>
                    <a:pt x="344" y="374"/>
                  </a:cubicBezTo>
                  <a:cubicBezTo>
                    <a:pt x="293" y="321"/>
                    <a:pt x="238" y="272"/>
                    <a:pt x="187" y="219"/>
                  </a:cubicBezTo>
                  <a:cubicBezTo>
                    <a:pt x="157" y="187"/>
                    <a:pt x="122" y="160"/>
                    <a:pt x="91" y="130"/>
                  </a:cubicBezTo>
                  <a:cubicBezTo>
                    <a:pt x="76" y="115"/>
                    <a:pt x="62" y="100"/>
                    <a:pt x="48" y="84"/>
                  </a:cubicBezTo>
                  <a:cubicBezTo>
                    <a:pt x="35" y="69"/>
                    <a:pt x="22" y="54"/>
                    <a:pt x="9" y="39"/>
                  </a:cubicBezTo>
                  <a:cubicBezTo>
                    <a:pt x="0" y="30"/>
                    <a:pt x="0" y="16"/>
                    <a:pt x="9" y="8"/>
                  </a:cubicBezTo>
                  <a:cubicBezTo>
                    <a:pt x="19" y="0"/>
                    <a:pt x="34" y="2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5"/>
                  </a:cubicBezTo>
                  <a:cubicBezTo>
                    <a:pt x="42" y="15"/>
                    <a:pt x="42" y="15"/>
                    <a:pt x="42" y="15"/>
                  </a:cubicBezTo>
                  <a:lnTo>
                    <a:pt x="41" y="15"/>
                  </a:lnTo>
                  <a:cubicBezTo>
                    <a:pt x="42" y="15"/>
                    <a:pt x="43" y="16"/>
                    <a:pt x="43" y="17"/>
                  </a:cubicBezTo>
                  <a:cubicBezTo>
                    <a:pt x="52" y="28"/>
                    <a:pt x="62" y="39"/>
                    <a:pt x="71" y="50"/>
                  </a:cubicBezTo>
                  <a:cubicBezTo>
                    <a:pt x="81" y="60"/>
                    <a:pt x="90" y="71"/>
                    <a:pt x="100" y="81"/>
                  </a:cubicBezTo>
                  <a:cubicBezTo>
                    <a:pt x="130" y="112"/>
                    <a:pt x="163" y="140"/>
                    <a:pt x="195" y="169"/>
                  </a:cubicBezTo>
                  <a:cubicBezTo>
                    <a:pt x="211" y="183"/>
                    <a:pt x="225" y="199"/>
                    <a:pt x="240" y="214"/>
                  </a:cubicBezTo>
                  <a:cubicBezTo>
                    <a:pt x="255" y="230"/>
                    <a:pt x="271" y="245"/>
                    <a:pt x="287" y="261"/>
                  </a:cubicBezTo>
                  <a:cubicBezTo>
                    <a:pt x="319" y="292"/>
                    <a:pt x="352" y="322"/>
                    <a:pt x="382" y="355"/>
                  </a:cubicBezTo>
                  <a:cubicBezTo>
                    <a:pt x="397" y="371"/>
                    <a:pt x="411" y="387"/>
                    <a:pt x="425" y="404"/>
                  </a:cubicBezTo>
                  <a:cubicBezTo>
                    <a:pt x="438" y="421"/>
                    <a:pt x="452" y="437"/>
                    <a:pt x="466" y="452"/>
                  </a:cubicBezTo>
                  <a:cubicBezTo>
                    <a:pt x="505" y="491"/>
                    <a:pt x="545" y="527"/>
                    <a:pt x="583" y="566"/>
                  </a:cubicBezTo>
                  <a:cubicBezTo>
                    <a:pt x="585" y="568"/>
                    <a:pt x="586" y="569"/>
                    <a:pt x="588" y="571"/>
                  </a:cubicBezTo>
                  <a:lnTo>
                    <a:pt x="587" y="571"/>
                  </a:lnTo>
                  <a:cubicBezTo>
                    <a:pt x="588" y="571"/>
                    <a:pt x="588" y="571"/>
                    <a:pt x="589" y="571"/>
                  </a:cubicBezTo>
                  <a:cubicBezTo>
                    <a:pt x="589" y="572"/>
                    <a:pt x="589" y="572"/>
                    <a:pt x="590" y="572"/>
                  </a:cubicBezTo>
                  <a:cubicBezTo>
                    <a:pt x="589" y="572"/>
                    <a:pt x="589" y="572"/>
                    <a:pt x="589" y="572"/>
                  </a:cubicBezTo>
                  <a:cubicBezTo>
                    <a:pt x="599" y="582"/>
                    <a:pt x="608" y="593"/>
                    <a:pt x="618" y="603"/>
                  </a:cubicBezTo>
                  <a:cubicBezTo>
                    <a:pt x="627" y="615"/>
                    <a:pt x="636" y="626"/>
                    <a:pt x="644" y="638"/>
                  </a:cubicBezTo>
                  <a:cubicBezTo>
                    <a:pt x="664" y="662"/>
                    <a:pt x="684" y="685"/>
                    <a:pt x="704" y="707"/>
                  </a:cubicBezTo>
                  <a:cubicBezTo>
                    <a:pt x="721" y="724"/>
                    <a:pt x="738" y="741"/>
                    <a:pt x="755" y="758"/>
                  </a:cubicBezTo>
                  <a:cubicBezTo>
                    <a:pt x="772" y="774"/>
                    <a:pt x="788" y="792"/>
                    <a:pt x="805" y="809"/>
                  </a:cubicBezTo>
                  <a:cubicBezTo>
                    <a:pt x="804" y="809"/>
                    <a:pt x="804" y="808"/>
                    <a:pt x="802" y="807"/>
                  </a:cubicBezTo>
                  <a:cubicBezTo>
                    <a:pt x="805" y="809"/>
                    <a:pt x="807" y="812"/>
                    <a:pt x="809" y="813"/>
                  </a:cubicBezTo>
                  <a:cubicBezTo>
                    <a:pt x="808" y="813"/>
                    <a:pt x="808" y="812"/>
                    <a:pt x="807" y="812"/>
                  </a:cubicBezTo>
                  <a:cubicBezTo>
                    <a:pt x="809" y="813"/>
                    <a:pt x="811" y="816"/>
                    <a:pt x="812" y="818"/>
                  </a:cubicBezTo>
                  <a:cubicBezTo>
                    <a:pt x="812" y="817"/>
                    <a:pt x="811" y="816"/>
                    <a:pt x="811" y="816"/>
                  </a:cubicBezTo>
                  <a:cubicBezTo>
                    <a:pt x="812" y="817"/>
                    <a:pt x="813" y="818"/>
                    <a:pt x="814" y="819"/>
                  </a:cubicBezTo>
                  <a:lnTo>
                    <a:pt x="813" y="819"/>
                  </a:lnTo>
                  <a:cubicBezTo>
                    <a:pt x="821" y="827"/>
                    <a:pt x="829" y="834"/>
                    <a:pt x="837" y="843"/>
                  </a:cubicBezTo>
                  <a:cubicBezTo>
                    <a:pt x="836" y="843"/>
                    <a:pt x="836" y="842"/>
                    <a:pt x="836" y="842"/>
                  </a:cubicBezTo>
                  <a:cubicBezTo>
                    <a:pt x="836" y="843"/>
                    <a:pt x="837" y="843"/>
                    <a:pt x="837" y="843"/>
                  </a:cubicBezTo>
                  <a:cubicBezTo>
                    <a:pt x="837" y="843"/>
                    <a:pt x="837" y="844"/>
                    <a:pt x="838" y="844"/>
                  </a:cubicBezTo>
                  <a:cubicBezTo>
                    <a:pt x="837" y="844"/>
                    <a:pt x="837" y="844"/>
                    <a:pt x="837" y="843"/>
                  </a:cubicBezTo>
                  <a:cubicBezTo>
                    <a:pt x="851" y="857"/>
                    <a:pt x="865" y="871"/>
                    <a:pt x="879" y="883"/>
                  </a:cubicBezTo>
                  <a:cubicBezTo>
                    <a:pt x="894" y="898"/>
                    <a:pt x="910" y="912"/>
                    <a:pt x="925" y="926"/>
                  </a:cubicBezTo>
                  <a:cubicBezTo>
                    <a:pt x="957" y="955"/>
                    <a:pt x="987" y="986"/>
                    <a:pt x="1017" y="1017"/>
                  </a:cubicBezTo>
                  <a:cubicBezTo>
                    <a:pt x="1032" y="1032"/>
                    <a:pt x="1048" y="1047"/>
                    <a:pt x="1065" y="1062"/>
                  </a:cubicBezTo>
                  <a:cubicBezTo>
                    <a:pt x="1080" y="1076"/>
                    <a:pt x="1097" y="1090"/>
                    <a:pt x="1113" y="1104"/>
                  </a:cubicBezTo>
                  <a:cubicBezTo>
                    <a:pt x="1129" y="1117"/>
                    <a:pt x="1145" y="1130"/>
                    <a:pt x="1160" y="1144"/>
                  </a:cubicBezTo>
                  <a:cubicBezTo>
                    <a:pt x="1169" y="1151"/>
                    <a:pt x="1177" y="1159"/>
                    <a:pt x="1185" y="1167"/>
                  </a:cubicBezTo>
                  <a:cubicBezTo>
                    <a:pt x="1193" y="1175"/>
                    <a:pt x="1201" y="1183"/>
                    <a:pt x="1209" y="1192"/>
                  </a:cubicBezTo>
                  <a:cubicBezTo>
                    <a:pt x="1225" y="1208"/>
                    <a:pt x="1241" y="1226"/>
                    <a:pt x="1256" y="1243"/>
                  </a:cubicBezTo>
                  <a:lnTo>
                    <a:pt x="1256" y="1242"/>
                  </a:lnTo>
                  <a:cubicBezTo>
                    <a:pt x="1273" y="1259"/>
                    <a:pt x="1290" y="1275"/>
                    <a:pt x="1308" y="1292"/>
                  </a:cubicBezTo>
                  <a:cubicBezTo>
                    <a:pt x="1326" y="1308"/>
                    <a:pt x="1343" y="1324"/>
                    <a:pt x="1362" y="1339"/>
                  </a:cubicBezTo>
                  <a:cubicBezTo>
                    <a:pt x="1361" y="1338"/>
                    <a:pt x="1361" y="1338"/>
                    <a:pt x="1359" y="1337"/>
                  </a:cubicBezTo>
                  <a:cubicBezTo>
                    <a:pt x="1376" y="1350"/>
                    <a:pt x="1393" y="1362"/>
                    <a:pt x="1410" y="1375"/>
                  </a:cubicBezTo>
                  <a:cubicBezTo>
                    <a:pt x="1418" y="1382"/>
                    <a:pt x="1422" y="1393"/>
                    <a:pt x="1416" y="1403"/>
                  </a:cubicBezTo>
                  <a:cubicBezTo>
                    <a:pt x="1413" y="1410"/>
                    <a:pt x="1405" y="1414"/>
                    <a:pt x="1397" y="1414"/>
                  </a:cubicBezTo>
                  <a:cubicBezTo>
                    <a:pt x="1394" y="1414"/>
                    <a:pt x="1390" y="1414"/>
                    <a:pt x="1387" y="14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7AE9757-04DD-DCAD-544B-94DF66C232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D1288A3-5656-9161-CBE3-2380B06D947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Referências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95B7FA84-B01C-6165-F26C-222882C721B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>
              <a:buFontTx/>
              <a:buChar char="-"/>
            </a:pPr>
            <a:r>
              <a:rPr lang="en-US" dirty="0"/>
              <a:t>MATHEMATICAL STRUCTURES FOR COMPUTER SCIENCE, SEVENTH EDITION</a:t>
            </a:r>
          </a:p>
          <a:p>
            <a:pPr marL="285750" lvl="0" indent="-285750">
              <a:buFontTx/>
              <a:buChar char="-"/>
            </a:pPr>
            <a:r>
              <a:rPr lang="pt-BR" dirty="0"/>
              <a:t>Fundamentos matemáticos para a ciência da computação : matemática discreta e suas aplicações / Judith L. </a:t>
            </a:r>
            <a:r>
              <a:rPr lang="pt-BR" dirty="0" err="1"/>
              <a:t>Gersting</a:t>
            </a:r>
            <a:r>
              <a:rPr lang="pt-BR" dirty="0"/>
              <a:t> ; tradução Valéria de Magalhães Iorio. - 7.</a:t>
            </a:r>
            <a:endParaRPr lang="en-US" sz="1500" dirty="0">
              <a:latin typeface="Roboto" panose="02000000000000000000" pitchFamily="2" charset="0"/>
              <a:ea typeface="Roboto" panose="02000000000000000000" pitchFamily="2" charset="0"/>
              <a:hlinkClick r:id="rId3"/>
            </a:endParaRPr>
          </a:p>
          <a:p>
            <a:pPr marL="285750" lvl="0" indent="-285750">
              <a:buFontTx/>
              <a:buChar char="-"/>
            </a:pPr>
            <a:r>
              <a:rPr lang="en-US" sz="1500" dirty="0">
                <a:latin typeface="Roboto" panose="02000000000000000000" pitchFamily="2" charset="0"/>
                <a:ea typeface="Roboto" panose="02000000000000000000" pitchFamily="2" charset="0"/>
                <a:hlinkClick r:id="rId3"/>
              </a:rPr>
              <a:t>https://youtu.be/3kBuU7hTalM?si=t7oOp_WAkl8U1RIc</a:t>
            </a:r>
            <a:endParaRPr lang="en-US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r>
              <a:rPr lang="pt-BR" sz="1500" dirty="0">
                <a:latin typeface="Roboto" panose="02000000000000000000" pitchFamily="2" charset="0"/>
                <a:ea typeface="Roboto" panose="02000000000000000000" pitchFamily="2" charset="0"/>
                <a:hlinkClick r:id="rId4"/>
              </a:rPr>
              <a:t>https://www.youtube.com/watch?v=qhu7VSyD5Mo</a:t>
            </a: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r>
              <a:rPr lang="pt-BR" sz="1500" dirty="0">
                <a:latin typeface="Roboto" panose="02000000000000000000" pitchFamily="2" charset="0"/>
                <a:ea typeface="Roboto" panose="02000000000000000000" pitchFamily="2" charset="0"/>
                <a:hlinkClick r:id="rId5"/>
              </a:rPr>
              <a:t>https://www.youtube.com/watch?v=Vw-yk-hhlXk</a:t>
            </a: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566928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Google Shape;5194;p7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 err="1"/>
              <a:t>Thanks</a:t>
            </a:r>
            <a:r>
              <a:rPr lang="pt-BR" noProof="0" dirty="0"/>
              <a:t>!</a:t>
            </a:r>
          </a:p>
        </p:txBody>
      </p:sp>
      <p:sp>
        <p:nvSpPr>
          <p:cNvPr id="5195" name="Google Shape;5195;p70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Do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you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have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any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questions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?</a:t>
            </a:r>
            <a:endParaRPr lang="pt-BR" sz="2200" b="1" noProof="0" dirty="0">
              <a:latin typeface="DM Sans"/>
              <a:ea typeface="DM Sans"/>
              <a:cs typeface="DM Sans"/>
              <a:sym typeface="DM Sans"/>
            </a:endParaRPr>
          </a:p>
          <a:p>
            <a:pPr marL="0" lvl="0" indent="0" algn="ctr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pt-BR" noProof="0" dirty="0"/>
              <a:t>daniel.h.paiva@ulife.com.br</a:t>
            </a:r>
          </a:p>
        </p:txBody>
      </p:sp>
      <p:grpSp>
        <p:nvGrpSpPr>
          <p:cNvPr id="5209" name="Google Shape;5209;p70"/>
          <p:cNvGrpSpPr/>
          <p:nvPr/>
        </p:nvGrpSpPr>
        <p:grpSpPr>
          <a:xfrm>
            <a:off x="-1048123" y="144966"/>
            <a:ext cx="2655874" cy="4096875"/>
            <a:chOff x="-1048123" y="144966"/>
            <a:chExt cx="2655874" cy="4096875"/>
          </a:xfrm>
        </p:grpSpPr>
        <p:grpSp>
          <p:nvGrpSpPr>
            <p:cNvPr id="5210" name="Google Shape;5210;p70"/>
            <p:cNvGrpSpPr/>
            <p:nvPr/>
          </p:nvGrpSpPr>
          <p:grpSpPr>
            <a:xfrm>
              <a:off x="-1048123" y="2380021"/>
              <a:ext cx="2304042" cy="1861821"/>
              <a:chOff x="1245600" y="2050920"/>
              <a:chExt cx="1071000" cy="865440"/>
            </a:xfrm>
          </p:grpSpPr>
          <p:sp>
            <p:nvSpPr>
              <p:cNvPr id="5211" name="Google Shape;5211;p7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2" name="Google Shape;5212;p7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3" name="Google Shape;5213;p7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4" name="Google Shape;5214;p7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5" name="Google Shape;5215;p7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6" name="Google Shape;5216;p7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7" name="Google Shape;5217;p7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8" name="Google Shape;5218;p7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9" name="Google Shape;5219;p7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0" name="Google Shape;5220;p7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1" name="Google Shape;5221;p7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2" name="Google Shape;5222;p7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3" name="Google Shape;5223;p7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4" name="Google Shape;5224;p7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5" name="Google Shape;5225;p7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6" name="Google Shape;5226;p7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7" name="Google Shape;5227;p7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8" name="Google Shape;5228;p7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9" name="Google Shape;5229;p7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0" name="Google Shape;5230;p7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1" name="Google Shape;5231;p7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2" name="Google Shape;5232;p7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3" name="Google Shape;5233;p7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4" name="Google Shape;5234;p7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5" name="Google Shape;5235;p7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6" name="Google Shape;5236;p7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7" name="Google Shape;5237;p7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8" name="Google Shape;5238;p7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9" name="Google Shape;5239;p7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0" name="Google Shape;5240;p7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1" name="Google Shape;5241;p7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2" name="Google Shape;5242;p7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3" name="Google Shape;5243;p7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4" name="Google Shape;5244;p7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5" name="Google Shape;5245;p7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6" name="Google Shape;5246;p7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7" name="Google Shape;5247;p7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8" name="Google Shape;5248;p7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9" name="Google Shape;5249;p7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0" name="Google Shape;5250;p7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1" name="Google Shape;5251;p7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2" name="Google Shape;5252;p7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3" name="Google Shape;5253;p7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4" name="Google Shape;5254;p7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5" name="Google Shape;5255;p7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6" name="Google Shape;5256;p7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7" name="Google Shape;5257;p7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8" name="Google Shape;5258;p7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259" name="Google Shape;5259;p70"/>
            <p:cNvGrpSpPr/>
            <p:nvPr/>
          </p:nvGrpSpPr>
          <p:grpSpPr>
            <a:xfrm>
              <a:off x="-62003" y="144966"/>
              <a:ext cx="1669753" cy="1538868"/>
              <a:chOff x="1321200" y="687960"/>
              <a:chExt cx="776160" cy="715320"/>
            </a:xfrm>
          </p:grpSpPr>
          <p:sp>
            <p:nvSpPr>
              <p:cNvPr id="5260" name="Google Shape;5260;p70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1" name="Google Shape;5261;p70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2" name="Google Shape;5262;p70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3" name="Google Shape;5263;p70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4" name="Google Shape;5264;p70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5" name="Google Shape;5265;p70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6" name="Google Shape;5266;p70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7" name="Google Shape;5267;p70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8" name="Google Shape;5268;p70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9" name="Google Shape;5269;p70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0" name="Google Shape;5270;p70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1" name="Google Shape;5271;p70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2" name="Google Shape;5272;p70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3" name="Google Shape;5273;p70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4" name="Google Shape;5274;p70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5" name="Google Shape;5275;p70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6" name="Google Shape;5276;p70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7" name="Google Shape;5277;p70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8" name="Google Shape;5278;p70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9" name="Google Shape;5279;p70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0" name="Google Shape;5280;p70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5281" name="Google Shape;5281;p70"/>
          <p:cNvGrpSpPr/>
          <p:nvPr/>
        </p:nvGrpSpPr>
        <p:grpSpPr>
          <a:xfrm>
            <a:off x="7727729" y="-99678"/>
            <a:ext cx="3792570" cy="4655172"/>
            <a:chOff x="7727729" y="-99678"/>
            <a:chExt cx="3792570" cy="4655172"/>
          </a:xfrm>
        </p:grpSpPr>
        <p:grpSp>
          <p:nvGrpSpPr>
            <p:cNvPr id="5282" name="Google Shape;5282;p70"/>
            <p:cNvGrpSpPr/>
            <p:nvPr/>
          </p:nvGrpSpPr>
          <p:grpSpPr>
            <a:xfrm>
              <a:off x="7727729" y="2380013"/>
              <a:ext cx="3792570" cy="2175481"/>
              <a:chOff x="-1039340" y="3405957"/>
              <a:chExt cx="1762920" cy="1011240"/>
            </a:xfrm>
          </p:grpSpPr>
          <p:sp>
            <p:nvSpPr>
              <p:cNvPr id="5283" name="Google Shape;5283;p70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4" name="Google Shape;5284;p70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5" name="Google Shape;5285;p70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6" name="Google Shape;5286;p70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7" name="Google Shape;5287;p70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8" name="Google Shape;5288;p70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9" name="Google Shape;5289;p70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0" name="Google Shape;5290;p70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1" name="Google Shape;5291;p70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2" name="Google Shape;5292;p70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3" name="Google Shape;5293;p70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4" name="Google Shape;5294;p70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5" name="Google Shape;5295;p70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6" name="Google Shape;5296;p70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7" name="Google Shape;5297;p70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8" name="Google Shape;5298;p70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9" name="Google Shape;5299;p70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0" name="Google Shape;5300;p70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1" name="Google Shape;5301;p70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2" name="Google Shape;5302;p70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3" name="Google Shape;5303;p70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4" name="Google Shape;5304;p70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5" name="Google Shape;5305;p70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6" name="Google Shape;5306;p70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7" name="Google Shape;5307;p70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8" name="Google Shape;5308;p70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9" name="Google Shape;5309;p70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0" name="Google Shape;5310;p70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1" name="Google Shape;5311;p70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2" name="Google Shape;5312;p70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3" name="Google Shape;5313;p70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4" name="Google Shape;5314;p70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5" name="Google Shape;5315;p70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6" name="Google Shape;5316;p70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7" name="Google Shape;5317;p70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8" name="Google Shape;5318;p70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9" name="Google Shape;5319;p70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0" name="Google Shape;5320;p70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1" name="Google Shape;5321;p70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2" name="Google Shape;5322;p70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3" name="Google Shape;5323;p70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4" name="Google Shape;5324;p70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5" name="Google Shape;5325;p70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6" name="Google Shape;5326;p70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7" name="Google Shape;5327;p70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8" name="Google Shape;5328;p70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9" name="Google Shape;5329;p70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0" name="Google Shape;5330;p70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1" name="Google Shape;5331;p70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2" name="Google Shape;5332;p70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3" name="Google Shape;5333;p70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4" name="Google Shape;5334;p70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5" name="Google Shape;5335;p70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6" name="Google Shape;5336;p70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7" name="Google Shape;5337;p70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8" name="Google Shape;5338;p70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9" name="Google Shape;5339;p70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0" name="Google Shape;5340;p70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1" name="Google Shape;5341;p70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2" name="Google Shape;5342;p70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3" name="Google Shape;5343;p70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4" name="Google Shape;5344;p70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5" name="Google Shape;5345;p70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6" name="Google Shape;5346;p70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7" name="Google Shape;5347;p70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8" name="Google Shape;5348;p70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9" name="Google Shape;5349;p70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0" name="Google Shape;5350;p70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1" name="Google Shape;5351;p70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2" name="Google Shape;5352;p70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353" name="Google Shape;5353;p70"/>
            <p:cNvGrpSpPr/>
            <p:nvPr/>
          </p:nvGrpSpPr>
          <p:grpSpPr>
            <a:xfrm>
              <a:off x="7883614" y="-99678"/>
              <a:ext cx="1094323" cy="1490076"/>
              <a:chOff x="4084200" y="3439800"/>
              <a:chExt cx="508680" cy="692640"/>
            </a:xfrm>
          </p:grpSpPr>
          <p:sp>
            <p:nvSpPr>
              <p:cNvPr id="5354" name="Google Shape;5354;p70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5" name="Google Shape;5355;p70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6" name="Google Shape;5356;p70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7" name="Google Shape;5357;p70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8" name="Google Shape;5358;p70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9" name="Google Shape;5359;p70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0" name="Google Shape;5360;p70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1" name="Google Shape;5361;p70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2" name="Google Shape;5362;p70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3" name="Google Shape;5363;p70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4" name="Google Shape;5364;p70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5" name="Google Shape;5365;p70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6" name="Google Shape;5366;p70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7" name="Google Shape;5367;p70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Discrete Mathematics - Bachelor of Arts in Mathematics by Slidesgo">
  <a:themeElements>
    <a:clrScheme name="Simple Light">
      <a:dk1>
        <a:srgbClr val="000000"/>
      </a:dk1>
      <a:lt1>
        <a:srgbClr val="F3F3F3"/>
      </a:lt1>
      <a:dk2>
        <a:srgbClr val="EFEFEF"/>
      </a:dk2>
      <a:lt2>
        <a:srgbClr val="4A4A4A"/>
      </a:lt2>
      <a:accent1>
        <a:srgbClr val="91919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89</TotalTime>
  <Words>1342</Words>
  <Application>Microsoft Office PowerPoint</Application>
  <PresentationFormat>Apresentação na tela (16:9)</PresentationFormat>
  <Paragraphs>177</Paragraphs>
  <Slides>54</Slides>
  <Notes>52</Notes>
  <HiddenSlides>0</HiddenSlides>
  <MMClips>0</MMClips>
  <ScaleCrop>false</ScaleCrop>
  <HeadingPairs>
    <vt:vector size="6" baseType="variant">
      <vt:variant>
        <vt:lpstr>Fontes usadas</vt:lpstr>
      </vt:variant>
      <vt:variant>
        <vt:i4>7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54</vt:i4>
      </vt:variant>
    </vt:vector>
  </HeadingPairs>
  <TitlesOfParts>
    <vt:vector size="62" baseType="lpstr">
      <vt:lpstr>Asap</vt:lpstr>
      <vt:lpstr>Barlow</vt:lpstr>
      <vt:lpstr>Barlow Medium</vt:lpstr>
      <vt:lpstr>Roboto</vt:lpstr>
      <vt:lpstr>Cambria Math</vt:lpstr>
      <vt:lpstr>DM Sans</vt:lpstr>
      <vt:lpstr>Arial</vt:lpstr>
      <vt:lpstr>Discrete Mathematics - Bachelor of Arts in Mathematics by Slidesgo</vt:lpstr>
      <vt:lpstr>Matemática Computacional Todos os cursos C&amp;TIC</vt:lpstr>
      <vt:lpstr>Dúvida...!</vt:lpstr>
      <vt:lpstr>Resolução de Problemas Complexos</vt:lpstr>
      <vt:lpstr>Apresentação do PowerPoint</vt:lpstr>
      <vt:lpstr>Fundamento para IA e Machine Learning</vt:lpstr>
      <vt:lpstr>Otimização de Recursos</vt:lpstr>
      <vt:lpstr>Desenvolvimento do Pensamento Lógico</vt:lpstr>
      <vt:lpstr>Apresentação do PowerPoint</vt:lpstr>
      <vt:lpstr>Fundamentos</vt:lpstr>
      <vt:lpstr>Conceitos</vt:lpstr>
      <vt:lpstr>Conceitos</vt:lpstr>
      <vt:lpstr>Teoria dos Conjuntos</vt:lpstr>
      <vt:lpstr>Apresentação do PowerPoint</vt:lpstr>
      <vt:lpstr>Conjuntos</vt:lpstr>
      <vt:lpstr>Conjuntos</vt:lpstr>
      <vt:lpstr>Exercício</vt:lpstr>
      <vt:lpstr>Exercício</vt:lpstr>
      <vt:lpstr>Exercício</vt:lpstr>
      <vt:lpstr>Diagrama de Venn</vt:lpstr>
      <vt:lpstr>Diagrama de Venn</vt:lpstr>
      <vt:lpstr>Diagrama de Venn</vt:lpstr>
      <vt:lpstr>Conceitos</vt:lpstr>
      <vt:lpstr>Conceitos</vt:lpstr>
      <vt:lpstr>Conceitos</vt:lpstr>
      <vt:lpstr>Regras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Para não esquecer</vt:lpstr>
      <vt:lpstr>Para não esquecer</vt:lpstr>
      <vt:lpstr>Para não esquecer</vt:lpstr>
      <vt:lpstr>Para não esquecer</vt:lpstr>
      <vt:lpstr>Apresentação do PowerPoint</vt:lpstr>
      <vt:lpstr>Fundamentos</vt:lpstr>
      <vt:lpstr>Diagrama de Venn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A prática leva a perfeição!</vt:lpstr>
      <vt:lpstr>Faça as listas de exercícios!</vt:lpstr>
      <vt:lpstr>Referências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paiva</cp:lastModifiedBy>
  <cp:revision>14</cp:revision>
  <dcterms:modified xsi:type="dcterms:W3CDTF">2026-07-05T18:45:38Z</dcterms:modified>
</cp:coreProperties>
</file>