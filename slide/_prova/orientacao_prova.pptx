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7"/>
  </p:notesMasterIdLst>
  <p:sldIdLst>
    <p:sldId id="293" r:id="rId2"/>
    <p:sldId id="259" r:id="rId3"/>
    <p:sldId id="261" r:id="rId4"/>
    <p:sldId id="292" r:id="rId5"/>
    <p:sldId id="294" r:id="rId6"/>
  </p:sldIdLst>
  <p:sldSz cx="9144000" cy="5143500" type="screen16x9"/>
  <p:notesSz cx="6858000" cy="9144000"/>
  <p:embeddedFontLst>
    <p:embeddedFont>
      <p:font typeface="Archivo" panose="020B0604020202020204" charset="0"/>
      <p:regular r:id="rId8"/>
      <p:bold r:id="rId9"/>
      <p:italic r:id="rId10"/>
      <p:boldItalic r:id="rId11"/>
    </p:embeddedFont>
    <p:embeddedFont>
      <p:font typeface="IBM Plex Mono" panose="020B0509050203000203" pitchFamily="49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ED54FE-443C-4115-9423-9F2851FD1D34}">
  <a:tblStyle styleId="{34ED54FE-443C-4115-9423-9F2851FD1D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7E2293-D46A-43CB-A6A4-BC3AB5042CB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92a81341b2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92a81341b2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982216CF-A659-9AAF-C82C-F76EA644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02B5D2A7-6DAC-D7BD-1905-4FC119B55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165AE5F5-344B-F673-1CDF-1BB851C94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526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F7915218-17CA-0C48-F928-A692D9A7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2273F0EB-0892-F4B8-87D7-892A49214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216D9AAC-8FBD-9BA2-3C51-7D9BA2BB4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7431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2842638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1"/>
          </p:nvPr>
        </p:nvSpPr>
        <p:spPr>
          <a:xfrm>
            <a:off x="4845613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2"/>
          </p:nvPr>
        </p:nvSpPr>
        <p:spPr>
          <a:xfrm>
            <a:off x="874188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27"/>
          <p:cNvGrpSpPr/>
          <p:nvPr/>
        </p:nvGrpSpPr>
        <p:grpSpPr>
          <a:xfrm>
            <a:off x="277425" y="4604002"/>
            <a:ext cx="3542749" cy="419800"/>
            <a:chOff x="277425" y="4604002"/>
            <a:chExt cx="3542749" cy="419800"/>
          </a:xfrm>
        </p:grpSpPr>
        <p:pic>
          <p:nvPicPr>
            <p:cNvPr id="229" name="Google Shape;229;p27"/>
            <p:cNvPicPr preferRelativeResize="0"/>
            <p:nvPr/>
          </p:nvPicPr>
          <p:blipFill rotWithShape="1">
            <a:blip r:embed="rId2">
              <a:alphaModFix/>
            </a:blip>
            <a:srcRect t="26723"/>
            <a:stretch/>
          </p:blipFill>
          <p:spPr>
            <a:xfrm>
              <a:off x="277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7"/>
            <p:cNvPicPr preferRelativeResize="0"/>
            <p:nvPr/>
          </p:nvPicPr>
          <p:blipFill rotWithShape="1">
            <a:blip r:embed="rId2">
              <a:alphaModFix/>
            </a:blip>
            <a:srcRect t="26723"/>
            <a:stretch/>
          </p:blipFill>
          <p:spPr>
            <a:xfrm>
              <a:off x="1352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27"/>
          <p:cNvGrpSpPr/>
          <p:nvPr/>
        </p:nvGrpSpPr>
        <p:grpSpPr>
          <a:xfrm rot="10800000">
            <a:off x="568325" y="4633850"/>
            <a:ext cx="5797550" cy="230250"/>
            <a:chOff x="5873750" y="218475"/>
            <a:chExt cx="5797550" cy="230250"/>
          </a:xfrm>
        </p:grpSpPr>
        <p:cxnSp>
          <p:nvCxnSpPr>
            <p:cNvPr id="232" name="Google Shape;232;p27"/>
            <p:cNvCxnSpPr/>
            <p:nvPr/>
          </p:nvCxnSpPr>
          <p:spPr>
            <a:xfrm>
              <a:off x="5873750" y="290288"/>
              <a:ext cx="1981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33" name="Google Shape;233;p27"/>
            <p:cNvSpPr/>
            <p:nvPr/>
          </p:nvSpPr>
          <p:spPr>
            <a:xfrm>
              <a:off x="6800850" y="218475"/>
              <a:ext cx="4870450" cy="230250"/>
            </a:xfrm>
            <a:custGeom>
              <a:avLst/>
              <a:gdLst/>
              <a:ahLst/>
              <a:cxnLst/>
              <a:rect l="l" t="t" r="r" b="b"/>
              <a:pathLst>
                <a:path w="194818" h="9210" extrusionOk="0">
                  <a:moveTo>
                    <a:pt x="194818" y="0"/>
                  </a:moveTo>
                  <a:lnTo>
                    <a:pt x="43688" y="233"/>
                  </a:lnTo>
                  <a:lnTo>
                    <a:pt x="38505" y="9210"/>
                  </a:lnTo>
                  <a:lnTo>
                    <a:pt x="10160" y="9210"/>
                  </a:lnTo>
                  <a:lnTo>
                    <a:pt x="0" y="921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73" r:id="rId2"/>
    <p:sldLayoutId id="2147483681" r:id="rId3"/>
    <p:sldLayoutId id="214748368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40 - Rules can be changed... Laws are forever - Breakfast at the Next Level">
            <a:extLst>
              <a:ext uri="{FF2B5EF4-FFF2-40B4-BE49-F238E27FC236}">
                <a16:creationId xmlns:a16="http://schemas.microsoft.com/office/drawing/2014/main" id="{86C0DE76-EC8B-7FE8-815A-3717D0F7F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514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64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>
            <a:spLocks noGrp="1"/>
          </p:cNvSpPr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REGRAS!</a:t>
            </a:r>
          </a:p>
        </p:txBody>
      </p:sp>
      <p:sp>
        <p:nvSpPr>
          <p:cNvPr id="426" name="Google Shape;426;p43"/>
          <p:cNvSpPr txBox="1">
            <a:spLocks noGrp="1"/>
          </p:cNvSpPr>
          <p:nvPr>
            <p:ph type="subTitle" idx="1"/>
          </p:nvPr>
        </p:nvSpPr>
        <p:spPr>
          <a:xfrm>
            <a:off x="2135550" y="2842638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noProof="0" dirty="0"/>
              <a:t>Caso ocorra o descumprimento, </a:t>
            </a:r>
            <a:br>
              <a:rPr lang="pt-BR" sz="2500" noProof="0" dirty="0"/>
            </a:br>
            <a:r>
              <a:rPr lang="pt-BR" sz="2500" noProof="0" dirty="0"/>
              <a:t>a prova será </a:t>
            </a:r>
            <a:r>
              <a:rPr lang="pt-BR" sz="2500" b="1" u="sng" noProof="0" dirty="0">
                <a:solidFill>
                  <a:srgbClr val="FF0000"/>
                </a:solidFill>
              </a:rPr>
              <a:t>ANULADA</a:t>
            </a:r>
            <a:br>
              <a:rPr lang="pt-BR" sz="2500" noProof="0" dirty="0"/>
            </a:br>
            <a:r>
              <a:rPr lang="pt-BR" sz="2500" noProof="0" dirty="0"/>
              <a:t>será penalizado com </a:t>
            </a:r>
            <a:r>
              <a:rPr lang="pt-BR" sz="2500" b="1" u="sng" noProof="0" dirty="0">
                <a:solidFill>
                  <a:srgbClr val="FF0000"/>
                </a:solidFill>
              </a:rPr>
              <a:t>ZERO</a:t>
            </a:r>
            <a:r>
              <a:rPr lang="pt-BR" sz="2500" noProof="0" dirty="0"/>
              <a:t>! </a:t>
            </a:r>
          </a:p>
        </p:txBody>
      </p:sp>
      <p:grpSp>
        <p:nvGrpSpPr>
          <p:cNvPr id="427" name="Google Shape;427;p43"/>
          <p:cNvGrpSpPr/>
          <p:nvPr/>
        </p:nvGrpSpPr>
        <p:grpSpPr>
          <a:xfrm>
            <a:off x="-9533" y="-7"/>
            <a:ext cx="2400327" cy="4724750"/>
            <a:chOff x="177793" y="152400"/>
            <a:chExt cx="2292357" cy="4512224"/>
          </a:xfrm>
        </p:grpSpPr>
        <p:pic>
          <p:nvPicPr>
            <p:cNvPr id="428" name="Google Shape;42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668274" y="3042918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43"/>
            <p:cNvPicPr preferRelativeResize="0"/>
            <p:nvPr/>
          </p:nvPicPr>
          <p:blipFill rotWithShape="1">
            <a:blip r:embed="rId4">
              <a:alphaModFix/>
            </a:blip>
            <a:srcRect l="50000" b="6182"/>
            <a:stretch/>
          </p:blipFill>
          <p:spPr>
            <a:xfrm rot="5400000">
              <a:off x="109262" y="220938"/>
              <a:ext cx="2429426" cy="2292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" name="Google Shape;430;p43"/>
          <p:cNvGrpSpPr/>
          <p:nvPr/>
        </p:nvGrpSpPr>
        <p:grpSpPr>
          <a:xfrm>
            <a:off x="6528101" y="407029"/>
            <a:ext cx="2854722" cy="5057501"/>
            <a:chOff x="6456869" y="482600"/>
            <a:chExt cx="2726313" cy="4830008"/>
          </a:xfrm>
        </p:grpSpPr>
        <p:grpSp>
          <p:nvGrpSpPr>
            <p:cNvPr id="431" name="Google Shape;431;p43"/>
            <p:cNvGrpSpPr/>
            <p:nvPr/>
          </p:nvGrpSpPr>
          <p:grpSpPr>
            <a:xfrm>
              <a:off x="6673843" y="482600"/>
              <a:ext cx="2292357" cy="4512224"/>
              <a:chOff x="6667493" y="482600"/>
              <a:chExt cx="2292357" cy="4512224"/>
            </a:xfrm>
          </p:grpSpPr>
          <p:pic>
            <p:nvPicPr>
              <p:cNvPr id="432" name="Google Shape;432;p4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400000">
                <a:off x="7338144" y="1328667"/>
                <a:ext cx="2467773" cy="775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3" name="Google Shape;433;p43"/>
              <p:cNvPicPr preferRelativeResize="0"/>
              <p:nvPr/>
            </p:nvPicPr>
            <p:blipFill rotWithShape="1">
              <a:blip r:embed="rId4">
                <a:alphaModFix/>
              </a:blip>
              <a:srcRect l="50000" b="6182"/>
              <a:stretch/>
            </p:blipFill>
            <p:spPr>
              <a:xfrm rot="-5400000">
                <a:off x="6598955" y="2633936"/>
                <a:ext cx="2429426" cy="2292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4" name="Google Shape;434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2700000">
              <a:off x="6586139" y="3255544"/>
              <a:ext cx="2467772" cy="138781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>
            <a:spLocks noGrp="1"/>
          </p:cNvSpPr>
          <p:nvPr>
            <p:ph type="subTitle" idx="2"/>
          </p:nvPr>
        </p:nvSpPr>
        <p:spPr>
          <a:xfrm>
            <a:off x="450273" y="318655"/>
            <a:ext cx="8264236" cy="4197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 b="1" noProof="0" dirty="0">
                <a:solidFill>
                  <a:srgbClr val="FF0000"/>
                </a:solidFill>
              </a:rPr>
              <a:t>PROIBIDO</a:t>
            </a:r>
            <a:r>
              <a:rPr lang="pt-BR" sz="5600" b="1" noProof="0" dirty="0"/>
              <a:t> USO DE </a:t>
            </a:r>
            <a:r>
              <a:rPr lang="pt-BR" sz="5600" b="1" noProof="0" dirty="0">
                <a:solidFill>
                  <a:srgbClr val="FF0000"/>
                </a:solidFill>
              </a:rPr>
              <a:t>I.A</a:t>
            </a:r>
            <a:r>
              <a:rPr lang="pt-BR" sz="5600" b="1" noProof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 b="1" dirty="0">
                <a:solidFill>
                  <a:srgbClr val="FF0000"/>
                </a:solidFill>
              </a:rPr>
              <a:t>PROIBIDO</a:t>
            </a:r>
            <a:r>
              <a:rPr lang="pt-BR" sz="5600" b="1" dirty="0"/>
              <a:t> CONVERSA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600" b="1" noProof="0" dirty="0">
                <a:solidFill>
                  <a:srgbClr val="FF0000"/>
                </a:solidFill>
              </a:rPr>
              <a:t>PROIBIDO</a:t>
            </a:r>
            <a:r>
              <a:rPr lang="pt-BR" sz="5600" b="1" noProof="0" dirty="0"/>
              <a:t> CONSULTAS</a:t>
            </a:r>
            <a:br>
              <a:rPr lang="pt-BR" sz="5600" b="1" noProof="0" dirty="0"/>
            </a:br>
            <a:r>
              <a:rPr lang="pt-BR" sz="5600" b="1" u="sng" noProof="0" dirty="0"/>
              <a:t>PROVA INDIVIDUAL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5FCF111C-A8CE-B4F8-DB32-C4BF643A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>
            <a:extLst>
              <a:ext uri="{FF2B5EF4-FFF2-40B4-BE49-F238E27FC236}">
                <a16:creationId xmlns:a16="http://schemas.microsoft.com/office/drawing/2014/main" id="{DB670385-01EB-7D89-78DF-C33B40DA175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0273" y="318655"/>
            <a:ext cx="8264236" cy="4197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 err="1"/>
              <a:t>Matrícul</a:t>
            </a:r>
            <a:r>
              <a:rPr lang="pt-BR" sz="5000" dirty="0"/>
              <a:t>a </a:t>
            </a:r>
            <a:r>
              <a:rPr lang="pt-BR" sz="5000" dirty="0">
                <a:solidFill>
                  <a:srgbClr val="FF0000"/>
                </a:solidFill>
              </a:rPr>
              <a:t>PAR</a:t>
            </a:r>
            <a:r>
              <a:rPr lang="pt-BR" sz="5000" dirty="0"/>
              <a:t>: </a:t>
            </a:r>
            <a:r>
              <a:rPr lang="pt-BR" sz="5000" b="1" dirty="0"/>
              <a:t>PROVA </a:t>
            </a:r>
            <a:r>
              <a:rPr lang="pt-BR" sz="5000" b="1" dirty="0">
                <a:solidFill>
                  <a:srgbClr val="FF0000"/>
                </a:solidFill>
              </a:rPr>
              <a:t>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dirty="0"/>
              <a:t>“ ” </a:t>
            </a:r>
            <a:r>
              <a:rPr lang="pt-BR" sz="5000" dirty="0">
                <a:solidFill>
                  <a:srgbClr val="FF0000"/>
                </a:solidFill>
              </a:rPr>
              <a:t>IMPAR</a:t>
            </a:r>
            <a:r>
              <a:rPr lang="pt-BR" sz="5000" dirty="0"/>
              <a:t>: </a:t>
            </a:r>
            <a:r>
              <a:rPr lang="pt-BR" sz="5000" b="1" dirty="0"/>
              <a:t>PROVA </a:t>
            </a:r>
            <a:r>
              <a:rPr lang="pt-BR" sz="5000" b="1" dirty="0">
                <a:solidFill>
                  <a:srgbClr val="FF0000"/>
                </a:solidFill>
              </a:rPr>
              <a:t>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/>
              <a:t>CELULAR NO </a:t>
            </a:r>
            <a:r>
              <a:rPr lang="pt-BR" sz="5000" b="1" u="sng" noProof="0" dirty="0"/>
              <a:t>SILENCIOSO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dirty="0"/>
              <a:t>BRILHO</a:t>
            </a:r>
            <a:r>
              <a:rPr lang="pt-BR" sz="5000" b="1" dirty="0"/>
              <a:t> </a:t>
            </a:r>
            <a:r>
              <a:rPr lang="pt-BR" sz="5000" b="1" u="sng" dirty="0">
                <a:solidFill>
                  <a:srgbClr val="FF0000"/>
                </a:solidFill>
              </a:rPr>
              <a:t>70%+</a:t>
            </a:r>
            <a:br>
              <a:rPr lang="pt-BR" sz="5000" b="1" dirty="0"/>
            </a:br>
            <a:r>
              <a:rPr lang="pt-BR" sz="5000" b="1" dirty="0"/>
              <a:t>Celular na mesa </a:t>
            </a:r>
            <a:r>
              <a:rPr lang="pt-BR" sz="5000" b="1" dirty="0">
                <a:solidFill>
                  <a:srgbClr val="FF0000"/>
                </a:solidFill>
              </a:rPr>
              <a:t>Horizontal</a:t>
            </a:r>
            <a:endParaRPr lang="pt-BR" sz="50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5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11D9F793-4F21-5620-8755-0E4D4E7CB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>
            <a:extLst>
              <a:ext uri="{FF2B5EF4-FFF2-40B4-BE49-F238E27FC236}">
                <a16:creationId xmlns:a16="http://schemas.microsoft.com/office/drawing/2014/main" id="{80DA6C1D-8104-FAF1-F8B9-C5E1F73BBD6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0273" y="318655"/>
            <a:ext cx="8264236" cy="4197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 err="1"/>
              <a:t>So</a:t>
            </a:r>
            <a:r>
              <a:rPr lang="pt-BR" sz="5000" dirty="0"/>
              <a:t>mente clique em </a:t>
            </a:r>
            <a:br>
              <a:rPr lang="pt-BR" sz="5000" dirty="0"/>
            </a:br>
            <a:r>
              <a:rPr lang="pt-BR" sz="5000" b="1" dirty="0">
                <a:solidFill>
                  <a:srgbClr val="FF0000"/>
                </a:solidFill>
              </a:rPr>
              <a:t>Enviar</a:t>
            </a:r>
            <a:r>
              <a:rPr lang="pt-BR" sz="5000" dirty="0"/>
              <a:t> quando responder </a:t>
            </a:r>
            <a:r>
              <a:rPr lang="pt-BR" sz="5000" b="1" dirty="0">
                <a:solidFill>
                  <a:srgbClr val="FF0000"/>
                </a:solidFill>
              </a:rPr>
              <a:t>TODAS</a:t>
            </a:r>
            <a:r>
              <a:rPr lang="pt-BR" sz="5000" dirty="0"/>
              <a:t> questões! Senão </a:t>
            </a:r>
            <a:r>
              <a:rPr lang="pt-BR" sz="5000" b="1" dirty="0">
                <a:solidFill>
                  <a:srgbClr val="FF0000"/>
                </a:solidFill>
              </a:rPr>
              <a:t>anulará</a:t>
            </a:r>
            <a:r>
              <a:rPr lang="pt-BR" sz="5000" dirty="0"/>
              <a:t> a questão não respondida!</a:t>
            </a:r>
            <a:endParaRPr lang="pt-BR" sz="50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367419"/>
      </p:ext>
    </p:extLst>
  </p:cSld>
  <p:clrMapOvr>
    <a:masterClrMapping/>
  </p:clrMapOvr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</Words>
  <Application>Microsoft Office PowerPoint</Application>
  <PresentationFormat>Apresentação na tela (16:9)</PresentationFormat>
  <Paragraphs>10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IBM Plex Mono</vt:lpstr>
      <vt:lpstr>Archivo</vt:lpstr>
      <vt:lpstr>Bachelor in Robotics Engineering by Slidesgo</vt:lpstr>
      <vt:lpstr>Apresentação do PowerPoint</vt:lpstr>
      <vt:lpstr>REGRAS!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</cp:lastModifiedBy>
  <cp:revision>24</cp:revision>
  <dcterms:modified xsi:type="dcterms:W3CDTF">2025-05-08T14:19:09Z</dcterms:modified>
</cp:coreProperties>
</file>