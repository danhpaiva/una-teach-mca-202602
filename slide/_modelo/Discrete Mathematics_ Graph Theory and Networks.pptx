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24F199E-F192-4DCC-8E23-968DF69702C7}">
  <a:tblStyle styleId="{E24F199E-F192-4DCC-8E23-968DF69702C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740ED5B2-AF06-401F-8E4F-529C710BF3CA}"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20" Type="http://schemas.openxmlformats.org/officeDocument/2006/relationships/slide" Target="slides/slide14.xml"/><Relationship Id="rId42" Type="http://schemas.openxmlformats.org/officeDocument/2006/relationships/slide" Target="slides/slide36.xml"/><Relationship Id="rId41" Type="http://schemas.openxmlformats.org/officeDocument/2006/relationships/slide" Target="slides/slide35.xml"/><Relationship Id="rId22" Type="http://schemas.openxmlformats.org/officeDocument/2006/relationships/slide" Target="slides/slide16.xml"/><Relationship Id="rId44" Type="http://schemas.openxmlformats.org/officeDocument/2006/relationships/slide" Target="slides/slide38.xml"/><Relationship Id="rId21" Type="http://schemas.openxmlformats.org/officeDocument/2006/relationships/slide" Target="slides/slide15.xml"/><Relationship Id="rId43" Type="http://schemas.openxmlformats.org/officeDocument/2006/relationships/slide" Target="slides/slide37.xml"/><Relationship Id="rId24" Type="http://schemas.openxmlformats.org/officeDocument/2006/relationships/slide" Target="slides/slide18.xml"/><Relationship Id="rId46" Type="http://schemas.openxmlformats.org/officeDocument/2006/relationships/slide" Target="slides/slide40.xml"/><Relationship Id="rId23" Type="http://schemas.openxmlformats.org/officeDocument/2006/relationships/slide" Target="slides/slide17.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5" Type="http://schemas.openxmlformats.org/officeDocument/2006/relationships/slideMaster" Target="slideMasters/slideMaster2.xml"/><Relationship Id="rId6" Type="http://schemas.openxmlformats.org/officeDocument/2006/relationships/notesMaster" Target="notesMasters/notesMaster1.xml"/><Relationship Id="rId29" Type="http://schemas.openxmlformats.org/officeDocument/2006/relationships/slide" Target="slides/slide23.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11" Type="http://schemas.openxmlformats.org/officeDocument/2006/relationships/slide" Target="slides/slide5.xml"/><Relationship Id="rId33" Type="http://schemas.openxmlformats.org/officeDocument/2006/relationships/slide" Target="slides/slide27.xml"/><Relationship Id="rId10" Type="http://schemas.openxmlformats.org/officeDocument/2006/relationships/slide" Target="slides/slide4.xml"/><Relationship Id="rId32" Type="http://schemas.openxmlformats.org/officeDocument/2006/relationships/slide" Target="slides/slide26.xml"/><Relationship Id="rId13" Type="http://schemas.openxmlformats.org/officeDocument/2006/relationships/slide" Target="slides/slide7.xml"/><Relationship Id="rId35" Type="http://schemas.openxmlformats.org/officeDocument/2006/relationships/slide" Target="slides/slide29.xml"/><Relationship Id="rId12" Type="http://schemas.openxmlformats.org/officeDocument/2006/relationships/slide" Target="slides/slide6.xml"/><Relationship Id="rId34" Type="http://schemas.openxmlformats.org/officeDocument/2006/relationships/slide" Target="slides/slide28.xml"/><Relationship Id="rId15" Type="http://schemas.openxmlformats.org/officeDocument/2006/relationships/slide" Target="slides/slide9.xml"/><Relationship Id="rId37" Type="http://schemas.openxmlformats.org/officeDocument/2006/relationships/slide" Target="slides/slide31.xml"/><Relationship Id="rId14" Type="http://schemas.openxmlformats.org/officeDocument/2006/relationships/slide" Target="slides/slide8.xml"/><Relationship Id="rId36" Type="http://schemas.openxmlformats.org/officeDocument/2006/relationships/slide" Target="slides/slide30.xml"/><Relationship Id="rId17" Type="http://schemas.openxmlformats.org/officeDocument/2006/relationships/slide" Target="slides/slide11.xml"/><Relationship Id="rId39" Type="http://schemas.openxmlformats.org/officeDocument/2006/relationships/slide" Target="slides/slide33.xml"/><Relationship Id="rId16" Type="http://schemas.openxmlformats.org/officeDocument/2006/relationships/slide" Target="slides/slide10.xml"/><Relationship Id="rId38" Type="http://schemas.openxmlformats.org/officeDocument/2006/relationships/slide" Target="slides/slide32.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1" name="Shape 1451"/>
        <p:cNvGrpSpPr/>
        <p:nvPr/>
      </p:nvGrpSpPr>
      <p:grpSpPr>
        <a:xfrm>
          <a:off x="0" y="0"/>
          <a:ext cx="0" cy="0"/>
          <a:chOff x="0" y="0"/>
          <a:chExt cx="0" cy="0"/>
        </a:xfrm>
      </p:grpSpPr>
      <p:sp>
        <p:nvSpPr>
          <p:cNvPr id="1452" name="Google Shape;1452;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3" name="Google Shape;1453;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7" name="Shape 1467"/>
        <p:cNvGrpSpPr/>
        <p:nvPr/>
      </p:nvGrpSpPr>
      <p:grpSpPr>
        <a:xfrm>
          <a:off x="0" y="0"/>
          <a:ext cx="0" cy="0"/>
          <a:chOff x="0" y="0"/>
          <a:chExt cx="0" cy="0"/>
        </a:xfrm>
      </p:grpSpPr>
      <p:sp>
        <p:nvSpPr>
          <p:cNvPr id="1468" name="Google Shape;1468;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9" name="Google Shape;1469;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8" name="Google Shape;1478;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3" name="Shape 1493"/>
        <p:cNvGrpSpPr/>
        <p:nvPr/>
      </p:nvGrpSpPr>
      <p:grpSpPr>
        <a:xfrm>
          <a:off x="0" y="0"/>
          <a:ext cx="0" cy="0"/>
          <a:chOff x="0" y="0"/>
          <a:chExt cx="0" cy="0"/>
        </a:xfrm>
      </p:grpSpPr>
      <p:sp>
        <p:nvSpPr>
          <p:cNvPr id="1494" name="Google Shape;1494;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5" name="Google Shape;1495;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0" name="Shape 1500"/>
        <p:cNvGrpSpPr/>
        <p:nvPr/>
      </p:nvGrpSpPr>
      <p:grpSpPr>
        <a:xfrm>
          <a:off x="0" y="0"/>
          <a:ext cx="0" cy="0"/>
          <a:chOff x="0" y="0"/>
          <a:chExt cx="0" cy="0"/>
        </a:xfrm>
      </p:grpSpPr>
      <p:sp>
        <p:nvSpPr>
          <p:cNvPr id="1501" name="Google Shape;1501;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2" name="Google Shape;1502;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6" name="Shape 1516"/>
        <p:cNvGrpSpPr/>
        <p:nvPr/>
      </p:nvGrpSpPr>
      <p:grpSpPr>
        <a:xfrm>
          <a:off x="0" y="0"/>
          <a:ext cx="0" cy="0"/>
          <a:chOff x="0" y="0"/>
          <a:chExt cx="0" cy="0"/>
        </a:xfrm>
      </p:grpSpPr>
      <p:sp>
        <p:nvSpPr>
          <p:cNvPr id="1517" name="Google Shape;1517;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8" name="Google Shape;1518;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1" name="Shape 1561"/>
        <p:cNvGrpSpPr/>
        <p:nvPr/>
      </p:nvGrpSpPr>
      <p:grpSpPr>
        <a:xfrm>
          <a:off x="0" y="0"/>
          <a:ext cx="0" cy="0"/>
          <a:chOff x="0" y="0"/>
          <a:chExt cx="0" cy="0"/>
        </a:xfrm>
      </p:grpSpPr>
      <p:sp>
        <p:nvSpPr>
          <p:cNvPr id="1562" name="Google Shape;1562;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3" name="Google Shape;1563;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0" name="Shape 1570"/>
        <p:cNvGrpSpPr/>
        <p:nvPr/>
      </p:nvGrpSpPr>
      <p:grpSpPr>
        <a:xfrm>
          <a:off x="0" y="0"/>
          <a:ext cx="0" cy="0"/>
          <a:chOff x="0" y="0"/>
          <a:chExt cx="0" cy="0"/>
        </a:xfrm>
      </p:grpSpPr>
      <p:sp>
        <p:nvSpPr>
          <p:cNvPr id="1571" name="Google Shape;1571;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2" name="Google Shape;1572;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7" name="Shape 1587"/>
        <p:cNvGrpSpPr/>
        <p:nvPr/>
      </p:nvGrpSpPr>
      <p:grpSpPr>
        <a:xfrm>
          <a:off x="0" y="0"/>
          <a:ext cx="0" cy="0"/>
          <a:chOff x="0" y="0"/>
          <a:chExt cx="0" cy="0"/>
        </a:xfrm>
      </p:grpSpPr>
      <p:sp>
        <p:nvSpPr>
          <p:cNvPr id="1588" name="Google Shape;1588;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9" name="Google Shape;1589;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1" name="Shape 1601"/>
        <p:cNvGrpSpPr/>
        <p:nvPr/>
      </p:nvGrpSpPr>
      <p:grpSpPr>
        <a:xfrm>
          <a:off x="0" y="0"/>
          <a:ext cx="0" cy="0"/>
          <a:chOff x="0" y="0"/>
          <a:chExt cx="0" cy="0"/>
        </a:xfrm>
      </p:grpSpPr>
      <p:sp>
        <p:nvSpPr>
          <p:cNvPr id="1602" name="Google Shape;1602;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3" name="Google Shape;1603;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1" name="Shape 1681"/>
        <p:cNvGrpSpPr/>
        <p:nvPr/>
      </p:nvGrpSpPr>
      <p:grpSpPr>
        <a:xfrm>
          <a:off x="0" y="0"/>
          <a:ext cx="0" cy="0"/>
          <a:chOff x="0" y="0"/>
          <a:chExt cx="0" cy="0"/>
        </a:xfrm>
      </p:grpSpPr>
      <p:sp>
        <p:nvSpPr>
          <p:cNvPr id="1682" name="Google Shape;1682;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3" name="Google Shape;1683;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7" name="Shape 1697"/>
        <p:cNvGrpSpPr/>
        <p:nvPr/>
      </p:nvGrpSpPr>
      <p:grpSpPr>
        <a:xfrm>
          <a:off x="0" y="0"/>
          <a:ext cx="0" cy="0"/>
          <a:chOff x="0" y="0"/>
          <a:chExt cx="0" cy="0"/>
        </a:xfrm>
      </p:grpSpPr>
      <p:sp>
        <p:nvSpPr>
          <p:cNvPr id="1698" name="Google Shape;1698;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9" name="Google Shape;1699;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7" name="Shape 1717"/>
        <p:cNvGrpSpPr/>
        <p:nvPr/>
      </p:nvGrpSpPr>
      <p:grpSpPr>
        <a:xfrm>
          <a:off x="0" y="0"/>
          <a:ext cx="0" cy="0"/>
          <a:chOff x="0" y="0"/>
          <a:chExt cx="0" cy="0"/>
        </a:xfrm>
      </p:grpSpPr>
      <p:sp>
        <p:nvSpPr>
          <p:cNvPr id="1718" name="Google Shape;1718;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9" name="Google Shape;1719;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9" name="Shape 1739"/>
        <p:cNvGrpSpPr/>
        <p:nvPr/>
      </p:nvGrpSpPr>
      <p:grpSpPr>
        <a:xfrm>
          <a:off x="0" y="0"/>
          <a:ext cx="0" cy="0"/>
          <a:chOff x="0" y="0"/>
          <a:chExt cx="0" cy="0"/>
        </a:xfrm>
      </p:grpSpPr>
      <p:sp>
        <p:nvSpPr>
          <p:cNvPr id="1740" name="Google Shape;1740;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1" name="Google Shape;1741;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8" name="Shape 1758"/>
        <p:cNvGrpSpPr/>
        <p:nvPr/>
      </p:nvGrpSpPr>
      <p:grpSpPr>
        <a:xfrm>
          <a:off x="0" y="0"/>
          <a:ext cx="0" cy="0"/>
          <a:chOff x="0" y="0"/>
          <a:chExt cx="0" cy="0"/>
        </a:xfrm>
      </p:grpSpPr>
      <p:sp>
        <p:nvSpPr>
          <p:cNvPr id="1759" name="Google Shape;1759;g1e71a4a866a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0" name="Google Shape;1760;g1e71a4a866a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4" name="Shape 1764"/>
        <p:cNvGrpSpPr/>
        <p:nvPr/>
      </p:nvGrpSpPr>
      <p:grpSpPr>
        <a:xfrm>
          <a:off x="0" y="0"/>
          <a:ext cx="0" cy="0"/>
          <a:chOff x="0" y="0"/>
          <a:chExt cx="0" cy="0"/>
        </a:xfrm>
      </p:grpSpPr>
      <p:sp>
        <p:nvSpPr>
          <p:cNvPr id="1765" name="Google Shape;1765;g1e71a4a866a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6" name="Google Shape;1766;g1e71a4a866a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9" name="Shape 1779"/>
        <p:cNvGrpSpPr/>
        <p:nvPr/>
      </p:nvGrpSpPr>
      <p:grpSpPr>
        <a:xfrm>
          <a:off x="0" y="0"/>
          <a:ext cx="0" cy="0"/>
          <a:chOff x="0" y="0"/>
          <a:chExt cx="0" cy="0"/>
        </a:xfrm>
      </p:grpSpPr>
      <p:sp>
        <p:nvSpPr>
          <p:cNvPr id="1780" name="Google Shape;1780;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1" name="Google Shape;1781;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6" name="Shape 1806"/>
        <p:cNvGrpSpPr/>
        <p:nvPr/>
      </p:nvGrpSpPr>
      <p:grpSpPr>
        <a:xfrm>
          <a:off x="0" y="0"/>
          <a:ext cx="0" cy="0"/>
          <a:chOff x="0" y="0"/>
          <a:chExt cx="0" cy="0"/>
        </a:xfrm>
      </p:grpSpPr>
      <p:sp>
        <p:nvSpPr>
          <p:cNvPr id="1807" name="Google Shape;1807;g1e71a4a866a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8" name="Google Shape;1808;g1e71a4a866a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4" name="Shape 1814"/>
        <p:cNvGrpSpPr/>
        <p:nvPr/>
      </p:nvGrpSpPr>
      <p:grpSpPr>
        <a:xfrm>
          <a:off x="0" y="0"/>
          <a:ext cx="0" cy="0"/>
          <a:chOff x="0" y="0"/>
          <a:chExt cx="0" cy="0"/>
        </a:xfrm>
      </p:grpSpPr>
      <p:sp>
        <p:nvSpPr>
          <p:cNvPr id="1815" name="Google Shape;1815;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6" name="Google Shape;1816;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5" name="Shape 1825"/>
        <p:cNvGrpSpPr/>
        <p:nvPr/>
      </p:nvGrpSpPr>
      <p:grpSpPr>
        <a:xfrm>
          <a:off x="0" y="0"/>
          <a:ext cx="0" cy="0"/>
          <a:chOff x="0" y="0"/>
          <a:chExt cx="0" cy="0"/>
        </a:xfrm>
      </p:grpSpPr>
      <p:sp>
        <p:nvSpPr>
          <p:cNvPr id="1826" name="Google Shape;1826;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7" name="Google Shape;1827;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6" name="Shape 1856"/>
        <p:cNvGrpSpPr/>
        <p:nvPr/>
      </p:nvGrpSpPr>
      <p:grpSpPr>
        <a:xfrm>
          <a:off x="0" y="0"/>
          <a:ext cx="0" cy="0"/>
          <a:chOff x="0" y="0"/>
          <a:chExt cx="0" cy="0"/>
        </a:xfrm>
      </p:grpSpPr>
      <p:sp>
        <p:nvSpPr>
          <p:cNvPr id="1857" name="Google Shape;1857;g1f0c241b731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8" name="Google Shape;1858;g1f0c241b731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5" name="Shape 1925"/>
        <p:cNvGrpSpPr/>
        <p:nvPr/>
      </p:nvGrpSpPr>
      <p:grpSpPr>
        <a:xfrm>
          <a:off x="0" y="0"/>
          <a:ext cx="0" cy="0"/>
          <a:chOff x="0" y="0"/>
          <a:chExt cx="0" cy="0"/>
        </a:xfrm>
      </p:grpSpPr>
      <p:sp>
        <p:nvSpPr>
          <p:cNvPr id="1926" name="Google Shape;1926;g1f0c241b731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7" name="Google Shape;1927;g1f0c241b731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5" name="Shape 1935"/>
        <p:cNvGrpSpPr/>
        <p:nvPr/>
      </p:nvGrpSpPr>
      <p:grpSpPr>
        <a:xfrm>
          <a:off x="0" y="0"/>
          <a:ext cx="0" cy="0"/>
          <a:chOff x="0" y="0"/>
          <a:chExt cx="0" cy="0"/>
        </a:xfrm>
      </p:grpSpPr>
      <p:sp>
        <p:nvSpPr>
          <p:cNvPr id="1936" name="Google Shape;1936;g1f0c241b731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7" name="Google Shape;1937;g1f0c241b731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 name="Shape 1941"/>
        <p:cNvGrpSpPr/>
        <p:nvPr/>
      </p:nvGrpSpPr>
      <p:grpSpPr>
        <a:xfrm>
          <a:off x="0" y="0"/>
          <a:ext cx="0" cy="0"/>
          <a:chOff x="0" y="0"/>
          <a:chExt cx="0" cy="0"/>
        </a:xfrm>
      </p:grpSpPr>
      <p:sp>
        <p:nvSpPr>
          <p:cNvPr id="1942" name="Google Shape;1942;g1f0c241b731_2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3" name="Google Shape;1943;g1f0c241b731_2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7" name="Shape 1947"/>
        <p:cNvGrpSpPr/>
        <p:nvPr/>
      </p:nvGrpSpPr>
      <p:grpSpPr>
        <a:xfrm>
          <a:off x="0" y="0"/>
          <a:ext cx="0" cy="0"/>
          <a:chOff x="0" y="0"/>
          <a:chExt cx="0" cy="0"/>
        </a:xfrm>
      </p:grpSpPr>
      <p:sp>
        <p:nvSpPr>
          <p:cNvPr id="1948" name="Google Shape;1948;g1f0c241b731_2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9" name="Google Shape;1949;g1f0c241b731_2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7" name="Shape 1967"/>
        <p:cNvGrpSpPr/>
        <p:nvPr/>
      </p:nvGrpSpPr>
      <p:grpSpPr>
        <a:xfrm>
          <a:off x="0" y="0"/>
          <a:ext cx="0" cy="0"/>
          <a:chOff x="0" y="0"/>
          <a:chExt cx="0" cy="0"/>
        </a:xfrm>
      </p:grpSpPr>
      <p:sp>
        <p:nvSpPr>
          <p:cNvPr id="1968" name="Google Shape;1968;g1f0c241b731_2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9" name="Google Shape;1969;g1f0c241b731_2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3" name="Shape 1983"/>
        <p:cNvGrpSpPr/>
        <p:nvPr/>
      </p:nvGrpSpPr>
      <p:grpSpPr>
        <a:xfrm>
          <a:off x="0" y="0"/>
          <a:ext cx="0" cy="0"/>
          <a:chOff x="0" y="0"/>
          <a:chExt cx="0" cy="0"/>
        </a:xfrm>
      </p:grpSpPr>
      <p:sp>
        <p:nvSpPr>
          <p:cNvPr id="1984" name="Google Shape;1984;g1f0c241b731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5" name="Google Shape;1985;g1f0c241b731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2" name="Shape 2322"/>
        <p:cNvGrpSpPr/>
        <p:nvPr/>
      </p:nvGrpSpPr>
      <p:grpSpPr>
        <a:xfrm>
          <a:off x="0" y="0"/>
          <a:ext cx="0" cy="0"/>
          <a:chOff x="0" y="0"/>
          <a:chExt cx="0" cy="0"/>
        </a:xfrm>
      </p:grpSpPr>
      <p:sp>
        <p:nvSpPr>
          <p:cNvPr id="2323" name="Google Shape;2323;g1f0c241b731_2_3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4" name="Google Shape;2324;g1f0c241b731_2_3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3" name="Shape 4523"/>
        <p:cNvGrpSpPr/>
        <p:nvPr/>
      </p:nvGrpSpPr>
      <p:grpSpPr>
        <a:xfrm>
          <a:off x="0" y="0"/>
          <a:ext cx="0" cy="0"/>
          <a:chOff x="0" y="0"/>
          <a:chExt cx="0" cy="0"/>
        </a:xfrm>
      </p:grpSpPr>
      <p:sp>
        <p:nvSpPr>
          <p:cNvPr id="4524" name="Google Shape;4524;g1f0c241b731_2_25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5" name="Google Shape;4525;g1f0c241b731_2_25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2" name="Shape 4942"/>
        <p:cNvGrpSpPr/>
        <p:nvPr/>
      </p:nvGrpSpPr>
      <p:grpSpPr>
        <a:xfrm>
          <a:off x="0" y="0"/>
          <a:ext cx="0" cy="0"/>
          <a:chOff x="0" y="0"/>
          <a:chExt cx="0" cy="0"/>
        </a:xfrm>
      </p:grpSpPr>
      <p:sp>
        <p:nvSpPr>
          <p:cNvPr id="4943" name="Google Shape;4943;g1f0c241b731_2_30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44" name="Google Shape;4944;g1f0c241b731_2_30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2" name="Shape 5112"/>
        <p:cNvGrpSpPr/>
        <p:nvPr/>
      </p:nvGrpSpPr>
      <p:grpSpPr>
        <a:xfrm>
          <a:off x="0" y="0"/>
          <a:ext cx="0" cy="0"/>
          <a:chOff x="0" y="0"/>
          <a:chExt cx="0" cy="0"/>
        </a:xfrm>
      </p:grpSpPr>
      <p:sp>
        <p:nvSpPr>
          <p:cNvPr id="5113" name="Google Shape;5113;g1f0c241b731_2_3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4" name="Google Shape;5114;g1f0c241b731_2_3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7" name="Shape 5517"/>
        <p:cNvGrpSpPr/>
        <p:nvPr/>
      </p:nvGrpSpPr>
      <p:grpSpPr>
        <a:xfrm>
          <a:off x="0" y="0"/>
          <a:ext cx="0" cy="0"/>
          <a:chOff x="0" y="0"/>
          <a:chExt cx="0" cy="0"/>
        </a:xfrm>
      </p:grpSpPr>
      <p:sp>
        <p:nvSpPr>
          <p:cNvPr id="5518" name="Google Shape;5518;g1f0c241b731_2_35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9" name="Google Shape;5519;g1f0c241b731_2_35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7" name="Shape 5897"/>
        <p:cNvGrpSpPr/>
        <p:nvPr/>
      </p:nvGrpSpPr>
      <p:grpSpPr>
        <a:xfrm>
          <a:off x="0" y="0"/>
          <a:ext cx="0" cy="0"/>
          <a:chOff x="0" y="0"/>
          <a:chExt cx="0" cy="0"/>
        </a:xfrm>
      </p:grpSpPr>
      <p:sp>
        <p:nvSpPr>
          <p:cNvPr id="5898" name="Google Shape;5898;g1f0c241b731_2_39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99" name="Google Shape;5899;g1f0c241b731_2_39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3" name="Shape 6323"/>
        <p:cNvGrpSpPr/>
        <p:nvPr/>
      </p:nvGrpSpPr>
      <p:grpSpPr>
        <a:xfrm>
          <a:off x="0" y="0"/>
          <a:ext cx="0" cy="0"/>
          <a:chOff x="0" y="0"/>
          <a:chExt cx="0" cy="0"/>
        </a:xfrm>
      </p:grpSpPr>
      <p:sp>
        <p:nvSpPr>
          <p:cNvPr id="6324" name="Google Shape;6324;g1f0c241b731_2_43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25" name="Google Shape;6325;g1f0c241b731_2_43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84" name="Shape 6684"/>
        <p:cNvGrpSpPr/>
        <p:nvPr/>
      </p:nvGrpSpPr>
      <p:grpSpPr>
        <a:xfrm>
          <a:off x="0" y="0"/>
          <a:ext cx="0" cy="0"/>
          <a:chOff x="0" y="0"/>
          <a:chExt cx="0" cy="0"/>
        </a:xfrm>
      </p:grpSpPr>
      <p:sp>
        <p:nvSpPr>
          <p:cNvPr id="6685" name="Google Shape;6685;g1f0c241b731_2_47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86" name="Google Shape;6686;g1f0c241b731_2_47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4" name="Shape 7194"/>
        <p:cNvGrpSpPr/>
        <p:nvPr/>
      </p:nvGrpSpPr>
      <p:grpSpPr>
        <a:xfrm>
          <a:off x="0" y="0"/>
          <a:ext cx="0" cy="0"/>
          <a:chOff x="0" y="0"/>
          <a:chExt cx="0" cy="0"/>
        </a:xfrm>
      </p:grpSpPr>
      <p:sp>
        <p:nvSpPr>
          <p:cNvPr id="7195" name="Google Shape;7195;g1f0c241b731_2_5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6" name="Google Shape;7196;g1f0c241b731_2_5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4" name="Shape 7814"/>
        <p:cNvGrpSpPr/>
        <p:nvPr/>
      </p:nvGrpSpPr>
      <p:grpSpPr>
        <a:xfrm>
          <a:off x="0" y="0"/>
          <a:ext cx="0" cy="0"/>
          <a:chOff x="0" y="0"/>
          <a:chExt cx="0" cy="0"/>
        </a:xfrm>
      </p:grpSpPr>
      <p:sp>
        <p:nvSpPr>
          <p:cNvPr id="7815" name="Google Shape;7815;g1f0c241b731_2_58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6" name="Google Shape;7816;g1f0c241b731_2_58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08" name="Shape 8408"/>
        <p:cNvGrpSpPr/>
        <p:nvPr/>
      </p:nvGrpSpPr>
      <p:grpSpPr>
        <a:xfrm>
          <a:off x="0" y="0"/>
          <a:ext cx="0" cy="0"/>
          <a:chOff x="0" y="0"/>
          <a:chExt cx="0" cy="0"/>
        </a:xfrm>
      </p:grpSpPr>
      <p:sp>
        <p:nvSpPr>
          <p:cNvPr id="8409" name="Google Shape;8409;g1f0c241b731_2_6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10" name="Google Shape;8410;g1f0c241b731_2_6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9" name="Shape 8729"/>
        <p:cNvGrpSpPr/>
        <p:nvPr/>
      </p:nvGrpSpPr>
      <p:grpSpPr>
        <a:xfrm>
          <a:off x="0" y="0"/>
          <a:ext cx="0" cy="0"/>
          <a:chOff x="0" y="0"/>
          <a:chExt cx="0" cy="0"/>
        </a:xfrm>
      </p:grpSpPr>
      <p:sp>
        <p:nvSpPr>
          <p:cNvPr id="8730" name="Google Shape;8730;g1f0c241b731_2_67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31" name="Google Shape;8731;g1f0c241b731_2_67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7" name="Shape 9037"/>
        <p:cNvGrpSpPr/>
        <p:nvPr/>
      </p:nvGrpSpPr>
      <p:grpSpPr>
        <a:xfrm>
          <a:off x="0" y="0"/>
          <a:ext cx="0" cy="0"/>
          <a:chOff x="0" y="0"/>
          <a:chExt cx="0" cy="0"/>
        </a:xfrm>
      </p:grpSpPr>
      <p:sp>
        <p:nvSpPr>
          <p:cNvPr id="9038" name="Google Shape;9038;g1f0c241b731_2_87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39" name="Google Shape;9039;g1f0c241b731_2_87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800325" y="1468875"/>
            <a:ext cx="7543800" cy="17301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41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275875" y="3198825"/>
            <a:ext cx="4592400" cy="47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817341" y="-872068"/>
            <a:ext cx="10581139" cy="7505539"/>
            <a:chOff x="-817341" y="-872068"/>
            <a:chExt cx="10581139" cy="7505539"/>
          </a:xfrm>
        </p:grpSpPr>
        <p:grpSp>
          <p:nvGrpSpPr>
            <p:cNvPr id="12" name="Google Shape;12;p2"/>
            <p:cNvGrpSpPr/>
            <p:nvPr/>
          </p:nvGrpSpPr>
          <p:grpSpPr>
            <a:xfrm>
              <a:off x="4353534" y="3189744"/>
              <a:ext cx="5410264" cy="3443726"/>
              <a:chOff x="4353534" y="3189744"/>
              <a:chExt cx="5410264" cy="3443726"/>
            </a:xfrm>
          </p:grpSpPr>
          <p:sp>
            <p:nvSpPr>
              <p:cNvPr id="13" name="Google Shape;13;p2"/>
              <p:cNvSpPr/>
              <p:nvPr/>
            </p:nvSpPr>
            <p:spPr>
              <a:xfrm rot="10800000">
                <a:off x="9569398" y="5312996"/>
                <a:ext cx="194400" cy="194400"/>
              </a:xfrm>
              <a:prstGeom prst="ellipse">
                <a:avLst/>
              </a:prstGeom>
              <a:solidFill>
                <a:schemeClr val="accent1"/>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 name="Google Shape;14;p2"/>
              <p:cNvSpPr/>
              <p:nvPr/>
            </p:nvSpPr>
            <p:spPr>
              <a:xfrm rot="10800000">
                <a:off x="7135026" y="6232348"/>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 name="Google Shape;15;p2"/>
              <p:cNvSpPr/>
              <p:nvPr/>
            </p:nvSpPr>
            <p:spPr>
              <a:xfrm rot="10800000">
                <a:off x="7563119" y="3751240"/>
                <a:ext cx="401400" cy="401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 name="Google Shape;16;p2"/>
              <p:cNvSpPr/>
              <p:nvPr/>
            </p:nvSpPr>
            <p:spPr>
              <a:xfrm rot="10800000">
                <a:off x="8060378" y="5344924"/>
                <a:ext cx="130500" cy="13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7" name="Google Shape;17;p2"/>
              <p:cNvSpPr/>
              <p:nvPr/>
            </p:nvSpPr>
            <p:spPr>
              <a:xfrm rot="10800000">
                <a:off x="9245065" y="6281371"/>
                <a:ext cx="96300" cy="96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 name="Google Shape;18;p2"/>
              <p:cNvSpPr/>
              <p:nvPr/>
            </p:nvSpPr>
            <p:spPr>
              <a:xfrm rot="10800000">
                <a:off x="8060378" y="650297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 name="Google Shape;19;p2"/>
              <p:cNvSpPr/>
              <p:nvPr/>
            </p:nvSpPr>
            <p:spPr>
              <a:xfrm rot="10800000">
                <a:off x="8948809" y="4403302"/>
                <a:ext cx="130500" cy="130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0" name="Google Shape;20;p2"/>
              <p:cNvSpPr/>
              <p:nvPr/>
            </p:nvSpPr>
            <p:spPr>
              <a:xfrm rot="10800000">
                <a:off x="4353534" y="4683377"/>
                <a:ext cx="96300" cy="96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1" name="Google Shape;21;p2"/>
              <p:cNvCxnSpPr>
                <a:stCxn id="17" idx="5"/>
                <a:endCxn id="16" idx="1"/>
              </p:cNvCxnSpPr>
              <p:nvPr/>
            </p:nvCxnSpPr>
            <p:spPr>
              <a:xfrm rot="10800000">
                <a:off x="8171668" y="5456374"/>
                <a:ext cx="1087500" cy="839100"/>
              </a:xfrm>
              <a:prstGeom prst="straightConnector1">
                <a:avLst/>
              </a:prstGeom>
              <a:noFill/>
              <a:ln cap="flat" cmpd="sng" w="9525">
                <a:solidFill>
                  <a:schemeClr val="dk2"/>
                </a:solidFill>
                <a:prstDash val="solid"/>
                <a:round/>
                <a:headEnd len="med" w="med" type="none"/>
                <a:tailEnd len="med" w="med" type="none"/>
              </a:ln>
            </p:spPr>
          </p:cxnSp>
          <p:cxnSp>
            <p:nvCxnSpPr>
              <p:cNvPr id="22" name="Google Shape;22;p2"/>
              <p:cNvCxnSpPr>
                <a:stCxn id="18" idx="4"/>
                <a:endCxn id="16" idx="0"/>
              </p:cNvCxnSpPr>
              <p:nvPr/>
            </p:nvCxnSpPr>
            <p:spPr>
              <a:xfrm rot="10800000">
                <a:off x="8125628" y="5475470"/>
                <a:ext cx="0" cy="1027500"/>
              </a:xfrm>
              <a:prstGeom prst="straightConnector1">
                <a:avLst/>
              </a:prstGeom>
              <a:noFill/>
              <a:ln cap="flat" cmpd="sng" w="9525">
                <a:solidFill>
                  <a:schemeClr val="dk2"/>
                </a:solidFill>
                <a:prstDash val="solid"/>
                <a:round/>
                <a:headEnd len="med" w="med" type="none"/>
                <a:tailEnd len="med" w="med" type="none"/>
              </a:ln>
            </p:spPr>
          </p:cxnSp>
          <p:cxnSp>
            <p:nvCxnSpPr>
              <p:cNvPr id="23" name="Google Shape;23;p2"/>
              <p:cNvCxnSpPr>
                <a:stCxn id="13" idx="6"/>
                <a:endCxn id="16" idx="2"/>
              </p:cNvCxnSpPr>
              <p:nvPr/>
            </p:nvCxnSpPr>
            <p:spPr>
              <a:xfrm rot="10800000">
                <a:off x="8190898" y="5410196"/>
                <a:ext cx="1378500" cy="0"/>
              </a:xfrm>
              <a:prstGeom prst="straightConnector1">
                <a:avLst/>
              </a:prstGeom>
              <a:noFill/>
              <a:ln cap="flat" cmpd="sng" w="9525">
                <a:solidFill>
                  <a:schemeClr val="dk2"/>
                </a:solidFill>
                <a:prstDash val="solid"/>
                <a:round/>
                <a:headEnd len="med" w="med" type="none"/>
                <a:tailEnd len="med" w="med" type="none"/>
              </a:ln>
            </p:spPr>
          </p:cxnSp>
          <p:cxnSp>
            <p:nvCxnSpPr>
              <p:cNvPr id="24" name="Google Shape;24;p2"/>
              <p:cNvCxnSpPr>
                <a:stCxn id="13" idx="0"/>
                <a:endCxn id="17" idx="3"/>
              </p:cNvCxnSpPr>
              <p:nvPr/>
            </p:nvCxnSpPr>
            <p:spPr>
              <a:xfrm flipH="1">
                <a:off x="9327298" y="5507396"/>
                <a:ext cx="339300" cy="788100"/>
              </a:xfrm>
              <a:prstGeom prst="straightConnector1">
                <a:avLst/>
              </a:prstGeom>
              <a:noFill/>
              <a:ln cap="flat" cmpd="sng" w="9525">
                <a:solidFill>
                  <a:schemeClr val="dk2"/>
                </a:solidFill>
                <a:prstDash val="solid"/>
                <a:round/>
                <a:headEnd len="med" w="med" type="none"/>
                <a:tailEnd len="med" w="med" type="none"/>
              </a:ln>
            </p:spPr>
          </p:cxnSp>
          <p:cxnSp>
            <p:nvCxnSpPr>
              <p:cNvPr id="25" name="Google Shape;25;p2"/>
              <p:cNvCxnSpPr>
                <a:stCxn id="17" idx="7"/>
                <a:endCxn id="18" idx="2"/>
              </p:cNvCxnSpPr>
              <p:nvPr/>
            </p:nvCxnSpPr>
            <p:spPr>
              <a:xfrm flipH="1">
                <a:off x="8190868" y="6363568"/>
                <a:ext cx="1068300" cy="204600"/>
              </a:xfrm>
              <a:prstGeom prst="straightConnector1">
                <a:avLst/>
              </a:prstGeom>
              <a:noFill/>
              <a:ln cap="flat" cmpd="sng" w="9525">
                <a:solidFill>
                  <a:schemeClr val="dk2"/>
                </a:solidFill>
                <a:prstDash val="solid"/>
                <a:round/>
                <a:headEnd len="med" w="med" type="none"/>
                <a:tailEnd len="med" w="med" type="none"/>
              </a:ln>
            </p:spPr>
          </p:cxnSp>
          <p:cxnSp>
            <p:nvCxnSpPr>
              <p:cNvPr id="26" name="Google Shape;26;p2"/>
              <p:cNvCxnSpPr>
                <a:stCxn id="18" idx="6"/>
                <a:endCxn id="14" idx="2"/>
              </p:cNvCxnSpPr>
              <p:nvPr/>
            </p:nvCxnSpPr>
            <p:spPr>
              <a:xfrm rot="10800000">
                <a:off x="7329278" y="6329420"/>
                <a:ext cx="731100" cy="238800"/>
              </a:xfrm>
              <a:prstGeom prst="straightConnector1">
                <a:avLst/>
              </a:prstGeom>
              <a:noFill/>
              <a:ln cap="flat" cmpd="sng" w="9525">
                <a:solidFill>
                  <a:schemeClr val="dk2"/>
                </a:solidFill>
                <a:prstDash val="solid"/>
                <a:round/>
                <a:headEnd len="med" w="med" type="none"/>
                <a:tailEnd len="med" w="med" type="none"/>
              </a:ln>
            </p:spPr>
          </p:cxnSp>
          <p:cxnSp>
            <p:nvCxnSpPr>
              <p:cNvPr id="27" name="Google Shape;27;p2"/>
              <p:cNvCxnSpPr>
                <a:stCxn id="16" idx="7"/>
                <a:endCxn id="14" idx="3"/>
              </p:cNvCxnSpPr>
              <p:nvPr/>
            </p:nvCxnSpPr>
            <p:spPr>
              <a:xfrm flipH="1">
                <a:off x="7300989" y="5456313"/>
                <a:ext cx="778500" cy="804600"/>
              </a:xfrm>
              <a:prstGeom prst="straightConnector1">
                <a:avLst/>
              </a:prstGeom>
              <a:noFill/>
              <a:ln cap="flat" cmpd="sng" w="9525">
                <a:solidFill>
                  <a:schemeClr val="dk2"/>
                </a:solidFill>
                <a:prstDash val="solid"/>
                <a:round/>
                <a:headEnd len="med" w="med" type="none"/>
                <a:tailEnd len="med" w="med" type="none"/>
              </a:ln>
            </p:spPr>
          </p:cxnSp>
          <p:cxnSp>
            <p:nvCxnSpPr>
              <p:cNvPr id="28" name="Google Shape;28;p2"/>
              <p:cNvCxnSpPr>
                <a:stCxn id="13" idx="5"/>
                <a:endCxn id="19" idx="1"/>
              </p:cNvCxnSpPr>
              <p:nvPr/>
            </p:nvCxnSpPr>
            <p:spPr>
              <a:xfrm rot="10800000">
                <a:off x="9060267" y="4514665"/>
                <a:ext cx="537600" cy="826800"/>
              </a:xfrm>
              <a:prstGeom prst="straightConnector1">
                <a:avLst/>
              </a:prstGeom>
              <a:noFill/>
              <a:ln cap="flat" cmpd="sng" w="9525">
                <a:solidFill>
                  <a:schemeClr val="dk2"/>
                </a:solidFill>
                <a:prstDash val="solid"/>
                <a:round/>
                <a:headEnd len="med" w="med" type="none"/>
                <a:tailEnd len="med" w="med" type="none"/>
              </a:ln>
            </p:spPr>
          </p:cxnSp>
          <p:cxnSp>
            <p:nvCxnSpPr>
              <p:cNvPr id="29" name="Google Shape;29;p2"/>
              <p:cNvCxnSpPr>
                <a:stCxn id="19" idx="7"/>
                <a:endCxn id="16" idx="3"/>
              </p:cNvCxnSpPr>
              <p:nvPr/>
            </p:nvCxnSpPr>
            <p:spPr>
              <a:xfrm flipH="1">
                <a:off x="8171720" y="4514691"/>
                <a:ext cx="796200" cy="849300"/>
              </a:xfrm>
              <a:prstGeom prst="straightConnector1">
                <a:avLst/>
              </a:prstGeom>
              <a:noFill/>
              <a:ln cap="flat" cmpd="sng" w="9525">
                <a:solidFill>
                  <a:schemeClr val="dk2"/>
                </a:solidFill>
                <a:prstDash val="solid"/>
                <a:round/>
                <a:headEnd len="med" w="med" type="none"/>
                <a:tailEnd len="med" w="med" type="none"/>
              </a:ln>
            </p:spPr>
          </p:cxnSp>
          <p:cxnSp>
            <p:nvCxnSpPr>
              <p:cNvPr id="30" name="Google Shape;30;p2"/>
              <p:cNvCxnSpPr>
                <a:stCxn id="19" idx="7"/>
                <a:endCxn id="15" idx="1"/>
              </p:cNvCxnSpPr>
              <p:nvPr/>
            </p:nvCxnSpPr>
            <p:spPr>
              <a:xfrm rot="10800000">
                <a:off x="7905620" y="4093791"/>
                <a:ext cx="1062300" cy="420900"/>
              </a:xfrm>
              <a:prstGeom prst="straightConnector1">
                <a:avLst/>
              </a:prstGeom>
              <a:noFill/>
              <a:ln cap="flat" cmpd="sng" w="9525">
                <a:solidFill>
                  <a:schemeClr val="dk2"/>
                </a:solidFill>
                <a:prstDash val="solid"/>
                <a:round/>
                <a:headEnd len="med" w="med" type="none"/>
                <a:tailEnd len="med" w="med" type="none"/>
              </a:ln>
            </p:spPr>
          </p:cxnSp>
          <p:cxnSp>
            <p:nvCxnSpPr>
              <p:cNvPr id="31" name="Google Shape;31;p2"/>
              <p:cNvCxnSpPr>
                <a:stCxn id="15" idx="0"/>
                <a:endCxn id="16" idx="5"/>
              </p:cNvCxnSpPr>
              <p:nvPr/>
            </p:nvCxnSpPr>
            <p:spPr>
              <a:xfrm>
                <a:off x="7763819" y="4152640"/>
                <a:ext cx="315600" cy="1211400"/>
              </a:xfrm>
              <a:prstGeom prst="straightConnector1">
                <a:avLst/>
              </a:prstGeom>
              <a:noFill/>
              <a:ln cap="flat" cmpd="sng" w="9525">
                <a:solidFill>
                  <a:schemeClr val="dk2"/>
                </a:solidFill>
                <a:prstDash val="solid"/>
                <a:round/>
                <a:headEnd len="med" w="med" type="none"/>
                <a:tailEnd len="med" w="med" type="none"/>
              </a:ln>
            </p:spPr>
          </p:cxnSp>
          <p:cxnSp>
            <p:nvCxnSpPr>
              <p:cNvPr id="32" name="Google Shape;32;p2"/>
              <p:cNvCxnSpPr>
                <a:stCxn id="15" idx="7"/>
                <a:endCxn id="20" idx="2"/>
              </p:cNvCxnSpPr>
              <p:nvPr/>
            </p:nvCxnSpPr>
            <p:spPr>
              <a:xfrm flipH="1">
                <a:off x="4449703" y="4093857"/>
                <a:ext cx="3172200" cy="637800"/>
              </a:xfrm>
              <a:prstGeom prst="straightConnector1">
                <a:avLst/>
              </a:prstGeom>
              <a:noFill/>
              <a:ln cap="flat" cmpd="sng" w="9525">
                <a:solidFill>
                  <a:schemeClr val="dk2"/>
                </a:solidFill>
                <a:prstDash val="solid"/>
                <a:round/>
                <a:headEnd len="med" w="med" type="none"/>
                <a:tailEnd len="med" w="med" type="none"/>
              </a:ln>
            </p:spPr>
          </p:cxnSp>
          <p:cxnSp>
            <p:nvCxnSpPr>
              <p:cNvPr id="33" name="Google Shape;33;p2"/>
              <p:cNvCxnSpPr>
                <a:stCxn id="20" idx="1"/>
                <a:endCxn id="14" idx="5"/>
              </p:cNvCxnSpPr>
              <p:nvPr/>
            </p:nvCxnSpPr>
            <p:spPr>
              <a:xfrm>
                <a:off x="4435731" y="4765575"/>
                <a:ext cx="2727900" cy="1495200"/>
              </a:xfrm>
              <a:prstGeom prst="straightConnector1">
                <a:avLst/>
              </a:prstGeom>
              <a:noFill/>
              <a:ln cap="flat" cmpd="sng" w="9525">
                <a:solidFill>
                  <a:schemeClr val="dk2"/>
                </a:solidFill>
                <a:prstDash val="solid"/>
                <a:round/>
                <a:headEnd len="med" w="med" type="none"/>
                <a:tailEnd len="med" w="med" type="none"/>
              </a:ln>
            </p:spPr>
          </p:cxnSp>
          <p:cxnSp>
            <p:nvCxnSpPr>
              <p:cNvPr id="34" name="Google Shape;34;p2"/>
              <p:cNvCxnSpPr>
                <a:stCxn id="17" idx="6"/>
                <a:endCxn id="20" idx="1"/>
              </p:cNvCxnSpPr>
              <p:nvPr/>
            </p:nvCxnSpPr>
            <p:spPr>
              <a:xfrm rot="10800000">
                <a:off x="4435765" y="4765621"/>
                <a:ext cx="4809300" cy="1563900"/>
              </a:xfrm>
              <a:prstGeom prst="straightConnector1">
                <a:avLst/>
              </a:prstGeom>
              <a:noFill/>
              <a:ln cap="flat" cmpd="sng" w="9525">
                <a:solidFill>
                  <a:schemeClr val="dk2"/>
                </a:solidFill>
                <a:prstDash val="solid"/>
                <a:round/>
                <a:headEnd len="med" w="med" type="none"/>
                <a:tailEnd len="med" w="med" type="none"/>
              </a:ln>
            </p:spPr>
          </p:cxnSp>
          <p:cxnSp>
            <p:nvCxnSpPr>
              <p:cNvPr id="35" name="Google Shape;35;p2"/>
              <p:cNvCxnSpPr>
                <a:stCxn id="14" idx="4"/>
                <a:endCxn id="15" idx="0"/>
              </p:cNvCxnSpPr>
              <p:nvPr/>
            </p:nvCxnSpPr>
            <p:spPr>
              <a:xfrm flipH="1" rot="10800000">
                <a:off x="7232226" y="4152748"/>
                <a:ext cx="531600" cy="2079600"/>
              </a:xfrm>
              <a:prstGeom prst="straightConnector1">
                <a:avLst/>
              </a:prstGeom>
              <a:noFill/>
              <a:ln cap="flat" cmpd="sng" w="9525">
                <a:solidFill>
                  <a:schemeClr val="dk2"/>
                </a:solidFill>
                <a:prstDash val="solid"/>
                <a:round/>
                <a:headEnd len="med" w="med" type="none"/>
                <a:tailEnd len="med" w="med" type="none"/>
              </a:ln>
            </p:spPr>
          </p:cxnSp>
          <p:cxnSp>
            <p:nvCxnSpPr>
              <p:cNvPr id="36" name="Google Shape;36;p2"/>
              <p:cNvCxnSpPr>
                <a:stCxn id="13" idx="5"/>
                <a:endCxn id="15" idx="0"/>
              </p:cNvCxnSpPr>
              <p:nvPr/>
            </p:nvCxnSpPr>
            <p:spPr>
              <a:xfrm rot="10800000">
                <a:off x="7763967" y="4152565"/>
                <a:ext cx="1833900" cy="1188900"/>
              </a:xfrm>
              <a:prstGeom prst="straightConnector1">
                <a:avLst/>
              </a:prstGeom>
              <a:noFill/>
              <a:ln cap="flat" cmpd="sng" w="9525">
                <a:solidFill>
                  <a:schemeClr val="dk2"/>
                </a:solidFill>
                <a:prstDash val="solid"/>
                <a:round/>
                <a:headEnd len="med" w="med" type="none"/>
                <a:tailEnd len="med" w="med" type="none"/>
              </a:ln>
            </p:spPr>
          </p:cxnSp>
          <p:sp>
            <p:nvSpPr>
              <p:cNvPr id="37" name="Google Shape;37;p2"/>
              <p:cNvSpPr/>
              <p:nvPr/>
            </p:nvSpPr>
            <p:spPr>
              <a:xfrm rot="10800000">
                <a:off x="5902359" y="4069463"/>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38" name="Google Shape;38;p2"/>
              <p:cNvCxnSpPr>
                <a:stCxn id="20" idx="2"/>
                <a:endCxn id="37" idx="7"/>
              </p:cNvCxnSpPr>
              <p:nvPr/>
            </p:nvCxnSpPr>
            <p:spPr>
              <a:xfrm flipH="1" rot="10800000">
                <a:off x="4449834" y="4180727"/>
                <a:ext cx="1471500" cy="550800"/>
              </a:xfrm>
              <a:prstGeom prst="straightConnector1">
                <a:avLst/>
              </a:prstGeom>
              <a:noFill/>
              <a:ln cap="flat" cmpd="sng" w="9525">
                <a:solidFill>
                  <a:schemeClr val="dk2"/>
                </a:solidFill>
                <a:prstDash val="solid"/>
                <a:round/>
                <a:headEnd len="med" w="med" type="none"/>
                <a:tailEnd len="med" w="med" type="none"/>
              </a:ln>
            </p:spPr>
          </p:cxnSp>
          <p:cxnSp>
            <p:nvCxnSpPr>
              <p:cNvPr id="39" name="Google Shape;39;p2"/>
              <p:cNvCxnSpPr>
                <a:stCxn id="37" idx="2"/>
                <a:endCxn id="15" idx="6"/>
              </p:cNvCxnSpPr>
              <p:nvPr/>
            </p:nvCxnSpPr>
            <p:spPr>
              <a:xfrm flipH="1" rot="10800000">
                <a:off x="6032859" y="3952013"/>
                <a:ext cx="1530300" cy="182700"/>
              </a:xfrm>
              <a:prstGeom prst="straightConnector1">
                <a:avLst/>
              </a:prstGeom>
              <a:noFill/>
              <a:ln cap="flat" cmpd="sng" w="9525">
                <a:solidFill>
                  <a:schemeClr val="dk2"/>
                </a:solidFill>
                <a:prstDash val="solid"/>
                <a:round/>
                <a:headEnd len="med" w="med" type="none"/>
                <a:tailEnd len="med" w="med" type="none"/>
              </a:ln>
            </p:spPr>
          </p:cxnSp>
          <p:cxnSp>
            <p:nvCxnSpPr>
              <p:cNvPr id="40" name="Google Shape;40;p2"/>
              <p:cNvCxnSpPr>
                <a:stCxn id="37" idx="0"/>
                <a:endCxn id="14" idx="4"/>
              </p:cNvCxnSpPr>
              <p:nvPr/>
            </p:nvCxnSpPr>
            <p:spPr>
              <a:xfrm>
                <a:off x="5967609" y="4199963"/>
                <a:ext cx="1264500" cy="2032500"/>
              </a:xfrm>
              <a:prstGeom prst="straightConnector1">
                <a:avLst/>
              </a:prstGeom>
              <a:noFill/>
              <a:ln cap="flat" cmpd="sng" w="9525">
                <a:solidFill>
                  <a:schemeClr val="dk2"/>
                </a:solidFill>
                <a:prstDash val="solid"/>
                <a:round/>
                <a:headEnd len="med" w="med" type="none"/>
                <a:tailEnd len="med" w="med" type="none"/>
              </a:ln>
            </p:spPr>
          </p:cxnSp>
          <p:cxnSp>
            <p:nvCxnSpPr>
              <p:cNvPr id="41" name="Google Shape;41;p2"/>
              <p:cNvCxnSpPr>
                <a:stCxn id="37" idx="1"/>
                <a:endCxn id="16" idx="5"/>
              </p:cNvCxnSpPr>
              <p:nvPr/>
            </p:nvCxnSpPr>
            <p:spPr>
              <a:xfrm>
                <a:off x="6013748" y="4180852"/>
                <a:ext cx="2065800" cy="1183200"/>
              </a:xfrm>
              <a:prstGeom prst="straightConnector1">
                <a:avLst/>
              </a:prstGeom>
              <a:noFill/>
              <a:ln cap="flat" cmpd="sng" w="9525">
                <a:solidFill>
                  <a:schemeClr val="dk2"/>
                </a:solidFill>
                <a:prstDash val="solid"/>
                <a:round/>
                <a:headEnd len="med" w="med" type="none"/>
                <a:tailEnd len="med" w="med" type="none"/>
              </a:ln>
            </p:spPr>
          </p:cxnSp>
          <p:sp>
            <p:nvSpPr>
              <p:cNvPr id="42" name="Google Shape;42;p2"/>
              <p:cNvSpPr/>
              <p:nvPr/>
            </p:nvSpPr>
            <p:spPr>
              <a:xfrm rot="10800000">
                <a:off x="8782916" y="3189744"/>
                <a:ext cx="194400" cy="194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3" name="Google Shape;43;p2"/>
              <p:cNvCxnSpPr>
                <a:stCxn id="15" idx="2"/>
                <a:endCxn id="42" idx="6"/>
              </p:cNvCxnSpPr>
              <p:nvPr/>
            </p:nvCxnSpPr>
            <p:spPr>
              <a:xfrm flipH="1" rot="10800000">
                <a:off x="7964519" y="3286840"/>
                <a:ext cx="818400" cy="665100"/>
              </a:xfrm>
              <a:prstGeom prst="straightConnector1">
                <a:avLst/>
              </a:prstGeom>
              <a:noFill/>
              <a:ln cap="flat" cmpd="sng" w="9525">
                <a:solidFill>
                  <a:schemeClr val="dk2"/>
                </a:solidFill>
                <a:prstDash val="solid"/>
                <a:round/>
                <a:headEnd len="med" w="med" type="none"/>
                <a:tailEnd len="med" w="med" type="none"/>
              </a:ln>
            </p:spPr>
          </p:cxnSp>
          <p:cxnSp>
            <p:nvCxnSpPr>
              <p:cNvPr id="44" name="Google Shape;44;p2"/>
              <p:cNvCxnSpPr>
                <a:stCxn id="42" idx="1"/>
                <a:endCxn id="19" idx="5"/>
              </p:cNvCxnSpPr>
              <p:nvPr/>
            </p:nvCxnSpPr>
            <p:spPr>
              <a:xfrm>
                <a:off x="8948847" y="3355675"/>
                <a:ext cx="19200" cy="1066800"/>
              </a:xfrm>
              <a:prstGeom prst="straightConnector1">
                <a:avLst/>
              </a:prstGeom>
              <a:noFill/>
              <a:ln cap="flat" cmpd="sng" w="9525">
                <a:solidFill>
                  <a:schemeClr val="dk2"/>
                </a:solidFill>
                <a:prstDash val="solid"/>
                <a:round/>
                <a:headEnd len="med" w="med" type="none"/>
                <a:tailEnd len="med" w="med" type="none"/>
              </a:ln>
            </p:spPr>
          </p:cxnSp>
        </p:grpSp>
        <p:grpSp>
          <p:nvGrpSpPr>
            <p:cNvPr id="45" name="Google Shape;45;p2"/>
            <p:cNvGrpSpPr/>
            <p:nvPr/>
          </p:nvGrpSpPr>
          <p:grpSpPr>
            <a:xfrm>
              <a:off x="-817341" y="-872068"/>
              <a:ext cx="4052739" cy="3509076"/>
              <a:chOff x="-817341" y="-872068"/>
              <a:chExt cx="4052739" cy="3509076"/>
            </a:xfrm>
          </p:grpSpPr>
          <p:sp>
            <p:nvSpPr>
              <p:cNvPr id="46" name="Google Shape;46;p2"/>
              <p:cNvSpPr/>
              <p:nvPr/>
            </p:nvSpPr>
            <p:spPr>
              <a:xfrm rot="10800000">
                <a:off x="3040998" y="322921"/>
                <a:ext cx="194400" cy="194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7" name="Google Shape;47;p2"/>
              <p:cNvSpPr/>
              <p:nvPr/>
            </p:nvSpPr>
            <p:spPr>
              <a:xfrm rot="10800000">
                <a:off x="-550449" y="1549860"/>
                <a:ext cx="194400" cy="194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 name="Google Shape;48;p2"/>
              <p:cNvSpPr/>
              <p:nvPr/>
            </p:nvSpPr>
            <p:spPr>
              <a:xfrm rot="10800000">
                <a:off x="-58406" y="-586660"/>
                <a:ext cx="401400" cy="401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9" name="Google Shape;49;p2"/>
              <p:cNvSpPr/>
              <p:nvPr/>
            </p:nvSpPr>
            <p:spPr>
              <a:xfrm rot="10800000">
                <a:off x="374903" y="662437"/>
                <a:ext cx="130500" cy="13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0" name="Google Shape;50;p2"/>
              <p:cNvSpPr/>
              <p:nvPr/>
            </p:nvSpPr>
            <p:spPr>
              <a:xfrm rot="10800000">
                <a:off x="1102390" y="1217883"/>
                <a:ext cx="96300" cy="96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1" name="Google Shape;51;p2"/>
              <p:cNvSpPr/>
              <p:nvPr/>
            </p:nvSpPr>
            <p:spPr>
              <a:xfrm rot="10800000">
                <a:off x="288828" y="2506508"/>
                <a:ext cx="130500" cy="130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2" name="Google Shape;52;p2"/>
              <p:cNvSpPr/>
              <p:nvPr/>
            </p:nvSpPr>
            <p:spPr>
              <a:xfrm rot="10800000">
                <a:off x="1455496" y="369115"/>
                <a:ext cx="130500" cy="130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3" name="Google Shape;53;p2"/>
              <p:cNvSpPr/>
              <p:nvPr/>
            </p:nvSpPr>
            <p:spPr>
              <a:xfrm rot="10800000">
                <a:off x="-817341" y="534290"/>
                <a:ext cx="96300" cy="96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4" name="Google Shape;54;p2"/>
              <p:cNvCxnSpPr>
                <a:stCxn id="50" idx="5"/>
                <a:endCxn id="49" idx="1"/>
              </p:cNvCxnSpPr>
              <p:nvPr/>
            </p:nvCxnSpPr>
            <p:spPr>
              <a:xfrm rot="10800000">
                <a:off x="486193" y="773886"/>
                <a:ext cx="630300" cy="458100"/>
              </a:xfrm>
              <a:prstGeom prst="straightConnector1">
                <a:avLst/>
              </a:prstGeom>
              <a:noFill/>
              <a:ln cap="flat" cmpd="sng" w="9525">
                <a:solidFill>
                  <a:schemeClr val="dk2"/>
                </a:solidFill>
                <a:prstDash val="solid"/>
                <a:round/>
                <a:headEnd len="med" w="med" type="none"/>
                <a:tailEnd len="med" w="med" type="none"/>
              </a:ln>
            </p:spPr>
          </p:cxnSp>
          <p:cxnSp>
            <p:nvCxnSpPr>
              <p:cNvPr id="55" name="Google Shape;55;p2"/>
              <p:cNvCxnSpPr>
                <a:stCxn id="51" idx="4"/>
                <a:endCxn id="49" idx="0"/>
              </p:cNvCxnSpPr>
              <p:nvPr/>
            </p:nvCxnSpPr>
            <p:spPr>
              <a:xfrm flipH="1" rot="10800000">
                <a:off x="354078" y="792908"/>
                <a:ext cx="86100" cy="1713600"/>
              </a:xfrm>
              <a:prstGeom prst="straightConnector1">
                <a:avLst/>
              </a:prstGeom>
              <a:noFill/>
              <a:ln cap="flat" cmpd="sng" w="9525">
                <a:solidFill>
                  <a:schemeClr val="dk2"/>
                </a:solidFill>
                <a:prstDash val="solid"/>
                <a:round/>
                <a:headEnd len="med" w="med" type="none"/>
                <a:tailEnd len="med" w="med" type="none"/>
              </a:ln>
            </p:spPr>
          </p:cxnSp>
          <p:cxnSp>
            <p:nvCxnSpPr>
              <p:cNvPr id="56" name="Google Shape;56;p2"/>
              <p:cNvCxnSpPr>
                <a:stCxn id="46" idx="6"/>
                <a:endCxn id="50" idx="3"/>
              </p:cNvCxnSpPr>
              <p:nvPr/>
            </p:nvCxnSpPr>
            <p:spPr>
              <a:xfrm flipH="1">
                <a:off x="1184598" y="420121"/>
                <a:ext cx="1856400" cy="811800"/>
              </a:xfrm>
              <a:prstGeom prst="straightConnector1">
                <a:avLst/>
              </a:prstGeom>
              <a:noFill/>
              <a:ln cap="flat" cmpd="sng" w="9525">
                <a:solidFill>
                  <a:schemeClr val="dk2"/>
                </a:solidFill>
                <a:prstDash val="solid"/>
                <a:round/>
                <a:headEnd len="med" w="med" type="none"/>
                <a:tailEnd len="med" w="med" type="none"/>
              </a:ln>
            </p:spPr>
          </p:cxnSp>
          <p:cxnSp>
            <p:nvCxnSpPr>
              <p:cNvPr id="57" name="Google Shape;57;p2"/>
              <p:cNvCxnSpPr>
                <a:stCxn id="50" idx="7"/>
                <a:endCxn id="51" idx="2"/>
              </p:cNvCxnSpPr>
              <p:nvPr/>
            </p:nvCxnSpPr>
            <p:spPr>
              <a:xfrm flipH="1">
                <a:off x="419293" y="1300080"/>
                <a:ext cx="697200" cy="1271700"/>
              </a:xfrm>
              <a:prstGeom prst="straightConnector1">
                <a:avLst/>
              </a:prstGeom>
              <a:noFill/>
              <a:ln cap="flat" cmpd="sng" w="9525">
                <a:solidFill>
                  <a:schemeClr val="dk2"/>
                </a:solidFill>
                <a:prstDash val="solid"/>
                <a:round/>
                <a:headEnd len="med" w="med" type="none"/>
                <a:tailEnd len="med" w="med" type="none"/>
              </a:ln>
            </p:spPr>
          </p:cxnSp>
          <p:cxnSp>
            <p:nvCxnSpPr>
              <p:cNvPr id="58" name="Google Shape;58;p2"/>
              <p:cNvCxnSpPr>
                <a:stCxn id="51" idx="6"/>
                <a:endCxn id="47" idx="1"/>
              </p:cNvCxnSpPr>
              <p:nvPr/>
            </p:nvCxnSpPr>
            <p:spPr>
              <a:xfrm rot="10800000">
                <a:off x="-384372" y="1715858"/>
                <a:ext cx="673200" cy="855900"/>
              </a:xfrm>
              <a:prstGeom prst="straightConnector1">
                <a:avLst/>
              </a:prstGeom>
              <a:noFill/>
              <a:ln cap="flat" cmpd="sng" w="9525">
                <a:solidFill>
                  <a:schemeClr val="dk2"/>
                </a:solidFill>
                <a:prstDash val="solid"/>
                <a:round/>
                <a:headEnd len="med" w="med" type="none"/>
                <a:tailEnd len="med" w="med" type="none"/>
              </a:ln>
            </p:spPr>
          </p:cxnSp>
          <p:cxnSp>
            <p:nvCxnSpPr>
              <p:cNvPr id="59" name="Google Shape;59;p2"/>
              <p:cNvCxnSpPr>
                <a:stCxn id="49" idx="7"/>
                <a:endCxn id="47" idx="3"/>
              </p:cNvCxnSpPr>
              <p:nvPr/>
            </p:nvCxnSpPr>
            <p:spPr>
              <a:xfrm flipH="1">
                <a:off x="-384486" y="773825"/>
                <a:ext cx="778500" cy="804600"/>
              </a:xfrm>
              <a:prstGeom prst="straightConnector1">
                <a:avLst/>
              </a:prstGeom>
              <a:noFill/>
              <a:ln cap="flat" cmpd="sng" w="9525">
                <a:solidFill>
                  <a:schemeClr val="dk2"/>
                </a:solidFill>
                <a:prstDash val="solid"/>
                <a:round/>
                <a:headEnd len="med" w="med" type="none"/>
                <a:tailEnd len="med" w="med" type="none"/>
              </a:ln>
            </p:spPr>
          </p:cxnSp>
          <p:cxnSp>
            <p:nvCxnSpPr>
              <p:cNvPr id="60" name="Google Shape;60;p2"/>
              <p:cNvCxnSpPr>
                <a:stCxn id="46" idx="6"/>
                <a:endCxn id="52" idx="1"/>
              </p:cNvCxnSpPr>
              <p:nvPr/>
            </p:nvCxnSpPr>
            <p:spPr>
              <a:xfrm flipH="1">
                <a:off x="1566798" y="420121"/>
                <a:ext cx="1474200" cy="60300"/>
              </a:xfrm>
              <a:prstGeom prst="straightConnector1">
                <a:avLst/>
              </a:prstGeom>
              <a:noFill/>
              <a:ln cap="flat" cmpd="sng" w="9525">
                <a:solidFill>
                  <a:schemeClr val="dk2"/>
                </a:solidFill>
                <a:prstDash val="solid"/>
                <a:round/>
                <a:headEnd len="med" w="med" type="none"/>
                <a:tailEnd len="med" w="med" type="none"/>
              </a:ln>
            </p:spPr>
          </p:cxnSp>
          <p:cxnSp>
            <p:nvCxnSpPr>
              <p:cNvPr id="61" name="Google Shape;61;p2"/>
              <p:cNvCxnSpPr>
                <a:stCxn id="52" idx="7"/>
                <a:endCxn id="49" idx="2"/>
              </p:cNvCxnSpPr>
              <p:nvPr/>
            </p:nvCxnSpPr>
            <p:spPr>
              <a:xfrm flipH="1">
                <a:off x="505308" y="480503"/>
                <a:ext cx="969300" cy="247200"/>
              </a:xfrm>
              <a:prstGeom prst="straightConnector1">
                <a:avLst/>
              </a:prstGeom>
              <a:noFill/>
              <a:ln cap="flat" cmpd="sng" w="9525">
                <a:solidFill>
                  <a:schemeClr val="dk2"/>
                </a:solidFill>
                <a:prstDash val="solid"/>
                <a:round/>
                <a:headEnd len="med" w="med" type="none"/>
                <a:tailEnd len="med" w="med" type="none"/>
              </a:ln>
            </p:spPr>
          </p:cxnSp>
          <p:cxnSp>
            <p:nvCxnSpPr>
              <p:cNvPr id="62" name="Google Shape;62;p2"/>
              <p:cNvCxnSpPr>
                <a:stCxn id="52" idx="5"/>
                <a:endCxn id="48" idx="2"/>
              </p:cNvCxnSpPr>
              <p:nvPr/>
            </p:nvCxnSpPr>
            <p:spPr>
              <a:xfrm rot="10800000">
                <a:off x="343008" y="-386074"/>
                <a:ext cx="1131600" cy="774300"/>
              </a:xfrm>
              <a:prstGeom prst="straightConnector1">
                <a:avLst/>
              </a:prstGeom>
              <a:noFill/>
              <a:ln cap="flat" cmpd="sng" w="9525">
                <a:solidFill>
                  <a:schemeClr val="dk2"/>
                </a:solidFill>
                <a:prstDash val="solid"/>
                <a:round/>
                <a:headEnd len="med" w="med" type="none"/>
                <a:tailEnd len="med" w="med" type="none"/>
              </a:ln>
            </p:spPr>
          </p:cxnSp>
          <p:cxnSp>
            <p:nvCxnSpPr>
              <p:cNvPr id="63" name="Google Shape;63;p2"/>
              <p:cNvCxnSpPr>
                <a:stCxn id="48" idx="0"/>
                <a:endCxn id="49" idx="5"/>
              </p:cNvCxnSpPr>
              <p:nvPr/>
            </p:nvCxnSpPr>
            <p:spPr>
              <a:xfrm>
                <a:off x="142294" y="-185260"/>
                <a:ext cx="251700" cy="866700"/>
              </a:xfrm>
              <a:prstGeom prst="straightConnector1">
                <a:avLst/>
              </a:prstGeom>
              <a:noFill/>
              <a:ln cap="flat" cmpd="sng" w="9525">
                <a:solidFill>
                  <a:schemeClr val="dk2"/>
                </a:solidFill>
                <a:prstDash val="solid"/>
                <a:round/>
                <a:headEnd len="med" w="med" type="none"/>
                <a:tailEnd len="med" w="med" type="none"/>
              </a:ln>
            </p:spPr>
          </p:cxnSp>
          <p:cxnSp>
            <p:nvCxnSpPr>
              <p:cNvPr id="64" name="Google Shape;64;p2"/>
              <p:cNvCxnSpPr>
                <a:stCxn id="48" idx="7"/>
                <a:endCxn id="53" idx="3"/>
              </p:cNvCxnSpPr>
              <p:nvPr/>
            </p:nvCxnSpPr>
            <p:spPr>
              <a:xfrm flipH="1">
                <a:off x="-735222" y="-244043"/>
                <a:ext cx="735600" cy="792300"/>
              </a:xfrm>
              <a:prstGeom prst="straightConnector1">
                <a:avLst/>
              </a:prstGeom>
              <a:noFill/>
              <a:ln cap="flat" cmpd="sng" w="9525">
                <a:solidFill>
                  <a:schemeClr val="dk2"/>
                </a:solidFill>
                <a:prstDash val="solid"/>
                <a:round/>
                <a:headEnd len="med" w="med" type="none"/>
                <a:tailEnd len="med" w="med" type="none"/>
              </a:ln>
            </p:spPr>
          </p:cxnSp>
          <p:cxnSp>
            <p:nvCxnSpPr>
              <p:cNvPr id="65" name="Google Shape;65;p2"/>
              <p:cNvCxnSpPr>
                <a:stCxn id="49" idx="6"/>
                <a:endCxn id="53" idx="2"/>
              </p:cNvCxnSpPr>
              <p:nvPr/>
            </p:nvCxnSpPr>
            <p:spPr>
              <a:xfrm rot="10800000">
                <a:off x="-720997" y="582487"/>
                <a:ext cx="1095900" cy="145200"/>
              </a:xfrm>
              <a:prstGeom prst="straightConnector1">
                <a:avLst/>
              </a:prstGeom>
              <a:noFill/>
              <a:ln cap="flat" cmpd="sng" w="9525">
                <a:solidFill>
                  <a:schemeClr val="dk2"/>
                </a:solidFill>
                <a:prstDash val="solid"/>
                <a:round/>
                <a:headEnd len="med" w="med" type="none"/>
                <a:tailEnd len="med" w="med" type="none"/>
              </a:ln>
            </p:spPr>
          </p:cxnSp>
          <p:cxnSp>
            <p:nvCxnSpPr>
              <p:cNvPr id="66" name="Google Shape;66;p2"/>
              <p:cNvCxnSpPr>
                <a:stCxn id="53" idx="0"/>
                <a:endCxn id="47" idx="5"/>
              </p:cNvCxnSpPr>
              <p:nvPr/>
            </p:nvCxnSpPr>
            <p:spPr>
              <a:xfrm>
                <a:off x="-769191" y="630590"/>
                <a:ext cx="247200" cy="947700"/>
              </a:xfrm>
              <a:prstGeom prst="straightConnector1">
                <a:avLst/>
              </a:prstGeom>
              <a:noFill/>
              <a:ln cap="flat" cmpd="sng" w="9525">
                <a:solidFill>
                  <a:schemeClr val="dk2"/>
                </a:solidFill>
                <a:prstDash val="solid"/>
                <a:round/>
                <a:headEnd len="med" w="med" type="none"/>
                <a:tailEnd len="med" w="med" type="none"/>
              </a:ln>
            </p:spPr>
          </p:cxnSp>
          <p:cxnSp>
            <p:nvCxnSpPr>
              <p:cNvPr id="67" name="Google Shape;67;p2"/>
              <p:cNvCxnSpPr>
                <a:stCxn id="51" idx="5"/>
                <a:endCxn id="53" idx="1"/>
              </p:cNvCxnSpPr>
              <p:nvPr/>
            </p:nvCxnSpPr>
            <p:spPr>
              <a:xfrm rot="10800000">
                <a:off x="-735161" y="616419"/>
                <a:ext cx="1043100" cy="1909200"/>
              </a:xfrm>
              <a:prstGeom prst="straightConnector1">
                <a:avLst/>
              </a:prstGeom>
              <a:noFill/>
              <a:ln cap="flat" cmpd="sng" w="9525">
                <a:solidFill>
                  <a:schemeClr val="dk2"/>
                </a:solidFill>
                <a:prstDash val="solid"/>
                <a:round/>
                <a:headEnd len="med" w="med" type="none"/>
                <a:tailEnd len="med" w="med" type="none"/>
              </a:ln>
            </p:spPr>
          </p:cxnSp>
          <p:cxnSp>
            <p:nvCxnSpPr>
              <p:cNvPr id="68" name="Google Shape;68;p2"/>
              <p:cNvCxnSpPr>
                <a:stCxn id="50" idx="6"/>
                <a:endCxn id="53" idx="1"/>
              </p:cNvCxnSpPr>
              <p:nvPr/>
            </p:nvCxnSpPr>
            <p:spPr>
              <a:xfrm rot="10800000">
                <a:off x="-735110" y="616533"/>
                <a:ext cx="1837500" cy="649500"/>
              </a:xfrm>
              <a:prstGeom prst="straightConnector1">
                <a:avLst/>
              </a:prstGeom>
              <a:noFill/>
              <a:ln cap="flat" cmpd="sng" w="9525">
                <a:solidFill>
                  <a:schemeClr val="dk2"/>
                </a:solidFill>
                <a:prstDash val="solid"/>
                <a:round/>
                <a:headEnd len="med" w="med" type="none"/>
                <a:tailEnd len="med" w="med" type="none"/>
              </a:ln>
            </p:spPr>
          </p:cxnSp>
          <p:cxnSp>
            <p:nvCxnSpPr>
              <p:cNvPr id="69" name="Google Shape;69;p2"/>
              <p:cNvCxnSpPr>
                <a:stCxn id="50" idx="4"/>
                <a:endCxn id="48" idx="1"/>
              </p:cNvCxnSpPr>
              <p:nvPr/>
            </p:nvCxnSpPr>
            <p:spPr>
              <a:xfrm rot="10800000">
                <a:off x="284140" y="-244017"/>
                <a:ext cx="866400" cy="1461900"/>
              </a:xfrm>
              <a:prstGeom prst="straightConnector1">
                <a:avLst/>
              </a:prstGeom>
              <a:noFill/>
              <a:ln cap="flat" cmpd="sng" w="9525">
                <a:solidFill>
                  <a:schemeClr val="dk2"/>
                </a:solidFill>
                <a:prstDash val="solid"/>
                <a:round/>
                <a:headEnd len="med" w="med" type="none"/>
                <a:tailEnd len="med" w="med" type="none"/>
              </a:ln>
            </p:spPr>
          </p:cxnSp>
          <p:cxnSp>
            <p:nvCxnSpPr>
              <p:cNvPr id="70" name="Google Shape;70;p2"/>
              <p:cNvCxnSpPr>
                <a:stCxn id="47" idx="4"/>
                <a:endCxn id="48" idx="7"/>
              </p:cNvCxnSpPr>
              <p:nvPr/>
            </p:nvCxnSpPr>
            <p:spPr>
              <a:xfrm flipH="1" rot="10800000">
                <a:off x="-453249" y="-244140"/>
                <a:ext cx="453600" cy="1794000"/>
              </a:xfrm>
              <a:prstGeom prst="straightConnector1">
                <a:avLst/>
              </a:prstGeom>
              <a:noFill/>
              <a:ln cap="flat" cmpd="sng" w="9525">
                <a:solidFill>
                  <a:schemeClr val="dk2"/>
                </a:solidFill>
                <a:prstDash val="solid"/>
                <a:round/>
                <a:headEnd len="med" w="med" type="none"/>
                <a:tailEnd len="med" w="med" type="none"/>
              </a:ln>
            </p:spPr>
          </p:cxnSp>
          <p:cxnSp>
            <p:nvCxnSpPr>
              <p:cNvPr id="71" name="Google Shape;71;p2"/>
              <p:cNvCxnSpPr>
                <a:stCxn id="46" idx="6"/>
                <a:endCxn id="48" idx="1"/>
              </p:cNvCxnSpPr>
              <p:nvPr/>
            </p:nvCxnSpPr>
            <p:spPr>
              <a:xfrm rot="10800000">
                <a:off x="284298" y="-244079"/>
                <a:ext cx="2756700" cy="664200"/>
              </a:xfrm>
              <a:prstGeom prst="straightConnector1">
                <a:avLst/>
              </a:prstGeom>
              <a:noFill/>
              <a:ln cap="flat" cmpd="sng" w="9525">
                <a:solidFill>
                  <a:schemeClr val="dk2"/>
                </a:solidFill>
                <a:prstDash val="solid"/>
                <a:round/>
                <a:headEnd len="med" w="med" type="none"/>
                <a:tailEnd len="med" w="med" type="none"/>
              </a:ln>
            </p:spPr>
          </p:cxnSp>
          <p:sp>
            <p:nvSpPr>
              <p:cNvPr id="72" name="Google Shape;72;p2"/>
              <p:cNvSpPr/>
              <p:nvPr/>
            </p:nvSpPr>
            <p:spPr>
              <a:xfrm rot="10800000">
                <a:off x="-769166" y="-840100"/>
                <a:ext cx="130500" cy="13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3" name="Google Shape;73;p2"/>
              <p:cNvCxnSpPr>
                <a:stCxn id="53" idx="4"/>
                <a:endCxn id="72" idx="7"/>
              </p:cNvCxnSpPr>
              <p:nvPr/>
            </p:nvCxnSpPr>
            <p:spPr>
              <a:xfrm flipH="1" rot="10800000">
                <a:off x="-769191" y="-728710"/>
                <a:ext cx="19200" cy="1263000"/>
              </a:xfrm>
              <a:prstGeom prst="straightConnector1">
                <a:avLst/>
              </a:prstGeom>
              <a:noFill/>
              <a:ln cap="flat" cmpd="sng" w="9525">
                <a:solidFill>
                  <a:schemeClr val="dk2"/>
                </a:solidFill>
                <a:prstDash val="solid"/>
                <a:round/>
                <a:headEnd len="med" w="med" type="none"/>
                <a:tailEnd len="med" w="med" type="none"/>
              </a:ln>
            </p:spPr>
          </p:cxnSp>
          <p:cxnSp>
            <p:nvCxnSpPr>
              <p:cNvPr id="74" name="Google Shape;74;p2"/>
              <p:cNvCxnSpPr>
                <a:stCxn id="72" idx="2"/>
                <a:endCxn id="48" idx="5"/>
              </p:cNvCxnSpPr>
              <p:nvPr/>
            </p:nvCxnSpPr>
            <p:spPr>
              <a:xfrm>
                <a:off x="-638666" y="-774850"/>
                <a:ext cx="639000" cy="246900"/>
              </a:xfrm>
              <a:prstGeom prst="straightConnector1">
                <a:avLst/>
              </a:prstGeom>
              <a:noFill/>
              <a:ln cap="flat" cmpd="sng" w="9525">
                <a:solidFill>
                  <a:schemeClr val="dk2"/>
                </a:solidFill>
                <a:prstDash val="solid"/>
                <a:round/>
                <a:headEnd len="med" w="med" type="none"/>
                <a:tailEnd len="med" w="med" type="none"/>
              </a:ln>
            </p:spPr>
          </p:cxnSp>
          <p:cxnSp>
            <p:nvCxnSpPr>
              <p:cNvPr id="75" name="Google Shape;75;p2"/>
              <p:cNvCxnSpPr>
                <a:stCxn id="72" idx="0"/>
                <a:endCxn id="47" idx="4"/>
              </p:cNvCxnSpPr>
              <p:nvPr/>
            </p:nvCxnSpPr>
            <p:spPr>
              <a:xfrm>
                <a:off x="-703916" y="-709600"/>
                <a:ext cx="250800" cy="2259600"/>
              </a:xfrm>
              <a:prstGeom prst="straightConnector1">
                <a:avLst/>
              </a:prstGeom>
              <a:noFill/>
              <a:ln cap="flat" cmpd="sng" w="9525">
                <a:solidFill>
                  <a:schemeClr val="dk2"/>
                </a:solidFill>
                <a:prstDash val="solid"/>
                <a:round/>
                <a:headEnd len="med" w="med" type="none"/>
                <a:tailEnd len="med" w="med" type="none"/>
              </a:ln>
            </p:spPr>
          </p:cxnSp>
          <p:cxnSp>
            <p:nvCxnSpPr>
              <p:cNvPr id="76" name="Google Shape;76;p2"/>
              <p:cNvCxnSpPr>
                <a:stCxn id="72" idx="1"/>
                <a:endCxn id="49" idx="5"/>
              </p:cNvCxnSpPr>
              <p:nvPr/>
            </p:nvCxnSpPr>
            <p:spPr>
              <a:xfrm>
                <a:off x="-657777" y="-728711"/>
                <a:ext cx="1051800" cy="1410300"/>
              </a:xfrm>
              <a:prstGeom prst="straightConnector1">
                <a:avLst/>
              </a:prstGeom>
              <a:noFill/>
              <a:ln cap="flat" cmpd="sng" w="9525">
                <a:solidFill>
                  <a:schemeClr val="dk2"/>
                </a:solidFill>
                <a:prstDash val="solid"/>
                <a:round/>
                <a:headEnd len="med" w="med" type="none"/>
                <a:tailEnd len="med" w="med" type="none"/>
              </a:ln>
            </p:spPr>
          </p:cxnSp>
          <p:sp>
            <p:nvSpPr>
              <p:cNvPr id="77" name="Google Shape;77;p2"/>
              <p:cNvSpPr/>
              <p:nvPr/>
            </p:nvSpPr>
            <p:spPr>
              <a:xfrm rot="10800000">
                <a:off x="374866" y="-872068"/>
                <a:ext cx="194400" cy="194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8" name="Google Shape;78;p2"/>
              <p:cNvCxnSpPr>
                <a:stCxn id="72" idx="2"/>
                <a:endCxn id="77" idx="6"/>
              </p:cNvCxnSpPr>
              <p:nvPr/>
            </p:nvCxnSpPr>
            <p:spPr>
              <a:xfrm>
                <a:off x="-638666" y="-774850"/>
                <a:ext cx="1013400" cy="0"/>
              </a:xfrm>
              <a:prstGeom prst="straightConnector1">
                <a:avLst/>
              </a:prstGeom>
              <a:noFill/>
              <a:ln cap="flat" cmpd="sng" w="9525">
                <a:solidFill>
                  <a:schemeClr val="dk2"/>
                </a:solidFill>
                <a:prstDash val="solid"/>
                <a:round/>
                <a:headEnd len="med" w="med" type="none"/>
                <a:tailEnd len="med" w="med" type="none"/>
              </a:ln>
            </p:spPr>
          </p:cxnSp>
          <p:cxnSp>
            <p:nvCxnSpPr>
              <p:cNvPr id="79" name="Google Shape;79;p2"/>
              <p:cNvCxnSpPr>
                <a:stCxn id="77" idx="1"/>
                <a:endCxn id="52" idx="5"/>
              </p:cNvCxnSpPr>
              <p:nvPr/>
            </p:nvCxnSpPr>
            <p:spPr>
              <a:xfrm>
                <a:off x="540797" y="-706138"/>
                <a:ext cx="933900" cy="10944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80" name="Shape 80"/>
        <p:cNvGrpSpPr/>
        <p:nvPr/>
      </p:nvGrpSpPr>
      <p:grpSpPr>
        <a:xfrm>
          <a:off x="0" y="0"/>
          <a:ext cx="0" cy="0"/>
          <a:chOff x="0" y="0"/>
          <a:chExt cx="0" cy="0"/>
        </a:xfrm>
      </p:grpSpPr>
      <p:sp>
        <p:nvSpPr>
          <p:cNvPr id="81" name="Google Shape;81;p3"/>
          <p:cNvSpPr txBox="1"/>
          <p:nvPr>
            <p:ph type="title"/>
          </p:nvPr>
        </p:nvSpPr>
        <p:spPr>
          <a:xfrm>
            <a:off x="1463100" y="2046250"/>
            <a:ext cx="6217800" cy="16764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82" name="Google Shape;82;p3"/>
          <p:cNvSpPr txBox="1"/>
          <p:nvPr>
            <p:ph hasCustomPrompt="1" idx="2" type="title"/>
          </p:nvPr>
        </p:nvSpPr>
        <p:spPr>
          <a:xfrm>
            <a:off x="3745950" y="809625"/>
            <a:ext cx="1652100" cy="112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8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83" name="Google Shape;83;p3"/>
          <p:cNvSpPr txBox="1"/>
          <p:nvPr>
            <p:ph idx="1" type="subTitle"/>
          </p:nvPr>
        </p:nvSpPr>
        <p:spPr>
          <a:xfrm>
            <a:off x="1463100" y="3797250"/>
            <a:ext cx="6217800" cy="430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84" name="Google Shape;84;p3"/>
          <p:cNvGrpSpPr/>
          <p:nvPr/>
        </p:nvGrpSpPr>
        <p:grpSpPr>
          <a:xfrm>
            <a:off x="-1196147" y="-548842"/>
            <a:ext cx="13880920" cy="6874700"/>
            <a:chOff x="-1196147" y="-548842"/>
            <a:chExt cx="13880920" cy="6874700"/>
          </a:xfrm>
        </p:grpSpPr>
        <p:grpSp>
          <p:nvGrpSpPr>
            <p:cNvPr id="85" name="Google Shape;85;p3"/>
            <p:cNvGrpSpPr/>
            <p:nvPr/>
          </p:nvGrpSpPr>
          <p:grpSpPr>
            <a:xfrm>
              <a:off x="-1196147" y="-548842"/>
              <a:ext cx="3657841" cy="4417628"/>
              <a:chOff x="-1196147" y="-548842"/>
              <a:chExt cx="3657841" cy="4417628"/>
            </a:xfrm>
          </p:grpSpPr>
          <p:sp>
            <p:nvSpPr>
              <p:cNvPr id="86" name="Google Shape;86;p3"/>
              <p:cNvSpPr/>
              <p:nvPr/>
            </p:nvSpPr>
            <p:spPr>
              <a:xfrm rot="10359365">
                <a:off x="2255245" y="146021"/>
                <a:ext cx="194798" cy="194798"/>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7" name="Google Shape;87;p3"/>
              <p:cNvSpPr/>
              <p:nvPr/>
            </p:nvSpPr>
            <p:spPr>
              <a:xfrm rot="10359365">
                <a:off x="-841304" y="2200605"/>
                <a:ext cx="194798" cy="194798"/>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8" name="Google Shape;88;p3"/>
              <p:cNvSpPr/>
              <p:nvPr/>
            </p:nvSpPr>
            <p:spPr>
              <a:xfrm rot="10361981">
                <a:off x="352993" y="-214656"/>
                <a:ext cx="401353" cy="40135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9" name="Google Shape;89;p3"/>
              <p:cNvSpPr/>
              <p:nvPr/>
            </p:nvSpPr>
            <p:spPr>
              <a:xfrm rot="10355821">
                <a:off x="274120" y="560515"/>
                <a:ext cx="130387" cy="130387"/>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0" name="Google Shape;90;p3"/>
              <p:cNvSpPr/>
              <p:nvPr/>
            </p:nvSpPr>
            <p:spPr>
              <a:xfrm rot="10360416">
                <a:off x="1106270" y="873580"/>
                <a:ext cx="254074" cy="25407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1" name="Google Shape;91;p3"/>
              <p:cNvSpPr/>
              <p:nvPr/>
            </p:nvSpPr>
            <p:spPr>
              <a:xfrm rot="10355821">
                <a:off x="424057" y="2400495"/>
                <a:ext cx="130387" cy="130387"/>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2" name="Google Shape;92;p3"/>
              <p:cNvSpPr/>
              <p:nvPr/>
            </p:nvSpPr>
            <p:spPr>
              <a:xfrm rot="9969336">
                <a:off x="1746927" y="9840"/>
                <a:ext cx="130388" cy="130388"/>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3" name="Google Shape;93;p3"/>
              <p:cNvSpPr/>
              <p:nvPr/>
            </p:nvSpPr>
            <p:spPr>
              <a:xfrm rot="10360567">
                <a:off x="-737089" y="906043"/>
                <a:ext cx="96487" cy="96487"/>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4" name="Google Shape;94;p3"/>
              <p:cNvCxnSpPr>
                <a:stCxn id="90" idx="5"/>
                <a:endCxn id="89" idx="1"/>
              </p:cNvCxnSpPr>
              <p:nvPr/>
            </p:nvCxnSpPr>
            <p:spPr>
              <a:xfrm rot="10800000">
                <a:off x="390857" y="665576"/>
                <a:ext cx="741900" cy="257400"/>
              </a:xfrm>
              <a:prstGeom prst="straightConnector1">
                <a:avLst/>
              </a:prstGeom>
              <a:noFill/>
              <a:ln cap="flat" cmpd="sng" w="9525">
                <a:solidFill>
                  <a:schemeClr val="dk2"/>
                </a:solidFill>
                <a:prstDash val="solid"/>
                <a:round/>
                <a:headEnd len="med" w="med" type="none"/>
                <a:tailEnd len="med" w="med" type="none"/>
              </a:ln>
            </p:spPr>
          </p:cxnSp>
          <p:cxnSp>
            <p:nvCxnSpPr>
              <p:cNvPr id="95" name="Google Shape;95;p3"/>
              <p:cNvCxnSpPr>
                <a:stCxn id="91" idx="4"/>
                <a:endCxn id="89" idx="0"/>
              </p:cNvCxnSpPr>
              <p:nvPr/>
            </p:nvCxnSpPr>
            <p:spPr>
              <a:xfrm rot="10800000">
                <a:off x="347650" y="690439"/>
                <a:ext cx="133200" cy="1710600"/>
              </a:xfrm>
              <a:prstGeom prst="straightConnector1">
                <a:avLst/>
              </a:prstGeom>
              <a:noFill/>
              <a:ln cap="flat" cmpd="sng" w="9525">
                <a:solidFill>
                  <a:schemeClr val="dk2"/>
                </a:solidFill>
                <a:prstDash val="solid"/>
                <a:round/>
                <a:headEnd len="med" w="med" type="none"/>
                <a:tailEnd len="med" w="med" type="none"/>
              </a:ln>
            </p:spPr>
          </p:cxnSp>
          <p:cxnSp>
            <p:nvCxnSpPr>
              <p:cNvPr id="96" name="Google Shape;96;p3"/>
              <p:cNvCxnSpPr>
                <a:stCxn id="86" idx="6"/>
                <a:endCxn id="90" idx="3"/>
              </p:cNvCxnSpPr>
              <p:nvPr/>
            </p:nvCxnSpPr>
            <p:spPr>
              <a:xfrm flipH="1">
                <a:off x="1311044" y="255870"/>
                <a:ext cx="945000" cy="644100"/>
              </a:xfrm>
              <a:prstGeom prst="straightConnector1">
                <a:avLst/>
              </a:prstGeom>
              <a:noFill/>
              <a:ln cap="flat" cmpd="sng" w="9525">
                <a:solidFill>
                  <a:schemeClr val="dk2"/>
                </a:solidFill>
                <a:prstDash val="solid"/>
                <a:round/>
                <a:headEnd len="med" w="med" type="none"/>
                <a:tailEnd len="med" w="med" type="none"/>
              </a:ln>
            </p:spPr>
          </p:cxnSp>
          <p:cxnSp>
            <p:nvCxnSpPr>
              <p:cNvPr id="97" name="Google Shape;97;p3"/>
              <p:cNvCxnSpPr>
                <a:stCxn id="90" idx="7"/>
                <a:endCxn id="91" idx="2"/>
              </p:cNvCxnSpPr>
              <p:nvPr/>
            </p:nvCxnSpPr>
            <p:spPr>
              <a:xfrm flipH="1">
                <a:off x="553867" y="1101167"/>
                <a:ext cx="601800" cy="1356000"/>
              </a:xfrm>
              <a:prstGeom prst="straightConnector1">
                <a:avLst/>
              </a:prstGeom>
              <a:noFill/>
              <a:ln cap="flat" cmpd="sng" w="9525">
                <a:solidFill>
                  <a:schemeClr val="dk2"/>
                </a:solidFill>
                <a:prstDash val="solid"/>
                <a:round/>
                <a:headEnd len="med" w="med" type="none"/>
                <a:tailEnd len="med" w="med" type="none"/>
              </a:ln>
            </p:spPr>
          </p:cxnSp>
          <p:cxnSp>
            <p:nvCxnSpPr>
              <p:cNvPr id="98" name="Google Shape;98;p3"/>
              <p:cNvCxnSpPr>
                <a:stCxn id="91" idx="6"/>
                <a:endCxn id="87" idx="1"/>
              </p:cNvCxnSpPr>
              <p:nvPr/>
            </p:nvCxnSpPr>
            <p:spPr>
              <a:xfrm rot="10800000">
                <a:off x="-666800" y="2357389"/>
                <a:ext cx="1091400" cy="116700"/>
              </a:xfrm>
              <a:prstGeom prst="straightConnector1">
                <a:avLst/>
              </a:prstGeom>
              <a:noFill/>
              <a:ln cap="flat" cmpd="sng" w="9525">
                <a:solidFill>
                  <a:schemeClr val="dk2"/>
                </a:solidFill>
                <a:prstDash val="solid"/>
                <a:round/>
                <a:headEnd len="med" w="med" type="none"/>
                <a:tailEnd len="med" w="med" type="none"/>
              </a:ln>
            </p:spPr>
          </p:cxnSp>
          <p:cxnSp>
            <p:nvCxnSpPr>
              <p:cNvPr id="99" name="Google Shape;99;p3"/>
              <p:cNvCxnSpPr>
                <a:stCxn id="89" idx="7"/>
                <a:endCxn id="87" idx="3"/>
              </p:cNvCxnSpPr>
              <p:nvPr/>
            </p:nvCxnSpPr>
            <p:spPr>
              <a:xfrm flipH="1">
                <a:off x="-684462" y="677363"/>
                <a:ext cx="984000" cy="1543500"/>
              </a:xfrm>
              <a:prstGeom prst="straightConnector1">
                <a:avLst/>
              </a:prstGeom>
              <a:noFill/>
              <a:ln cap="flat" cmpd="sng" w="9525">
                <a:solidFill>
                  <a:schemeClr val="dk2"/>
                </a:solidFill>
                <a:prstDash val="solid"/>
                <a:round/>
                <a:headEnd len="med" w="med" type="none"/>
                <a:tailEnd len="med" w="med" type="none"/>
              </a:ln>
            </p:spPr>
          </p:cxnSp>
          <p:cxnSp>
            <p:nvCxnSpPr>
              <p:cNvPr id="100" name="Google Shape;100;p3"/>
              <p:cNvCxnSpPr>
                <a:stCxn id="86" idx="6"/>
                <a:endCxn id="92" idx="1"/>
              </p:cNvCxnSpPr>
              <p:nvPr/>
            </p:nvCxnSpPr>
            <p:spPr>
              <a:xfrm rot="10800000">
                <a:off x="1867844" y="108870"/>
                <a:ext cx="388200" cy="147000"/>
              </a:xfrm>
              <a:prstGeom prst="straightConnector1">
                <a:avLst/>
              </a:prstGeom>
              <a:noFill/>
              <a:ln cap="flat" cmpd="sng" w="9525">
                <a:solidFill>
                  <a:schemeClr val="dk2"/>
                </a:solidFill>
                <a:prstDash val="solid"/>
                <a:round/>
                <a:headEnd len="med" w="med" type="none"/>
                <a:tailEnd len="med" w="med" type="none"/>
              </a:ln>
            </p:spPr>
          </p:cxnSp>
          <p:cxnSp>
            <p:nvCxnSpPr>
              <p:cNvPr id="101" name="Google Shape;101;p3"/>
              <p:cNvCxnSpPr>
                <a:stCxn id="92" idx="6"/>
                <a:endCxn id="89" idx="2"/>
              </p:cNvCxnSpPr>
              <p:nvPr/>
            </p:nvCxnSpPr>
            <p:spPr>
              <a:xfrm flipH="1">
                <a:off x="403921" y="90634"/>
                <a:ext cx="1344900" cy="526800"/>
              </a:xfrm>
              <a:prstGeom prst="straightConnector1">
                <a:avLst/>
              </a:prstGeom>
              <a:noFill/>
              <a:ln cap="flat" cmpd="sng" w="9525">
                <a:solidFill>
                  <a:schemeClr val="dk2"/>
                </a:solidFill>
                <a:prstDash val="solid"/>
                <a:round/>
                <a:headEnd len="med" w="med" type="none"/>
                <a:tailEnd len="med" w="med" type="none"/>
              </a:ln>
            </p:spPr>
          </p:cxnSp>
          <p:cxnSp>
            <p:nvCxnSpPr>
              <p:cNvPr id="102" name="Google Shape;102;p3"/>
              <p:cNvCxnSpPr>
                <a:stCxn id="92" idx="6"/>
                <a:endCxn id="88" idx="1"/>
              </p:cNvCxnSpPr>
              <p:nvPr/>
            </p:nvCxnSpPr>
            <p:spPr>
              <a:xfrm flipH="1">
                <a:off x="712321" y="90634"/>
                <a:ext cx="1036500" cy="18000"/>
              </a:xfrm>
              <a:prstGeom prst="straightConnector1">
                <a:avLst/>
              </a:prstGeom>
              <a:noFill/>
              <a:ln cap="flat" cmpd="sng" w="9525">
                <a:solidFill>
                  <a:schemeClr val="dk2"/>
                </a:solidFill>
                <a:prstDash val="solid"/>
                <a:round/>
                <a:headEnd len="med" w="med" type="none"/>
                <a:tailEnd len="med" w="med" type="none"/>
              </a:ln>
            </p:spPr>
          </p:cxnSp>
          <p:cxnSp>
            <p:nvCxnSpPr>
              <p:cNvPr id="103" name="Google Shape;103;p3"/>
              <p:cNvCxnSpPr>
                <a:stCxn id="88" idx="7"/>
                <a:endCxn id="93" idx="3"/>
              </p:cNvCxnSpPr>
              <p:nvPr/>
            </p:nvCxnSpPr>
            <p:spPr>
              <a:xfrm flipH="1">
                <a:off x="-659248" y="144801"/>
                <a:ext cx="1090200" cy="771300"/>
              </a:xfrm>
              <a:prstGeom prst="straightConnector1">
                <a:avLst/>
              </a:prstGeom>
              <a:noFill/>
              <a:ln cap="flat" cmpd="sng" w="9525">
                <a:solidFill>
                  <a:schemeClr val="dk2"/>
                </a:solidFill>
                <a:prstDash val="solid"/>
                <a:round/>
                <a:headEnd len="med" w="med" type="none"/>
                <a:tailEnd len="med" w="med" type="none"/>
              </a:ln>
            </p:spPr>
          </p:cxnSp>
          <p:cxnSp>
            <p:nvCxnSpPr>
              <p:cNvPr id="104" name="Google Shape;104;p3"/>
              <p:cNvCxnSpPr>
                <a:stCxn id="89" idx="6"/>
                <a:endCxn id="93" idx="2"/>
              </p:cNvCxnSpPr>
              <p:nvPr/>
            </p:nvCxnSpPr>
            <p:spPr>
              <a:xfrm flipH="1">
                <a:off x="-640937" y="634109"/>
                <a:ext cx="915600" cy="314100"/>
              </a:xfrm>
              <a:prstGeom prst="straightConnector1">
                <a:avLst/>
              </a:prstGeom>
              <a:noFill/>
              <a:ln cap="flat" cmpd="sng" w="9525">
                <a:solidFill>
                  <a:schemeClr val="dk2"/>
                </a:solidFill>
                <a:prstDash val="solid"/>
                <a:round/>
                <a:headEnd len="med" w="med" type="none"/>
                <a:tailEnd len="med" w="med" type="none"/>
              </a:ln>
            </p:spPr>
          </p:cxnSp>
          <p:cxnSp>
            <p:nvCxnSpPr>
              <p:cNvPr id="105" name="Google Shape;105;p3"/>
              <p:cNvCxnSpPr>
                <a:stCxn id="93" idx="0"/>
                <a:endCxn id="87" idx="5"/>
              </p:cNvCxnSpPr>
              <p:nvPr/>
            </p:nvCxnSpPr>
            <p:spPr>
              <a:xfrm flipH="1">
                <a:off x="-820996" y="1002137"/>
                <a:ext cx="138300" cy="1236300"/>
              </a:xfrm>
              <a:prstGeom prst="straightConnector1">
                <a:avLst/>
              </a:prstGeom>
              <a:noFill/>
              <a:ln cap="flat" cmpd="sng" w="9525">
                <a:solidFill>
                  <a:schemeClr val="dk2"/>
                </a:solidFill>
                <a:prstDash val="solid"/>
                <a:round/>
                <a:headEnd len="med" w="med" type="none"/>
                <a:tailEnd len="med" w="med" type="none"/>
              </a:ln>
            </p:spPr>
          </p:cxnSp>
          <p:cxnSp>
            <p:nvCxnSpPr>
              <p:cNvPr id="106" name="Google Shape;106;p3"/>
              <p:cNvCxnSpPr>
                <a:stCxn id="91" idx="5"/>
                <a:endCxn id="93" idx="1"/>
              </p:cNvCxnSpPr>
              <p:nvPr/>
            </p:nvCxnSpPr>
            <p:spPr>
              <a:xfrm rot="10800000">
                <a:off x="-650804" y="983814"/>
                <a:ext cx="1088400" cy="1442100"/>
              </a:xfrm>
              <a:prstGeom prst="straightConnector1">
                <a:avLst/>
              </a:prstGeom>
              <a:noFill/>
              <a:ln cap="flat" cmpd="sng" w="9525">
                <a:solidFill>
                  <a:schemeClr val="dk2"/>
                </a:solidFill>
                <a:prstDash val="solid"/>
                <a:round/>
                <a:headEnd len="med" w="med" type="none"/>
                <a:tailEnd len="med" w="med" type="none"/>
              </a:ln>
            </p:spPr>
          </p:cxnSp>
          <p:cxnSp>
            <p:nvCxnSpPr>
              <p:cNvPr id="107" name="Google Shape;107;p3"/>
              <p:cNvCxnSpPr>
                <a:stCxn id="90" idx="6"/>
                <a:endCxn id="93" idx="1"/>
              </p:cNvCxnSpPr>
              <p:nvPr/>
            </p:nvCxnSpPr>
            <p:spPr>
              <a:xfrm rot="10800000">
                <a:off x="-650693" y="983817"/>
                <a:ext cx="1758000" cy="33000"/>
              </a:xfrm>
              <a:prstGeom prst="straightConnector1">
                <a:avLst/>
              </a:prstGeom>
              <a:noFill/>
              <a:ln cap="flat" cmpd="sng" w="9525">
                <a:solidFill>
                  <a:schemeClr val="dk2"/>
                </a:solidFill>
                <a:prstDash val="solid"/>
                <a:round/>
                <a:headEnd len="med" w="med" type="none"/>
                <a:tailEnd len="med" w="med" type="none"/>
              </a:ln>
            </p:spPr>
          </p:cxnSp>
          <p:cxnSp>
            <p:nvCxnSpPr>
              <p:cNvPr id="108" name="Google Shape;108;p3"/>
              <p:cNvCxnSpPr>
                <a:stCxn id="90" idx="4"/>
                <a:endCxn id="88" idx="1"/>
              </p:cNvCxnSpPr>
              <p:nvPr/>
            </p:nvCxnSpPr>
            <p:spPr>
              <a:xfrm rot="10800000">
                <a:off x="712507" y="108717"/>
                <a:ext cx="504600" cy="765900"/>
              </a:xfrm>
              <a:prstGeom prst="straightConnector1">
                <a:avLst/>
              </a:prstGeom>
              <a:noFill/>
              <a:ln cap="flat" cmpd="sng" w="9525">
                <a:solidFill>
                  <a:schemeClr val="dk2"/>
                </a:solidFill>
                <a:prstDash val="solid"/>
                <a:round/>
                <a:headEnd len="med" w="med" type="none"/>
                <a:tailEnd len="med" w="med" type="none"/>
              </a:ln>
            </p:spPr>
          </p:cxnSp>
          <p:sp>
            <p:nvSpPr>
              <p:cNvPr id="109" name="Google Shape;109;p3"/>
              <p:cNvSpPr/>
              <p:nvPr/>
            </p:nvSpPr>
            <p:spPr>
              <a:xfrm rot="10355821">
                <a:off x="-1188290" y="-540986"/>
                <a:ext cx="130387" cy="130387"/>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0" name="Google Shape;110;p3"/>
              <p:cNvCxnSpPr>
                <a:stCxn id="93" idx="4"/>
                <a:endCxn id="109" idx="1"/>
              </p:cNvCxnSpPr>
              <p:nvPr/>
            </p:nvCxnSpPr>
            <p:spPr>
              <a:xfrm rot="10800000">
                <a:off x="-1071496" y="-436063"/>
                <a:ext cx="376500" cy="1342500"/>
              </a:xfrm>
              <a:prstGeom prst="straightConnector1">
                <a:avLst/>
              </a:prstGeom>
              <a:noFill/>
              <a:ln cap="flat" cmpd="sng" w="9525">
                <a:solidFill>
                  <a:schemeClr val="dk2"/>
                </a:solidFill>
                <a:prstDash val="solid"/>
                <a:round/>
                <a:headEnd len="med" w="med" type="none"/>
                <a:tailEnd len="med" w="med" type="none"/>
              </a:ln>
            </p:spPr>
          </p:cxnSp>
          <p:cxnSp>
            <p:nvCxnSpPr>
              <p:cNvPr id="111" name="Google Shape;111;p3"/>
              <p:cNvCxnSpPr>
                <a:stCxn id="109" idx="1"/>
                <a:endCxn id="88" idx="5"/>
              </p:cNvCxnSpPr>
              <p:nvPr/>
            </p:nvCxnSpPr>
            <p:spPr>
              <a:xfrm>
                <a:off x="-1071443" y="-436018"/>
                <a:ext cx="1466400" cy="299400"/>
              </a:xfrm>
              <a:prstGeom prst="straightConnector1">
                <a:avLst/>
              </a:prstGeom>
              <a:noFill/>
              <a:ln cap="flat" cmpd="sng" w="9525">
                <a:solidFill>
                  <a:schemeClr val="dk2"/>
                </a:solidFill>
                <a:prstDash val="solid"/>
                <a:round/>
                <a:headEnd len="med" w="med" type="none"/>
                <a:tailEnd len="med" w="med" type="none"/>
              </a:ln>
            </p:spPr>
          </p:cxnSp>
          <p:cxnSp>
            <p:nvCxnSpPr>
              <p:cNvPr id="112" name="Google Shape;112;p3"/>
              <p:cNvCxnSpPr>
                <a:stCxn id="109" idx="1"/>
                <a:endCxn id="89" idx="5"/>
              </p:cNvCxnSpPr>
              <p:nvPr/>
            </p:nvCxnSpPr>
            <p:spPr>
              <a:xfrm>
                <a:off x="-1071443" y="-436018"/>
                <a:ext cx="1359000" cy="1022100"/>
              </a:xfrm>
              <a:prstGeom prst="straightConnector1">
                <a:avLst/>
              </a:prstGeom>
              <a:noFill/>
              <a:ln cap="flat" cmpd="sng" w="9525">
                <a:solidFill>
                  <a:schemeClr val="dk2"/>
                </a:solidFill>
                <a:prstDash val="solid"/>
                <a:round/>
                <a:headEnd len="med" w="med" type="none"/>
                <a:tailEnd len="med" w="med" type="none"/>
              </a:ln>
            </p:spPr>
          </p:cxnSp>
          <p:sp>
            <p:nvSpPr>
              <p:cNvPr id="113" name="Google Shape;113;p3"/>
              <p:cNvSpPr/>
              <p:nvPr/>
            </p:nvSpPr>
            <p:spPr>
              <a:xfrm rot="10361165">
                <a:off x="-233691" y="3414341"/>
                <a:ext cx="428890" cy="42889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4" name="Google Shape;114;p3"/>
              <p:cNvCxnSpPr>
                <a:stCxn id="91" idx="0"/>
                <a:endCxn id="113" idx="3"/>
              </p:cNvCxnSpPr>
              <p:nvPr/>
            </p:nvCxnSpPr>
            <p:spPr>
              <a:xfrm flipH="1">
                <a:off x="111850" y="2530339"/>
                <a:ext cx="385800" cy="928800"/>
              </a:xfrm>
              <a:prstGeom prst="straightConnector1">
                <a:avLst/>
              </a:prstGeom>
              <a:noFill/>
              <a:ln cap="flat" cmpd="sng" w="9525">
                <a:solidFill>
                  <a:schemeClr val="dk2"/>
                </a:solidFill>
                <a:prstDash val="solid"/>
                <a:round/>
                <a:headEnd len="med" w="med" type="none"/>
                <a:tailEnd len="med" w="med" type="none"/>
              </a:ln>
            </p:spPr>
          </p:cxnSp>
          <p:cxnSp>
            <p:nvCxnSpPr>
              <p:cNvPr id="115" name="Google Shape;115;p3"/>
              <p:cNvCxnSpPr>
                <a:stCxn id="87" idx="0"/>
                <a:endCxn id="113" idx="5"/>
              </p:cNvCxnSpPr>
              <p:nvPr/>
            </p:nvCxnSpPr>
            <p:spPr>
              <a:xfrm>
                <a:off x="-731455" y="2394604"/>
                <a:ext cx="542400" cy="1103100"/>
              </a:xfrm>
              <a:prstGeom prst="straightConnector1">
                <a:avLst/>
              </a:prstGeom>
              <a:noFill/>
              <a:ln cap="flat" cmpd="sng" w="9525">
                <a:solidFill>
                  <a:schemeClr val="dk2"/>
                </a:solidFill>
                <a:prstDash val="solid"/>
                <a:round/>
                <a:headEnd len="med" w="med" type="none"/>
                <a:tailEnd len="med" w="med" type="none"/>
              </a:ln>
            </p:spPr>
          </p:cxnSp>
        </p:grpSp>
        <p:grpSp>
          <p:nvGrpSpPr>
            <p:cNvPr id="116" name="Google Shape;116;p3"/>
            <p:cNvGrpSpPr/>
            <p:nvPr/>
          </p:nvGrpSpPr>
          <p:grpSpPr>
            <a:xfrm>
              <a:off x="6988759" y="2308882"/>
              <a:ext cx="5696014" cy="4016976"/>
              <a:chOff x="6988759" y="2308882"/>
              <a:chExt cx="5696014" cy="4016976"/>
            </a:xfrm>
          </p:grpSpPr>
          <p:sp>
            <p:nvSpPr>
              <p:cNvPr id="117" name="Google Shape;117;p3"/>
              <p:cNvSpPr/>
              <p:nvPr/>
            </p:nvSpPr>
            <p:spPr>
              <a:xfrm flipH="1" rot="10800000">
                <a:off x="6988759" y="4811408"/>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8" name="Google Shape;118;p3"/>
              <p:cNvSpPr/>
              <p:nvPr/>
            </p:nvSpPr>
            <p:spPr>
              <a:xfrm flipH="1" rot="10800000">
                <a:off x="9708881" y="5924735"/>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9" name="Google Shape;119;p3"/>
              <p:cNvSpPr/>
              <p:nvPr/>
            </p:nvSpPr>
            <p:spPr>
              <a:xfrm flipH="1" rot="10800000">
                <a:off x="9274463" y="3379603"/>
                <a:ext cx="401400" cy="401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0" name="Google Shape;120;p3"/>
              <p:cNvSpPr/>
              <p:nvPr/>
            </p:nvSpPr>
            <p:spPr>
              <a:xfrm flipH="1" rot="10800000">
                <a:off x="8847429" y="5037312"/>
                <a:ext cx="130500" cy="13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1" name="Google Shape;121;p3"/>
              <p:cNvSpPr/>
              <p:nvPr/>
            </p:nvSpPr>
            <p:spPr>
              <a:xfrm flipH="1" rot="10800000">
                <a:off x="7696942" y="5973758"/>
                <a:ext cx="96300" cy="96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2" name="Google Shape;122;p3"/>
              <p:cNvSpPr/>
              <p:nvPr/>
            </p:nvSpPr>
            <p:spPr>
              <a:xfrm flipH="1" rot="10800000">
                <a:off x="8847429" y="6195358"/>
                <a:ext cx="130500" cy="130500"/>
              </a:xfrm>
              <a:prstGeom prst="ellipse">
                <a:avLst/>
              </a:prstGeom>
              <a:solidFill>
                <a:srgbClr val="FF00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 name="Google Shape;123;p3"/>
              <p:cNvSpPr/>
              <p:nvPr/>
            </p:nvSpPr>
            <p:spPr>
              <a:xfrm flipH="1" rot="10800000">
                <a:off x="7958998" y="409569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4" name="Google Shape;124;p3"/>
              <p:cNvSpPr/>
              <p:nvPr/>
            </p:nvSpPr>
            <p:spPr>
              <a:xfrm flipH="1" rot="10800000">
                <a:off x="12588473" y="4375765"/>
                <a:ext cx="96300" cy="96300"/>
              </a:xfrm>
              <a:prstGeom prst="ellipse">
                <a:avLst/>
              </a:prstGeom>
              <a:solidFill>
                <a:srgbClr val="86CF6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5" name="Google Shape;125;p3"/>
              <p:cNvCxnSpPr>
                <a:stCxn id="121" idx="5"/>
                <a:endCxn id="120" idx="1"/>
              </p:cNvCxnSpPr>
              <p:nvPr/>
            </p:nvCxnSpPr>
            <p:spPr>
              <a:xfrm flipH="1" rot="10800000">
                <a:off x="7779139" y="5148761"/>
                <a:ext cx="1087500" cy="839100"/>
              </a:xfrm>
              <a:prstGeom prst="straightConnector1">
                <a:avLst/>
              </a:prstGeom>
              <a:noFill/>
              <a:ln cap="flat" cmpd="sng" w="9525">
                <a:solidFill>
                  <a:schemeClr val="dk2"/>
                </a:solidFill>
                <a:prstDash val="solid"/>
                <a:round/>
                <a:headEnd len="med" w="med" type="none"/>
                <a:tailEnd len="med" w="med" type="none"/>
              </a:ln>
            </p:spPr>
          </p:cxnSp>
          <p:cxnSp>
            <p:nvCxnSpPr>
              <p:cNvPr id="126" name="Google Shape;126;p3"/>
              <p:cNvCxnSpPr>
                <a:stCxn id="122" idx="4"/>
                <a:endCxn id="120" idx="0"/>
              </p:cNvCxnSpPr>
              <p:nvPr/>
            </p:nvCxnSpPr>
            <p:spPr>
              <a:xfrm rot="10800000">
                <a:off x="8912679" y="5167858"/>
                <a:ext cx="0" cy="1027500"/>
              </a:xfrm>
              <a:prstGeom prst="straightConnector1">
                <a:avLst/>
              </a:prstGeom>
              <a:noFill/>
              <a:ln cap="flat" cmpd="sng" w="9525">
                <a:solidFill>
                  <a:schemeClr val="dk2"/>
                </a:solidFill>
                <a:prstDash val="solid"/>
                <a:round/>
                <a:headEnd len="med" w="med" type="none"/>
                <a:tailEnd len="med" w="med" type="none"/>
              </a:ln>
            </p:spPr>
          </p:cxnSp>
          <p:cxnSp>
            <p:nvCxnSpPr>
              <p:cNvPr id="127" name="Google Shape;127;p3"/>
              <p:cNvCxnSpPr>
                <a:stCxn id="117" idx="6"/>
                <a:endCxn id="120" idx="2"/>
              </p:cNvCxnSpPr>
              <p:nvPr/>
            </p:nvCxnSpPr>
            <p:spPr>
              <a:xfrm>
                <a:off x="7183159" y="4908608"/>
                <a:ext cx="1664400" cy="194100"/>
              </a:xfrm>
              <a:prstGeom prst="straightConnector1">
                <a:avLst/>
              </a:prstGeom>
              <a:noFill/>
              <a:ln cap="flat" cmpd="sng" w="9525">
                <a:solidFill>
                  <a:schemeClr val="dk2"/>
                </a:solidFill>
                <a:prstDash val="solid"/>
                <a:round/>
                <a:headEnd len="med" w="med" type="none"/>
                <a:tailEnd len="med" w="med" type="none"/>
              </a:ln>
            </p:spPr>
          </p:cxnSp>
          <p:cxnSp>
            <p:nvCxnSpPr>
              <p:cNvPr id="128" name="Google Shape;128;p3"/>
              <p:cNvCxnSpPr>
                <a:stCxn id="117" idx="0"/>
                <a:endCxn id="121" idx="3"/>
              </p:cNvCxnSpPr>
              <p:nvPr/>
            </p:nvCxnSpPr>
            <p:spPr>
              <a:xfrm>
                <a:off x="7085959" y="5005808"/>
                <a:ext cx="625200" cy="982200"/>
              </a:xfrm>
              <a:prstGeom prst="straightConnector1">
                <a:avLst/>
              </a:prstGeom>
              <a:noFill/>
              <a:ln cap="flat" cmpd="sng" w="9525">
                <a:solidFill>
                  <a:schemeClr val="dk2"/>
                </a:solidFill>
                <a:prstDash val="solid"/>
                <a:round/>
                <a:headEnd len="med" w="med" type="none"/>
                <a:tailEnd len="med" w="med" type="none"/>
              </a:ln>
            </p:spPr>
          </p:cxnSp>
          <p:cxnSp>
            <p:nvCxnSpPr>
              <p:cNvPr id="129" name="Google Shape;129;p3"/>
              <p:cNvCxnSpPr>
                <a:stCxn id="121" idx="7"/>
                <a:endCxn id="122" idx="2"/>
              </p:cNvCxnSpPr>
              <p:nvPr/>
            </p:nvCxnSpPr>
            <p:spPr>
              <a:xfrm>
                <a:off x="7779139" y="6055955"/>
                <a:ext cx="1068300" cy="204600"/>
              </a:xfrm>
              <a:prstGeom prst="straightConnector1">
                <a:avLst/>
              </a:prstGeom>
              <a:noFill/>
              <a:ln cap="flat" cmpd="sng" w="9525">
                <a:solidFill>
                  <a:schemeClr val="dk2"/>
                </a:solidFill>
                <a:prstDash val="solid"/>
                <a:round/>
                <a:headEnd len="med" w="med" type="none"/>
                <a:tailEnd len="med" w="med" type="none"/>
              </a:ln>
            </p:spPr>
          </p:cxnSp>
          <p:cxnSp>
            <p:nvCxnSpPr>
              <p:cNvPr id="130" name="Google Shape;130;p3"/>
              <p:cNvCxnSpPr>
                <a:stCxn id="122" idx="6"/>
                <a:endCxn id="118" idx="2"/>
              </p:cNvCxnSpPr>
              <p:nvPr/>
            </p:nvCxnSpPr>
            <p:spPr>
              <a:xfrm flipH="1" rot="10800000">
                <a:off x="8977929" y="6021808"/>
                <a:ext cx="731100" cy="238800"/>
              </a:xfrm>
              <a:prstGeom prst="straightConnector1">
                <a:avLst/>
              </a:prstGeom>
              <a:noFill/>
              <a:ln cap="flat" cmpd="sng" w="9525">
                <a:solidFill>
                  <a:schemeClr val="dk2"/>
                </a:solidFill>
                <a:prstDash val="solid"/>
                <a:round/>
                <a:headEnd len="med" w="med" type="none"/>
                <a:tailEnd len="med" w="med" type="none"/>
              </a:ln>
            </p:spPr>
          </p:cxnSp>
          <p:cxnSp>
            <p:nvCxnSpPr>
              <p:cNvPr id="131" name="Google Shape;131;p3"/>
              <p:cNvCxnSpPr>
                <a:stCxn id="120" idx="7"/>
                <a:endCxn id="118" idx="3"/>
              </p:cNvCxnSpPr>
              <p:nvPr/>
            </p:nvCxnSpPr>
            <p:spPr>
              <a:xfrm>
                <a:off x="8958818" y="5148700"/>
                <a:ext cx="778500" cy="804600"/>
              </a:xfrm>
              <a:prstGeom prst="straightConnector1">
                <a:avLst/>
              </a:prstGeom>
              <a:noFill/>
              <a:ln cap="flat" cmpd="sng" w="9525">
                <a:solidFill>
                  <a:schemeClr val="dk2"/>
                </a:solidFill>
                <a:prstDash val="solid"/>
                <a:round/>
                <a:headEnd len="med" w="med" type="none"/>
                <a:tailEnd len="med" w="med" type="none"/>
              </a:ln>
            </p:spPr>
          </p:cxnSp>
          <p:cxnSp>
            <p:nvCxnSpPr>
              <p:cNvPr id="132" name="Google Shape;132;p3"/>
              <p:cNvCxnSpPr>
                <a:stCxn id="117" idx="5"/>
                <a:endCxn id="123" idx="1"/>
              </p:cNvCxnSpPr>
              <p:nvPr/>
            </p:nvCxnSpPr>
            <p:spPr>
              <a:xfrm flipH="1" rot="10800000">
                <a:off x="7154690" y="4207177"/>
                <a:ext cx="823500" cy="632700"/>
              </a:xfrm>
              <a:prstGeom prst="straightConnector1">
                <a:avLst/>
              </a:prstGeom>
              <a:noFill/>
              <a:ln cap="flat" cmpd="sng" w="9525">
                <a:solidFill>
                  <a:schemeClr val="dk2"/>
                </a:solidFill>
                <a:prstDash val="solid"/>
                <a:round/>
                <a:headEnd len="med" w="med" type="none"/>
                <a:tailEnd len="med" w="med" type="none"/>
              </a:ln>
            </p:spPr>
          </p:cxnSp>
          <p:cxnSp>
            <p:nvCxnSpPr>
              <p:cNvPr id="133" name="Google Shape;133;p3"/>
              <p:cNvCxnSpPr>
                <a:stCxn id="123" idx="7"/>
                <a:endCxn id="120" idx="3"/>
              </p:cNvCxnSpPr>
              <p:nvPr/>
            </p:nvCxnSpPr>
            <p:spPr>
              <a:xfrm>
                <a:off x="8070387" y="4207078"/>
                <a:ext cx="796200" cy="849300"/>
              </a:xfrm>
              <a:prstGeom prst="straightConnector1">
                <a:avLst/>
              </a:prstGeom>
              <a:noFill/>
              <a:ln cap="flat" cmpd="sng" w="9525">
                <a:solidFill>
                  <a:schemeClr val="dk2"/>
                </a:solidFill>
                <a:prstDash val="solid"/>
                <a:round/>
                <a:headEnd len="med" w="med" type="none"/>
                <a:tailEnd len="med" w="med" type="none"/>
              </a:ln>
            </p:spPr>
          </p:cxnSp>
          <p:cxnSp>
            <p:nvCxnSpPr>
              <p:cNvPr id="134" name="Google Shape;134;p3"/>
              <p:cNvCxnSpPr>
                <a:stCxn id="123" idx="7"/>
                <a:endCxn id="119" idx="1"/>
              </p:cNvCxnSpPr>
              <p:nvPr/>
            </p:nvCxnSpPr>
            <p:spPr>
              <a:xfrm flipH="1" rot="10800000">
                <a:off x="8070387" y="3722278"/>
                <a:ext cx="1263000" cy="484800"/>
              </a:xfrm>
              <a:prstGeom prst="straightConnector1">
                <a:avLst/>
              </a:prstGeom>
              <a:noFill/>
              <a:ln cap="flat" cmpd="sng" w="9525">
                <a:solidFill>
                  <a:schemeClr val="dk2"/>
                </a:solidFill>
                <a:prstDash val="solid"/>
                <a:round/>
                <a:headEnd len="med" w="med" type="none"/>
                <a:tailEnd len="med" w="med" type="none"/>
              </a:ln>
            </p:spPr>
          </p:cxnSp>
          <p:cxnSp>
            <p:nvCxnSpPr>
              <p:cNvPr id="135" name="Google Shape;135;p3"/>
              <p:cNvCxnSpPr>
                <a:stCxn id="119" idx="0"/>
                <a:endCxn id="120" idx="5"/>
              </p:cNvCxnSpPr>
              <p:nvPr/>
            </p:nvCxnSpPr>
            <p:spPr>
              <a:xfrm flipH="1">
                <a:off x="8958863" y="3781003"/>
                <a:ext cx="516300" cy="1275300"/>
              </a:xfrm>
              <a:prstGeom prst="straightConnector1">
                <a:avLst/>
              </a:prstGeom>
              <a:noFill/>
              <a:ln cap="flat" cmpd="sng" w="9525">
                <a:solidFill>
                  <a:schemeClr val="dk2"/>
                </a:solidFill>
                <a:prstDash val="solid"/>
                <a:round/>
                <a:headEnd len="med" w="med" type="none"/>
                <a:tailEnd len="med" w="med" type="none"/>
              </a:ln>
            </p:spPr>
          </p:cxnSp>
          <p:cxnSp>
            <p:nvCxnSpPr>
              <p:cNvPr id="136" name="Google Shape;136;p3"/>
              <p:cNvCxnSpPr>
                <a:stCxn id="124" idx="1"/>
                <a:endCxn id="118" idx="5"/>
              </p:cNvCxnSpPr>
              <p:nvPr/>
            </p:nvCxnSpPr>
            <p:spPr>
              <a:xfrm flipH="1">
                <a:off x="9874676" y="4457962"/>
                <a:ext cx="2727900" cy="1495200"/>
              </a:xfrm>
              <a:prstGeom prst="straightConnector1">
                <a:avLst/>
              </a:prstGeom>
              <a:noFill/>
              <a:ln cap="flat" cmpd="sng" w="9525">
                <a:solidFill>
                  <a:schemeClr val="dk2"/>
                </a:solidFill>
                <a:prstDash val="solid"/>
                <a:round/>
                <a:headEnd len="med" w="med" type="none"/>
                <a:tailEnd len="med" w="med" type="none"/>
              </a:ln>
            </p:spPr>
          </p:cxnSp>
          <p:cxnSp>
            <p:nvCxnSpPr>
              <p:cNvPr id="137" name="Google Shape;137;p3"/>
              <p:cNvCxnSpPr>
                <a:stCxn id="121" idx="6"/>
                <a:endCxn id="124" idx="1"/>
              </p:cNvCxnSpPr>
              <p:nvPr/>
            </p:nvCxnSpPr>
            <p:spPr>
              <a:xfrm flipH="1" rot="10800000">
                <a:off x="7793242" y="4458008"/>
                <a:ext cx="4809300" cy="1563900"/>
              </a:xfrm>
              <a:prstGeom prst="straightConnector1">
                <a:avLst/>
              </a:prstGeom>
              <a:noFill/>
              <a:ln cap="flat" cmpd="sng" w="9525">
                <a:solidFill>
                  <a:schemeClr val="dk2"/>
                </a:solidFill>
                <a:prstDash val="solid"/>
                <a:round/>
                <a:headEnd len="med" w="med" type="none"/>
                <a:tailEnd len="med" w="med" type="none"/>
              </a:ln>
            </p:spPr>
          </p:cxnSp>
          <p:cxnSp>
            <p:nvCxnSpPr>
              <p:cNvPr id="138" name="Google Shape;138;p3"/>
              <p:cNvCxnSpPr>
                <a:stCxn id="118" idx="4"/>
                <a:endCxn id="119" idx="0"/>
              </p:cNvCxnSpPr>
              <p:nvPr/>
            </p:nvCxnSpPr>
            <p:spPr>
              <a:xfrm rot="10800000">
                <a:off x="9475181" y="3780935"/>
                <a:ext cx="330900" cy="2143800"/>
              </a:xfrm>
              <a:prstGeom prst="straightConnector1">
                <a:avLst/>
              </a:prstGeom>
              <a:noFill/>
              <a:ln cap="flat" cmpd="sng" w="9525">
                <a:solidFill>
                  <a:schemeClr val="dk2"/>
                </a:solidFill>
                <a:prstDash val="solid"/>
                <a:round/>
                <a:headEnd len="med" w="med" type="none"/>
                <a:tailEnd len="med" w="med" type="none"/>
              </a:ln>
            </p:spPr>
          </p:cxnSp>
          <p:sp>
            <p:nvSpPr>
              <p:cNvPr id="139" name="Google Shape;139;p3"/>
              <p:cNvSpPr/>
              <p:nvPr/>
            </p:nvSpPr>
            <p:spPr>
              <a:xfrm flipH="1" rot="10800000">
                <a:off x="11005448" y="376185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0" name="Google Shape;140;p3"/>
              <p:cNvCxnSpPr>
                <a:stCxn id="124" idx="2"/>
                <a:endCxn id="139" idx="7"/>
              </p:cNvCxnSpPr>
              <p:nvPr/>
            </p:nvCxnSpPr>
            <p:spPr>
              <a:xfrm rot="10800000">
                <a:off x="11116973" y="3873115"/>
                <a:ext cx="1471500" cy="550800"/>
              </a:xfrm>
              <a:prstGeom prst="straightConnector1">
                <a:avLst/>
              </a:prstGeom>
              <a:noFill/>
              <a:ln cap="flat" cmpd="sng" w="9525">
                <a:solidFill>
                  <a:srgbClr val="434343"/>
                </a:solidFill>
                <a:prstDash val="solid"/>
                <a:round/>
                <a:headEnd len="med" w="med" type="none"/>
                <a:tailEnd len="med" w="med" type="none"/>
              </a:ln>
            </p:spPr>
          </p:cxnSp>
          <p:cxnSp>
            <p:nvCxnSpPr>
              <p:cNvPr id="141" name="Google Shape;141;p3"/>
              <p:cNvCxnSpPr>
                <a:stCxn id="139" idx="2"/>
                <a:endCxn id="119" idx="6"/>
              </p:cNvCxnSpPr>
              <p:nvPr/>
            </p:nvCxnSpPr>
            <p:spPr>
              <a:xfrm rot="10800000">
                <a:off x="9675848" y="3580200"/>
                <a:ext cx="1329600" cy="246900"/>
              </a:xfrm>
              <a:prstGeom prst="straightConnector1">
                <a:avLst/>
              </a:prstGeom>
              <a:noFill/>
              <a:ln cap="flat" cmpd="sng" w="9525">
                <a:solidFill>
                  <a:schemeClr val="dk2"/>
                </a:solidFill>
                <a:prstDash val="solid"/>
                <a:round/>
                <a:headEnd len="med" w="med" type="none"/>
                <a:tailEnd len="med" w="med" type="none"/>
              </a:ln>
            </p:spPr>
          </p:cxnSp>
          <p:cxnSp>
            <p:nvCxnSpPr>
              <p:cNvPr id="142" name="Google Shape;142;p3"/>
              <p:cNvCxnSpPr>
                <a:stCxn id="139" idx="0"/>
                <a:endCxn id="118" idx="4"/>
              </p:cNvCxnSpPr>
              <p:nvPr/>
            </p:nvCxnSpPr>
            <p:spPr>
              <a:xfrm flipH="1">
                <a:off x="9806198" y="3892350"/>
                <a:ext cx="1264500" cy="2032500"/>
              </a:xfrm>
              <a:prstGeom prst="straightConnector1">
                <a:avLst/>
              </a:prstGeom>
              <a:noFill/>
              <a:ln cap="flat" cmpd="sng" w="9525">
                <a:solidFill>
                  <a:schemeClr val="dk2"/>
                </a:solidFill>
                <a:prstDash val="solid"/>
                <a:round/>
                <a:headEnd len="med" w="med" type="none"/>
                <a:tailEnd len="med" w="med" type="none"/>
              </a:ln>
            </p:spPr>
          </p:cxnSp>
          <p:cxnSp>
            <p:nvCxnSpPr>
              <p:cNvPr id="143" name="Google Shape;143;p3"/>
              <p:cNvCxnSpPr>
                <a:stCxn id="139" idx="1"/>
                <a:endCxn id="120" idx="5"/>
              </p:cNvCxnSpPr>
              <p:nvPr/>
            </p:nvCxnSpPr>
            <p:spPr>
              <a:xfrm flipH="1">
                <a:off x="8958759" y="3873239"/>
                <a:ext cx="2065800" cy="1183200"/>
              </a:xfrm>
              <a:prstGeom prst="straightConnector1">
                <a:avLst/>
              </a:prstGeom>
              <a:noFill/>
              <a:ln cap="flat" cmpd="sng" w="9525">
                <a:solidFill>
                  <a:schemeClr val="dk2"/>
                </a:solidFill>
                <a:prstDash val="solid"/>
                <a:round/>
                <a:headEnd len="med" w="med" type="none"/>
                <a:tailEnd len="med" w="med" type="none"/>
              </a:ln>
            </p:spPr>
          </p:cxnSp>
          <p:sp>
            <p:nvSpPr>
              <p:cNvPr id="144" name="Google Shape;144;p3"/>
              <p:cNvSpPr/>
              <p:nvPr/>
            </p:nvSpPr>
            <p:spPr>
              <a:xfrm flipH="1" rot="10800000">
                <a:off x="8260191" y="2787257"/>
                <a:ext cx="194400" cy="194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5" name="Google Shape;145;p3"/>
              <p:cNvCxnSpPr>
                <a:stCxn id="119" idx="3"/>
                <a:endCxn id="144" idx="7"/>
              </p:cNvCxnSpPr>
              <p:nvPr/>
            </p:nvCxnSpPr>
            <p:spPr>
              <a:xfrm rot="10800000">
                <a:off x="8426047" y="2953287"/>
                <a:ext cx="907200" cy="485100"/>
              </a:xfrm>
              <a:prstGeom prst="straightConnector1">
                <a:avLst/>
              </a:prstGeom>
              <a:noFill/>
              <a:ln cap="flat" cmpd="sng" w="9525">
                <a:solidFill>
                  <a:schemeClr val="dk2"/>
                </a:solidFill>
                <a:prstDash val="solid"/>
                <a:round/>
                <a:headEnd len="med" w="med" type="none"/>
                <a:tailEnd len="med" w="med" type="none"/>
              </a:ln>
            </p:spPr>
          </p:cxnSp>
          <p:cxnSp>
            <p:nvCxnSpPr>
              <p:cNvPr id="146" name="Google Shape;146;p3"/>
              <p:cNvCxnSpPr>
                <a:stCxn id="144" idx="0"/>
                <a:endCxn id="123" idx="4"/>
              </p:cNvCxnSpPr>
              <p:nvPr/>
            </p:nvCxnSpPr>
            <p:spPr>
              <a:xfrm flipH="1">
                <a:off x="8024391" y="2981657"/>
                <a:ext cx="333000" cy="1113900"/>
              </a:xfrm>
              <a:prstGeom prst="straightConnector1">
                <a:avLst/>
              </a:prstGeom>
              <a:noFill/>
              <a:ln cap="flat" cmpd="sng" w="9525">
                <a:solidFill>
                  <a:schemeClr val="dk2"/>
                </a:solidFill>
                <a:prstDash val="solid"/>
                <a:round/>
                <a:headEnd len="med" w="med" type="none"/>
                <a:tailEnd len="med" w="med" type="none"/>
              </a:ln>
            </p:spPr>
          </p:cxnSp>
          <p:sp>
            <p:nvSpPr>
              <p:cNvPr id="147" name="Google Shape;147;p3"/>
              <p:cNvSpPr/>
              <p:nvPr/>
            </p:nvSpPr>
            <p:spPr>
              <a:xfrm flipH="1" rot="10800000">
                <a:off x="7973826" y="4652423"/>
                <a:ext cx="249300" cy="249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8" name="Google Shape;148;p3"/>
              <p:cNvCxnSpPr>
                <a:stCxn id="117" idx="6"/>
                <a:endCxn id="147" idx="2"/>
              </p:cNvCxnSpPr>
              <p:nvPr/>
            </p:nvCxnSpPr>
            <p:spPr>
              <a:xfrm flipH="1" rot="10800000">
                <a:off x="7183159" y="4777208"/>
                <a:ext cx="790800" cy="131400"/>
              </a:xfrm>
              <a:prstGeom prst="straightConnector1">
                <a:avLst/>
              </a:prstGeom>
              <a:noFill/>
              <a:ln cap="flat" cmpd="sng" w="9525">
                <a:solidFill>
                  <a:schemeClr val="dk2"/>
                </a:solidFill>
                <a:prstDash val="solid"/>
                <a:round/>
                <a:headEnd len="med" w="med" type="none"/>
                <a:tailEnd len="med" w="med" type="none"/>
              </a:ln>
            </p:spPr>
          </p:cxnSp>
          <p:cxnSp>
            <p:nvCxnSpPr>
              <p:cNvPr id="149" name="Google Shape;149;p3"/>
              <p:cNvCxnSpPr>
                <a:stCxn id="123" idx="0"/>
                <a:endCxn id="147" idx="4"/>
              </p:cNvCxnSpPr>
              <p:nvPr/>
            </p:nvCxnSpPr>
            <p:spPr>
              <a:xfrm>
                <a:off x="8024248" y="4226190"/>
                <a:ext cx="74100" cy="426300"/>
              </a:xfrm>
              <a:prstGeom prst="straightConnector1">
                <a:avLst/>
              </a:prstGeom>
              <a:noFill/>
              <a:ln cap="flat" cmpd="sng" w="9525">
                <a:solidFill>
                  <a:schemeClr val="dk2"/>
                </a:solidFill>
                <a:prstDash val="solid"/>
                <a:round/>
                <a:headEnd len="med" w="med" type="none"/>
                <a:tailEnd len="med" w="med" type="none"/>
              </a:ln>
            </p:spPr>
          </p:cxnSp>
          <p:cxnSp>
            <p:nvCxnSpPr>
              <p:cNvPr id="150" name="Google Shape;150;p3"/>
              <p:cNvCxnSpPr>
                <a:stCxn id="147" idx="6"/>
                <a:endCxn id="120" idx="3"/>
              </p:cNvCxnSpPr>
              <p:nvPr/>
            </p:nvCxnSpPr>
            <p:spPr>
              <a:xfrm>
                <a:off x="8223126" y="4777073"/>
                <a:ext cx="643500" cy="279300"/>
              </a:xfrm>
              <a:prstGeom prst="straightConnector1">
                <a:avLst/>
              </a:prstGeom>
              <a:noFill/>
              <a:ln cap="flat" cmpd="sng" w="9525">
                <a:solidFill>
                  <a:schemeClr val="dk2"/>
                </a:solidFill>
                <a:prstDash val="solid"/>
                <a:round/>
                <a:headEnd len="med" w="med" type="none"/>
                <a:tailEnd len="med" w="med" type="none"/>
              </a:ln>
            </p:spPr>
          </p:cxnSp>
          <p:sp>
            <p:nvSpPr>
              <p:cNvPr id="151" name="Google Shape;151;p3"/>
              <p:cNvSpPr/>
              <p:nvPr/>
            </p:nvSpPr>
            <p:spPr>
              <a:xfrm flipH="1" rot="10800000">
                <a:off x="8782441" y="2308882"/>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52" name="Google Shape;152;p3"/>
              <p:cNvCxnSpPr>
                <a:stCxn id="144" idx="5"/>
                <a:endCxn id="151" idx="1"/>
              </p:cNvCxnSpPr>
              <p:nvPr/>
            </p:nvCxnSpPr>
            <p:spPr>
              <a:xfrm flipH="1" rot="10800000">
                <a:off x="8426122" y="2474926"/>
                <a:ext cx="384900" cy="340800"/>
              </a:xfrm>
              <a:prstGeom prst="straightConnector1">
                <a:avLst/>
              </a:prstGeom>
              <a:noFill/>
              <a:ln cap="flat" cmpd="sng" w="9525">
                <a:solidFill>
                  <a:schemeClr val="dk2"/>
                </a:solidFill>
                <a:prstDash val="solid"/>
                <a:round/>
                <a:headEnd len="med" w="med" type="none"/>
                <a:tailEnd len="med" w="med" type="none"/>
              </a:ln>
            </p:spPr>
          </p:cxnSp>
          <p:cxnSp>
            <p:nvCxnSpPr>
              <p:cNvPr id="153" name="Google Shape;153;p3"/>
              <p:cNvCxnSpPr>
                <a:stCxn id="151" idx="7"/>
                <a:endCxn id="119" idx="3"/>
              </p:cNvCxnSpPr>
              <p:nvPr/>
            </p:nvCxnSpPr>
            <p:spPr>
              <a:xfrm>
                <a:off x="8948372" y="2474812"/>
                <a:ext cx="384900" cy="963600"/>
              </a:xfrm>
              <a:prstGeom prst="straightConnector1">
                <a:avLst/>
              </a:prstGeom>
              <a:noFill/>
              <a:ln cap="flat" cmpd="sng" w="9525">
                <a:solidFill>
                  <a:schemeClr val="dk2"/>
                </a:solidFill>
                <a:prstDash val="solid"/>
                <a:round/>
                <a:headEnd len="med" w="med" type="none"/>
                <a:tailEnd len="med" w="med" type="none"/>
              </a:ln>
            </p:spPr>
          </p:cxnSp>
          <p:sp>
            <p:nvSpPr>
              <p:cNvPr id="154" name="Google Shape;154;p3"/>
              <p:cNvSpPr/>
              <p:nvPr/>
            </p:nvSpPr>
            <p:spPr>
              <a:xfrm flipH="1" rot="10800000">
                <a:off x="8521366" y="3414207"/>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55" name="Google Shape;155;p3"/>
              <p:cNvCxnSpPr>
                <a:stCxn id="144" idx="0"/>
                <a:endCxn id="154" idx="3"/>
              </p:cNvCxnSpPr>
              <p:nvPr/>
            </p:nvCxnSpPr>
            <p:spPr>
              <a:xfrm>
                <a:off x="8357391" y="2981657"/>
                <a:ext cx="192300" cy="461100"/>
              </a:xfrm>
              <a:prstGeom prst="straightConnector1">
                <a:avLst/>
              </a:prstGeom>
              <a:noFill/>
              <a:ln cap="flat" cmpd="sng" w="9525">
                <a:solidFill>
                  <a:schemeClr val="dk2"/>
                </a:solidFill>
                <a:prstDash val="solid"/>
                <a:round/>
                <a:headEnd len="med" w="med" type="none"/>
                <a:tailEnd len="med" w="med" type="none"/>
              </a:ln>
            </p:spPr>
          </p:cxnSp>
          <p:cxnSp>
            <p:nvCxnSpPr>
              <p:cNvPr id="156" name="Google Shape;156;p3"/>
              <p:cNvCxnSpPr>
                <a:stCxn id="154" idx="1"/>
                <a:endCxn id="123" idx="5"/>
              </p:cNvCxnSpPr>
              <p:nvPr/>
            </p:nvCxnSpPr>
            <p:spPr>
              <a:xfrm flipH="1">
                <a:off x="8070435" y="3580137"/>
                <a:ext cx="479400" cy="534600"/>
              </a:xfrm>
              <a:prstGeom prst="straightConnector1">
                <a:avLst/>
              </a:prstGeom>
              <a:noFill/>
              <a:ln cap="flat" cmpd="sng" w="9525">
                <a:solidFill>
                  <a:schemeClr val="dk2"/>
                </a:solidFill>
                <a:prstDash val="solid"/>
                <a:round/>
                <a:headEnd len="med" w="med" type="none"/>
                <a:tailEnd len="med" w="med" type="none"/>
              </a:ln>
            </p:spPr>
          </p:cxnSp>
          <p:cxnSp>
            <p:nvCxnSpPr>
              <p:cNvPr id="157" name="Google Shape;157;p3"/>
              <p:cNvCxnSpPr>
                <a:stCxn id="154" idx="6"/>
                <a:endCxn id="119" idx="2"/>
              </p:cNvCxnSpPr>
              <p:nvPr/>
            </p:nvCxnSpPr>
            <p:spPr>
              <a:xfrm>
                <a:off x="8715766" y="3511407"/>
                <a:ext cx="558600" cy="690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8" name="Shape 158"/>
        <p:cNvGrpSpPr/>
        <p:nvPr/>
      </p:nvGrpSpPr>
      <p:grpSpPr>
        <a:xfrm>
          <a:off x="0" y="0"/>
          <a:ext cx="0" cy="0"/>
          <a:chOff x="0" y="0"/>
          <a:chExt cx="0" cy="0"/>
        </a:xfrm>
      </p:grpSpPr>
      <p:sp>
        <p:nvSpPr>
          <p:cNvPr id="159" name="Google Shape;159;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0" name="Google Shape;160;p4"/>
          <p:cNvSpPr txBox="1"/>
          <p:nvPr>
            <p:ph idx="1" type="body"/>
          </p:nvPr>
        </p:nvSpPr>
        <p:spPr>
          <a:xfrm>
            <a:off x="720000" y="1215751"/>
            <a:ext cx="7704000" cy="1709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grpSp>
        <p:nvGrpSpPr>
          <p:cNvPr id="161" name="Google Shape;161;p4"/>
          <p:cNvGrpSpPr/>
          <p:nvPr/>
        </p:nvGrpSpPr>
        <p:grpSpPr>
          <a:xfrm>
            <a:off x="-497962" y="-2402532"/>
            <a:ext cx="9442425" cy="8210276"/>
            <a:chOff x="-497962" y="-2402532"/>
            <a:chExt cx="9442425" cy="8210276"/>
          </a:xfrm>
        </p:grpSpPr>
        <p:grpSp>
          <p:nvGrpSpPr>
            <p:cNvPr id="162" name="Google Shape;162;p4"/>
            <p:cNvGrpSpPr/>
            <p:nvPr/>
          </p:nvGrpSpPr>
          <p:grpSpPr>
            <a:xfrm>
              <a:off x="4589284" y="-2402532"/>
              <a:ext cx="4355179" cy="2890037"/>
              <a:chOff x="4589284" y="-2402532"/>
              <a:chExt cx="4355179" cy="2890037"/>
            </a:xfrm>
          </p:grpSpPr>
          <p:sp>
            <p:nvSpPr>
              <p:cNvPr id="163" name="Google Shape;163;p4"/>
              <p:cNvSpPr/>
              <p:nvPr/>
            </p:nvSpPr>
            <p:spPr>
              <a:xfrm rot="-2040502">
                <a:off x="4627083" y="192930"/>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4" name="Google Shape;164;p4"/>
              <p:cNvSpPr/>
              <p:nvPr/>
            </p:nvSpPr>
            <p:spPr>
              <a:xfrm rot="-2040502">
                <a:off x="7193806" y="-2094369"/>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5" name="Google Shape;165;p4"/>
              <p:cNvSpPr/>
              <p:nvPr/>
            </p:nvSpPr>
            <p:spPr>
              <a:xfrm rot="-2039936">
                <a:off x="7657969" y="-331832"/>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6" name="Google Shape;166;p4"/>
              <p:cNvSpPr/>
              <p:nvPr/>
            </p:nvSpPr>
            <p:spPr>
              <a:xfrm rot="-2047713">
                <a:off x="6999695" y="-80062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7" name="Google Shape;167;p4"/>
              <p:cNvSpPr/>
              <p:nvPr/>
            </p:nvSpPr>
            <p:spPr>
              <a:xfrm rot="-2045153">
                <a:off x="6126796" y="-832163"/>
                <a:ext cx="96354" cy="9635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8" name="Google Shape;168;p4"/>
              <p:cNvSpPr/>
              <p:nvPr/>
            </p:nvSpPr>
            <p:spPr>
              <a:xfrm rot="-2047713">
                <a:off x="6039211" y="-237716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9" name="Google Shape;169;p4"/>
              <p:cNvSpPr/>
              <p:nvPr/>
            </p:nvSpPr>
            <p:spPr>
              <a:xfrm rot="-2047713">
                <a:off x="6268216" y="-105290"/>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70" name="Google Shape;170;p4"/>
              <p:cNvSpPr/>
              <p:nvPr/>
            </p:nvSpPr>
            <p:spPr>
              <a:xfrm rot="-2045153">
                <a:off x="8100376" y="-1339754"/>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71" name="Google Shape;171;p4"/>
              <p:cNvCxnSpPr>
                <a:stCxn id="167" idx="5"/>
                <a:endCxn id="166" idx="1"/>
              </p:cNvCxnSpPr>
              <p:nvPr/>
            </p:nvCxnSpPr>
            <p:spPr>
              <a:xfrm>
                <a:off x="6222278" y="-774864"/>
                <a:ext cx="778500" cy="27300"/>
              </a:xfrm>
              <a:prstGeom prst="straightConnector1">
                <a:avLst/>
              </a:prstGeom>
              <a:noFill/>
              <a:ln cap="flat" cmpd="sng" w="9525">
                <a:solidFill>
                  <a:schemeClr val="dk2"/>
                </a:solidFill>
                <a:prstDash val="solid"/>
                <a:round/>
                <a:headEnd len="med" w="med" type="none"/>
                <a:tailEnd len="med" w="med" type="none"/>
              </a:ln>
            </p:spPr>
          </p:cxnSp>
          <p:cxnSp>
            <p:nvCxnSpPr>
              <p:cNvPr id="172" name="Google Shape;172;p4"/>
              <p:cNvCxnSpPr>
                <a:stCxn id="168" idx="4"/>
                <a:endCxn id="166" idx="0"/>
              </p:cNvCxnSpPr>
              <p:nvPr/>
            </p:nvCxnSpPr>
            <p:spPr>
              <a:xfrm>
                <a:off x="6141046" y="-2257932"/>
                <a:ext cx="887400" cy="1468500"/>
              </a:xfrm>
              <a:prstGeom prst="straightConnector1">
                <a:avLst/>
              </a:prstGeom>
              <a:noFill/>
              <a:ln cap="flat" cmpd="sng" w="9525">
                <a:solidFill>
                  <a:schemeClr val="dk2"/>
                </a:solidFill>
                <a:prstDash val="solid"/>
                <a:round/>
                <a:headEnd len="med" w="med" type="none"/>
                <a:tailEnd len="med" w="med" type="none"/>
              </a:ln>
            </p:spPr>
          </p:cxnSp>
          <p:cxnSp>
            <p:nvCxnSpPr>
              <p:cNvPr id="173" name="Google Shape;173;p4"/>
              <p:cNvCxnSpPr>
                <a:stCxn id="163" idx="6"/>
                <a:endCxn id="167" idx="3"/>
              </p:cNvCxnSpPr>
              <p:nvPr/>
            </p:nvCxnSpPr>
            <p:spPr>
              <a:xfrm flipH="1" rot="10800000">
                <a:off x="4805134" y="-736769"/>
                <a:ext cx="1360800" cy="972600"/>
              </a:xfrm>
              <a:prstGeom prst="straightConnector1">
                <a:avLst/>
              </a:prstGeom>
              <a:noFill/>
              <a:ln cap="flat" cmpd="sng" w="9525">
                <a:solidFill>
                  <a:schemeClr val="dk2"/>
                </a:solidFill>
                <a:prstDash val="solid"/>
                <a:round/>
                <a:headEnd len="med" w="med" type="none"/>
                <a:tailEnd len="med" w="med" type="none"/>
              </a:ln>
            </p:spPr>
          </p:cxnSp>
          <p:cxnSp>
            <p:nvCxnSpPr>
              <p:cNvPr id="174" name="Google Shape;174;p4"/>
              <p:cNvCxnSpPr>
                <a:stCxn id="167" idx="7"/>
                <a:endCxn id="168" idx="2"/>
              </p:cNvCxnSpPr>
              <p:nvPr/>
            </p:nvCxnSpPr>
            <p:spPr>
              <a:xfrm rot="10800000">
                <a:off x="6050594" y="-2275192"/>
                <a:ext cx="133500" cy="1443900"/>
              </a:xfrm>
              <a:prstGeom prst="straightConnector1">
                <a:avLst/>
              </a:prstGeom>
              <a:noFill/>
              <a:ln cap="flat" cmpd="sng" w="9525">
                <a:solidFill>
                  <a:schemeClr val="dk2"/>
                </a:solidFill>
                <a:prstDash val="solid"/>
                <a:round/>
                <a:headEnd len="med" w="med" type="none"/>
                <a:tailEnd len="med" w="med" type="none"/>
              </a:ln>
            </p:spPr>
          </p:cxnSp>
          <p:cxnSp>
            <p:nvCxnSpPr>
              <p:cNvPr id="175" name="Google Shape;175;p4"/>
              <p:cNvCxnSpPr>
                <a:stCxn id="168" idx="6"/>
                <a:endCxn id="164" idx="1"/>
              </p:cNvCxnSpPr>
              <p:nvPr/>
            </p:nvCxnSpPr>
            <p:spPr>
              <a:xfrm>
                <a:off x="6158446" y="-2348532"/>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176" name="Google Shape;176;p4"/>
              <p:cNvCxnSpPr>
                <a:stCxn id="166" idx="7"/>
                <a:endCxn id="164" idx="3"/>
              </p:cNvCxnSpPr>
              <p:nvPr/>
            </p:nvCxnSpPr>
            <p:spPr>
              <a:xfrm flipH="1" rot="10800000">
                <a:off x="7077233" y="-1901356"/>
                <a:ext cx="195300" cy="1101900"/>
              </a:xfrm>
              <a:prstGeom prst="straightConnector1">
                <a:avLst/>
              </a:prstGeom>
              <a:noFill/>
              <a:ln cap="flat" cmpd="sng" w="9525">
                <a:solidFill>
                  <a:schemeClr val="dk2"/>
                </a:solidFill>
                <a:prstDash val="solid"/>
                <a:round/>
                <a:headEnd len="med" w="med" type="none"/>
                <a:tailEnd len="med" w="med" type="none"/>
              </a:ln>
            </p:spPr>
          </p:cxnSp>
          <p:cxnSp>
            <p:nvCxnSpPr>
              <p:cNvPr id="177" name="Google Shape;177;p4"/>
              <p:cNvCxnSpPr>
                <a:stCxn id="163" idx="6"/>
                <a:endCxn id="169" idx="1"/>
              </p:cNvCxnSpPr>
              <p:nvPr/>
            </p:nvCxnSpPr>
            <p:spPr>
              <a:xfrm flipH="1" rot="10800000">
                <a:off x="4805134" y="-52469"/>
                <a:ext cx="1464300" cy="288300"/>
              </a:xfrm>
              <a:prstGeom prst="straightConnector1">
                <a:avLst/>
              </a:prstGeom>
              <a:noFill/>
              <a:ln cap="flat" cmpd="sng" w="9525">
                <a:solidFill>
                  <a:schemeClr val="dk2"/>
                </a:solidFill>
                <a:prstDash val="solid"/>
                <a:round/>
                <a:headEnd len="med" w="med" type="none"/>
                <a:tailEnd len="med" w="med" type="none"/>
              </a:ln>
            </p:spPr>
          </p:cxnSp>
          <p:cxnSp>
            <p:nvCxnSpPr>
              <p:cNvPr id="178" name="Google Shape;178;p4"/>
              <p:cNvCxnSpPr>
                <a:stCxn id="169" idx="6"/>
                <a:endCxn id="166" idx="2"/>
              </p:cNvCxnSpPr>
              <p:nvPr/>
            </p:nvCxnSpPr>
            <p:spPr>
              <a:xfrm flipH="1" rot="10800000">
                <a:off x="6387451" y="-698855"/>
                <a:ext cx="623400" cy="622200"/>
              </a:xfrm>
              <a:prstGeom prst="straightConnector1">
                <a:avLst/>
              </a:prstGeom>
              <a:noFill/>
              <a:ln cap="flat" cmpd="sng" w="9525">
                <a:solidFill>
                  <a:schemeClr val="dk2"/>
                </a:solidFill>
                <a:prstDash val="solid"/>
                <a:round/>
                <a:headEnd len="med" w="med" type="none"/>
                <a:tailEnd len="med" w="med" type="none"/>
              </a:ln>
            </p:spPr>
          </p:cxnSp>
          <p:cxnSp>
            <p:nvCxnSpPr>
              <p:cNvPr id="179" name="Google Shape;179;p4"/>
              <p:cNvCxnSpPr>
                <a:stCxn id="169" idx="5"/>
                <a:endCxn id="165" idx="1"/>
              </p:cNvCxnSpPr>
              <p:nvPr/>
            </p:nvCxnSpPr>
            <p:spPr>
              <a:xfrm flipH="1" rot="10800000">
                <a:off x="6397515" y="-169351"/>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180" name="Google Shape;180;p4"/>
              <p:cNvCxnSpPr>
                <a:stCxn id="165" idx="0"/>
                <a:endCxn id="166" idx="5"/>
              </p:cNvCxnSpPr>
              <p:nvPr/>
            </p:nvCxnSpPr>
            <p:spPr>
              <a:xfrm rot="10800000">
                <a:off x="7129021" y="-723230"/>
                <a:ext cx="617400" cy="425700"/>
              </a:xfrm>
              <a:prstGeom prst="straightConnector1">
                <a:avLst/>
              </a:prstGeom>
              <a:noFill/>
              <a:ln cap="flat" cmpd="sng" w="9525">
                <a:solidFill>
                  <a:schemeClr val="dk2"/>
                </a:solidFill>
                <a:prstDash val="solid"/>
                <a:round/>
                <a:headEnd len="med" w="med" type="none"/>
                <a:tailEnd len="med" w="med" type="none"/>
              </a:ln>
            </p:spPr>
          </p:cxnSp>
          <p:cxnSp>
            <p:nvCxnSpPr>
              <p:cNvPr id="181" name="Google Shape;181;p4"/>
              <p:cNvCxnSpPr>
                <a:stCxn id="165" idx="7"/>
                <a:endCxn id="170" idx="3"/>
              </p:cNvCxnSpPr>
              <p:nvPr/>
            </p:nvCxnSpPr>
            <p:spPr>
              <a:xfrm flipH="1" rot="10800000">
                <a:off x="7896910" y="-1244345"/>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182" name="Google Shape;182;p4"/>
              <p:cNvCxnSpPr>
                <a:stCxn id="166" idx="6"/>
                <a:endCxn id="170" idx="2"/>
              </p:cNvCxnSpPr>
              <p:nvPr/>
            </p:nvCxnSpPr>
            <p:spPr>
              <a:xfrm flipH="1" rot="10800000">
                <a:off x="7118930" y="-1264592"/>
                <a:ext cx="989700" cy="492600"/>
              </a:xfrm>
              <a:prstGeom prst="straightConnector1">
                <a:avLst/>
              </a:prstGeom>
              <a:noFill/>
              <a:ln cap="flat" cmpd="sng" w="9525">
                <a:solidFill>
                  <a:schemeClr val="dk2"/>
                </a:solidFill>
                <a:prstDash val="solid"/>
                <a:round/>
                <a:headEnd len="med" w="med" type="none"/>
                <a:tailEnd len="med" w="med" type="none"/>
              </a:ln>
            </p:spPr>
          </p:cxnSp>
          <p:cxnSp>
            <p:nvCxnSpPr>
              <p:cNvPr id="183" name="Google Shape;183;p4"/>
              <p:cNvCxnSpPr>
                <a:stCxn id="170" idx="0"/>
                <a:endCxn id="164" idx="5"/>
              </p:cNvCxnSpPr>
              <p:nvPr/>
            </p:nvCxnSpPr>
            <p:spPr>
              <a:xfrm rot="10800000">
                <a:off x="7386853" y="-1978577"/>
                <a:ext cx="734700" cy="647100"/>
              </a:xfrm>
              <a:prstGeom prst="straightConnector1">
                <a:avLst/>
              </a:prstGeom>
              <a:noFill/>
              <a:ln cap="flat" cmpd="sng" w="9525">
                <a:solidFill>
                  <a:schemeClr val="dk2"/>
                </a:solidFill>
                <a:prstDash val="solid"/>
                <a:round/>
                <a:headEnd len="med" w="med" type="none"/>
                <a:tailEnd len="med" w="med" type="none"/>
              </a:ln>
            </p:spPr>
          </p:cxnSp>
          <p:cxnSp>
            <p:nvCxnSpPr>
              <p:cNvPr id="184" name="Google Shape;184;p4"/>
              <p:cNvCxnSpPr>
                <a:stCxn id="168" idx="5"/>
                <a:endCxn id="170" idx="1"/>
              </p:cNvCxnSpPr>
              <p:nvPr/>
            </p:nvCxnSpPr>
            <p:spPr>
              <a:xfrm>
                <a:off x="6168510" y="-2299629"/>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185" name="Google Shape;185;p4"/>
              <p:cNvCxnSpPr>
                <a:stCxn id="167" idx="6"/>
                <a:endCxn id="170" idx="1"/>
              </p:cNvCxnSpPr>
              <p:nvPr/>
            </p:nvCxnSpPr>
            <p:spPr>
              <a:xfrm flipH="1" rot="10800000">
                <a:off x="6214873" y="-1300586"/>
                <a:ext cx="1886400" cy="489600"/>
              </a:xfrm>
              <a:prstGeom prst="straightConnector1">
                <a:avLst/>
              </a:prstGeom>
              <a:noFill/>
              <a:ln cap="flat" cmpd="sng" w="9525">
                <a:solidFill>
                  <a:schemeClr val="dk2"/>
                </a:solidFill>
                <a:prstDash val="solid"/>
                <a:round/>
                <a:headEnd len="med" w="med" type="none"/>
                <a:tailEnd len="med" w="med" type="none"/>
              </a:ln>
            </p:spPr>
          </p:cxnSp>
          <p:cxnSp>
            <p:nvCxnSpPr>
              <p:cNvPr id="186" name="Google Shape;186;p4"/>
              <p:cNvCxnSpPr>
                <a:stCxn id="167" idx="4"/>
                <a:endCxn id="165" idx="1"/>
              </p:cNvCxnSpPr>
              <p:nvPr/>
            </p:nvCxnSpPr>
            <p:spPr>
              <a:xfrm>
                <a:off x="6201973" y="-744086"/>
                <a:ext cx="1459800" cy="574500"/>
              </a:xfrm>
              <a:prstGeom prst="straightConnector1">
                <a:avLst/>
              </a:prstGeom>
              <a:noFill/>
              <a:ln cap="flat" cmpd="sng" w="9525">
                <a:solidFill>
                  <a:schemeClr val="dk2"/>
                </a:solidFill>
                <a:prstDash val="solid"/>
                <a:round/>
                <a:headEnd len="med" w="med" type="none"/>
                <a:tailEnd len="med" w="med" type="none"/>
              </a:ln>
            </p:spPr>
          </p:cxnSp>
          <p:cxnSp>
            <p:nvCxnSpPr>
              <p:cNvPr id="187" name="Google Shape;187;p4"/>
              <p:cNvCxnSpPr>
                <a:stCxn id="164" idx="4"/>
                <a:endCxn id="165" idx="7"/>
              </p:cNvCxnSpPr>
              <p:nvPr/>
            </p:nvCxnSpPr>
            <p:spPr>
              <a:xfrm>
                <a:off x="7345607" y="-1916318"/>
                <a:ext cx="551400" cy="1588200"/>
              </a:xfrm>
              <a:prstGeom prst="straightConnector1">
                <a:avLst/>
              </a:prstGeom>
              <a:noFill/>
              <a:ln cap="flat" cmpd="sng" w="9525">
                <a:solidFill>
                  <a:schemeClr val="dk2"/>
                </a:solidFill>
                <a:prstDash val="solid"/>
                <a:round/>
                <a:headEnd len="med" w="med" type="none"/>
                <a:tailEnd len="med" w="med" type="none"/>
              </a:ln>
            </p:spPr>
          </p:cxnSp>
          <p:sp>
            <p:nvSpPr>
              <p:cNvPr id="188" name="Google Shape;188;p4"/>
              <p:cNvSpPr/>
              <p:nvPr/>
            </p:nvSpPr>
            <p:spPr>
              <a:xfrm rot="-2047713">
                <a:off x="8788629" y="-4306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89" name="Google Shape;189;p4"/>
              <p:cNvCxnSpPr>
                <a:stCxn id="170" idx="4"/>
                <a:endCxn id="188" idx="7"/>
              </p:cNvCxnSpPr>
              <p:nvPr/>
            </p:nvCxnSpPr>
            <p:spPr>
              <a:xfrm>
                <a:off x="8175553" y="-1251677"/>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190" name="Google Shape;190;p4"/>
              <p:cNvCxnSpPr>
                <a:stCxn id="188" idx="1"/>
                <a:endCxn id="165" idx="5"/>
              </p:cNvCxnSpPr>
              <p:nvPr/>
            </p:nvCxnSpPr>
            <p:spPr>
              <a:xfrm rot="10800000">
                <a:off x="8055700" y="-93031"/>
                <a:ext cx="734100" cy="102900"/>
              </a:xfrm>
              <a:prstGeom prst="straightConnector1">
                <a:avLst/>
              </a:prstGeom>
              <a:noFill/>
              <a:ln cap="flat" cmpd="sng" w="9525">
                <a:solidFill>
                  <a:schemeClr val="dk2"/>
                </a:solidFill>
                <a:prstDash val="solid"/>
                <a:round/>
                <a:headEnd len="med" w="med" type="none"/>
                <a:tailEnd len="med" w="med" type="none"/>
              </a:ln>
            </p:spPr>
          </p:cxnSp>
          <p:cxnSp>
            <p:nvCxnSpPr>
              <p:cNvPr id="191" name="Google Shape;191;p4"/>
              <p:cNvCxnSpPr>
                <a:stCxn id="188" idx="0"/>
                <a:endCxn id="164" idx="4"/>
              </p:cNvCxnSpPr>
              <p:nvPr/>
            </p:nvCxnSpPr>
            <p:spPr>
              <a:xfrm rot="10800000">
                <a:off x="7345463" y="-1916427"/>
                <a:ext cx="1471800" cy="1884600"/>
              </a:xfrm>
              <a:prstGeom prst="straightConnector1">
                <a:avLst/>
              </a:prstGeom>
              <a:noFill/>
              <a:ln cap="flat" cmpd="sng" w="9525">
                <a:solidFill>
                  <a:schemeClr val="dk2"/>
                </a:solidFill>
                <a:prstDash val="solid"/>
                <a:round/>
                <a:headEnd len="med" w="med" type="none"/>
                <a:tailEnd len="med" w="med" type="none"/>
              </a:ln>
            </p:spPr>
          </p:cxnSp>
          <p:cxnSp>
            <p:nvCxnSpPr>
              <p:cNvPr id="192" name="Google Shape;192;p4"/>
              <p:cNvCxnSpPr>
                <a:stCxn id="188" idx="1"/>
                <a:endCxn id="166" idx="5"/>
              </p:cNvCxnSpPr>
              <p:nvPr/>
            </p:nvCxnSpPr>
            <p:spPr>
              <a:xfrm rot="10800000">
                <a:off x="7129000" y="-723031"/>
                <a:ext cx="1660800" cy="732900"/>
              </a:xfrm>
              <a:prstGeom prst="straightConnector1">
                <a:avLst/>
              </a:prstGeom>
              <a:noFill/>
              <a:ln cap="flat" cmpd="sng" w="9525">
                <a:solidFill>
                  <a:schemeClr val="dk2"/>
                </a:solidFill>
                <a:prstDash val="solid"/>
                <a:round/>
                <a:headEnd len="med" w="med" type="none"/>
                <a:tailEnd len="med" w="med" type="none"/>
              </a:ln>
            </p:spPr>
          </p:cxnSp>
          <p:sp>
            <p:nvSpPr>
              <p:cNvPr id="193" name="Google Shape;193;p4"/>
              <p:cNvSpPr/>
              <p:nvPr/>
            </p:nvSpPr>
            <p:spPr>
              <a:xfrm rot="-2040502">
                <a:off x="7684687" y="255003"/>
                <a:ext cx="194703" cy="19470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94" name="Google Shape;194;p4"/>
              <p:cNvCxnSpPr>
                <a:stCxn id="188" idx="2"/>
                <a:endCxn id="193" idx="5"/>
              </p:cNvCxnSpPr>
              <p:nvPr/>
            </p:nvCxnSpPr>
            <p:spPr>
              <a:xfrm flipH="1">
                <a:off x="7877663" y="58773"/>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195" name="Google Shape;195;p4"/>
              <p:cNvCxnSpPr>
                <a:stCxn id="193" idx="1"/>
                <a:endCxn id="169" idx="5"/>
              </p:cNvCxnSpPr>
              <p:nvPr/>
            </p:nvCxnSpPr>
            <p:spPr>
              <a:xfrm rot="10800000">
                <a:off x="6397373" y="-27707"/>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196" name="Google Shape;196;p4"/>
              <p:cNvCxnSpPr>
                <a:stCxn id="193" idx="7"/>
                <a:endCxn id="165" idx="3"/>
              </p:cNvCxnSpPr>
              <p:nvPr/>
            </p:nvCxnSpPr>
            <p:spPr>
              <a:xfrm flipH="1" rot="10800000">
                <a:off x="7800600" y="65689"/>
                <a:ext cx="19800" cy="191100"/>
              </a:xfrm>
              <a:prstGeom prst="straightConnector1">
                <a:avLst/>
              </a:prstGeom>
              <a:noFill/>
              <a:ln cap="flat" cmpd="sng" w="9525">
                <a:solidFill>
                  <a:schemeClr val="dk2"/>
                </a:solidFill>
                <a:prstDash val="solid"/>
                <a:round/>
                <a:headEnd len="med" w="med" type="none"/>
                <a:tailEnd len="med" w="med" type="none"/>
              </a:ln>
            </p:spPr>
          </p:cxnSp>
        </p:grpSp>
        <p:grpSp>
          <p:nvGrpSpPr>
            <p:cNvPr id="197" name="Google Shape;197;p4"/>
            <p:cNvGrpSpPr/>
            <p:nvPr/>
          </p:nvGrpSpPr>
          <p:grpSpPr>
            <a:xfrm flipH="1" rot="10800000">
              <a:off x="-497962" y="2486033"/>
              <a:ext cx="3063625" cy="3321711"/>
              <a:chOff x="-460575" y="-671217"/>
              <a:chExt cx="3063625" cy="3321711"/>
            </a:xfrm>
          </p:grpSpPr>
          <p:cxnSp>
            <p:nvCxnSpPr>
              <p:cNvPr id="198" name="Google Shape;198;p4"/>
              <p:cNvCxnSpPr>
                <a:stCxn id="199" idx="6"/>
                <a:endCxn id="200" idx="2"/>
              </p:cNvCxnSpPr>
              <p:nvPr/>
            </p:nvCxnSpPr>
            <p:spPr>
              <a:xfrm flipH="1" rot="10800000">
                <a:off x="421801" y="-63292"/>
                <a:ext cx="2023800" cy="476400"/>
              </a:xfrm>
              <a:prstGeom prst="straightConnector1">
                <a:avLst/>
              </a:prstGeom>
              <a:noFill/>
              <a:ln cap="flat" cmpd="sng" w="9525">
                <a:solidFill>
                  <a:schemeClr val="dk2"/>
                </a:solidFill>
                <a:prstDash val="solid"/>
                <a:round/>
                <a:headEnd len="med" w="med" type="none"/>
                <a:tailEnd len="med" w="med" type="none"/>
              </a:ln>
            </p:spPr>
          </p:cxnSp>
          <p:sp>
            <p:nvSpPr>
              <p:cNvPr id="200" name="Google Shape;200;p4"/>
              <p:cNvSpPr/>
              <p:nvPr/>
            </p:nvSpPr>
            <p:spPr>
              <a:xfrm>
                <a:off x="2445550" y="-142081"/>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01" name="Google Shape;201;p4"/>
              <p:cNvSpPr/>
              <p:nvPr/>
            </p:nvSpPr>
            <p:spPr>
              <a:xfrm>
                <a:off x="61646" y="-671217"/>
                <a:ext cx="1575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02" name="Google Shape;202;p4"/>
              <p:cNvSpPr/>
              <p:nvPr/>
            </p:nvSpPr>
            <p:spPr>
              <a:xfrm>
                <a:off x="90425" y="2492994"/>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03" name="Google Shape;203;p4"/>
              <p:cNvSpPr/>
              <p:nvPr/>
            </p:nvSpPr>
            <p:spPr>
              <a:xfrm>
                <a:off x="125826" y="88673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04" name="Google Shape;204;p4"/>
              <p:cNvSpPr/>
              <p:nvPr/>
            </p:nvSpPr>
            <p:spPr>
              <a:xfrm>
                <a:off x="382949" y="1317288"/>
                <a:ext cx="1434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05" name="Google Shape;205;p4"/>
              <p:cNvCxnSpPr>
                <a:stCxn id="204" idx="4"/>
                <a:endCxn id="202" idx="0"/>
              </p:cNvCxnSpPr>
              <p:nvPr/>
            </p:nvCxnSpPr>
            <p:spPr>
              <a:xfrm flipH="1">
                <a:off x="169049" y="1474788"/>
                <a:ext cx="285600" cy="1018200"/>
              </a:xfrm>
              <a:prstGeom prst="straightConnector1">
                <a:avLst/>
              </a:prstGeom>
              <a:noFill/>
              <a:ln cap="flat" cmpd="sng" w="9525">
                <a:solidFill>
                  <a:schemeClr val="dk2"/>
                </a:solidFill>
                <a:prstDash val="solid"/>
                <a:round/>
                <a:headEnd len="med" w="med" type="none"/>
                <a:tailEnd len="med" w="med" type="none"/>
              </a:ln>
            </p:spPr>
          </p:cxnSp>
          <p:cxnSp>
            <p:nvCxnSpPr>
              <p:cNvPr id="206" name="Google Shape;206;p4"/>
              <p:cNvCxnSpPr>
                <a:stCxn id="203" idx="4"/>
                <a:endCxn id="202" idx="0"/>
              </p:cNvCxnSpPr>
              <p:nvPr/>
            </p:nvCxnSpPr>
            <p:spPr>
              <a:xfrm>
                <a:off x="169176" y="973437"/>
                <a:ext cx="0" cy="1519500"/>
              </a:xfrm>
              <a:prstGeom prst="straightConnector1">
                <a:avLst/>
              </a:prstGeom>
              <a:noFill/>
              <a:ln cap="flat" cmpd="sng" w="9525">
                <a:solidFill>
                  <a:schemeClr val="dk2"/>
                </a:solidFill>
                <a:prstDash val="solid"/>
                <a:round/>
                <a:headEnd len="med" w="med" type="none"/>
                <a:tailEnd len="med" w="med" type="none"/>
              </a:ln>
            </p:spPr>
          </p:cxnSp>
          <p:cxnSp>
            <p:nvCxnSpPr>
              <p:cNvPr id="207" name="Google Shape;207;p4"/>
              <p:cNvCxnSpPr>
                <a:stCxn id="203" idx="5"/>
                <a:endCxn id="204" idx="1"/>
              </p:cNvCxnSpPr>
              <p:nvPr/>
            </p:nvCxnSpPr>
            <p:spPr>
              <a:xfrm>
                <a:off x="199829" y="960741"/>
                <a:ext cx="204000" cy="379500"/>
              </a:xfrm>
              <a:prstGeom prst="straightConnector1">
                <a:avLst/>
              </a:prstGeom>
              <a:noFill/>
              <a:ln cap="flat" cmpd="sng" w="9525">
                <a:solidFill>
                  <a:schemeClr val="dk2"/>
                </a:solidFill>
                <a:prstDash val="solid"/>
                <a:round/>
                <a:headEnd len="med" w="med" type="none"/>
                <a:tailEnd len="med" w="med" type="none"/>
              </a:ln>
            </p:spPr>
          </p:cxnSp>
          <p:cxnSp>
            <p:nvCxnSpPr>
              <p:cNvPr id="208" name="Google Shape;208;p4"/>
              <p:cNvCxnSpPr>
                <a:stCxn id="203" idx="0"/>
                <a:endCxn id="201" idx="4"/>
              </p:cNvCxnSpPr>
              <p:nvPr/>
            </p:nvCxnSpPr>
            <p:spPr>
              <a:xfrm rot="10800000">
                <a:off x="140376" y="-513663"/>
                <a:ext cx="28800" cy="1400400"/>
              </a:xfrm>
              <a:prstGeom prst="straightConnector1">
                <a:avLst/>
              </a:prstGeom>
              <a:noFill/>
              <a:ln cap="flat" cmpd="sng" w="9525">
                <a:solidFill>
                  <a:schemeClr val="dk2"/>
                </a:solidFill>
                <a:prstDash val="solid"/>
                <a:round/>
                <a:headEnd len="med" w="med" type="none"/>
                <a:tailEnd len="med" w="med" type="none"/>
              </a:ln>
            </p:spPr>
          </p:cxnSp>
          <p:cxnSp>
            <p:nvCxnSpPr>
              <p:cNvPr id="209" name="Google Shape;209;p4"/>
              <p:cNvCxnSpPr>
                <a:stCxn id="203" idx="7"/>
                <a:endCxn id="199" idx="3"/>
              </p:cNvCxnSpPr>
              <p:nvPr/>
            </p:nvCxnSpPr>
            <p:spPr>
              <a:xfrm flipH="1" rot="10800000">
                <a:off x="1998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210" name="Google Shape;210;p4"/>
              <p:cNvCxnSpPr>
                <a:stCxn id="201" idx="5"/>
                <a:endCxn id="199" idx="0"/>
              </p:cNvCxnSpPr>
              <p:nvPr/>
            </p:nvCxnSpPr>
            <p:spPr>
              <a:xfrm>
                <a:off x="196080" y="-536782"/>
                <a:ext cx="182400" cy="906600"/>
              </a:xfrm>
              <a:prstGeom prst="straightConnector1">
                <a:avLst/>
              </a:prstGeom>
              <a:noFill/>
              <a:ln cap="flat" cmpd="sng" w="9525">
                <a:solidFill>
                  <a:schemeClr val="dk2"/>
                </a:solidFill>
                <a:prstDash val="solid"/>
                <a:round/>
                <a:headEnd len="med" w="med" type="none"/>
                <a:tailEnd len="med" w="med" type="none"/>
              </a:ln>
            </p:spPr>
          </p:cxnSp>
          <p:cxnSp>
            <p:nvCxnSpPr>
              <p:cNvPr id="211" name="Google Shape;211;p4"/>
              <p:cNvCxnSpPr>
                <a:stCxn id="201" idx="6"/>
                <a:endCxn id="200" idx="2"/>
              </p:cNvCxnSpPr>
              <p:nvPr/>
            </p:nvCxnSpPr>
            <p:spPr>
              <a:xfrm>
                <a:off x="219146" y="-592467"/>
                <a:ext cx="2226300" cy="529200"/>
              </a:xfrm>
              <a:prstGeom prst="straightConnector1">
                <a:avLst/>
              </a:prstGeom>
              <a:noFill/>
              <a:ln cap="flat" cmpd="sng" w="9525">
                <a:solidFill>
                  <a:schemeClr val="dk2"/>
                </a:solidFill>
                <a:prstDash val="solid"/>
                <a:round/>
                <a:headEnd len="med" w="med" type="none"/>
                <a:tailEnd len="med" w="med" type="none"/>
              </a:ln>
            </p:spPr>
          </p:cxnSp>
          <p:cxnSp>
            <p:nvCxnSpPr>
              <p:cNvPr id="212" name="Google Shape;212;p4"/>
              <p:cNvCxnSpPr>
                <a:stCxn id="213" idx="1"/>
                <a:endCxn id="201" idx="5"/>
              </p:cNvCxnSpPr>
              <p:nvPr/>
            </p:nvCxnSpPr>
            <p:spPr>
              <a:xfrm rot="10800000">
                <a:off x="195958" y="-536780"/>
                <a:ext cx="600600" cy="723900"/>
              </a:xfrm>
              <a:prstGeom prst="straightConnector1">
                <a:avLst/>
              </a:prstGeom>
              <a:noFill/>
              <a:ln cap="flat" cmpd="sng" w="9525">
                <a:solidFill>
                  <a:schemeClr val="dk2"/>
                </a:solidFill>
                <a:prstDash val="solid"/>
                <a:round/>
                <a:headEnd len="med" w="med" type="none"/>
                <a:tailEnd len="med" w="med" type="none"/>
              </a:ln>
            </p:spPr>
          </p:cxnSp>
          <p:cxnSp>
            <p:nvCxnSpPr>
              <p:cNvPr id="214" name="Google Shape;214;p4"/>
              <p:cNvCxnSpPr>
                <a:stCxn id="204" idx="0"/>
                <a:endCxn id="199" idx="4"/>
              </p:cNvCxnSpPr>
              <p:nvPr/>
            </p:nvCxnSpPr>
            <p:spPr>
              <a:xfrm rot="10800000">
                <a:off x="378449" y="456588"/>
                <a:ext cx="76200" cy="860700"/>
              </a:xfrm>
              <a:prstGeom prst="straightConnector1">
                <a:avLst/>
              </a:prstGeom>
              <a:noFill/>
              <a:ln cap="flat" cmpd="sng" w="9525">
                <a:solidFill>
                  <a:schemeClr val="dk2"/>
                </a:solidFill>
                <a:prstDash val="solid"/>
                <a:round/>
                <a:headEnd len="med" w="med" type="none"/>
                <a:tailEnd len="med" w="med" type="none"/>
              </a:ln>
            </p:spPr>
          </p:cxnSp>
          <p:cxnSp>
            <p:nvCxnSpPr>
              <p:cNvPr id="215" name="Google Shape;215;p4"/>
              <p:cNvCxnSpPr>
                <a:stCxn id="204" idx="0"/>
                <a:endCxn id="213" idx="3"/>
              </p:cNvCxnSpPr>
              <p:nvPr/>
            </p:nvCxnSpPr>
            <p:spPr>
              <a:xfrm flipH="1" rot="10800000">
                <a:off x="454649" y="268188"/>
                <a:ext cx="342000" cy="1049100"/>
              </a:xfrm>
              <a:prstGeom prst="straightConnector1">
                <a:avLst/>
              </a:prstGeom>
              <a:noFill/>
              <a:ln cap="flat" cmpd="sng" w="9525">
                <a:solidFill>
                  <a:schemeClr val="dk2"/>
                </a:solidFill>
                <a:prstDash val="solid"/>
                <a:round/>
                <a:headEnd len="med" w="med" type="none"/>
                <a:tailEnd len="med" w="med" type="none"/>
              </a:ln>
            </p:spPr>
          </p:cxnSp>
          <p:sp>
            <p:nvSpPr>
              <p:cNvPr id="216" name="Google Shape;216;p4"/>
              <p:cNvSpPr/>
              <p:nvPr/>
            </p:nvSpPr>
            <p:spPr>
              <a:xfrm>
                <a:off x="987225" y="-92131"/>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17" name="Google Shape;217;p4"/>
              <p:cNvCxnSpPr>
                <a:stCxn id="201" idx="5"/>
                <a:endCxn id="216" idx="1"/>
              </p:cNvCxnSpPr>
              <p:nvPr/>
            </p:nvCxnSpPr>
            <p:spPr>
              <a:xfrm>
                <a:off x="196080" y="-536782"/>
                <a:ext cx="814200" cy="467700"/>
              </a:xfrm>
              <a:prstGeom prst="straightConnector1">
                <a:avLst/>
              </a:prstGeom>
              <a:noFill/>
              <a:ln cap="flat" cmpd="sng" w="9525">
                <a:solidFill>
                  <a:schemeClr val="dk2"/>
                </a:solidFill>
                <a:prstDash val="solid"/>
                <a:round/>
                <a:headEnd len="med" w="med" type="none"/>
                <a:tailEnd len="med" w="med" type="none"/>
              </a:ln>
            </p:spPr>
          </p:cxnSp>
          <p:cxnSp>
            <p:nvCxnSpPr>
              <p:cNvPr id="218" name="Google Shape;218;p4"/>
              <p:cNvCxnSpPr>
                <a:stCxn id="213" idx="7"/>
                <a:endCxn id="216" idx="3"/>
              </p:cNvCxnSpPr>
              <p:nvPr/>
            </p:nvCxnSpPr>
            <p:spPr>
              <a:xfrm flipH="1" rot="10800000">
                <a:off x="877592" y="42220"/>
                <a:ext cx="132600" cy="144900"/>
              </a:xfrm>
              <a:prstGeom prst="straightConnector1">
                <a:avLst/>
              </a:prstGeom>
              <a:noFill/>
              <a:ln cap="flat" cmpd="sng" w="9525">
                <a:solidFill>
                  <a:schemeClr val="dk2"/>
                </a:solidFill>
                <a:prstDash val="solid"/>
                <a:round/>
                <a:headEnd len="med" w="med" type="none"/>
                <a:tailEnd len="med" w="med" type="none"/>
              </a:ln>
            </p:spPr>
          </p:cxnSp>
          <p:cxnSp>
            <p:nvCxnSpPr>
              <p:cNvPr id="219" name="Google Shape;219;p4"/>
              <p:cNvCxnSpPr>
                <a:stCxn id="216" idx="6"/>
                <a:endCxn id="200" idx="2"/>
              </p:cNvCxnSpPr>
              <p:nvPr/>
            </p:nvCxnSpPr>
            <p:spPr>
              <a:xfrm flipH="1" rot="10800000">
                <a:off x="1144725" y="-63481"/>
                <a:ext cx="1300800" cy="50100"/>
              </a:xfrm>
              <a:prstGeom prst="straightConnector1">
                <a:avLst/>
              </a:prstGeom>
              <a:noFill/>
              <a:ln cap="flat" cmpd="sng" w="9525">
                <a:solidFill>
                  <a:schemeClr val="dk2"/>
                </a:solidFill>
                <a:prstDash val="solid"/>
                <a:round/>
                <a:headEnd len="med" w="med" type="none"/>
                <a:tailEnd len="med" w="med" type="none"/>
              </a:ln>
            </p:spPr>
          </p:cxnSp>
          <p:sp>
            <p:nvSpPr>
              <p:cNvPr id="220" name="Google Shape;220;p4"/>
              <p:cNvSpPr/>
              <p:nvPr/>
            </p:nvSpPr>
            <p:spPr>
              <a:xfrm>
                <a:off x="-460575" y="540519"/>
                <a:ext cx="157500" cy="157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21" name="Google Shape;221;p4"/>
              <p:cNvCxnSpPr>
                <a:stCxn id="220" idx="0"/>
                <a:endCxn id="201" idx="3"/>
              </p:cNvCxnSpPr>
              <p:nvPr/>
            </p:nvCxnSpPr>
            <p:spPr>
              <a:xfrm flipH="1" rot="10800000">
                <a:off x="-381825" y="-536781"/>
                <a:ext cx="466500" cy="1077300"/>
              </a:xfrm>
              <a:prstGeom prst="straightConnector1">
                <a:avLst/>
              </a:prstGeom>
              <a:noFill/>
              <a:ln cap="flat" cmpd="sng" w="9525">
                <a:solidFill>
                  <a:schemeClr val="dk2"/>
                </a:solidFill>
                <a:prstDash val="solid"/>
                <a:round/>
                <a:headEnd len="med" w="med" type="none"/>
                <a:tailEnd len="med" w="med" type="none"/>
              </a:ln>
            </p:spPr>
          </p:cxnSp>
          <p:cxnSp>
            <p:nvCxnSpPr>
              <p:cNvPr id="222" name="Google Shape;222;p4"/>
              <p:cNvCxnSpPr>
                <a:stCxn id="220" idx="6"/>
                <a:endCxn id="199" idx="3"/>
              </p:cNvCxnSpPr>
              <p:nvPr/>
            </p:nvCxnSpPr>
            <p:spPr>
              <a:xfrm flipH="1" rot="10800000">
                <a:off x="-303075" y="443769"/>
                <a:ext cx="651000" cy="175500"/>
              </a:xfrm>
              <a:prstGeom prst="straightConnector1">
                <a:avLst/>
              </a:prstGeom>
              <a:noFill/>
              <a:ln cap="flat" cmpd="sng" w="9525">
                <a:solidFill>
                  <a:schemeClr val="dk2"/>
                </a:solidFill>
                <a:prstDash val="solid"/>
                <a:round/>
                <a:headEnd len="med" w="med" type="none"/>
                <a:tailEnd len="med" w="med" type="none"/>
              </a:ln>
            </p:spPr>
          </p:cxnSp>
          <p:cxnSp>
            <p:nvCxnSpPr>
              <p:cNvPr id="223" name="Google Shape;223;p4"/>
              <p:cNvCxnSpPr>
                <a:stCxn id="220" idx="5"/>
                <a:endCxn id="203" idx="1"/>
              </p:cNvCxnSpPr>
              <p:nvPr/>
            </p:nvCxnSpPr>
            <p:spPr>
              <a:xfrm>
                <a:off x="-326140" y="674953"/>
                <a:ext cx="464700" cy="224400"/>
              </a:xfrm>
              <a:prstGeom prst="straightConnector1">
                <a:avLst/>
              </a:prstGeom>
              <a:noFill/>
              <a:ln cap="flat" cmpd="sng" w="9525">
                <a:solidFill>
                  <a:schemeClr val="dk2"/>
                </a:solidFill>
                <a:prstDash val="solid"/>
                <a:round/>
                <a:headEnd len="med" w="med" type="none"/>
                <a:tailEnd len="med" w="med" type="none"/>
              </a:ln>
            </p:spPr>
          </p:cxnSp>
          <p:cxnSp>
            <p:nvCxnSpPr>
              <p:cNvPr id="224" name="Google Shape;224;p4"/>
              <p:cNvCxnSpPr>
                <a:stCxn id="220" idx="5"/>
                <a:endCxn id="202" idx="1"/>
              </p:cNvCxnSpPr>
              <p:nvPr/>
            </p:nvCxnSpPr>
            <p:spPr>
              <a:xfrm>
                <a:off x="-326140" y="674953"/>
                <a:ext cx="439500" cy="1841100"/>
              </a:xfrm>
              <a:prstGeom prst="straightConnector1">
                <a:avLst/>
              </a:prstGeom>
              <a:noFill/>
              <a:ln cap="flat" cmpd="sng" w="9525">
                <a:solidFill>
                  <a:schemeClr val="dk2"/>
                </a:solidFill>
                <a:prstDash val="solid"/>
                <a:round/>
                <a:headEnd len="med" w="med" type="none"/>
                <a:tailEnd len="med" w="med" type="none"/>
              </a:ln>
            </p:spPr>
          </p:cxnSp>
          <p:sp>
            <p:nvSpPr>
              <p:cNvPr id="213" name="Google Shape;213;p4"/>
              <p:cNvSpPr/>
              <p:nvPr/>
            </p:nvSpPr>
            <p:spPr>
              <a:xfrm>
                <a:off x="779775" y="170338"/>
                <a:ext cx="114600" cy="11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9" name="Google Shape;199;p4"/>
              <p:cNvSpPr/>
              <p:nvPr/>
            </p:nvSpPr>
            <p:spPr>
              <a:xfrm>
                <a:off x="335101" y="369758"/>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225" name="Google Shape;225;p4"/>
          <p:cNvGrpSpPr/>
          <p:nvPr/>
        </p:nvGrpSpPr>
        <p:grpSpPr>
          <a:xfrm flipH="1" rot="10800000">
            <a:off x="144013" y="213488"/>
            <a:ext cx="406275" cy="563575"/>
            <a:chOff x="140150" y="4340075"/>
            <a:chExt cx="406275" cy="563575"/>
          </a:xfrm>
        </p:grpSpPr>
        <p:sp>
          <p:nvSpPr>
            <p:cNvPr id="226" name="Google Shape;226;p4"/>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27" name="Google Shape;227;p4"/>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28" name="Google Shape;228;p4"/>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29" name="Google Shape;229;p4"/>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30" name="Shape 230"/>
        <p:cNvGrpSpPr/>
        <p:nvPr/>
      </p:nvGrpSpPr>
      <p:grpSpPr>
        <a:xfrm>
          <a:off x="0" y="0"/>
          <a:ext cx="0" cy="0"/>
          <a:chOff x="0" y="0"/>
          <a:chExt cx="0" cy="0"/>
        </a:xfrm>
      </p:grpSpPr>
      <p:sp>
        <p:nvSpPr>
          <p:cNvPr id="231" name="Google Shape;231;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2" name="Google Shape;232;p5"/>
          <p:cNvSpPr txBox="1"/>
          <p:nvPr>
            <p:ph idx="1" type="subTitle"/>
          </p:nvPr>
        </p:nvSpPr>
        <p:spPr>
          <a:xfrm>
            <a:off x="4951702" y="2609977"/>
            <a:ext cx="3141900" cy="1134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b="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33" name="Google Shape;233;p5"/>
          <p:cNvSpPr txBox="1"/>
          <p:nvPr>
            <p:ph idx="2" type="subTitle"/>
          </p:nvPr>
        </p:nvSpPr>
        <p:spPr>
          <a:xfrm>
            <a:off x="1050400" y="2609977"/>
            <a:ext cx="3141900" cy="1134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b="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34" name="Google Shape;234;p5"/>
          <p:cNvSpPr txBox="1"/>
          <p:nvPr>
            <p:ph idx="3" type="subTitle"/>
          </p:nvPr>
        </p:nvSpPr>
        <p:spPr>
          <a:xfrm>
            <a:off x="1050400" y="1821125"/>
            <a:ext cx="3141900" cy="8652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5" name="Google Shape;235;p5"/>
          <p:cNvSpPr txBox="1"/>
          <p:nvPr>
            <p:ph idx="4" type="subTitle"/>
          </p:nvPr>
        </p:nvSpPr>
        <p:spPr>
          <a:xfrm>
            <a:off x="4951707" y="1821125"/>
            <a:ext cx="3141900" cy="8652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36" name="Google Shape;236;p5"/>
          <p:cNvGrpSpPr/>
          <p:nvPr/>
        </p:nvGrpSpPr>
        <p:grpSpPr>
          <a:xfrm>
            <a:off x="-497962" y="-2402532"/>
            <a:ext cx="9442425" cy="7984626"/>
            <a:chOff x="-497962" y="-2402532"/>
            <a:chExt cx="9442425" cy="7984626"/>
          </a:xfrm>
        </p:grpSpPr>
        <p:grpSp>
          <p:nvGrpSpPr>
            <p:cNvPr id="237" name="Google Shape;237;p5"/>
            <p:cNvGrpSpPr/>
            <p:nvPr/>
          </p:nvGrpSpPr>
          <p:grpSpPr>
            <a:xfrm>
              <a:off x="4589284" y="-2402532"/>
              <a:ext cx="4355179" cy="2890037"/>
              <a:chOff x="4589284" y="-2402532"/>
              <a:chExt cx="4355179" cy="2890037"/>
            </a:xfrm>
          </p:grpSpPr>
          <p:sp>
            <p:nvSpPr>
              <p:cNvPr id="238" name="Google Shape;238;p5"/>
              <p:cNvSpPr/>
              <p:nvPr/>
            </p:nvSpPr>
            <p:spPr>
              <a:xfrm rot="-2040502">
                <a:off x="4627083" y="192930"/>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39" name="Google Shape;239;p5"/>
              <p:cNvSpPr/>
              <p:nvPr/>
            </p:nvSpPr>
            <p:spPr>
              <a:xfrm rot="-2040502">
                <a:off x="7193806" y="-2094369"/>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40" name="Google Shape;240;p5"/>
              <p:cNvSpPr/>
              <p:nvPr/>
            </p:nvSpPr>
            <p:spPr>
              <a:xfrm rot="-2039936">
                <a:off x="7657969" y="-331832"/>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41" name="Google Shape;241;p5"/>
              <p:cNvSpPr/>
              <p:nvPr/>
            </p:nvSpPr>
            <p:spPr>
              <a:xfrm rot="-2047713">
                <a:off x="6999695" y="-80062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42" name="Google Shape;242;p5"/>
              <p:cNvSpPr/>
              <p:nvPr/>
            </p:nvSpPr>
            <p:spPr>
              <a:xfrm rot="-2045153">
                <a:off x="6126796" y="-832163"/>
                <a:ext cx="96354" cy="9635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43" name="Google Shape;243;p5"/>
              <p:cNvSpPr/>
              <p:nvPr/>
            </p:nvSpPr>
            <p:spPr>
              <a:xfrm rot="-2047713">
                <a:off x="6039211" y="-237716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44" name="Google Shape;244;p5"/>
              <p:cNvSpPr/>
              <p:nvPr/>
            </p:nvSpPr>
            <p:spPr>
              <a:xfrm rot="-2047713">
                <a:off x="6268216" y="-105290"/>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45" name="Google Shape;245;p5"/>
              <p:cNvSpPr/>
              <p:nvPr/>
            </p:nvSpPr>
            <p:spPr>
              <a:xfrm rot="-2045153">
                <a:off x="8100376" y="-1339754"/>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46" name="Google Shape;246;p5"/>
              <p:cNvCxnSpPr>
                <a:stCxn id="242" idx="5"/>
                <a:endCxn id="241" idx="1"/>
              </p:cNvCxnSpPr>
              <p:nvPr/>
            </p:nvCxnSpPr>
            <p:spPr>
              <a:xfrm>
                <a:off x="6222278" y="-774864"/>
                <a:ext cx="778500" cy="27300"/>
              </a:xfrm>
              <a:prstGeom prst="straightConnector1">
                <a:avLst/>
              </a:prstGeom>
              <a:noFill/>
              <a:ln cap="flat" cmpd="sng" w="9525">
                <a:solidFill>
                  <a:schemeClr val="dk2"/>
                </a:solidFill>
                <a:prstDash val="solid"/>
                <a:round/>
                <a:headEnd len="med" w="med" type="none"/>
                <a:tailEnd len="med" w="med" type="none"/>
              </a:ln>
            </p:spPr>
          </p:cxnSp>
          <p:cxnSp>
            <p:nvCxnSpPr>
              <p:cNvPr id="247" name="Google Shape;247;p5"/>
              <p:cNvCxnSpPr>
                <a:stCxn id="243" idx="4"/>
                <a:endCxn id="241" idx="0"/>
              </p:cNvCxnSpPr>
              <p:nvPr/>
            </p:nvCxnSpPr>
            <p:spPr>
              <a:xfrm>
                <a:off x="6141046" y="-2257932"/>
                <a:ext cx="887400" cy="1468500"/>
              </a:xfrm>
              <a:prstGeom prst="straightConnector1">
                <a:avLst/>
              </a:prstGeom>
              <a:noFill/>
              <a:ln cap="flat" cmpd="sng" w="9525">
                <a:solidFill>
                  <a:schemeClr val="dk2"/>
                </a:solidFill>
                <a:prstDash val="solid"/>
                <a:round/>
                <a:headEnd len="med" w="med" type="none"/>
                <a:tailEnd len="med" w="med" type="none"/>
              </a:ln>
            </p:spPr>
          </p:cxnSp>
          <p:cxnSp>
            <p:nvCxnSpPr>
              <p:cNvPr id="248" name="Google Shape;248;p5"/>
              <p:cNvCxnSpPr>
                <a:stCxn id="238" idx="6"/>
                <a:endCxn id="242" idx="3"/>
              </p:cNvCxnSpPr>
              <p:nvPr/>
            </p:nvCxnSpPr>
            <p:spPr>
              <a:xfrm flipH="1" rot="10800000">
                <a:off x="4805134" y="-736769"/>
                <a:ext cx="1360800" cy="972600"/>
              </a:xfrm>
              <a:prstGeom prst="straightConnector1">
                <a:avLst/>
              </a:prstGeom>
              <a:noFill/>
              <a:ln cap="flat" cmpd="sng" w="9525">
                <a:solidFill>
                  <a:schemeClr val="dk2"/>
                </a:solidFill>
                <a:prstDash val="solid"/>
                <a:round/>
                <a:headEnd len="med" w="med" type="none"/>
                <a:tailEnd len="med" w="med" type="none"/>
              </a:ln>
            </p:spPr>
          </p:cxnSp>
          <p:cxnSp>
            <p:nvCxnSpPr>
              <p:cNvPr id="249" name="Google Shape;249;p5"/>
              <p:cNvCxnSpPr>
                <a:stCxn id="242" idx="7"/>
                <a:endCxn id="243" idx="2"/>
              </p:cNvCxnSpPr>
              <p:nvPr/>
            </p:nvCxnSpPr>
            <p:spPr>
              <a:xfrm rot="10800000">
                <a:off x="6050594" y="-2275192"/>
                <a:ext cx="133500" cy="1443900"/>
              </a:xfrm>
              <a:prstGeom prst="straightConnector1">
                <a:avLst/>
              </a:prstGeom>
              <a:noFill/>
              <a:ln cap="flat" cmpd="sng" w="9525">
                <a:solidFill>
                  <a:schemeClr val="dk2"/>
                </a:solidFill>
                <a:prstDash val="solid"/>
                <a:round/>
                <a:headEnd len="med" w="med" type="none"/>
                <a:tailEnd len="med" w="med" type="none"/>
              </a:ln>
            </p:spPr>
          </p:cxnSp>
          <p:cxnSp>
            <p:nvCxnSpPr>
              <p:cNvPr id="250" name="Google Shape;250;p5"/>
              <p:cNvCxnSpPr>
                <a:stCxn id="243" idx="6"/>
                <a:endCxn id="239" idx="1"/>
              </p:cNvCxnSpPr>
              <p:nvPr/>
            </p:nvCxnSpPr>
            <p:spPr>
              <a:xfrm>
                <a:off x="6158446" y="-2348532"/>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251" name="Google Shape;251;p5"/>
              <p:cNvCxnSpPr>
                <a:stCxn id="241" idx="7"/>
                <a:endCxn id="239" idx="3"/>
              </p:cNvCxnSpPr>
              <p:nvPr/>
            </p:nvCxnSpPr>
            <p:spPr>
              <a:xfrm flipH="1" rot="10800000">
                <a:off x="7077233" y="-1901356"/>
                <a:ext cx="195300" cy="1101900"/>
              </a:xfrm>
              <a:prstGeom prst="straightConnector1">
                <a:avLst/>
              </a:prstGeom>
              <a:noFill/>
              <a:ln cap="flat" cmpd="sng" w="9525">
                <a:solidFill>
                  <a:schemeClr val="dk2"/>
                </a:solidFill>
                <a:prstDash val="solid"/>
                <a:round/>
                <a:headEnd len="med" w="med" type="none"/>
                <a:tailEnd len="med" w="med" type="none"/>
              </a:ln>
            </p:spPr>
          </p:cxnSp>
          <p:cxnSp>
            <p:nvCxnSpPr>
              <p:cNvPr id="252" name="Google Shape;252;p5"/>
              <p:cNvCxnSpPr>
                <a:stCxn id="238" idx="6"/>
                <a:endCxn id="244" idx="1"/>
              </p:cNvCxnSpPr>
              <p:nvPr/>
            </p:nvCxnSpPr>
            <p:spPr>
              <a:xfrm flipH="1" rot="10800000">
                <a:off x="4805134" y="-52469"/>
                <a:ext cx="1464300" cy="288300"/>
              </a:xfrm>
              <a:prstGeom prst="straightConnector1">
                <a:avLst/>
              </a:prstGeom>
              <a:noFill/>
              <a:ln cap="flat" cmpd="sng" w="9525">
                <a:solidFill>
                  <a:schemeClr val="dk2"/>
                </a:solidFill>
                <a:prstDash val="solid"/>
                <a:round/>
                <a:headEnd len="med" w="med" type="none"/>
                <a:tailEnd len="med" w="med" type="none"/>
              </a:ln>
            </p:spPr>
          </p:cxnSp>
          <p:cxnSp>
            <p:nvCxnSpPr>
              <p:cNvPr id="253" name="Google Shape;253;p5"/>
              <p:cNvCxnSpPr>
                <a:stCxn id="244" idx="6"/>
                <a:endCxn id="241" idx="2"/>
              </p:cNvCxnSpPr>
              <p:nvPr/>
            </p:nvCxnSpPr>
            <p:spPr>
              <a:xfrm flipH="1" rot="10800000">
                <a:off x="6387451" y="-698855"/>
                <a:ext cx="623400" cy="622200"/>
              </a:xfrm>
              <a:prstGeom prst="straightConnector1">
                <a:avLst/>
              </a:prstGeom>
              <a:noFill/>
              <a:ln cap="flat" cmpd="sng" w="9525">
                <a:solidFill>
                  <a:schemeClr val="dk2"/>
                </a:solidFill>
                <a:prstDash val="solid"/>
                <a:round/>
                <a:headEnd len="med" w="med" type="none"/>
                <a:tailEnd len="med" w="med" type="none"/>
              </a:ln>
            </p:spPr>
          </p:cxnSp>
          <p:cxnSp>
            <p:nvCxnSpPr>
              <p:cNvPr id="254" name="Google Shape;254;p5"/>
              <p:cNvCxnSpPr>
                <a:stCxn id="244" idx="5"/>
                <a:endCxn id="240" idx="1"/>
              </p:cNvCxnSpPr>
              <p:nvPr/>
            </p:nvCxnSpPr>
            <p:spPr>
              <a:xfrm flipH="1" rot="10800000">
                <a:off x="6397515" y="-169351"/>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255" name="Google Shape;255;p5"/>
              <p:cNvCxnSpPr>
                <a:stCxn id="240" idx="0"/>
                <a:endCxn id="241" idx="5"/>
              </p:cNvCxnSpPr>
              <p:nvPr/>
            </p:nvCxnSpPr>
            <p:spPr>
              <a:xfrm rot="10800000">
                <a:off x="7129021" y="-723230"/>
                <a:ext cx="617400" cy="425700"/>
              </a:xfrm>
              <a:prstGeom prst="straightConnector1">
                <a:avLst/>
              </a:prstGeom>
              <a:noFill/>
              <a:ln cap="flat" cmpd="sng" w="9525">
                <a:solidFill>
                  <a:schemeClr val="dk2"/>
                </a:solidFill>
                <a:prstDash val="solid"/>
                <a:round/>
                <a:headEnd len="med" w="med" type="none"/>
                <a:tailEnd len="med" w="med" type="none"/>
              </a:ln>
            </p:spPr>
          </p:cxnSp>
          <p:cxnSp>
            <p:nvCxnSpPr>
              <p:cNvPr id="256" name="Google Shape;256;p5"/>
              <p:cNvCxnSpPr>
                <a:stCxn id="240" idx="7"/>
                <a:endCxn id="245" idx="3"/>
              </p:cNvCxnSpPr>
              <p:nvPr/>
            </p:nvCxnSpPr>
            <p:spPr>
              <a:xfrm flipH="1" rot="10800000">
                <a:off x="7896910" y="-1244345"/>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257" name="Google Shape;257;p5"/>
              <p:cNvCxnSpPr>
                <a:stCxn id="241" idx="6"/>
                <a:endCxn id="245" idx="2"/>
              </p:cNvCxnSpPr>
              <p:nvPr/>
            </p:nvCxnSpPr>
            <p:spPr>
              <a:xfrm flipH="1" rot="10800000">
                <a:off x="7118930" y="-1264592"/>
                <a:ext cx="989700" cy="492600"/>
              </a:xfrm>
              <a:prstGeom prst="straightConnector1">
                <a:avLst/>
              </a:prstGeom>
              <a:noFill/>
              <a:ln cap="flat" cmpd="sng" w="9525">
                <a:solidFill>
                  <a:schemeClr val="dk2"/>
                </a:solidFill>
                <a:prstDash val="solid"/>
                <a:round/>
                <a:headEnd len="med" w="med" type="none"/>
                <a:tailEnd len="med" w="med" type="none"/>
              </a:ln>
            </p:spPr>
          </p:cxnSp>
          <p:cxnSp>
            <p:nvCxnSpPr>
              <p:cNvPr id="258" name="Google Shape;258;p5"/>
              <p:cNvCxnSpPr>
                <a:stCxn id="245" idx="0"/>
                <a:endCxn id="239" idx="5"/>
              </p:cNvCxnSpPr>
              <p:nvPr/>
            </p:nvCxnSpPr>
            <p:spPr>
              <a:xfrm rot="10800000">
                <a:off x="7386853" y="-1978577"/>
                <a:ext cx="734700" cy="647100"/>
              </a:xfrm>
              <a:prstGeom prst="straightConnector1">
                <a:avLst/>
              </a:prstGeom>
              <a:noFill/>
              <a:ln cap="flat" cmpd="sng" w="9525">
                <a:solidFill>
                  <a:schemeClr val="dk2"/>
                </a:solidFill>
                <a:prstDash val="solid"/>
                <a:round/>
                <a:headEnd len="med" w="med" type="none"/>
                <a:tailEnd len="med" w="med" type="none"/>
              </a:ln>
            </p:spPr>
          </p:cxnSp>
          <p:cxnSp>
            <p:nvCxnSpPr>
              <p:cNvPr id="259" name="Google Shape;259;p5"/>
              <p:cNvCxnSpPr>
                <a:stCxn id="243" idx="5"/>
                <a:endCxn id="245" idx="1"/>
              </p:cNvCxnSpPr>
              <p:nvPr/>
            </p:nvCxnSpPr>
            <p:spPr>
              <a:xfrm>
                <a:off x="6168510" y="-2299629"/>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260" name="Google Shape;260;p5"/>
              <p:cNvCxnSpPr>
                <a:stCxn id="242" idx="6"/>
                <a:endCxn id="245" idx="1"/>
              </p:cNvCxnSpPr>
              <p:nvPr/>
            </p:nvCxnSpPr>
            <p:spPr>
              <a:xfrm flipH="1" rot="10800000">
                <a:off x="6214873" y="-1300586"/>
                <a:ext cx="1886400" cy="489600"/>
              </a:xfrm>
              <a:prstGeom prst="straightConnector1">
                <a:avLst/>
              </a:prstGeom>
              <a:noFill/>
              <a:ln cap="flat" cmpd="sng" w="9525">
                <a:solidFill>
                  <a:schemeClr val="dk2"/>
                </a:solidFill>
                <a:prstDash val="solid"/>
                <a:round/>
                <a:headEnd len="med" w="med" type="none"/>
                <a:tailEnd len="med" w="med" type="none"/>
              </a:ln>
            </p:spPr>
          </p:cxnSp>
          <p:cxnSp>
            <p:nvCxnSpPr>
              <p:cNvPr id="261" name="Google Shape;261;p5"/>
              <p:cNvCxnSpPr>
                <a:stCxn id="242" idx="4"/>
                <a:endCxn id="240" idx="1"/>
              </p:cNvCxnSpPr>
              <p:nvPr/>
            </p:nvCxnSpPr>
            <p:spPr>
              <a:xfrm>
                <a:off x="6201973" y="-744086"/>
                <a:ext cx="1459800" cy="574500"/>
              </a:xfrm>
              <a:prstGeom prst="straightConnector1">
                <a:avLst/>
              </a:prstGeom>
              <a:noFill/>
              <a:ln cap="flat" cmpd="sng" w="9525">
                <a:solidFill>
                  <a:schemeClr val="dk2"/>
                </a:solidFill>
                <a:prstDash val="solid"/>
                <a:round/>
                <a:headEnd len="med" w="med" type="none"/>
                <a:tailEnd len="med" w="med" type="none"/>
              </a:ln>
            </p:spPr>
          </p:cxnSp>
          <p:cxnSp>
            <p:nvCxnSpPr>
              <p:cNvPr id="262" name="Google Shape;262;p5"/>
              <p:cNvCxnSpPr>
                <a:stCxn id="239" idx="4"/>
                <a:endCxn id="240" idx="7"/>
              </p:cNvCxnSpPr>
              <p:nvPr/>
            </p:nvCxnSpPr>
            <p:spPr>
              <a:xfrm>
                <a:off x="7345607" y="-1916318"/>
                <a:ext cx="551400" cy="1588200"/>
              </a:xfrm>
              <a:prstGeom prst="straightConnector1">
                <a:avLst/>
              </a:prstGeom>
              <a:noFill/>
              <a:ln cap="flat" cmpd="sng" w="9525">
                <a:solidFill>
                  <a:schemeClr val="dk2"/>
                </a:solidFill>
                <a:prstDash val="solid"/>
                <a:round/>
                <a:headEnd len="med" w="med" type="none"/>
                <a:tailEnd len="med" w="med" type="none"/>
              </a:ln>
            </p:spPr>
          </p:cxnSp>
          <p:sp>
            <p:nvSpPr>
              <p:cNvPr id="263" name="Google Shape;263;p5"/>
              <p:cNvSpPr/>
              <p:nvPr/>
            </p:nvSpPr>
            <p:spPr>
              <a:xfrm rot="-2047713">
                <a:off x="8788629" y="-4306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64" name="Google Shape;264;p5"/>
              <p:cNvCxnSpPr>
                <a:stCxn id="245" idx="4"/>
                <a:endCxn id="263" idx="7"/>
              </p:cNvCxnSpPr>
              <p:nvPr/>
            </p:nvCxnSpPr>
            <p:spPr>
              <a:xfrm>
                <a:off x="8175553" y="-1251677"/>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265" name="Google Shape;265;p5"/>
              <p:cNvCxnSpPr>
                <a:stCxn id="263" idx="1"/>
                <a:endCxn id="240" idx="5"/>
              </p:cNvCxnSpPr>
              <p:nvPr/>
            </p:nvCxnSpPr>
            <p:spPr>
              <a:xfrm rot="10800000">
                <a:off x="8055700" y="-93031"/>
                <a:ext cx="734100" cy="102900"/>
              </a:xfrm>
              <a:prstGeom prst="straightConnector1">
                <a:avLst/>
              </a:prstGeom>
              <a:noFill/>
              <a:ln cap="flat" cmpd="sng" w="9525">
                <a:solidFill>
                  <a:schemeClr val="dk2"/>
                </a:solidFill>
                <a:prstDash val="solid"/>
                <a:round/>
                <a:headEnd len="med" w="med" type="none"/>
                <a:tailEnd len="med" w="med" type="none"/>
              </a:ln>
            </p:spPr>
          </p:cxnSp>
          <p:cxnSp>
            <p:nvCxnSpPr>
              <p:cNvPr id="266" name="Google Shape;266;p5"/>
              <p:cNvCxnSpPr>
                <a:stCxn id="263" idx="0"/>
                <a:endCxn id="239" idx="4"/>
              </p:cNvCxnSpPr>
              <p:nvPr/>
            </p:nvCxnSpPr>
            <p:spPr>
              <a:xfrm rot="10800000">
                <a:off x="7345463" y="-1916427"/>
                <a:ext cx="1471800" cy="1884600"/>
              </a:xfrm>
              <a:prstGeom prst="straightConnector1">
                <a:avLst/>
              </a:prstGeom>
              <a:noFill/>
              <a:ln cap="flat" cmpd="sng" w="9525">
                <a:solidFill>
                  <a:schemeClr val="dk2"/>
                </a:solidFill>
                <a:prstDash val="solid"/>
                <a:round/>
                <a:headEnd len="med" w="med" type="none"/>
                <a:tailEnd len="med" w="med" type="none"/>
              </a:ln>
            </p:spPr>
          </p:cxnSp>
          <p:cxnSp>
            <p:nvCxnSpPr>
              <p:cNvPr id="267" name="Google Shape;267;p5"/>
              <p:cNvCxnSpPr>
                <a:stCxn id="263" idx="1"/>
                <a:endCxn id="241" idx="5"/>
              </p:cNvCxnSpPr>
              <p:nvPr/>
            </p:nvCxnSpPr>
            <p:spPr>
              <a:xfrm rot="10800000">
                <a:off x="7129000" y="-723031"/>
                <a:ext cx="1660800" cy="732900"/>
              </a:xfrm>
              <a:prstGeom prst="straightConnector1">
                <a:avLst/>
              </a:prstGeom>
              <a:noFill/>
              <a:ln cap="flat" cmpd="sng" w="9525">
                <a:solidFill>
                  <a:schemeClr val="dk2"/>
                </a:solidFill>
                <a:prstDash val="solid"/>
                <a:round/>
                <a:headEnd len="med" w="med" type="none"/>
                <a:tailEnd len="med" w="med" type="none"/>
              </a:ln>
            </p:spPr>
          </p:cxnSp>
          <p:sp>
            <p:nvSpPr>
              <p:cNvPr id="268" name="Google Shape;268;p5"/>
              <p:cNvSpPr/>
              <p:nvPr/>
            </p:nvSpPr>
            <p:spPr>
              <a:xfrm rot="-2040502">
                <a:off x="7684687" y="255003"/>
                <a:ext cx="194703" cy="19470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69" name="Google Shape;269;p5"/>
              <p:cNvCxnSpPr>
                <a:stCxn id="263" idx="2"/>
                <a:endCxn id="268" idx="5"/>
              </p:cNvCxnSpPr>
              <p:nvPr/>
            </p:nvCxnSpPr>
            <p:spPr>
              <a:xfrm flipH="1">
                <a:off x="7877663" y="58773"/>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270" name="Google Shape;270;p5"/>
              <p:cNvCxnSpPr>
                <a:stCxn id="268" idx="1"/>
                <a:endCxn id="244" idx="5"/>
              </p:cNvCxnSpPr>
              <p:nvPr/>
            </p:nvCxnSpPr>
            <p:spPr>
              <a:xfrm rot="10800000">
                <a:off x="6397373" y="-27707"/>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271" name="Google Shape;271;p5"/>
              <p:cNvCxnSpPr>
                <a:stCxn id="268" idx="7"/>
                <a:endCxn id="240" idx="3"/>
              </p:cNvCxnSpPr>
              <p:nvPr/>
            </p:nvCxnSpPr>
            <p:spPr>
              <a:xfrm flipH="1" rot="10800000">
                <a:off x="7800600" y="65689"/>
                <a:ext cx="19800" cy="191100"/>
              </a:xfrm>
              <a:prstGeom prst="straightConnector1">
                <a:avLst/>
              </a:prstGeom>
              <a:noFill/>
              <a:ln cap="flat" cmpd="sng" w="9525">
                <a:solidFill>
                  <a:schemeClr val="dk2"/>
                </a:solidFill>
                <a:prstDash val="solid"/>
                <a:round/>
                <a:headEnd len="med" w="med" type="none"/>
                <a:tailEnd len="med" w="med" type="none"/>
              </a:ln>
            </p:spPr>
          </p:cxnSp>
        </p:grpSp>
        <p:grpSp>
          <p:nvGrpSpPr>
            <p:cNvPr id="272" name="Google Shape;272;p5"/>
            <p:cNvGrpSpPr/>
            <p:nvPr/>
          </p:nvGrpSpPr>
          <p:grpSpPr>
            <a:xfrm flipH="1" rot="10800000">
              <a:off x="-497962" y="2260383"/>
              <a:ext cx="3063625" cy="3321711"/>
              <a:chOff x="-460575" y="-671217"/>
              <a:chExt cx="3063625" cy="3321711"/>
            </a:xfrm>
          </p:grpSpPr>
          <p:cxnSp>
            <p:nvCxnSpPr>
              <p:cNvPr id="273" name="Google Shape;273;p5"/>
              <p:cNvCxnSpPr>
                <a:stCxn id="274" idx="6"/>
                <a:endCxn id="275" idx="2"/>
              </p:cNvCxnSpPr>
              <p:nvPr/>
            </p:nvCxnSpPr>
            <p:spPr>
              <a:xfrm flipH="1" rot="10800000">
                <a:off x="421801" y="-63292"/>
                <a:ext cx="2023800" cy="476400"/>
              </a:xfrm>
              <a:prstGeom prst="straightConnector1">
                <a:avLst/>
              </a:prstGeom>
              <a:noFill/>
              <a:ln cap="flat" cmpd="sng" w="9525">
                <a:solidFill>
                  <a:schemeClr val="dk2"/>
                </a:solidFill>
                <a:prstDash val="solid"/>
                <a:round/>
                <a:headEnd len="med" w="med" type="none"/>
                <a:tailEnd len="med" w="med" type="none"/>
              </a:ln>
            </p:spPr>
          </p:cxnSp>
          <p:sp>
            <p:nvSpPr>
              <p:cNvPr id="275" name="Google Shape;275;p5"/>
              <p:cNvSpPr/>
              <p:nvPr/>
            </p:nvSpPr>
            <p:spPr>
              <a:xfrm>
                <a:off x="2445550" y="-142081"/>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76" name="Google Shape;276;p5"/>
              <p:cNvSpPr/>
              <p:nvPr/>
            </p:nvSpPr>
            <p:spPr>
              <a:xfrm>
                <a:off x="61646" y="-671217"/>
                <a:ext cx="1575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77" name="Google Shape;277;p5"/>
              <p:cNvSpPr/>
              <p:nvPr/>
            </p:nvSpPr>
            <p:spPr>
              <a:xfrm>
                <a:off x="90425" y="2492994"/>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78" name="Google Shape;278;p5"/>
              <p:cNvSpPr/>
              <p:nvPr/>
            </p:nvSpPr>
            <p:spPr>
              <a:xfrm>
                <a:off x="125826" y="88673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79" name="Google Shape;279;p5"/>
              <p:cNvSpPr/>
              <p:nvPr/>
            </p:nvSpPr>
            <p:spPr>
              <a:xfrm>
                <a:off x="382937" y="1317277"/>
                <a:ext cx="1569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80" name="Google Shape;280;p5"/>
              <p:cNvCxnSpPr>
                <a:stCxn id="279" idx="4"/>
                <a:endCxn id="277" idx="0"/>
              </p:cNvCxnSpPr>
              <p:nvPr/>
            </p:nvCxnSpPr>
            <p:spPr>
              <a:xfrm flipH="1">
                <a:off x="169187" y="1474777"/>
                <a:ext cx="292200" cy="1018200"/>
              </a:xfrm>
              <a:prstGeom prst="straightConnector1">
                <a:avLst/>
              </a:prstGeom>
              <a:noFill/>
              <a:ln cap="flat" cmpd="sng" w="9525">
                <a:solidFill>
                  <a:schemeClr val="dk2"/>
                </a:solidFill>
                <a:prstDash val="solid"/>
                <a:round/>
                <a:headEnd len="med" w="med" type="none"/>
                <a:tailEnd len="med" w="med" type="none"/>
              </a:ln>
            </p:spPr>
          </p:cxnSp>
          <p:cxnSp>
            <p:nvCxnSpPr>
              <p:cNvPr id="281" name="Google Shape;281;p5"/>
              <p:cNvCxnSpPr>
                <a:stCxn id="278" idx="4"/>
                <a:endCxn id="277" idx="0"/>
              </p:cNvCxnSpPr>
              <p:nvPr/>
            </p:nvCxnSpPr>
            <p:spPr>
              <a:xfrm>
                <a:off x="169176" y="973437"/>
                <a:ext cx="0" cy="1519500"/>
              </a:xfrm>
              <a:prstGeom prst="straightConnector1">
                <a:avLst/>
              </a:prstGeom>
              <a:noFill/>
              <a:ln cap="flat" cmpd="sng" w="9525">
                <a:solidFill>
                  <a:schemeClr val="dk2"/>
                </a:solidFill>
                <a:prstDash val="solid"/>
                <a:round/>
                <a:headEnd len="med" w="med" type="none"/>
                <a:tailEnd len="med" w="med" type="none"/>
              </a:ln>
            </p:spPr>
          </p:cxnSp>
          <p:cxnSp>
            <p:nvCxnSpPr>
              <p:cNvPr id="282" name="Google Shape;282;p5"/>
              <p:cNvCxnSpPr>
                <a:stCxn id="278" idx="5"/>
                <a:endCxn id="279" idx="1"/>
              </p:cNvCxnSpPr>
              <p:nvPr/>
            </p:nvCxnSpPr>
            <p:spPr>
              <a:xfrm>
                <a:off x="199829" y="960741"/>
                <a:ext cx="206100" cy="379500"/>
              </a:xfrm>
              <a:prstGeom prst="straightConnector1">
                <a:avLst/>
              </a:prstGeom>
              <a:noFill/>
              <a:ln cap="flat" cmpd="sng" w="9525">
                <a:solidFill>
                  <a:schemeClr val="dk2"/>
                </a:solidFill>
                <a:prstDash val="solid"/>
                <a:round/>
                <a:headEnd len="med" w="med" type="none"/>
                <a:tailEnd len="med" w="med" type="none"/>
              </a:ln>
            </p:spPr>
          </p:cxnSp>
          <p:cxnSp>
            <p:nvCxnSpPr>
              <p:cNvPr id="283" name="Google Shape;283;p5"/>
              <p:cNvCxnSpPr>
                <a:stCxn id="278" idx="0"/>
                <a:endCxn id="276" idx="4"/>
              </p:cNvCxnSpPr>
              <p:nvPr/>
            </p:nvCxnSpPr>
            <p:spPr>
              <a:xfrm rot="10800000">
                <a:off x="140376" y="-513663"/>
                <a:ext cx="28800" cy="1400400"/>
              </a:xfrm>
              <a:prstGeom prst="straightConnector1">
                <a:avLst/>
              </a:prstGeom>
              <a:noFill/>
              <a:ln cap="flat" cmpd="sng" w="9525">
                <a:solidFill>
                  <a:schemeClr val="dk2"/>
                </a:solidFill>
                <a:prstDash val="solid"/>
                <a:round/>
                <a:headEnd len="med" w="med" type="none"/>
                <a:tailEnd len="med" w="med" type="none"/>
              </a:ln>
            </p:spPr>
          </p:cxnSp>
          <p:cxnSp>
            <p:nvCxnSpPr>
              <p:cNvPr id="284" name="Google Shape;284;p5"/>
              <p:cNvCxnSpPr>
                <a:stCxn id="278" idx="7"/>
                <a:endCxn id="274" idx="3"/>
              </p:cNvCxnSpPr>
              <p:nvPr/>
            </p:nvCxnSpPr>
            <p:spPr>
              <a:xfrm flipH="1" rot="10800000">
                <a:off x="1998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285" name="Google Shape;285;p5"/>
              <p:cNvCxnSpPr>
                <a:stCxn id="276" idx="5"/>
                <a:endCxn id="274" idx="0"/>
              </p:cNvCxnSpPr>
              <p:nvPr/>
            </p:nvCxnSpPr>
            <p:spPr>
              <a:xfrm>
                <a:off x="196080" y="-536782"/>
                <a:ext cx="182400" cy="906600"/>
              </a:xfrm>
              <a:prstGeom prst="straightConnector1">
                <a:avLst/>
              </a:prstGeom>
              <a:noFill/>
              <a:ln cap="flat" cmpd="sng" w="9525">
                <a:solidFill>
                  <a:schemeClr val="dk2"/>
                </a:solidFill>
                <a:prstDash val="solid"/>
                <a:round/>
                <a:headEnd len="med" w="med" type="none"/>
                <a:tailEnd len="med" w="med" type="none"/>
              </a:ln>
            </p:spPr>
          </p:cxnSp>
          <p:cxnSp>
            <p:nvCxnSpPr>
              <p:cNvPr id="286" name="Google Shape;286;p5"/>
              <p:cNvCxnSpPr>
                <a:stCxn id="276" idx="6"/>
                <a:endCxn id="275" idx="2"/>
              </p:cNvCxnSpPr>
              <p:nvPr/>
            </p:nvCxnSpPr>
            <p:spPr>
              <a:xfrm>
                <a:off x="219146" y="-592467"/>
                <a:ext cx="2226300" cy="529200"/>
              </a:xfrm>
              <a:prstGeom prst="straightConnector1">
                <a:avLst/>
              </a:prstGeom>
              <a:noFill/>
              <a:ln cap="flat" cmpd="sng" w="9525">
                <a:solidFill>
                  <a:schemeClr val="dk2"/>
                </a:solidFill>
                <a:prstDash val="solid"/>
                <a:round/>
                <a:headEnd len="med" w="med" type="none"/>
                <a:tailEnd len="med" w="med" type="none"/>
              </a:ln>
            </p:spPr>
          </p:cxnSp>
          <p:cxnSp>
            <p:nvCxnSpPr>
              <p:cNvPr id="287" name="Google Shape;287;p5"/>
              <p:cNvCxnSpPr>
                <a:stCxn id="288" idx="1"/>
                <a:endCxn id="276" idx="5"/>
              </p:cNvCxnSpPr>
              <p:nvPr/>
            </p:nvCxnSpPr>
            <p:spPr>
              <a:xfrm rot="10800000">
                <a:off x="195958" y="-536780"/>
                <a:ext cx="600600" cy="723900"/>
              </a:xfrm>
              <a:prstGeom prst="straightConnector1">
                <a:avLst/>
              </a:prstGeom>
              <a:noFill/>
              <a:ln cap="flat" cmpd="sng" w="9525">
                <a:solidFill>
                  <a:schemeClr val="dk2"/>
                </a:solidFill>
                <a:prstDash val="solid"/>
                <a:round/>
                <a:headEnd len="med" w="med" type="none"/>
                <a:tailEnd len="med" w="med" type="none"/>
              </a:ln>
            </p:spPr>
          </p:cxnSp>
          <p:cxnSp>
            <p:nvCxnSpPr>
              <p:cNvPr id="289" name="Google Shape;289;p5"/>
              <p:cNvCxnSpPr>
                <a:stCxn id="279" idx="0"/>
                <a:endCxn id="274" idx="4"/>
              </p:cNvCxnSpPr>
              <p:nvPr/>
            </p:nvCxnSpPr>
            <p:spPr>
              <a:xfrm rot="10800000">
                <a:off x="378587" y="456577"/>
                <a:ext cx="82800" cy="860700"/>
              </a:xfrm>
              <a:prstGeom prst="straightConnector1">
                <a:avLst/>
              </a:prstGeom>
              <a:noFill/>
              <a:ln cap="flat" cmpd="sng" w="9525">
                <a:solidFill>
                  <a:schemeClr val="dk2"/>
                </a:solidFill>
                <a:prstDash val="solid"/>
                <a:round/>
                <a:headEnd len="med" w="med" type="none"/>
                <a:tailEnd len="med" w="med" type="none"/>
              </a:ln>
            </p:spPr>
          </p:cxnSp>
          <p:cxnSp>
            <p:nvCxnSpPr>
              <p:cNvPr id="290" name="Google Shape;290;p5"/>
              <p:cNvCxnSpPr>
                <a:stCxn id="279" idx="0"/>
                <a:endCxn id="288" idx="3"/>
              </p:cNvCxnSpPr>
              <p:nvPr/>
            </p:nvCxnSpPr>
            <p:spPr>
              <a:xfrm flipH="1" rot="10800000">
                <a:off x="461387" y="268177"/>
                <a:ext cx="335100" cy="1049100"/>
              </a:xfrm>
              <a:prstGeom prst="straightConnector1">
                <a:avLst/>
              </a:prstGeom>
              <a:noFill/>
              <a:ln cap="flat" cmpd="sng" w="9525">
                <a:solidFill>
                  <a:schemeClr val="dk2"/>
                </a:solidFill>
                <a:prstDash val="solid"/>
                <a:round/>
                <a:headEnd len="med" w="med" type="none"/>
                <a:tailEnd len="med" w="med" type="none"/>
              </a:ln>
            </p:spPr>
          </p:cxnSp>
          <p:sp>
            <p:nvSpPr>
              <p:cNvPr id="291" name="Google Shape;291;p5"/>
              <p:cNvSpPr/>
              <p:nvPr/>
            </p:nvSpPr>
            <p:spPr>
              <a:xfrm>
                <a:off x="987225" y="-92131"/>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92" name="Google Shape;292;p5"/>
              <p:cNvCxnSpPr>
                <a:stCxn id="276" idx="5"/>
                <a:endCxn id="291" idx="1"/>
              </p:cNvCxnSpPr>
              <p:nvPr/>
            </p:nvCxnSpPr>
            <p:spPr>
              <a:xfrm>
                <a:off x="196080" y="-536782"/>
                <a:ext cx="814200" cy="467700"/>
              </a:xfrm>
              <a:prstGeom prst="straightConnector1">
                <a:avLst/>
              </a:prstGeom>
              <a:noFill/>
              <a:ln cap="flat" cmpd="sng" w="9525">
                <a:solidFill>
                  <a:schemeClr val="dk2"/>
                </a:solidFill>
                <a:prstDash val="solid"/>
                <a:round/>
                <a:headEnd len="med" w="med" type="none"/>
                <a:tailEnd len="med" w="med" type="none"/>
              </a:ln>
            </p:spPr>
          </p:cxnSp>
          <p:cxnSp>
            <p:nvCxnSpPr>
              <p:cNvPr id="293" name="Google Shape;293;p5"/>
              <p:cNvCxnSpPr>
                <a:stCxn id="288" idx="7"/>
                <a:endCxn id="291" idx="3"/>
              </p:cNvCxnSpPr>
              <p:nvPr/>
            </p:nvCxnSpPr>
            <p:spPr>
              <a:xfrm flipH="1" rot="10800000">
                <a:off x="877592" y="42220"/>
                <a:ext cx="132600" cy="144900"/>
              </a:xfrm>
              <a:prstGeom prst="straightConnector1">
                <a:avLst/>
              </a:prstGeom>
              <a:noFill/>
              <a:ln cap="flat" cmpd="sng" w="9525">
                <a:solidFill>
                  <a:schemeClr val="dk2"/>
                </a:solidFill>
                <a:prstDash val="solid"/>
                <a:round/>
                <a:headEnd len="med" w="med" type="none"/>
                <a:tailEnd len="med" w="med" type="none"/>
              </a:ln>
            </p:spPr>
          </p:cxnSp>
          <p:cxnSp>
            <p:nvCxnSpPr>
              <p:cNvPr id="294" name="Google Shape;294;p5"/>
              <p:cNvCxnSpPr>
                <a:stCxn id="291" idx="6"/>
                <a:endCxn id="275" idx="2"/>
              </p:cNvCxnSpPr>
              <p:nvPr/>
            </p:nvCxnSpPr>
            <p:spPr>
              <a:xfrm flipH="1" rot="10800000">
                <a:off x="1144725" y="-63481"/>
                <a:ext cx="1300800" cy="50100"/>
              </a:xfrm>
              <a:prstGeom prst="straightConnector1">
                <a:avLst/>
              </a:prstGeom>
              <a:noFill/>
              <a:ln cap="flat" cmpd="sng" w="9525">
                <a:solidFill>
                  <a:schemeClr val="dk2"/>
                </a:solidFill>
                <a:prstDash val="solid"/>
                <a:round/>
                <a:headEnd len="med" w="med" type="none"/>
                <a:tailEnd len="med" w="med" type="none"/>
              </a:ln>
            </p:spPr>
          </p:cxnSp>
          <p:sp>
            <p:nvSpPr>
              <p:cNvPr id="295" name="Google Shape;295;p5"/>
              <p:cNvSpPr/>
              <p:nvPr/>
            </p:nvSpPr>
            <p:spPr>
              <a:xfrm>
                <a:off x="-460575" y="540519"/>
                <a:ext cx="157500" cy="157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296" name="Google Shape;296;p5"/>
              <p:cNvCxnSpPr>
                <a:stCxn id="295" idx="0"/>
                <a:endCxn id="276" idx="3"/>
              </p:cNvCxnSpPr>
              <p:nvPr/>
            </p:nvCxnSpPr>
            <p:spPr>
              <a:xfrm flipH="1" rot="10800000">
                <a:off x="-381825" y="-536781"/>
                <a:ext cx="466500" cy="1077300"/>
              </a:xfrm>
              <a:prstGeom prst="straightConnector1">
                <a:avLst/>
              </a:prstGeom>
              <a:noFill/>
              <a:ln cap="flat" cmpd="sng" w="9525">
                <a:solidFill>
                  <a:schemeClr val="dk2"/>
                </a:solidFill>
                <a:prstDash val="solid"/>
                <a:round/>
                <a:headEnd len="med" w="med" type="none"/>
                <a:tailEnd len="med" w="med" type="none"/>
              </a:ln>
            </p:spPr>
          </p:cxnSp>
          <p:cxnSp>
            <p:nvCxnSpPr>
              <p:cNvPr id="297" name="Google Shape;297;p5"/>
              <p:cNvCxnSpPr>
                <a:stCxn id="295" idx="6"/>
                <a:endCxn id="274" idx="3"/>
              </p:cNvCxnSpPr>
              <p:nvPr/>
            </p:nvCxnSpPr>
            <p:spPr>
              <a:xfrm flipH="1" rot="10800000">
                <a:off x="-303075" y="443769"/>
                <a:ext cx="651000" cy="175500"/>
              </a:xfrm>
              <a:prstGeom prst="straightConnector1">
                <a:avLst/>
              </a:prstGeom>
              <a:noFill/>
              <a:ln cap="flat" cmpd="sng" w="9525">
                <a:solidFill>
                  <a:schemeClr val="dk2"/>
                </a:solidFill>
                <a:prstDash val="solid"/>
                <a:round/>
                <a:headEnd len="med" w="med" type="none"/>
                <a:tailEnd len="med" w="med" type="none"/>
              </a:ln>
            </p:spPr>
          </p:cxnSp>
          <p:cxnSp>
            <p:nvCxnSpPr>
              <p:cNvPr id="298" name="Google Shape;298;p5"/>
              <p:cNvCxnSpPr>
                <a:stCxn id="295" idx="5"/>
                <a:endCxn id="278" idx="1"/>
              </p:cNvCxnSpPr>
              <p:nvPr/>
            </p:nvCxnSpPr>
            <p:spPr>
              <a:xfrm>
                <a:off x="-326140" y="674953"/>
                <a:ext cx="464700" cy="224400"/>
              </a:xfrm>
              <a:prstGeom prst="straightConnector1">
                <a:avLst/>
              </a:prstGeom>
              <a:noFill/>
              <a:ln cap="flat" cmpd="sng" w="9525">
                <a:solidFill>
                  <a:schemeClr val="dk2"/>
                </a:solidFill>
                <a:prstDash val="solid"/>
                <a:round/>
                <a:headEnd len="med" w="med" type="none"/>
                <a:tailEnd len="med" w="med" type="none"/>
              </a:ln>
            </p:spPr>
          </p:cxnSp>
          <p:cxnSp>
            <p:nvCxnSpPr>
              <p:cNvPr id="299" name="Google Shape;299;p5"/>
              <p:cNvCxnSpPr>
                <a:stCxn id="295" idx="5"/>
                <a:endCxn id="277" idx="1"/>
              </p:cNvCxnSpPr>
              <p:nvPr/>
            </p:nvCxnSpPr>
            <p:spPr>
              <a:xfrm>
                <a:off x="-326140" y="674953"/>
                <a:ext cx="439500" cy="1841100"/>
              </a:xfrm>
              <a:prstGeom prst="straightConnector1">
                <a:avLst/>
              </a:prstGeom>
              <a:noFill/>
              <a:ln cap="flat" cmpd="sng" w="9525">
                <a:solidFill>
                  <a:schemeClr val="dk2"/>
                </a:solidFill>
                <a:prstDash val="solid"/>
                <a:round/>
                <a:headEnd len="med" w="med" type="none"/>
                <a:tailEnd len="med" w="med" type="none"/>
              </a:ln>
            </p:spPr>
          </p:cxnSp>
          <p:sp>
            <p:nvSpPr>
              <p:cNvPr id="288" name="Google Shape;288;p5"/>
              <p:cNvSpPr/>
              <p:nvPr/>
            </p:nvSpPr>
            <p:spPr>
              <a:xfrm>
                <a:off x="779775" y="170338"/>
                <a:ext cx="114600" cy="11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74" name="Google Shape;274;p5"/>
              <p:cNvSpPr/>
              <p:nvPr/>
            </p:nvSpPr>
            <p:spPr>
              <a:xfrm>
                <a:off x="335101" y="369758"/>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300" name="Google Shape;300;p5"/>
          <p:cNvGrpSpPr/>
          <p:nvPr/>
        </p:nvGrpSpPr>
        <p:grpSpPr>
          <a:xfrm>
            <a:off x="3132451" y="3639438"/>
            <a:ext cx="5812012" cy="1415987"/>
            <a:chOff x="3132451" y="3639438"/>
            <a:chExt cx="5812012" cy="1415987"/>
          </a:xfrm>
        </p:grpSpPr>
        <p:grpSp>
          <p:nvGrpSpPr>
            <p:cNvPr id="301" name="Google Shape;301;p5"/>
            <p:cNvGrpSpPr/>
            <p:nvPr/>
          </p:nvGrpSpPr>
          <p:grpSpPr>
            <a:xfrm flipH="1" rot="10800000">
              <a:off x="8538188" y="3639438"/>
              <a:ext cx="406275" cy="563575"/>
              <a:chOff x="140150" y="4340075"/>
              <a:chExt cx="406275" cy="563575"/>
            </a:xfrm>
          </p:grpSpPr>
          <p:sp>
            <p:nvSpPr>
              <p:cNvPr id="302" name="Google Shape;302;p5"/>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03" name="Google Shape;303;p5"/>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04" name="Google Shape;304;p5"/>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05" name="Google Shape;305;p5"/>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306" name="Google Shape;306;p5"/>
            <p:cNvGrpSpPr/>
            <p:nvPr/>
          </p:nvGrpSpPr>
          <p:grpSpPr>
            <a:xfrm rot="10800000">
              <a:off x="3132451" y="4732750"/>
              <a:ext cx="298275" cy="322675"/>
              <a:chOff x="8667225" y="681525"/>
              <a:chExt cx="298275" cy="322675"/>
            </a:xfrm>
          </p:grpSpPr>
          <p:sp>
            <p:nvSpPr>
              <p:cNvPr id="307" name="Google Shape;307;p5"/>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08" name="Google Shape;308;p5"/>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09" name="Google Shape;309;p5"/>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10" name="Shape 310"/>
        <p:cNvGrpSpPr/>
        <p:nvPr/>
      </p:nvGrpSpPr>
      <p:grpSpPr>
        <a:xfrm>
          <a:off x="0" y="0"/>
          <a:ext cx="0" cy="0"/>
          <a:chOff x="0" y="0"/>
          <a:chExt cx="0" cy="0"/>
        </a:xfrm>
      </p:grpSpPr>
      <p:sp>
        <p:nvSpPr>
          <p:cNvPr id="311" name="Google Shape;311;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cxnSp>
        <p:nvCxnSpPr>
          <p:cNvPr id="312" name="Google Shape;312;p6"/>
          <p:cNvCxnSpPr>
            <a:stCxn id="313" idx="6"/>
            <a:endCxn id="314" idx="2"/>
          </p:cNvCxnSpPr>
          <p:nvPr/>
        </p:nvCxnSpPr>
        <p:spPr>
          <a:xfrm flipH="1" rot="10800000">
            <a:off x="193201" y="280868"/>
            <a:ext cx="388800" cy="117000"/>
          </a:xfrm>
          <a:prstGeom prst="straightConnector1">
            <a:avLst/>
          </a:prstGeom>
          <a:noFill/>
          <a:ln cap="flat" cmpd="sng" w="9525">
            <a:solidFill>
              <a:schemeClr val="dk2"/>
            </a:solidFill>
            <a:prstDash val="solid"/>
            <a:round/>
            <a:headEnd len="med" w="med" type="none"/>
            <a:tailEnd len="med" w="med" type="none"/>
          </a:ln>
        </p:spPr>
      </p:cxnSp>
      <p:grpSp>
        <p:nvGrpSpPr>
          <p:cNvPr id="315" name="Google Shape;315;p6"/>
          <p:cNvGrpSpPr/>
          <p:nvPr/>
        </p:nvGrpSpPr>
        <p:grpSpPr>
          <a:xfrm>
            <a:off x="-378324" y="-207277"/>
            <a:ext cx="9969999" cy="5712728"/>
            <a:chOff x="-378324" y="-207277"/>
            <a:chExt cx="9969999" cy="5712728"/>
          </a:xfrm>
        </p:grpSpPr>
        <p:grpSp>
          <p:nvGrpSpPr>
            <p:cNvPr id="316" name="Google Shape;316;p6"/>
            <p:cNvGrpSpPr/>
            <p:nvPr/>
          </p:nvGrpSpPr>
          <p:grpSpPr>
            <a:xfrm>
              <a:off x="-378324" y="-207277"/>
              <a:ext cx="1762174" cy="2641456"/>
              <a:chOff x="-149724" y="-192037"/>
              <a:chExt cx="1762174" cy="2641456"/>
            </a:xfrm>
          </p:grpSpPr>
          <p:cxnSp>
            <p:nvCxnSpPr>
              <p:cNvPr id="317" name="Google Shape;317;p6"/>
              <p:cNvCxnSpPr>
                <a:stCxn id="314" idx="7"/>
                <a:endCxn id="318" idx="2"/>
              </p:cNvCxnSpPr>
              <p:nvPr/>
            </p:nvCxnSpPr>
            <p:spPr>
              <a:xfrm flipH="1" rot="10800000">
                <a:off x="936740" y="3228"/>
                <a:ext cx="518100" cy="240600"/>
              </a:xfrm>
              <a:prstGeom prst="straightConnector1">
                <a:avLst/>
              </a:prstGeom>
              <a:noFill/>
              <a:ln cap="flat" cmpd="sng" w="9525">
                <a:solidFill>
                  <a:schemeClr val="dk2"/>
                </a:solidFill>
                <a:prstDash val="solid"/>
                <a:round/>
                <a:headEnd len="med" w="med" type="none"/>
                <a:tailEnd len="med" w="med" type="none"/>
              </a:ln>
            </p:spPr>
          </p:cxnSp>
          <p:sp>
            <p:nvSpPr>
              <p:cNvPr id="318" name="Google Shape;318;p6"/>
              <p:cNvSpPr/>
              <p:nvPr/>
            </p:nvSpPr>
            <p:spPr>
              <a:xfrm>
                <a:off x="1454950" y="-75631"/>
                <a:ext cx="157500" cy="157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19" name="Google Shape;319;p6"/>
              <p:cNvSpPr/>
              <p:nvPr/>
            </p:nvSpPr>
            <p:spPr>
              <a:xfrm>
                <a:off x="-149724" y="-192037"/>
                <a:ext cx="99900" cy="9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20" name="Google Shape;320;p6"/>
              <p:cNvSpPr/>
              <p:nvPr/>
            </p:nvSpPr>
            <p:spPr>
              <a:xfrm>
                <a:off x="253800" y="229191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14" name="Google Shape;314;p6"/>
              <p:cNvSpPr/>
              <p:nvPr/>
            </p:nvSpPr>
            <p:spPr>
              <a:xfrm>
                <a:off x="810500" y="222169"/>
                <a:ext cx="147900" cy="1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21" name="Google Shape;321;p6"/>
              <p:cNvSpPr/>
              <p:nvPr/>
            </p:nvSpPr>
            <p:spPr>
              <a:xfrm>
                <a:off x="64625" y="886726"/>
                <a:ext cx="147900" cy="147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22" name="Google Shape;322;p6"/>
              <p:cNvSpPr/>
              <p:nvPr/>
            </p:nvSpPr>
            <p:spPr>
              <a:xfrm>
                <a:off x="368276" y="1058087"/>
                <a:ext cx="86700" cy="86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323" name="Google Shape;323;p6"/>
              <p:cNvCxnSpPr>
                <a:stCxn id="322" idx="4"/>
                <a:endCxn id="320" idx="0"/>
              </p:cNvCxnSpPr>
              <p:nvPr/>
            </p:nvCxnSpPr>
            <p:spPr>
              <a:xfrm flipH="1">
                <a:off x="332426" y="1144787"/>
                <a:ext cx="79200" cy="1147200"/>
              </a:xfrm>
              <a:prstGeom prst="straightConnector1">
                <a:avLst/>
              </a:prstGeom>
              <a:noFill/>
              <a:ln cap="flat" cmpd="sng" w="9525">
                <a:solidFill>
                  <a:schemeClr val="dk2"/>
                </a:solidFill>
                <a:prstDash val="solid"/>
                <a:round/>
                <a:headEnd len="med" w="med" type="none"/>
                <a:tailEnd len="med" w="med" type="none"/>
              </a:ln>
            </p:spPr>
          </p:cxnSp>
          <p:cxnSp>
            <p:nvCxnSpPr>
              <p:cNvPr id="324" name="Google Shape;324;p6"/>
              <p:cNvCxnSpPr>
                <a:stCxn id="321" idx="4"/>
                <a:endCxn id="320" idx="0"/>
              </p:cNvCxnSpPr>
              <p:nvPr/>
            </p:nvCxnSpPr>
            <p:spPr>
              <a:xfrm>
                <a:off x="138575" y="1034626"/>
                <a:ext cx="194100" cy="1257300"/>
              </a:xfrm>
              <a:prstGeom prst="straightConnector1">
                <a:avLst/>
              </a:prstGeom>
              <a:noFill/>
              <a:ln cap="flat" cmpd="sng" w="9525">
                <a:solidFill>
                  <a:schemeClr val="dk2"/>
                </a:solidFill>
                <a:prstDash val="solid"/>
                <a:round/>
                <a:headEnd len="med" w="med" type="none"/>
                <a:tailEnd len="med" w="med" type="none"/>
              </a:ln>
            </p:spPr>
          </p:cxnSp>
          <p:cxnSp>
            <p:nvCxnSpPr>
              <p:cNvPr id="325" name="Google Shape;325;p6"/>
              <p:cNvCxnSpPr>
                <a:stCxn id="321" idx="5"/>
                <a:endCxn id="322" idx="1"/>
              </p:cNvCxnSpPr>
              <p:nvPr/>
            </p:nvCxnSpPr>
            <p:spPr>
              <a:xfrm>
                <a:off x="190866" y="1012967"/>
                <a:ext cx="190200" cy="57900"/>
              </a:xfrm>
              <a:prstGeom prst="straightConnector1">
                <a:avLst/>
              </a:prstGeom>
              <a:noFill/>
              <a:ln cap="flat" cmpd="sng" w="9525">
                <a:solidFill>
                  <a:schemeClr val="dk2"/>
                </a:solidFill>
                <a:prstDash val="solid"/>
                <a:round/>
                <a:headEnd len="med" w="med" type="none"/>
                <a:tailEnd len="med" w="med" type="none"/>
              </a:ln>
            </p:spPr>
          </p:cxnSp>
          <p:cxnSp>
            <p:nvCxnSpPr>
              <p:cNvPr id="326" name="Google Shape;326;p6"/>
              <p:cNvCxnSpPr>
                <a:stCxn id="321" idx="0"/>
                <a:endCxn id="319" idx="4"/>
              </p:cNvCxnSpPr>
              <p:nvPr/>
            </p:nvCxnSpPr>
            <p:spPr>
              <a:xfrm rot="10800000">
                <a:off x="-99625" y="-92174"/>
                <a:ext cx="238200" cy="978900"/>
              </a:xfrm>
              <a:prstGeom prst="straightConnector1">
                <a:avLst/>
              </a:prstGeom>
              <a:noFill/>
              <a:ln cap="flat" cmpd="sng" w="9525">
                <a:solidFill>
                  <a:schemeClr val="dk2"/>
                </a:solidFill>
                <a:prstDash val="solid"/>
                <a:round/>
                <a:headEnd len="med" w="med" type="none"/>
                <a:tailEnd len="med" w="med" type="none"/>
              </a:ln>
            </p:spPr>
          </p:cxnSp>
          <p:cxnSp>
            <p:nvCxnSpPr>
              <p:cNvPr id="327" name="Google Shape;327;p6"/>
              <p:cNvCxnSpPr>
                <a:stCxn id="321" idx="0"/>
                <a:endCxn id="313" idx="3"/>
              </p:cNvCxnSpPr>
              <p:nvPr/>
            </p:nvCxnSpPr>
            <p:spPr>
              <a:xfrm flipH="1" rot="10800000">
                <a:off x="138575" y="443626"/>
                <a:ext cx="209100" cy="443100"/>
              </a:xfrm>
              <a:prstGeom prst="straightConnector1">
                <a:avLst/>
              </a:prstGeom>
              <a:noFill/>
              <a:ln cap="flat" cmpd="sng" w="9525">
                <a:solidFill>
                  <a:schemeClr val="dk2"/>
                </a:solidFill>
                <a:prstDash val="solid"/>
                <a:round/>
                <a:headEnd len="med" w="med" type="none"/>
                <a:tailEnd len="med" w="med" type="none"/>
              </a:ln>
            </p:spPr>
          </p:cxnSp>
          <p:cxnSp>
            <p:nvCxnSpPr>
              <p:cNvPr id="328" name="Google Shape;328;p6"/>
              <p:cNvCxnSpPr>
                <a:stCxn id="319" idx="5"/>
                <a:endCxn id="313" idx="1"/>
              </p:cNvCxnSpPr>
              <p:nvPr/>
            </p:nvCxnSpPr>
            <p:spPr>
              <a:xfrm>
                <a:off x="-64454" y="-106767"/>
                <a:ext cx="412200" cy="489300"/>
              </a:xfrm>
              <a:prstGeom prst="straightConnector1">
                <a:avLst/>
              </a:prstGeom>
              <a:noFill/>
              <a:ln cap="flat" cmpd="sng" w="9525">
                <a:solidFill>
                  <a:schemeClr val="dk2"/>
                </a:solidFill>
                <a:prstDash val="solid"/>
                <a:round/>
                <a:headEnd len="med" w="med" type="none"/>
                <a:tailEnd len="med" w="med" type="none"/>
              </a:ln>
            </p:spPr>
          </p:cxnSp>
          <p:cxnSp>
            <p:nvCxnSpPr>
              <p:cNvPr id="329" name="Google Shape;329;p6"/>
              <p:cNvCxnSpPr>
                <a:stCxn id="319" idx="6"/>
                <a:endCxn id="318" idx="2"/>
              </p:cNvCxnSpPr>
              <p:nvPr/>
            </p:nvCxnSpPr>
            <p:spPr>
              <a:xfrm>
                <a:off x="-49824" y="-142087"/>
                <a:ext cx="1504800" cy="145200"/>
              </a:xfrm>
              <a:prstGeom prst="straightConnector1">
                <a:avLst/>
              </a:prstGeom>
              <a:noFill/>
              <a:ln cap="flat" cmpd="sng" w="9525">
                <a:solidFill>
                  <a:schemeClr val="dk2"/>
                </a:solidFill>
                <a:prstDash val="solid"/>
                <a:round/>
                <a:headEnd len="med" w="med" type="none"/>
                <a:tailEnd len="med" w="med" type="none"/>
              </a:ln>
            </p:spPr>
          </p:cxnSp>
          <p:cxnSp>
            <p:nvCxnSpPr>
              <p:cNvPr id="330" name="Google Shape;330;p6"/>
              <p:cNvCxnSpPr>
                <a:stCxn id="314" idx="1"/>
                <a:endCxn id="319" idx="5"/>
              </p:cNvCxnSpPr>
              <p:nvPr/>
            </p:nvCxnSpPr>
            <p:spPr>
              <a:xfrm rot="10800000">
                <a:off x="-64541" y="-106872"/>
                <a:ext cx="896700" cy="350700"/>
              </a:xfrm>
              <a:prstGeom prst="straightConnector1">
                <a:avLst/>
              </a:prstGeom>
              <a:noFill/>
              <a:ln cap="flat" cmpd="sng" w="9525">
                <a:solidFill>
                  <a:schemeClr val="dk2"/>
                </a:solidFill>
                <a:prstDash val="solid"/>
                <a:round/>
                <a:headEnd len="med" w="med" type="none"/>
                <a:tailEnd len="med" w="med" type="none"/>
              </a:ln>
            </p:spPr>
          </p:cxnSp>
          <p:cxnSp>
            <p:nvCxnSpPr>
              <p:cNvPr id="331" name="Google Shape;331;p6"/>
              <p:cNvCxnSpPr>
                <a:stCxn id="322" idx="0"/>
                <a:endCxn id="313" idx="4"/>
              </p:cNvCxnSpPr>
              <p:nvPr/>
            </p:nvCxnSpPr>
            <p:spPr>
              <a:xfrm rot="10800000">
                <a:off x="378326" y="456587"/>
                <a:ext cx="33300" cy="601500"/>
              </a:xfrm>
              <a:prstGeom prst="straightConnector1">
                <a:avLst/>
              </a:prstGeom>
              <a:noFill/>
              <a:ln cap="flat" cmpd="sng" w="9525">
                <a:solidFill>
                  <a:schemeClr val="dk2"/>
                </a:solidFill>
                <a:prstDash val="solid"/>
                <a:round/>
                <a:headEnd len="med" w="med" type="none"/>
                <a:tailEnd len="med" w="med" type="none"/>
              </a:ln>
            </p:spPr>
          </p:cxnSp>
          <p:cxnSp>
            <p:nvCxnSpPr>
              <p:cNvPr id="332" name="Google Shape;332;p6"/>
              <p:cNvCxnSpPr>
                <a:stCxn id="322" idx="0"/>
                <a:endCxn id="314" idx="3"/>
              </p:cNvCxnSpPr>
              <p:nvPr/>
            </p:nvCxnSpPr>
            <p:spPr>
              <a:xfrm flipH="1" rot="10800000">
                <a:off x="411626" y="348287"/>
                <a:ext cx="420600" cy="709800"/>
              </a:xfrm>
              <a:prstGeom prst="straightConnector1">
                <a:avLst/>
              </a:prstGeom>
              <a:noFill/>
              <a:ln cap="flat" cmpd="sng" w="9525">
                <a:solidFill>
                  <a:schemeClr val="dk2"/>
                </a:solidFill>
                <a:prstDash val="solid"/>
                <a:round/>
                <a:headEnd len="med" w="med" type="none"/>
                <a:tailEnd len="med" w="med" type="none"/>
              </a:ln>
            </p:spPr>
          </p:cxnSp>
          <p:sp>
            <p:nvSpPr>
              <p:cNvPr id="313" name="Google Shape;313;p6"/>
              <p:cNvSpPr/>
              <p:nvPr/>
            </p:nvSpPr>
            <p:spPr>
              <a:xfrm>
                <a:off x="335101" y="369758"/>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333" name="Google Shape;333;p6"/>
            <p:cNvGrpSpPr/>
            <p:nvPr/>
          </p:nvGrpSpPr>
          <p:grpSpPr>
            <a:xfrm>
              <a:off x="7337626" y="2995575"/>
              <a:ext cx="2254049" cy="2509875"/>
              <a:chOff x="7261426" y="2919375"/>
              <a:chExt cx="2254049" cy="2509875"/>
            </a:xfrm>
          </p:grpSpPr>
          <p:sp>
            <p:nvSpPr>
              <p:cNvPr id="334" name="Google Shape;334;p6"/>
              <p:cNvSpPr/>
              <p:nvPr/>
            </p:nvSpPr>
            <p:spPr>
              <a:xfrm rot="10800000">
                <a:off x="7261426" y="4782419"/>
                <a:ext cx="1575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35" name="Google Shape;335;p6"/>
              <p:cNvSpPr/>
              <p:nvPr/>
            </p:nvSpPr>
            <p:spPr>
              <a:xfrm rot="10800000">
                <a:off x="8680175" y="3577975"/>
                <a:ext cx="99900" cy="9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36" name="Google Shape;336;p6"/>
              <p:cNvSpPr/>
              <p:nvPr/>
            </p:nvSpPr>
            <p:spPr>
              <a:xfrm rot="10800000">
                <a:off x="8751276" y="48509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37" name="Google Shape;337;p6"/>
              <p:cNvSpPr/>
              <p:nvPr/>
            </p:nvSpPr>
            <p:spPr>
              <a:xfrm rot="10800000">
                <a:off x="7746475" y="5224950"/>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38" name="Google Shape;338;p6"/>
              <p:cNvSpPr/>
              <p:nvPr/>
            </p:nvSpPr>
            <p:spPr>
              <a:xfrm rot="10800000">
                <a:off x="8236400" y="4653675"/>
                <a:ext cx="137400" cy="137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39" name="Google Shape;339;p6"/>
              <p:cNvSpPr/>
              <p:nvPr/>
            </p:nvSpPr>
            <p:spPr>
              <a:xfrm rot="10800000">
                <a:off x="8814525" y="4221650"/>
                <a:ext cx="129900" cy="130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40" name="Google Shape;340;p6"/>
              <p:cNvSpPr/>
              <p:nvPr/>
            </p:nvSpPr>
            <p:spPr>
              <a:xfrm rot="10800000">
                <a:off x="8879025" y="2919375"/>
                <a:ext cx="141600" cy="141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341" name="Google Shape;341;p6"/>
              <p:cNvCxnSpPr>
                <a:stCxn id="340" idx="7"/>
                <a:endCxn id="335" idx="4"/>
              </p:cNvCxnSpPr>
              <p:nvPr/>
            </p:nvCxnSpPr>
            <p:spPr>
              <a:xfrm flipH="1">
                <a:off x="8730262" y="3040238"/>
                <a:ext cx="169500" cy="537600"/>
              </a:xfrm>
              <a:prstGeom prst="straightConnector1">
                <a:avLst/>
              </a:prstGeom>
              <a:noFill/>
              <a:ln cap="flat" cmpd="sng" w="9525">
                <a:solidFill>
                  <a:schemeClr val="dk2"/>
                </a:solidFill>
                <a:prstDash val="solid"/>
                <a:round/>
                <a:headEnd len="med" w="med" type="none"/>
                <a:tailEnd len="med" w="med" type="none"/>
              </a:ln>
            </p:spPr>
          </p:cxnSp>
          <p:cxnSp>
            <p:nvCxnSpPr>
              <p:cNvPr id="342" name="Google Shape;342;p6"/>
              <p:cNvCxnSpPr>
                <a:stCxn id="335" idx="0"/>
                <a:endCxn id="339" idx="5"/>
              </p:cNvCxnSpPr>
              <p:nvPr/>
            </p:nvCxnSpPr>
            <p:spPr>
              <a:xfrm>
                <a:off x="8730125" y="3677875"/>
                <a:ext cx="103500" cy="562800"/>
              </a:xfrm>
              <a:prstGeom prst="straightConnector1">
                <a:avLst/>
              </a:prstGeom>
              <a:noFill/>
              <a:ln cap="flat" cmpd="sng" w="9525">
                <a:solidFill>
                  <a:schemeClr val="dk2"/>
                </a:solidFill>
                <a:prstDash val="solid"/>
                <a:round/>
                <a:headEnd len="med" w="med" type="none"/>
                <a:tailEnd len="med" w="med" type="none"/>
              </a:ln>
            </p:spPr>
          </p:cxnSp>
          <p:cxnSp>
            <p:nvCxnSpPr>
              <p:cNvPr id="343" name="Google Shape;343;p6"/>
              <p:cNvCxnSpPr>
                <a:stCxn id="340" idx="0"/>
                <a:endCxn id="339" idx="4"/>
              </p:cNvCxnSpPr>
              <p:nvPr/>
            </p:nvCxnSpPr>
            <p:spPr>
              <a:xfrm flipH="1">
                <a:off x="8879625" y="3060975"/>
                <a:ext cx="70200" cy="1160700"/>
              </a:xfrm>
              <a:prstGeom prst="straightConnector1">
                <a:avLst/>
              </a:prstGeom>
              <a:noFill/>
              <a:ln cap="flat" cmpd="sng" w="9525">
                <a:solidFill>
                  <a:schemeClr val="dk2"/>
                </a:solidFill>
                <a:prstDash val="solid"/>
                <a:round/>
                <a:headEnd len="med" w="med" type="none"/>
                <a:tailEnd len="med" w="med" type="none"/>
              </a:ln>
            </p:spPr>
          </p:cxnSp>
          <p:cxnSp>
            <p:nvCxnSpPr>
              <p:cNvPr id="344" name="Google Shape;344;p6"/>
              <p:cNvCxnSpPr>
                <a:stCxn id="336" idx="4"/>
                <a:endCxn id="339" idx="0"/>
              </p:cNvCxnSpPr>
              <p:nvPr/>
            </p:nvCxnSpPr>
            <p:spPr>
              <a:xfrm flipH="1" rot="10800000">
                <a:off x="8830026" y="4351769"/>
                <a:ext cx="49500" cy="499200"/>
              </a:xfrm>
              <a:prstGeom prst="straightConnector1">
                <a:avLst/>
              </a:prstGeom>
              <a:noFill/>
              <a:ln cap="flat" cmpd="sng" w="9525">
                <a:solidFill>
                  <a:schemeClr val="dk2"/>
                </a:solidFill>
                <a:prstDash val="solid"/>
                <a:round/>
                <a:headEnd len="med" w="med" type="none"/>
                <a:tailEnd len="med" w="med" type="none"/>
              </a:ln>
            </p:spPr>
          </p:cxnSp>
          <p:cxnSp>
            <p:nvCxnSpPr>
              <p:cNvPr id="345" name="Google Shape;345;p6"/>
              <p:cNvCxnSpPr>
                <a:stCxn id="338" idx="2"/>
                <a:endCxn id="336" idx="6"/>
              </p:cNvCxnSpPr>
              <p:nvPr/>
            </p:nvCxnSpPr>
            <p:spPr>
              <a:xfrm>
                <a:off x="8373800" y="4722375"/>
                <a:ext cx="377400" cy="207300"/>
              </a:xfrm>
              <a:prstGeom prst="straightConnector1">
                <a:avLst/>
              </a:prstGeom>
              <a:noFill/>
              <a:ln cap="flat" cmpd="sng" w="9525">
                <a:solidFill>
                  <a:schemeClr val="dk2"/>
                </a:solidFill>
                <a:prstDash val="solid"/>
                <a:round/>
                <a:headEnd len="med" w="med" type="none"/>
                <a:tailEnd len="med" w="med" type="none"/>
              </a:ln>
            </p:spPr>
          </p:cxnSp>
          <p:cxnSp>
            <p:nvCxnSpPr>
              <p:cNvPr id="346" name="Google Shape;346;p6"/>
              <p:cNvCxnSpPr>
                <a:stCxn id="337" idx="2"/>
                <a:endCxn id="336" idx="6"/>
              </p:cNvCxnSpPr>
              <p:nvPr/>
            </p:nvCxnSpPr>
            <p:spPr>
              <a:xfrm flipH="1" rot="10800000">
                <a:off x="7833175" y="4929600"/>
                <a:ext cx="918000" cy="338700"/>
              </a:xfrm>
              <a:prstGeom prst="straightConnector1">
                <a:avLst/>
              </a:prstGeom>
              <a:noFill/>
              <a:ln cap="flat" cmpd="sng" w="9525">
                <a:solidFill>
                  <a:schemeClr val="dk2"/>
                </a:solidFill>
                <a:prstDash val="solid"/>
                <a:round/>
                <a:headEnd len="med" w="med" type="none"/>
                <a:tailEnd len="med" w="med" type="none"/>
              </a:ln>
            </p:spPr>
          </p:cxnSp>
          <p:cxnSp>
            <p:nvCxnSpPr>
              <p:cNvPr id="347" name="Google Shape;347;p6"/>
              <p:cNvCxnSpPr>
                <a:stCxn id="334" idx="1"/>
                <a:endCxn id="337" idx="5"/>
              </p:cNvCxnSpPr>
              <p:nvPr/>
            </p:nvCxnSpPr>
            <p:spPr>
              <a:xfrm>
                <a:off x="7395861" y="4916854"/>
                <a:ext cx="363300" cy="320700"/>
              </a:xfrm>
              <a:prstGeom prst="straightConnector1">
                <a:avLst/>
              </a:prstGeom>
              <a:noFill/>
              <a:ln cap="flat" cmpd="sng" w="9525">
                <a:solidFill>
                  <a:schemeClr val="dk2"/>
                </a:solidFill>
                <a:prstDash val="solid"/>
                <a:round/>
                <a:headEnd len="med" w="med" type="none"/>
                <a:tailEnd len="med" w="med" type="none"/>
              </a:ln>
            </p:spPr>
          </p:cxnSp>
          <p:cxnSp>
            <p:nvCxnSpPr>
              <p:cNvPr id="348" name="Google Shape;348;p6"/>
              <p:cNvCxnSpPr>
                <a:stCxn id="334" idx="2"/>
                <a:endCxn id="338" idx="6"/>
              </p:cNvCxnSpPr>
              <p:nvPr/>
            </p:nvCxnSpPr>
            <p:spPr>
              <a:xfrm flipH="1" rot="10800000">
                <a:off x="7418926" y="4722269"/>
                <a:ext cx="817500" cy="138900"/>
              </a:xfrm>
              <a:prstGeom prst="straightConnector1">
                <a:avLst/>
              </a:prstGeom>
              <a:noFill/>
              <a:ln cap="flat" cmpd="sng" w="9525">
                <a:solidFill>
                  <a:schemeClr val="dk2"/>
                </a:solidFill>
                <a:prstDash val="solid"/>
                <a:round/>
                <a:headEnd len="med" w="med" type="none"/>
                <a:tailEnd len="med" w="med" type="none"/>
              </a:ln>
            </p:spPr>
          </p:cxnSp>
          <p:cxnSp>
            <p:nvCxnSpPr>
              <p:cNvPr id="349" name="Google Shape;349;p6"/>
              <p:cNvCxnSpPr>
                <a:stCxn id="337" idx="3"/>
                <a:endCxn id="338" idx="7"/>
              </p:cNvCxnSpPr>
              <p:nvPr/>
            </p:nvCxnSpPr>
            <p:spPr>
              <a:xfrm flipH="1" rot="10800000">
                <a:off x="7820478" y="4770847"/>
                <a:ext cx="435900" cy="466800"/>
              </a:xfrm>
              <a:prstGeom prst="straightConnector1">
                <a:avLst/>
              </a:prstGeom>
              <a:noFill/>
              <a:ln cap="flat" cmpd="sng" w="9525">
                <a:solidFill>
                  <a:schemeClr val="dk2"/>
                </a:solidFill>
                <a:prstDash val="solid"/>
                <a:round/>
                <a:headEnd len="med" w="med" type="none"/>
                <a:tailEnd len="med" w="med" type="none"/>
              </a:ln>
            </p:spPr>
          </p:cxnSp>
          <p:cxnSp>
            <p:nvCxnSpPr>
              <p:cNvPr id="350" name="Google Shape;350;p6"/>
              <p:cNvCxnSpPr>
                <a:stCxn id="338" idx="3"/>
                <a:endCxn id="335" idx="7"/>
              </p:cNvCxnSpPr>
              <p:nvPr/>
            </p:nvCxnSpPr>
            <p:spPr>
              <a:xfrm flipH="1" rot="10800000">
                <a:off x="8353678" y="3663097"/>
                <a:ext cx="341100" cy="1010700"/>
              </a:xfrm>
              <a:prstGeom prst="straightConnector1">
                <a:avLst/>
              </a:prstGeom>
              <a:noFill/>
              <a:ln cap="flat" cmpd="sng" w="9525">
                <a:solidFill>
                  <a:schemeClr val="dk2"/>
                </a:solidFill>
                <a:prstDash val="solid"/>
                <a:round/>
                <a:headEnd len="med" w="med" type="none"/>
                <a:tailEnd len="med" w="med" type="none"/>
              </a:ln>
            </p:spPr>
          </p:cxnSp>
          <p:sp>
            <p:nvSpPr>
              <p:cNvPr id="351" name="Google Shape;351;p6"/>
              <p:cNvSpPr/>
              <p:nvPr/>
            </p:nvSpPr>
            <p:spPr>
              <a:xfrm rot="10800000">
                <a:off x="9220200" y="3517875"/>
                <a:ext cx="99900" cy="9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352" name="Google Shape;352;p6"/>
              <p:cNvCxnSpPr>
                <a:endCxn id="351" idx="5"/>
              </p:cNvCxnSpPr>
              <p:nvPr/>
            </p:nvCxnSpPr>
            <p:spPr>
              <a:xfrm>
                <a:off x="9001130" y="3057605"/>
                <a:ext cx="233700" cy="474900"/>
              </a:xfrm>
              <a:prstGeom prst="straightConnector1">
                <a:avLst/>
              </a:prstGeom>
              <a:noFill/>
              <a:ln cap="flat" cmpd="sng" w="9525">
                <a:solidFill>
                  <a:schemeClr val="dk2"/>
                </a:solidFill>
                <a:prstDash val="solid"/>
                <a:round/>
                <a:headEnd len="med" w="med" type="none"/>
                <a:tailEnd len="med" w="med" type="none"/>
              </a:ln>
            </p:spPr>
          </p:cxnSp>
          <p:cxnSp>
            <p:nvCxnSpPr>
              <p:cNvPr id="353" name="Google Shape;353;p6"/>
              <p:cNvCxnSpPr>
                <a:stCxn id="339" idx="3"/>
                <a:endCxn id="351" idx="7"/>
              </p:cNvCxnSpPr>
              <p:nvPr/>
            </p:nvCxnSpPr>
            <p:spPr>
              <a:xfrm flipH="1" rot="10800000">
                <a:off x="8925402" y="3603217"/>
                <a:ext cx="309300" cy="637500"/>
              </a:xfrm>
              <a:prstGeom prst="straightConnector1">
                <a:avLst/>
              </a:prstGeom>
              <a:noFill/>
              <a:ln cap="flat" cmpd="sng" w="9525">
                <a:solidFill>
                  <a:schemeClr val="dk2"/>
                </a:solidFill>
                <a:prstDash val="solid"/>
                <a:round/>
                <a:headEnd len="med" w="med" type="none"/>
                <a:tailEnd len="med" w="med" type="none"/>
              </a:ln>
            </p:spPr>
          </p:cxnSp>
          <p:sp>
            <p:nvSpPr>
              <p:cNvPr id="354" name="Google Shape;354;p6"/>
              <p:cNvSpPr/>
              <p:nvPr/>
            </p:nvSpPr>
            <p:spPr>
              <a:xfrm rot="10800000">
                <a:off x="9334875" y="5218350"/>
                <a:ext cx="180600" cy="210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355" name="Google Shape;355;p6"/>
              <p:cNvCxnSpPr>
                <a:stCxn id="339" idx="1"/>
                <a:endCxn id="354" idx="5"/>
              </p:cNvCxnSpPr>
              <p:nvPr/>
            </p:nvCxnSpPr>
            <p:spPr>
              <a:xfrm>
                <a:off x="8925402" y="4332783"/>
                <a:ext cx="435900" cy="916500"/>
              </a:xfrm>
              <a:prstGeom prst="straightConnector1">
                <a:avLst/>
              </a:prstGeom>
              <a:noFill/>
              <a:ln cap="flat" cmpd="sng" w="9525">
                <a:solidFill>
                  <a:schemeClr val="dk2"/>
                </a:solidFill>
                <a:prstDash val="solid"/>
                <a:round/>
                <a:headEnd len="med" w="med" type="none"/>
                <a:tailEnd len="med" w="med" type="none"/>
              </a:ln>
            </p:spPr>
          </p:cxnSp>
          <p:cxnSp>
            <p:nvCxnSpPr>
              <p:cNvPr id="356" name="Google Shape;356;p6"/>
              <p:cNvCxnSpPr>
                <a:stCxn id="351" idx="0"/>
                <a:endCxn id="354" idx="4"/>
              </p:cNvCxnSpPr>
              <p:nvPr/>
            </p:nvCxnSpPr>
            <p:spPr>
              <a:xfrm>
                <a:off x="9270150" y="3617775"/>
                <a:ext cx="155100" cy="1600500"/>
              </a:xfrm>
              <a:prstGeom prst="straightConnector1">
                <a:avLst/>
              </a:prstGeom>
              <a:noFill/>
              <a:ln cap="flat" cmpd="sng" w="9525">
                <a:solidFill>
                  <a:schemeClr val="dk2"/>
                </a:solidFill>
                <a:prstDash val="solid"/>
                <a:round/>
                <a:headEnd len="med" w="med" type="none"/>
                <a:tailEnd len="med" w="med" type="none"/>
              </a:ln>
            </p:spPr>
          </p:cxnSp>
          <p:cxnSp>
            <p:nvCxnSpPr>
              <p:cNvPr id="357" name="Google Shape;357;p6"/>
              <p:cNvCxnSpPr>
                <a:stCxn id="336" idx="2"/>
                <a:endCxn id="354" idx="6"/>
              </p:cNvCxnSpPr>
              <p:nvPr/>
            </p:nvCxnSpPr>
            <p:spPr>
              <a:xfrm>
                <a:off x="8908776" y="4929719"/>
                <a:ext cx="426000" cy="394200"/>
              </a:xfrm>
              <a:prstGeom prst="straightConnector1">
                <a:avLst/>
              </a:prstGeom>
              <a:noFill/>
              <a:ln cap="flat" cmpd="sng" w="9525">
                <a:solidFill>
                  <a:schemeClr val="dk2"/>
                </a:solidFill>
                <a:prstDash val="solid"/>
                <a:round/>
                <a:headEnd len="med" w="med" type="none"/>
                <a:tailEnd len="med" w="med" type="none"/>
              </a:ln>
            </p:spPr>
          </p:cxnSp>
          <p:cxnSp>
            <p:nvCxnSpPr>
              <p:cNvPr id="358" name="Google Shape;358;p6"/>
              <p:cNvCxnSpPr>
                <a:stCxn id="337" idx="2"/>
                <a:endCxn id="354" idx="6"/>
              </p:cNvCxnSpPr>
              <p:nvPr/>
            </p:nvCxnSpPr>
            <p:spPr>
              <a:xfrm>
                <a:off x="7833175" y="5268300"/>
                <a:ext cx="1501800" cy="55500"/>
              </a:xfrm>
              <a:prstGeom prst="straightConnector1">
                <a:avLst/>
              </a:prstGeom>
              <a:noFill/>
              <a:ln cap="flat" cmpd="sng" w="9525">
                <a:solidFill>
                  <a:schemeClr val="dk2"/>
                </a:solidFill>
                <a:prstDash val="solid"/>
                <a:round/>
                <a:headEnd len="med" w="med" type="none"/>
                <a:tailEnd len="med" w="med" type="none"/>
              </a:ln>
            </p:spPr>
          </p:cxnSp>
          <p:cxnSp>
            <p:nvCxnSpPr>
              <p:cNvPr id="359" name="Google Shape;359;p6"/>
              <p:cNvCxnSpPr>
                <a:stCxn id="334" idx="2"/>
                <a:endCxn id="336" idx="6"/>
              </p:cNvCxnSpPr>
              <p:nvPr/>
            </p:nvCxnSpPr>
            <p:spPr>
              <a:xfrm>
                <a:off x="7418926" y="4861169"/>
                <a:ext cx="1332300" cy="68700"/>
              </a:xfrm>
              <a:prstGeom prst="straightConnector1">
                <a:avLst/>
              </a:prstGeom>
              <a:noFill/>
              <a:ln cap="flat" cmpd="sng" w="9525">
                <a:solidFill>
                  <a:schemeClr val="dk2"/>
                </a:solidFill>
                <a:prstDash val="solid"/>
                <a:round/>
                <a:headEnd len="med" w="med" type="none"/>
                <a:tailEnd len="med" w="med" type="none"/>
              </a:ln>
            </p:spPr>
          </p:cxnSp>
        </p:grpSp>
      </p:grpSp>
      <p:grpSp>
        <p:nvGrpSpPr>
          <p:cNvPr id="360" name="Google Shape;360;p6"/>
          <p:cNvGrpSpPr/>
          <p:nvPr/>
        </p:nvGrpSpPr>
        <p:grpSpPr>
          <a:xfrm>
            <a:off x="194975" y="681525"/>
            <a:ext cx="8770525" cy="4318100"/>
            <a:chOff x="194975" y="681525"/>
            <a:chExt cx="8770525" cy="4318100"/>
          </a:xfrm>
        </p:grpSpPr>
        <p:grpSp>
          <p:nvGrpSpPr>
            <p:cNvPr id="361" name="Google Shape;361;p6"/>
            <p:cNvGrpSpPr/>
            <p:nvPr/>
          </p:nvGrpSpPr>
          <p:grpSpPr>
            <a:xfrm>
              <a:off x="194975" y="4436050"/>
              <a:ext cx="462250" cy="563575"/>
              <a:chOff x="140150" y="4340075"/>
              <a:chExt cx="462250" cy="563575"/>
            </a:xfrm>
          </p:grpSpPr>
          <p:sp>
            <p:nvSpPr>
              <p:cNvPr id="362" name="Google Shape;362;p6"/>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63" name="Google Shape;363;p6"/>
              <p:cNvSpPr/>
              <p:nvPr/>
            </p:nvSpPr>
            <p:spPr>
              <a:xfrm rot="10800000">
                <a:off x="298325" y="4657175"/>
                <a:ext cx="140100" cy="140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64" name="Google Shape;364;p6"/>
              <p:cNvSpPr/>
              <p:nvPr/>
            </p:nvSpPr>
            <p:spPr>
              <a:xfrm rot="10800000">
                <a:off x="495000" y="4796250"/>
                <a:ext cx="107400" cy="107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65" name="Google Shape;365;p6"/>
              <p:cNvSpPr/>
              <p:nvPr/>
            </p:nvSpPr>
            <p:spPr>
              <a:xfrm rot="10800000">
                <a:off x="165050" y="4657175"/>
                <a:ext cx="51300" cy="5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366" name="Google Shape;366;p6"/>
            <p:cNvGrpSpPr/>
            <p:nvPr/>
          </p:nvGrpSpPr>
          <p:grpSpPr>
            <a:xfrm>
              <a:off x="8667225" y="681525"/>
              <a:ext cx="298275" cy="322675"/>
              <a:chOff x="8667225" y="681525"/>
              <a:chExt cx="298275" cy="322675"/>
            </a:xfrm>
          </p:grpSpPr>
          <p:sp>
            <p:nvSpPr>
              <p:cNvPr id="367" name="Google Shape;367;p6"/>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68" name="Google Shape;368;p6"/>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69" name="Google Shape;369;p6"/>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70" name="Shape 370"/>
        <p:cNvGrpSpPr/>
        <p:nvPr/>
      </p:nvGrpSpPr>
      <p:grpSpPr>
        <a:xfrm>
          <a:off x="0" y="0"/>
          <a:ext cx="0" cy="0"/>
          <a:chOff x="0" y="0"/>
          <a:chExt cx="0" cy="0"/>
        </a:xfrm>
      </p:grpSpPr>
      <p:sp>
        <p:nvSpPr>
          <p:cNvPr id="371" name="Google Shape;371;p7"/>
          <p:cNvSpPr txBox="1"/>
          <p:nvPr>
            <p:ph type="title"/>
          </p:nvPr>
        </p:nvSpPr>
        <p:spPr>
          <a:xfrm>
            <a:off x="865625" y="539500"/>
            <a:ext cx="3668400" cy="1097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72" name="Google Shape;372;p7"/>
          <p:cNvSpPr txBox="1"/>
          <p:nvPr>
            <p:ph idx="1" type="subTitle"/>
          </p:nvPr>
        </p:nvSpPr>
        <p:spPr>
          <a:xfrm>
            <a:off x="865625" y="1621843"/>
            <a:ext cx="3668400" cy="2982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
        <p:nvSpPr>
          <p:cNvPr id="373" name="Google Shape;373;p7"/>
          <p:cNvSpPr/>
          <p:nvPr>
            <p:ph idx="2" type="pic"/>
          </p:nvPr>
        </p:nvSpPr>
        <p:spPr>
          <a:xfrm>
            <a:off x="5029325" y="833500"/>
            <a:ext cx="3476400" cy="3476400"/>
          </a:xfrm>
          <a:prstGeom prst="ellipse">
            <a:avLst/>
          </a:prstGeom>
          <a:noFill/>
          <a:ln>
            <a:noFill/>
          </a:ln>
        </p:spPr>
      </p:sp>
      <p:grpSp>
        <p:nvGrpSpPr>
          <p:cNvPr id="374" name="Google Shape;374;p7"/>
          <p:cNvGrpSpPr/>
          <p:nvPr/>
        </p:nvGrpSpPr>
        <p:grpSpPr>
          <a:xfrm>
            <a:off x="-225924" y="-192037"/>
            <a:ext cx="1609774" cy="2641456"/>
            <a:chOff x="-225924" y="-192037"/>
            <a:chExt cx="1609774" cy="2641456"/>
          </a:xfrm>
        </p:grpSpPr>
        <p:cxnSp>
          <p:nvCxnSpPr>
            <p:cNvPr id="375" name="Google Shape;375;p7"/>
            <p:cNvCxnSpPr>
              <a:stCxn id="376" idx="7"/>
              <a:endCxn id="377" idx="2"/>
            </p:cNvCxnSpPr>
            <p:nvPr/>
          </p:nvCxnSpPr>
          <p:spPr>
            <a:xfrm flipH="1" rot="10800000">
              <a:off x="332904" y="155655"/>
              <a:ext cx="893400" cy="226800"/>
            </a:xfrm>
            <a:prstGeom prst="straightConnector1">
              <a:avLst/>
            </a:prstGeom>
            <a:noFill/>
            <a:ln cap="flat" cmpd="sng" w="9525">
              <a:solidFill>
                <a:schemeClr val="dk2"/>
              </a:solidFill>
              <a:prstDash val="solid"/>
              <a:round/>
              <a:headEnd len="med" w="med" type="none"/>
              <a:tailEnd len="med" w="med" type="none"/>
            </a:ln>
          </p:spPr>
        </p:cxnSp>
        <p:sp>
          <p:nvSpPr>
            <p:cNvPr id="377" name="Google Shape;377;p7"/>
            <p:cNvSpPr/>
            <p:nvPr/>
          </p:nvSpPr>
          <p:spPr>
            <a:xfrm>
              <a:off x="1226350" y="767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78" name="Google Shape;378;p7"/>
            <p:cNvSpPr/>
            <p:nvPr/>
          </p:nvSpPr>
          <p:spPr>
            <a:xfrm>
              <a:off x="-225924" y="-192037"/>
              <a:ext cx="99900" cy="9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79" name="Google Shape;379;p7"/>
            <p:cNvSpPr/>
            <p:nvPr/>
          </p:nvSpPr>
          <p:spPr>
            <a:xfrm>
              <a:off x="177600" y="229191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80" name="Google Shape;380;p7"/>
            <p:cNvSpPr/>
            <p:nvPr/>
          </p:nvSpPr>
          <p:spPr>
            <a:xfrm>
              <a:off x="734301" y="22218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81" name="Google Shape;381;p7"/>
            <p:cNvSpPr/>
            <p:nvPr/>
          </p:nvSpPr>
          <p:spPr>
            <a:xfrm>
              <a:off x="49626" y="886737"/>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82" name="Google Shape;382;p7"/>
            <p:cNvSpPr/>
            <p:nvPr/>
          </p:nvSpPr>
          <p:spPr>
            <a:xfrm>
              <a:off x="292075" y="1058069"/>
              <a:ext cx="147900" cy="147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383" name="Google Shape;383;p7"/>
            <p:cNvCxnSpPr>
              <a:stCxn id="382" idx="4"/>
              <a:endCxn id="379" idx="0"/>
            </p:cNvCxnSpPr>
            <p:nvPr/>
          </p:nvCxnSpPr>
          <p:spPr>
            <a:xfrm flipH="1">
              <a:off x="256225" y="1205969"/>
              <a:ext cx="109800" cy="1086000"/>
            </a:xfrm>
            <a:prstGeom prst="straightConnector1">
              <a:avLst/>
            </a:prstGeom>
            <a:noFill/>
            <a:ln cap="flat" cmpd="sng" w="9525">
              <a:solidFill>
                <a:schemeClr val="dk2"/>
              </a:solidFill>
              <a:prstDash val="solid"/>
              <a:round/>
              <a:headEnd len="med" w="med" type="none"/>
              <a:tailEnd len="med" w="med" type="none"/>
            </a:ln>
          </p:spPr>
        </p:cxnSp>
        <p:cxnSp>
          <p:nvCxnSpPr>
            <p:cNvPr id="384" name="Google Shape;384;p7"/>
            <p:cNvCxnSpPr>
              <a:stCxn id="381" idx="4"/>
              <a:endCxn id="379" idx="0"/>
            </p:cNvCxnSpPr>
            <p:nvPr/>
          </p:nvCxnSpPr>
          <p:spPr>
            <a:xfrm>
              <a:off x="92976" y="973437"/>
              <a:ext cx="163500" cy="1318500"/>
            </a:xfrm>
            <a:prstGeom prst="straightConnector1">
              <a:avLst/>
            </a:prstGeom>
            <a:noFill/>
            <a:ln cap="flat" cmpd="sng" w="9525">
              <a:solidFill>
                <a:schemeClr val="dk2"/>
              </a:solidFill>
              <a:prstDash val="solid"/>
              <a:round/>
              <a:headEnd len="med" w="med" type="none"/>
              <a:tailEnd len="med" w="med" type="none"/>
            </a:ln>
          </p:spPr>
        </p:cxnSp>
        <p:cxnSp>
          <p:nvCxnSpPr>
            <p:cNvPr id="385" name="Google Shape;385;p7"/>
            <p:cNvCxnSpPr>
              <a:stCxn id="381" idx="5"/>
              <a:endCxn id="382" idx="1"/>
            </p:cNvCxnSpPr>
            <p:nvPr/>
          </p:nvCxnSpPr>
          <p:spPr>
            <a:xfrm>
              <a:off x="123629" y="960741"/>
              <a:ext cx="190200" cy="119100"/>
            </a:xfrm>
            <a:prstGeom prst="straightConnector1">
              <a:avLst/>
            </a:prstGeom>
            <a:noFill/>
            <a:ln cap="flat" cmpd="sng" w="9525">
              <a:solidFill>
                <a:schemeClr val="dk2"/>
              </a:solidFill>
              <a:prstDash val="solid"/>
              <a:round/>
              <a:headEnd len="med" w="med" type="none"/>
              <a:tailEnd len="med" w="med" type="none"/>
            </a:ln>
          </p:spPr>
        </p:cxnSp>
        <p:cxnSp>
          <p:nvCxnSpPr>
            <p:cNvPr id="386" name="Google Shape;386;p7"/>
            <p:cNvCxnSpPr>
              <a:stCxn id="381" idx="0"/>
              <a:endCxn id="378" idx="4"/>
            </p:cNvCxnSpPr>
            <p:nvPr/>
          </p:nvCxnSpPr>
          <p:spPr>
            <a:xfrm rot="10800000">
              <a:off x="-176124" y="-92163"/>
              <a:ext cx="269100" cy="978900"/>
            </a:xfrm>
            <a:prstGeom prst="straightConnector1">
              <a:avLst/>
            </a:prstGeom>
            <a:noFill/>
            <a:ln cap="flat" cmpd="sng" w="9525">
              <a:solidFill>
                <a:schemeClr val="dk2"/>
              </a:solidFill>
              <a:prstDash val="solid"/>
              <a:round/>
              <a:headEnd len="med" w="med" type="none"/>
              <a:tailEnd len="med" w="med" type="none"/>
            </a:ln>
          </p:spPr>
        </p:cxnSp>
        <p:cxnSp>
          <p:nvCxnSpPr>
            <p:cNvPr id="387" name="Google Shape;387;p7"/>
            <p:cNvCxnSpPr>
              <a:stCxn id="381" idx="7"/>
              <a:endCxn id="376" idx="3"/>
            </p:cNvCxnSpPr>
            <p:nvPr/>
          </p:nvCxnSpPr>
          <p:spPr>
            <a:xfrm flipH="1" rot="10800000">
              <a:off x="1236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388" name="Google Shape;388;p7"/>
            <p:cNvCxnSpPr>
              <a:stCxn id="378" idx="5"/>
              <a:endCxn id="376" idx="1"/>
            </p:cNvCxnSpPr>
            <p:nvPr/>
          </p:nvCxnSpPr>
          <p:spPr>
            <a:xfrm>
              <a:off x="-140654" y="-106767"/>
              <a:ext cx="412200" cy="489300"/>
            </a:xfrm>
            <a:prstGeom prst="straightConnector1">
              <a:avLst/>
            </a:prstGeom>
            <a:noFill/>
            <a:ln cap="flat" cmpd="sng" w="9525">
              <a:solidFill>
                <a:schemeClr val="dk2"/>
              </a:solidFill>
              <a:prstDash val="solid"/>
              <a:round/>
              <a:headEnd len="med" w="med" type="none"/>
              <a:tailEnd len="med" w="med" type="none"/>
            </a:ln>
          </p:spPr>
        </p:cxnSp>
        <p:cxnSp>
          <p:nvCxnSpPr>
            <p:cNvPr id="389" name="Google Shape;389;p7"/>
            <p:cNvCxnSpPr>
              <a:stCxn id="378" idx="6"/>
              <a:endCxn id="377" idx="2"/>
            </p:cNvCxnSpPr>
            <p:nvPr/>
          </p:nvCxnSpPr>
          <p:spPr>
            <a:xfrm>
              <a:off x="-126024" y="-142087"/>
              <a:ext cx="1352400" cy="297600"/>
            </a:xfrm>
            <a:prstGeom prst="straightConnector1">
              <a:avLst/>
            </a:prstGeom>
            <a:noFill/>
            <a:ln cap="flat" cmpd="sng" w="9525">
              <a:solidFill>
                <a:schemeClr val="dk2"/>
              </a:solidFill>
              <a:prstDash val="solid"/>
              <a:round/>
              <a:headEnd len="med" w="med" type="none"/>
              <a:tailEnd len="med" w="med" type="none"/>
            </a:ln>
          </p:spPr>
        </p:cxnSp>
        <p:cxnSp>
          <p:nvCxnSpPr>
            <p:cNvPr id="390" name="Google Shape;390;p7"/>
            <p:cNvCxnSpPr>
              <a:stCxn id="380" idx="2"/>
              <a:endCxn id="378" idx="5"/>
            </p:cNvCxnSpPr>
            <p:nvPr/>
          </p:nvCxnSpPr>
          <p:spPr>
            <a:xfrm rot="10800000">
              <a:off x="-140799" y="-106763"/>
              <a:ext cx="875100" cy="372300"/>
            </a:xfrm>
            <a:prstGeom prst="straightConnector1">
              <a:avLst/>
            </a:prstGeom>
            <a:noFill/>
            <a:ln cap="flat" cmpd="sng" w="9525">
              <a:solidFill>
                <a:schemeClr val="dk2"/>
              </a:solidFill>
              <a:prstDash val="solid"/>
              <a:round/>
              <a:headEnd len="med" w="med" type="none"/>
              <a:tailEnd len="med" w="med" type="none"/>
            </a:ln>
          </p:spPr>
        </p:cxnSp>
        <p:cxnSp>
          <p:nvCxnSpPr>
            <p:cNvPr id="391" name="Google Shape;391;p7"/>
            <p:cNvCxnSpPr>
              <a:stCxn id="382" idx="0"/>
              <a:endCxn id="376" idx="4"/>
            </p:cNvCxnSpPr>
            <p:nvPr/>
          </p:nvCxnSpPr>
          <p:spPr>
            <a:xfrm rot="10800000">
              <a:off x="302125" y="456569"/>
              <a:ext cx="63900" cy="601500"/>
            </a:xfrm>
            <a:prstGeom prst="straightConnector1">
              <a:avLst/>
            </a:prstGeom>
            <a:noFill/>
            <a:ln cap="flat" cmpd="sng" w="9525">
              <a:solidFill>
                <a:schemeClr val="dk2"/>
              </a:solidFill>
              <a:prstDash val="solid"/>
              <a:round/>
              <a:headEnd len="med" w="med" type="none"/>
              <a:tailEnd len="med" w="med" type="none"/>
            </a:ln>
          </p:spPr>
        </p:cxnSp>
        <p:cxnSp>
          <p:nvCxnSpPr>
            <p:cNvPr id="392" name="Google Shape;392;p7"/>
            <p:cNvCxnSpPr>
              <a:stCxn id="382" idx="0"/>
              <a:endCxn id="380" idx="3"/>
            </p:cNvCxnSpPr>
            <p:nvPr/>
          </p:nvCxnSpPr>
          <p:spPr>
            <a:xfrm flipH="1" rot="10800000">
              <a:off x="366025" y="296069"/>
              <a:ext cx="381000" cy="762000"/>
            </a:xfrm>
            <a:prstGeom prst="straightConnector1">
              <a:avLst/>
            </a:prstGeom>
            <a:noFill/>
            <a:ln cap="flat" cmpd="sng" w="9525">
              <a:solidFill>
                <a:schemeClr val="dk2"/>
              </a:solidFill>
              <a:prstDash val="solid"/>
              <a:round/>
              <a:headEnd len="med" w="med" type="none"/>
              <a:tailEnd len="med" w="med" type="none"/>
            </a:ln>
          </p:spPr>
        </p:cxnSp>
        <p:sp>
          <p:nvSpPr>
            <p:cNvPr id="376" name="Google Shape;376;p7"/>
            <p:cNvSpPr/>
            <p:nvPr/>
          </p:nvSpPr>
          <p:spPr>
            <a:xfrm>
              <a:off x="258901" y="369758"/>
              <a:ext cx="86700" cy="8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393" name="Google Shape;393;p7"/>
          <p:cNvGrpSpPr/>
          <p:nvPr/>
        </p:nvGrpSpPr>
        <p:grpSpPr>
          <a:xfrm>
            <a:off x="194975" y="4436050"/>
            <a:ext cx="406275" cy="563575"/>
            <a:chOff x="140150" y="4340075"/>
            <a:chExt cx="406275" cy="563575"/>
          </a:xfrm>
        </p:grpSpPr>
        <p:sp>
          <p:nvSpPr>
            <p:cNvPr id="394" name="Google Shape;394;p7"/>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95" name="Google Shape;395;p7"/>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96" name="Google Shape;396;p7"/>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97" name="Google Shape;397;p7"/>
            <p:cNvSpPr/>
            <p:nvPr/>
          </p:nvSpPr>
          <p:spPr>
            <a:xfrm rot="10800000">
              <a:off x="165050" y="4657175"/>
              <a:ext cx="51300" cy="51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98" name="Shape 398"/>
        <p:cNvGrpSpPr/>
        <p:nvPr/>
      </p:nvGrpSpPr>
      <p:grpSpPr>
        <a:xfrm>
          <a:off x="0" y="0"/>
          <a:ext cx="0" cy="0"/>
          <a:chOff x="0" y="0"/>
          <a:chExt cx="0" cy="0"/>
        </a:xfrm>
      </p:grpSpPr>
      <p:sp>
        <p:nvSpPr>
          <p:cNvPr id="399" name="Google Shape;399;p8"/>
          <p:cNvSpPr txBox="1"/>
          <p:nvPr>
            <p:ph type="title"/>
          </p:nvPr>
        </p:nvSpPr>
        <p:spPr>
          <a:xfrm>
            <a:off x="713325" y="1485796"/>
            <a:ext cx="7717500" cy="21720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45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400" name="Google Shape;400;p8"/>
          <p:cNvGrpSpPr/>
          <p:nvPr/>
        </p:nvGrpSpPr>
        <p:grpSpPr>
          <a:xfrm>
            <a:off x="-626841" y="-1892623"/>
            <a:ext cx="9741411" cy="8805493"/>
            <a:chOff x="-626841" y="-1892623"/>
            <a:chExt cx="9741411" cy="8805493"/>
          </a:xfrm>
        </p:grpSpPr>
        <p:grpSp>
          <p:nvGrpSpPr>
            <p:cNvPr id="401" name="Google Shape;401;p8"/>
            <p:cNvGrpSpPr/>
            <p:nvPr/>
          </p:nvGrpSpPr>
          <p:grpSpPr>
            <a:xfrm>
              <a:off x="-626841" y="3469144"/>
              <a:ext cx="5410264" cy="3443726"/>
              <a:chOff x="-436341" y="3418344"/>
              <a:chExt cx="5410264" cy="3443726"/>
            </a:xfrm>
          </p:grpSpPr>
          <p:sp>
            <p:nvSpPr>
              <p:cNvPr id="402" name="Google Shape;402;p8"/>
              <p:cNvSpPr/>
              <p:nvPr/>
            </p:nvSpPr>
            <p:spPr>
              <a:xfrm flipH="1" rot="10800000">
                <a:off x="-436341" y="5541596"/>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03" name="Google Shape;403;p8"/>
              <p:cNvSpPr/>
              <p:nvPr/>
            </p:nvSpPr>
            <p:spPr>
              <a:xfrm flipH="1" rot="10800000">
                <a:off x="1998031" y="6460948"/>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04" name="Google Shape;404;p8"/>
              <p:cNvSpPr/>
              <p:nvPr/>
            </p:nvSpPr>
            <p:spPr>
              <a:xfrm flipH="1" rot="10800000">
                <a:off x="1331188" y="3979840"/>
                <a:ext cx="401400" cy="401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05" name="Google Shape;405;p8"/>
              <p:cNvSpPr/>
              <p:nvPr/>
            </p:nvSpPr>
            <p:spPr>
              <a:xfrm flipH="1" rot="10800000">
                <a:off x="1136579" y="5573524"/>
                <a:ext cx="130500" cy="13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06" name="Google Shape;406;p8"/>
              <p:cNvSpPr/>
              <p:nvPr/>
            </p:nvSpPr>
            <p:spPr>
              <a:xfrm flipH="1" rot="10800000">
                <a:off x="-13908" y="6509971"/>
                <a:ext cx="96300" cy="96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07" name="Google Shape;407;p8"/>
              <p:cNvSpPr/>
              <p:nvPr/>
            </p:nvSpPr>
            <p:spPr>
              <a:xfrm flipH="1" rot="10800000">
                <a:off x="1136579" y="673157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08" name="Google Shape;408;p8"/>
              <p:cNvSpPr/>
              <p:nvPr/>
            </p:nvSpPr>
            <p:spPr>
              <a:xfrm flipH="1" rot="10800000">
                <a:off x="248148" y="4631902"/>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09" name="Google Shape;409;p8"/>
              <p:cNvSpPr/>
              <p:nvPr/>
            </p:nvSpPr>
            <p:spPr>
              <a:xfrm flipH="1" rot="10800000">
                <a:off x="4877623" y="4911977"/>
                <a:ext cx="96300" cy="96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10" name="Google Shape;410;p8"/>
              <p:cNvCxnSpPr>
                <a:stCxn id="406" idx="5"/>
                <a:endCxn id="405" idx="1"/>
              </p:cNvCxnSpPr>
              <p:nvPr/>
            </p:nvCxnSpPr>
            <p:spPr>
              <a:xfrm flipH="1" rot="10800000">
                <a:off x="68289" y="5684974"/>
                <a:ext cx="1087500" cy="839100"/>
              </a:xfrm>
              <a:prstGeom prst="straightConnector1">
                <a:avLst/>
              </a:prstGeom>
              <a:noFill/>
              <a:ln cap="flat" cmpd="sng" w="9525">
                <a:solidFill>
                  <a:schemeClr val="dk2"/>
                </a:solidFill>
                <a:prstDash val="solid"/>
                <a:round/>
                <a:headEnd len="med" w="med" type="none"/>
                <a:tailEnd len="med" w="med" type="none"/>
              </a:ln>
            </p:spPr>
          </p:cxnSp>
          <p:cxnSp>
            <p:nvCxnSpPr>
              <p:cNvPr id="411" name="Google Shape;411;p8"/>
              <p:cNvCxnSpPr>
                <a:stCxn id="407" idx="4"/>
                <a:endCxn id="405" idx="0"/>
              </p:cNvCxnSpPr>
              <p:nvPr/>
            </p:nvCxnSpPr>
            <p:spPr>
              <a:xfrm rot="10800000">
                <a:off x="1201829" y="5704070"/>
                <a:ext cx="0" cy="1027500"/>
              </a:xfrm>
              <a:prstGeom prst="straightConnector1">
                <a:avLst/>
              </a:prstGeom>
              <a:noFill/>
              <a:ln cap="flat" cmpd="sng" w="9525">
                <a:solidFill>
                  <a:schemeClr val="dk2"/>
                </a:solidFill>
                <a:prstDash val="solid"/>
                <a:round/>
                <a:headEnd len="med" w="med" type="none"/>
                <a:tailEnd len="med" w="med" type="none"/>
              </a:ln>
            </p:spPr>
          </p:cxnSp>
          <p:cxnSp>
            <p:nvCxnSpPr>
              <p:cNvPr id="412" name="Google Shape;412;p8"/>
              <p:cNvCxnSpPr>
                <a:stCxn id="402" idx="6"/>
                <a:endCxn id="405" idx="2"/>
              </p:cNvCxnSpPr>
              <p:nvPr/>
            </p:nvCxnSpPr>
            <p:spPr>
              <a:xfrm>
                <a:off x="-241941" y="5638796"/>
                <a:ext cx="1378500" cy="0"/>
              </a:xfrm>
              <a:prstGeom prst="straightConnector1">
                <a:avLst/>
              </a:prstGeom>
              <a:noFill/>
              <a:ln cap="flat" cmpd="sng" w="9525">
                <a:solidFill>
                  <a:schemeClr val="dk2"/>
                </a:solidFill>
                <a:prstDash val="solid"/>
                <a:round/>
                <a:headEnd len="med" w="med" type="none"/>
                <a:tailEnd len="med" w="med" type="none"/>
              </a:ln>
            </p:spPr>
          </p:cxnSp>
          <p:cxnSp>
            <p:nvCxnSpPr>
              <p:cNvPr id="413" name="Google Shape;413;p8"/>
              <p:cNvCxnSpPr>
                <a:stCxn id="402" idx="0"/>
                <a:endCxn id="406" idx="3"/>
              </p:cNvCxnSpPr>
              <p:nvPr/>
            </p:nvCxnSpPr>
            <p:spPr>
              <a:xfrm>
                <a:off x="-339141" y="5735996"/>
                <a:ext cx="339300" cy="788100"/>
              </a:xfrm>
              <a:prstGeom prst="straightConnector1">
                <a:avLst/>
              </a:prstGeom>
              <a:noFill/>
              <a:ln cap="flat" cmpd="sng" w="9525">
                <a:solidFill>
                  <a:schemeClr val="dk2"/>
                </a:solidFill>
                <a:prstDash val="solid"/>
                <a:round/>
                <a:headEnd len="med" w="med" type="none"/>
                <a:tailEnd len="med" w="med" type="none"/>
              </a:ln>
            </p:spPr>
          </p:cxnSp>
          <p:cxnSp>
            <p:nvCxnSpPr>
              <p:cNvPr id="414" name="Google Shape;414;p8"/>
              <p:cNvCxnSpPr>
                <a:stCxn id="406" idx="7"/>
                <a:endCxn id="407" idx="2"/>
              </p:cNvCxnSpPr>
              <p:nvPr/>
            </p:nvCxnSpPr>
            <p:spPr>
              <a:xfrm>
                <a:off x="68289" y="6592168"/>
                <a:ext cx="1068300" cy="204600"/>
              </a:xfrm>
              <a:prstGeom prst="straightConnector1">
                <a:avLst/>
              </a:prstGeom>
              <a:noFill/>
              <a:ln cap="flat" cmpd="sng" w="9525">
                <a:solidFill>
                  <a:schemeClr val="dk2"/>
                </a:solidFill>
                <a:prstDash val="solid"/>
                <a:round/>
                <a:headEnd len="med" w="med" type="none"/>
                <a:tailEnd len="med" w="med" type="none"/>
              </a:ln>
            </p:spPr>
          </p:cxnSp>
          <p:cxnSp>
            <p:nvCxnSpPr>
              <p:cNvPr id="415" name="Google Shape;415;p8"/>
              <p:cNvCxnSpPr>
                <a:stCxn id="407" idx="6"/>
                <a:endCxn id="403" idx="2"/>
              </p:cNvCxnSpPr>
              <p:nvPr/>
            </p:nvCxnSpPr>
            <p:spPr>
              <a:xfrm flipH="1" rot="10800000">
                <a:off x="1267079" y="6558020"/>
                <a:ext cx="731100" cy="238800"/>
              </a:xfrm>
              <a:prstGeom prst="straightConnector1">
                <a:avLst/>
              </a:prstGeom>
              <a:noFill/>
              <a:ln cap="flat" cmpd="sng" w="9525">
                <a:solidFill>
                  <a:schemeClr val="dk2"/>
                </a:solidFill>
                <a:prstDash val="solid"/>
                <a:round/>
                <a:headEnd len="med" w="med" type="none"/>
                <a:tailEnd len="med" w="med" type="none"/>
              </a:ln>
            </p:spPr>
          </p:cxnSp>
          <p:cxnSp>
            <p:nvCxnSpPr>
              <p:cNvPr id="416" name="Google Shape;416;p8"/>
              <p:cNvCxnSpPr>
                <a:stCxn id="405" idx="7"/>
                <a:endCxn id="403" idx="3"/>
              </p:cNvCxnSpPr>
              <p:nvPr/>
            </p:nvCxnSpPr>
            <p:spPr>
              <a:xfrm>
                <a:off x="1247968" y="5684913"/>
                <a:ext cx="778500" cy="804600"/>
              </a:xfrm>
              <a:prstGeom prst="straightConnector1">
                <a:avLst/>
              </a:prstGeom>
              <a:noFill/>
              <a:ln cap="flat" cmpd="sng" w="9525">
                <a:solidFill>
                  <a:schemeClr val="dk2"/>
                </a:solidFill>
                <a:prstDash val="solid"/>
                <a:round/>
                <a:headEnd len="med" w="med" type="none"/>
                <a:tailEnd len="med" w="med" type="none"/>
              </a:ln>
            </p:spPr>
          </p:cxnSp>
          <p:cxnSp>
            <p:nvCxnSpPr>
              <p:cNvPr id="417" name="Google Shape;417;p8"/>
              <p:cNvCxnSpPr>
                <a:stCxn id="402" idx="5"/>
                <a:endCxn id="408" idx="1"/>
              </p:cNvCxnSpPr>
              <p:nvPr/>
            </p:nvCxnSpPr>
            <p:spPr>
              <a:xfrm flipH="1" rot="10800000">
                <a:off x="-270410" y="4743265"/>
                <a:ext cx="537600" cy="826800"/>
              </a:xfrm>
              <a:prstGeom prst="straightConnector1">
                <a:avLst/>
              </a:prstGeom>
              <a:noFill/>
              <a:ln cap="flat" cmpd="sng" w="9525">
                <a:solidFill>
                  <a:schemeClr val="dk2"/>
                </a:solidFill>
                <a:prstDash val="solid"/>
                <a:round/>
                <a:headEnd len="med" w="med" type="none"/>
                <a:tailEnd len="med" w="med" type="none"/>
              </a:ln>
            </p:spPr>
          </p:cxnSp>
          <p:cxnSp>
            <p:nvCxnSpPr>
              <p:cNvPr id="418" name="Google Shape;418;p8"/>
              <p:cNvCxnSpPr>
                <a:stCxn id="408" idx="7"/>
                <a:endCxn id="405" idx="3"/>
              </p:cNvCxnSpPr>
              <p:nvPr/>
            </p:nvCxnSpPr>
            <p:spPr>
              <a:xfrm>
                <a:off x="359537" y="4743291"/>
                <a:ext cx="796200" cy="849300"/>
              </a:xfrm>
              <a:prstGeom prst="straightConnector1">
                <a:avLst/>
              </a:prstGeom>
              <a:noFill/>
              <a:ln cap="flat" cmpd="sng" w="9525">
                <a:solidFill>
                  <a:schemeClr val="dk2"/>
                </a:solidFill>
                <a:prstDash val="solid"/>
                <a:round/>
                <a:headEnd len="med" w="med" type="none"/>
                <a:tailEnd len="med" w="med" type="none"/>
              </a:ln>
            </p:spPr>
          </p:cxnSp>
          <p:cxnSp>
            <p:nvCxnSpPr>
              <p:cNvPr id="419" name="Google Shape;419;p8"/>
              <p:cNvCxnSpPr>
                <a:stCxn id="408" idx="6"/>
                <a:endCxn id="404" idx="2"/>
              </p:cNvCxnSpPr>
              <p:nvPr/>
            </p:nvCxnSpPr>
            <p:spPr>
              <a:xfrm flipH="1" rot="10800000">
                <a:off x="378648" y="4180552"/>
                <a:ext cx="952500" cy="516600"/>
              </a:xfrm>
              <a:prstGeom prst="straightConnector1">
                <a:avLst/>
              </a:prstGeom>
              <a:noFill/>
              <a:ln cap="flat" cmpd="sng" w="9525">
                <a:solidFill>
                  <a:schemeClr val="dk2"/>
                </a:solidFill>
                <a:prstDash val="solid"/>
                <a:round/>
                <a:headEnd len="med" w="med" type="none"/>
                <a:tailEnd len="med" w="med" type="none"/>
              </a:ln>
            </p:spPr>
          </p:cxnSp>
          <p:cxnSp>
            <p:nvCxnSpPr>
              <p:cNvPr id="420" name="Google Shape;420;p8"/>
              <p:cNvCxnSpPr>
                <a:stCxn id="404" idx="1"/>
                <a:endCxn id="405" idx="4"/>
              </p:cNvCxnSpPr>
              <p:nvPr/>
            </p:nvCxnSpPr>
            <p:spPr>
              <a:xfrm flipH="1">
                <a:off x="1201872" y="4322457"/>
                <a:ext cx="188100" cy="1251000"/>
              </a:xfrm>
              <a:prstGeom prst="straightConnector1">
                <a:avLst/>
              </a:prstGeom>
              <a:noFill/>
              <a:ln cap="flat" cmpd="sng" w="9525">
                <a:solidFill>
                  <a:schemeClr val="dk2"/>
                </a:solidFill>
                <a:prstDash val="solid"/>
                <a:round/>
                <a:headEnd len="med" w="med" type="none"/>
                <a:tailEnd len="med" w="med" type="none"/>
              </a:ln>
            </p:spPr>
          </p:cxnSp>
          <p:cxnSp>
            <p:nvCxnSpPr>
              <p:cNvPr id="421" name="Google Shape;421;p8"/>
              <p:cNvCxnSpPr>
                <a:stCxn id="409" idx="1"/>
                <a:endCxn id="403" idx="5"/>
              </p:cNvCxnSpPr>
              <p:nvPr/>
            </p:nvCxnSpPr>
            <p:spPr>
              <a:xfrm flipH="1">
                <a:off x="2163826" y="4994175"/>
                <a:ext cx="2727900" cy="1495200"/>
              </a:xfrm>
              <a:prstGeom prst="straightConnector1">
                <a:avLst/>
              </a:prstGeom>
              <a:noFill/>
              <a:ln cap="flat" cmpd="sng" w="9525">
                <a:solidFill>
                  <a:schemeClr val="dk2"/>
                </a:solidFill>
                <a:prstDash val="solid"/>
                <a:round/>
                <a:headEnd len="med" w="med" type="none"/>
                <a:tailEnd len="med" w="med" type="none"/>
              </a:ln>
            </p:spPr>
          </p:cxnSp>
          <p:cxnSp>
            <p:nvCxnSpPr>
              <p:cNvPr id="422" name="Google Shape;422;p8"/>
              <p:cNvCxnSpPr>
                <a:stCxn id="406" idx="6"/>
                <a:endCxn id="409" idx="1"/>
              </p:cNvCxnSpPr>
              <p:nvPr/>
            </p:nvCxnSpPr>
            <p:spPr>
              <a:xfrm flipH="1" rot="10800000">
                <a:off x="82392" y="4994221"/>
                <a:ext cx="4809300" cy="1563900"/>
              </a:xfrm>
              <a:prstGeom prst="straightConnector1">
                <a:avLst/>
              </a:prstGeom>
              <a:noFill/>
              <a:ln cap="flat" cmpd="sng" w="9525">
                <a:solidFill>
                  <a:schemeClr val="dk2"/>
                </a:solidFill>
                <a:prstDash val="solid"/>
                <a:round/>
                <a:headEnd len="med" w="med" type="none"/>
                <a:tailEnd len="med" w="med" type="none"/>
              </a:ln>
            </p:spPr>
          </p:cxnSp>
          <p:cxnSp>
            <p:nvCxnSpPr>
              <p:cNvPr id="423" name="Google Shape;423;p8"/>
              <p:cNvCxnSpPr>
                <a:stCxn id="403" idx="4"/>
                <a:endCxn id="404" idx="0"/>
              </p:cNvCxnSpPr>
              <p:nvPr/>
            </p:nvCxnSpPr>
            <p:spPr>
              <a:xfrm rot="10800000">
                <a:off x="1531831" y="4381348"/>
                <a:ext cx="563400" cy="2079600"/>
              </a:xfrm>
              <a:prstGeom prst="straightConnector1">
                <a:avLst/>
              </a:prstGeom>
              <a:noFill/>
              <a:ln cap="flat" cmpd="sng" w="9525">
                <a:solidFill>
                  <a:schemeClr val="dk2"/>
                </a:solidFill>
                <a:prstDash val="solid"/>
                <a:round/>
                <a:headEnd len="med" w="med" type="none"/>
                <a:tailEnd len="med" w="med" type="none"/>
              </a:ln>
            </p:spPr>
          </p:cxnSp>
          <p:cxnSp>
            <p:nvCxnSpPr>
              <p:cNvPr id="424" name="Google Shape;424;p8"/>
              <p:cNvCxnSpPr>
                <a:stCxn id="402" idx="5"/>
                <a:endCxn id="404" idx="1"/>
              </p:cNvCxnSpPr>
              <p:nvPr/>
            </p:nvCxnSpPr>
            <p:spPr>
              <a:xfrm flipH="1" rot="10800000">
                <a:off x="-270410" y="4322365"/>
                <a:ext cx="1660500" cy="1247700"/>
              </a:xfrm>
              <a:prstGeom prst="straightConnector1">
                <a:avLst/>
              </a:prstGeom>
              <a:noFill/>
              <a:ln cap="flat" cmpd="sng" w="9525">
                <a:solidFill>
                  <a:schemeClr val="dk2"/>
                </a:solidFill>
                <a:prstDash val="solid"/>
                <a:round/>
                <a:headEnd len="med" w="med" type="none"/>
                <a:tailEnd len="med" w="med" type="none"/>
              </a:ln>
            </p:spPr>
          </p:cxnSp>
          <p:sp>
            <p:nvSpPr>
              <p:cNvPr id="425" name="Google Shape;425;p8"/>
              <p:cNvSpPr/>
              <p:nvPr/>
            </p:nvSpPr>
            <p:spPr>
              <a:xfrm flipH="1" rot="10800000">
                <a:off x="3294598" y="4298063"/>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26" name="Google Shape;426;p8"/>
              <p:cNvCxnSpPr>
                <a:stCxn id="409" idx="2"/>
                <a:endCxn id="425" idx="7"/>
              </p:cNvCxnSpPr>
              <p:nvPr/>
            </p:nvCxnSpPr>
            <p:spPr>
              <a:xfrm rot="10800000">
                <a:off x="3406123" y="4409327"/>
                <a:ext cx="1471500" cy="550800"/>
              </a:xfrm>
              <a:prstGeom prst="straightConnector1">
                <a:avLst/>
              </a:prstGeom>
              <a:noFill/>
              <a:ln cap="flat" cmpd="sng" w="9525">
                <a:solidFill>
                  <a:schemeClr val="dk2"/>
                </a:solidFill>
                <a:prstDash val="solid"/>
                <a:round/>
                <a:headEnd len="med" w="med" type="none"/>
                <a:tailEnd len="med" w="med" type="none"/>
              </a:ln>
            </p:spPr>
          </p:cxnSp>
          <p:cxnSp>
            <p:nvCxnSpPr>
              <p:cNvPr id="427" name="Google Shape;427;p8"/>
              <p:cNvCxnSpPr>
                <a:stCxn id="425" idx="2"/>
                <a:endCxn id="404" idx="6"/>
              </p:cNvCxnSpPr>
              <p:nvPr/>
            </p:nvCxnSpPr>
            <p:spPr>
              <a:xfrm rot="10800000">
                <a:off x="1732498" y="4180613"/>
                <a:ext cx="1562100" cy="182700"/>
              </a:xfrm>
              <a:prstGeom prst="straightConnector1">
                <a:avLst/>
              </a:prstGeom>
              <a:noFill/>
              <a:ln cap="flat" cmpd="sng" w="9525">
                <a:solidFill>
                  <a:schemeClr val="dk2"/>
                </a:solidFill>
                <a:prstDash val="solid"/>
                <a:round/>
                <a:headEnd len="med" w="med" type="none"/>
                <a:tailEnd len="med" w="med" type="none"/>
              </a:ln>
            </p:spPr>
          </p:cxnSp>
          <p:cxnSp>
            <p:nvCxnSpPr>
              <p:cNvPr id="428" name="Google Shape;428;p8"/>
              <p:cNvCxnSpPr>
                <a:stCxn id="425" idx="0"/>
                <a:endCxn id="403" idx="4"/>
              </p:cNvCxnSpPr>
              <p:nvPr/>
            </p:nvCxnSpPr>
            <p:spPr>
              <a:xfrm flipH="1">
                <a:off x="2095348" y="4428563"/>
                <a:ext cx="1264500" cy="2032500"/>
              </a:xfrm>
              <a:prstGeom prst="straightConnector1">
                <a:avLst/>
              </a:prstGeom>
              <a:noFill/>
              <a:ln cap="flat" cmpd="sng" w="9525">
                <a:solidFill>
                  <a:schemeClr val="dk2"/>
                </a:solidFill>
                <a:prstDash val="solid"/>
                <a:round/>
                <a:headEnd len="med" w="med" type="none"/>
                <a:tailEnd len="med" w="med" type="none"/>
              </a:ln>
            </p:spPr>
          </p:cxnSp>
          <p:cxnSp>
            <p:nvCxnSpPr>
              <p:cNvPr id="429" name="Google Shape;429;p8"/>
              <p:cNvCxnSpPr>
                <a:stCxn id="425" idx="1"/>
                <a:endCxn id="405" idx="5"/>
              </p:cNvCxnSpPr>
              <p:nvPr/>
            </p:nvCxnSpPr>
            <p:spPr>
              <a:xfrm flipH="1">
                <a:off x="1247909" y="4409452"/>
                <a:ext cx="2065800" cy="1183200"/>
              </a:xfrm>
              <a:prstGeom prst="straightConnector1">
                <a:avLst/>
              </a:prstGeom>
              <a:noFill/>
              <a:ln cap="flat" cmpd="sng" w="9525">
                <a:solidFill>
                  <a:schemeClr val="dk2"/>
                </a:solidFill>
                <a:prstDash val="solid"/>
                <a:round/>
                <a:headEnd len="med" w="med" type="none"/>
                <a:tailEnd len="med" w="med" type="none"/>
              </a:ln>
            </p:spPr>
          </p:cxnSp>
          <p:sp>
            <p:nvSpPr>
              <p:cNvPr id="430" name="Google Shape;430;p8"/>
              <p:cNvSpPr/>
              <p:nvPr/>
            </p:nvSpPr>
            <p:spPr>
              <a:xfrm flipH="1" rot="10800000">
                <a:off x="350141" y="3418344"/>
                <a:ext cx="194400" cy="194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31" name="Google Shape;431;p8"/>
              <p:cNvCxnSpPr>
                <a:stCxn id="404" idx="3"/>
                <a:endCxn id="430" idx="6"/>
              </p:cNvCxnSpPr>
              <p:nvPr/>
            </p:nvCxnSpPr>
            <p:spPr>
              <a:xfrm rot="10800000">
                <a:off x="544572" y="3515424"/>
                <a:ext cx="845400" cy="523200"/>
              </a:xfrm>
              <a:prstGeom prst="straightConnector1">
                <a:avLst/>
              </a:prstGeom>
              <a:noFill/>
              <a:ln cap="flat" cmpd="sng" w="9525">
                <a:solidFill>
                  <a:schemeClr val="dk2"/>
                </a:solidFill>
                <a:prstDash val="solid"/>
                <a:round/>
                <a:headEnd len="med" w="med" type="none"/>
                <a:tailEnd len="med" w="med" type="none"/>
              </a:ln>
            </p:spPr>
          </p:cxnSp>
          <p:cxnSp>
            <p:nvCxnSpPr>
              <p:cNvPr id="432" name="Google Shape;432;p8"/>
              <p:cNvCxnSpPr>
                <a:stCxn id="430" idx="1"/>
                <a:endCxn id="408" idx="4"/>
              </p:cNvCxnSpPr>
              <p:nvPr/>
            </p:nvCxnSpPr>
            <p:spPr>
              <a:xfrm flipH="1">
                <a:off x="313510" y="3584275"/>
                <a:ext cx="65100" cy="1047600"/>
              </a:xfrm>
              <a:prstGeom prst="straightConnector1">
                <a:avLst/>
              </a:prstGeom>
              <a:noFill/>
              <a:ln cap="flat" cmpd="sng" w="9525">
                <a:solidFill>
                  <a:schemeClr val="dk2"/>
                </a:solidFill>
                <a:prstDash val="solid"/>
                <a:round/>
                <a:headEnd len="med" w="med" type="none"/>
                <a:tailEnd len="med" w="med" type="none"/>
              </a:ln>
            </p:spPr>
          </p:cxnSp>
        </p:grpSp>
        <p:grpSp>
          <p:nvGrpSpPr>
            <p:cNvPr id="433" name="Google Shape;433;p8"/>
            <p:cNvGrpSpPr/>
            <p:nvPr/>
          </p:nvGrpSpPr>
          <p:grpSpPr>
            <a:xfrm>
              <a:off x="5071007" y="-1892623"/>
              <a:ext cx="4043564" cy="3673594"/>
              <a:chOff x="5071007" y="-1892623"/>
              <a:chExt cx="4043564" cy="3673594"/>
            </a:xfrm>
          </p:grpSpPr>
          <p:sp>
            <p:nvSpPr>
              <p:cNvPr id="434" name="Google Shape;434;p8"/>
              <p:cNvSpPr/>
              <p:nvPr/>
            </p:nvSpPr>
            <p:spPr>
              <a:xfrm flipH="1" rot="9591490">
                <a:off x="5098516" y="540093"/>
                <a:ext cx="194282" cy="194282"/>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35" name="Google Shape;435;p8"/>
              <p:cNvSpPr/>
              <p:nvPr/>
            </p:nvSpPr>
            <p:spPr>
              <a:xfrm flipH="1" rot="9591490">
                <a:off x="8892779" y="453876"/>
                <a:ext cx="194282" cy="194282"/>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36" name="Google Shape;436;p8"/>
              <p:cNvSpPr/>
              <p:nvPr/>
            </p:nvSpPr>
            <p:spPr>
              <a:xfrm flipH="1" rot="9590696">
                <a:off x="7529429" y="-1352882"/>
                <a:ext cx="401379" cy="401379"/>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37" name="Google Shape;437;p8"/>
              <p:cNvSpPr/>
              <p:nvPr/>
            </p:nvSpPr>
            <p:spPr>
              <a:xfrm flipH="1" rot="9588852">
                <a:off x="7769090" y="-69319"/>
                <a:ext cx="130410" cy="13041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38" name="Google Shape;438;p8"/>
              <p:cNvSpPr/>
              <p:nvPr/>
            </p:nvSpPr>
            <p:spPr>
              <a:xfrm flipH="1" rot="9585450">
                <a:off x="7304847" y="697939"/>
                <a:ext cx="96244" cy="9624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39" name="Google Shape;439;p8"/>
              <p:cNvSpPr/>
              <p:nvPr/>
            </p:nvSpPr>
            <p:spPr>
              <a:xfrm flipH="1" rot="9588852">
                <a:off x="8485536" y="1632066"/>
                <a:ext cx="130410" cy="13041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40" name="Google Shape;440;p8"/>
              <p:cNvSpPr/>
              <p:nvPr/>
            </p:nvSpPr>
            <p:spPr>
              <a:xfrm flipH="1" rot="9588852">
                <a:off x="6653615" y="27813"/>
                <a:ext cx="130410" cy="13041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41" name="Google Shape;441;p8"/>
              <p:cNvSpPr/>
              <p:nvPr/>
            </p:nvSpPr>
            <p:spPr>
              <a:xfrm flipH="1" rot="9585450">
                <a:off x="8871292" y="-605485"/>
                <a:ext cx="96244" cy="9624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42" name="Google Shape;442;p8"/>
              <p:cNvCxnSpPr>
                <a:stCxn id="438" idx="5"/>
                <a:endCxn id="437" idx="1"/>
              </p:cNvCxnSpPr>
              <p:nvPr/>
            </p:nvCxnSpPr>
            <p:spPr>
              <a:xfrm flipH="1" rot="10800000">
                <a:off x="7373121" y="54962"/>
                <a:ext cx="433800" cy="647400"/>
              </a:xfrm>
              <a:prstGeom prst="straightConnector1">
                <a:avLst/>
              </a:prstGeom>
              <a:noFill/>
              <a:ln cap="flat" cmpd="sng" w="9525">
                <a:solidFill>
                  <a:schemeClr val="dk2"/>
                </a:solidFill>
                <a:prstDash val="solid"/>
                <a:round/>
                <a:headEnd len="med" w="med" type="none"/>
                <a:tailEnd len="med" w="med" type="none"/>
              </a:ln>
            </p:spPr>
          </p:cxnSp>
          <p:cxnSp>
            <p:nvCxnSpPr>
              <p:cNvPr id="443" name="Google Shape;443;p8"/>
              <p:cNvCxnSpPr>
                <a:stCxn id="439" idx="4"/>
                <a:endCxn id="437" idx="0"/>
              </p:cNvCxnSpPr>
              <p:nvPr/>
            </p:nvCxnSpPr>
            <p:spPr>
              <a:xfrm rot="10800000">
                <a:off x="7856841" y="57171"/>
                <a:ext cx="671400" cy="1578900"/>
              </a:xfrm>
              <a:prstGeom prst="straightConnector1">
                <a:avLst/>
              </a:prstGeom>
              <a:noFill/>
              <a:ln cap="flat" cmpd="sng" w="9525">
                <a:solidFill>
                  <a:schemeClr val="dk2"/>
                </a:solidFill>
                <a:prstDash val="solid"/>
                <a:round/>
                <a:headEnd len="med" w="med" type="none"/>
                <a:tailEnd len="med" w="med" type="none"/>
              </a:ln>
            </p:spPr>
          </p:cxnSp>
          <p:cxnSp>
            <p:nvCxnSpPr>
              <p:cNvPr id="444" name="Google Shape;444;p8"/>
              <p:cNvCxnSpPr>
                <a:stCxn id="434" idx="6"/>
                <a:endCxn id="438" idx="3"/>
              </p:cNvCxnSpPr>
              <p:nvPr/>
            </p:nvCxnSpPr>
            <p:spPr>
              <a:xfrm>
                <a:off x="5286857" y="603783"/>
                <a:ext cx="2022300" cy="122100"/>
              </a:xfrm>
              <a:prstGeom prst="straightConnector1">
                <a:avLst/>
              </a:prstGeom>
              <a:noFill/>
              <a:ln cap="flat" cmpd="sng" w="9525">
                <a:solidFill>
                  <a:schemeClr val="dk2"/>
                </a:solidFill>
                <a:prstDash val="solid"/>
                <a:round/>
                <a:headEnd len="med" w="med" type="none"/>
                <a:tailEnd len="med" w="med" type="none"/>
              </a:ln>
            </p:spPr>
          </p:cxnSp>
          <p:cxnSp>
            <p:nvCxnSpPr>
              <p:cNvPr id="445" name="Google Shape;445;p8"/>
              <p:cNvCxnSpPr>
                <a:stCxn id="438" idx="7"/>
                <a:endCxn id="439" idx="2"/>
              </p:cNvCxnSpPr>
              <p:nvPr/>
            </p:nvCxnSpPr>
            <p:spPr>
              <a:xfrm>
                <a:off x="7396668" y="766214"/>
                <a:ext cx="1092900" cy="953700"/>
              </a:xfrm>
              <a:prstGeom prst="straightConnector1">
                <a:avLst/>
              </a:prstGeom>
              <a:noFill/>
              <a:ln cap="flat" cmpd="sng" w="9525">
                <a:solidFill>
                  <a:schemeClr val="dk2"/>
                </a:solidFill>
                <a:prstDash val="solid"/>
                <a:round/>
                <a:headEnd len="med" w="med" type="none"/>
                <a:tailEnd len="med" w="med" type="none"/>
              </a:ln>
            </p:spPr>
          </p:cxnSp>
          <p:cxnSp>
            <p:nvCxnSpPr>
              <p:cNvPr id="446" name="Google Shape;446;p8"/>
              <p:cNvCxnSpPr>
                <a:stCxn id="439" idx="6"/>
                <a:endCxn id="435" idx="1"/>
              </p:cNvCxnSpPr>
              <p:nvPr/>
            </p:nvCxnSpPr>
            <p:spPr>
              <a:xfrm flipH="1" rot="10800000">
                <a:off x="8611941" y="639171"/>
                <a:ext cx="337200" cy="1035600"/>
              </a:xfrm>
              <a:prstGeom prst="straightConnector1">
                <a:avLst/>
              </a:prstGeom>
              <a:noFill/>
              <a:ln cap="flat" cmpd="sng" w="9525">
                <a:solidFill>
                  <a:schemeClr val="dk2"/>
                </a:solidFill>
                <a:prstDash val="solid"/>
                <a:round/>
                <a:headEnd len="med" w="med" type="none"/>
                <a:tailEnd len="med" w="med" type="none"/>
              </a:ln>
            </p:spPr>
          </p:cxnSp>
          <p:cxnSp>
            <p:nvCxnSpPr>
              <p:cNvPr id="447" name="Google Shape;447;p8"/>
              <p:cNvCxnSpPr>
                <a:stCxn id="437" idx="7"/>
                <a:endCxn id="435" idx="3"/>
              </p:cNvCxnSpPr>
              <p:nvPr/>
            </p:nvCxnSpPr>
            <p:spPr>
              <a:xfrm>
                <a:off x="7893480" y="23251"/>
                <a:ext cx="1008300" cy="486900"/>
              </a:xfrm>
              <a:prstGeom prst="straightConnector1">
                <a:avLst/>
              </a:prstGeom>
              <a:noFill/>
              <a:ln cap="flat" cmpd="sng" w="9525">
                <a:solidFill>
                  <a:schemeClr val="dk2"/>
                </a:solidFill>
                <a:prstDash val="solid"/>
                <a:round/>
                <a:headEnd len="med" w="med" type="none"/>
                <a:tailEnd len="med" w="med" type="none"/>
              </a:ln>
            </p:spPr>
          </p:cxnSp>
          <p:cxnSp>
            <p:nvCxnSpPr>
              <p:cNvPr id="448" name="Google Shape;448;p8"/>
              <p:cNvCxnSpPr>
                <a:stCxn id="434" idx="6"/>
                <a:endCxn id="440" idx="1"/>
              </p:cNvCxnSpPr>
              <p:nvPr/>
            </p:nvCxnSpPr>
            <p:spPr>
              <a:xfrm flipH="1" rot="10800000">
                <a:off x="5286857" y="152283"/>
                <a:ext cx="1404600" cy="451500"/>
              </a:xfrm>
              <a:prstGeom prst="straightConnector1">
                <a:avLst/>
              </a:prstGeom>
              <a:noFill/>
              <a:ln cap="flat" cmpd="sng" w="9525">
                <a:solidFill>
                  <a:schemeClr val="dk2"/>
                </a:solidFill>
                <a:prstDash val="solid"/>
                <a:round/>
                <a:headEnd len="med" w="med" type="none"/>
                <a:tailEnd len="med" w="med" type="none"/>
              </a:ln>
            </p:spPr>
          </p:cxnSp>
          <p:cxnSp>
            <p:nvCxnSpPr>
              <p:cNvPr id="449" name="Google Shape;449;p8"/>
              <p:cNvCxnSpPr>
                <a:stCxn id="440" idx="7"/>
                <a:endCxn id="437" idx="2"/>
              </p:cNvCxnSpPr>
              <p:nvPr/>
            </p:nvCxnSpPr>
            <p:spPr>
              <a:xfrm flipH="1" rot="10800000">
                <a:off x="6778004" y="18383"/>
                <a:ext cx="995100" cy="102000"/>
              </a:xfrm>
              <a:prstGeom prst="straightConnector1">
                <a:avLst/>
              </a:prstGeom>
              <a:noFill/>
              <a:ln cap="flat" cmpd="sng" w="9525">
                <a:solidFill>
                  <a:schemeClr val="dk2"/>
                </a:solidFill>
                <a:prstDash val="solid"/>
                <a:round/>
                <a:headEnd len="med" w="med" type="none"/>
                <a:tailEnd len="med" w="med" type="none"/>
              </a:ln>
            </p:spPr>
          </p:cxnSp>
          <p:cxnSp>
            <p:nvCxnSpPr>
              <p:cNvPr id="450" name="Google Shape;450;p8"/>
              <p:cNvCxnSpPr>
                <a:stCxn id="440" idx="5"/>
                <a:endCxn id="436" idx="2"/>
              </p:cNvCxnSpPr>
              <p:nvPr/>
            </p:nvCxnSpPr>
            <p:spPr>
              <a:xfrm flipH="1" rot="10800000">
                <a:off x="6746185" y="-1083067"/>
                <a:ext cx="795600" cy="1116900"/>
              </a:xfrm>
              <a:prstGeom prst="straightConnector1">
                <a:avLst/>
              </a:prstGeom>
              <a:noFill/>
              <a:ln cap="flat" cmpd="sng" w="9525">
                <a:solidFill>
                  <a:schemeClr val="dk2"/>
                </a:solidFill>
                <a:prstDash val="solid"/>
                <a:round/>
                <a:headEnd len="med" w="med" type="none"/>
                <a:tailEnd len="med" w="med" type="none"/>
              </a:ln>
            </p:spPr>
          </p:cxnSp>
          <p:cxnSp>
            <p:nvCxnSpPr>
              <p:cNvPr id="451" name="Google Shape;451;p8"/>
              <p:cNvCxnSpPr>
                <a:stCxn id="436" idx="0"/>
                <a:endCxn id="437" idx="5"/>
              </p:cNvCxnSpPr>
              <p:nvPr/>
            </p:nvCxnSpPr>
            <p:spPr>
              <a:xfrm>
                <a:off x="7799269" y="-963792"/>
                <a:ext cx="62400" cy="900600"/>
              </a:xfrm>
              <a:prstGeom prst="straightConnector1">
                <a:avLst/>
              </a:prstGeom>
              <a:noFill/>
              <a:ln cap="flat" cmpd="sng" w="9525">
                <a:solidFill>
                  <a:schemeClr val="dk2"/>
                </a:solidFill>
                <a:prstDash val="solid"/>
                <a:round/>
                <a:headEnd len="med" w="med" type="none"/>
                <a:tailEnd len="med" w="med" type="none"/>
              </a:ln>
            </p:spPr>
          </p:cxnSp>
          <p:cxnSp>
            <p:nvCxnSpPr>
              <p:cNvPr id="452" name="Google Shape;452;p8"/>
              <p:cNvCxnSpPr>
                <a:stCxn id="436" idx="7"/>
                <a:endCxn id="441" idx="3"/>
              </p:cNvCxnSpPr>
              <p:nvPr/>
            </p:nvCxnSpPr>
            <p:spPr>
              <a:xfrm>
                <a:off x="7912234" y="-1067870"/>
                <a:ext cx="963600" cy="490500"/>
              </a:xfrm>
              <a:prstGeom prst="straightConnector1">
                <a:avLst/>
              </a:prstGeom>
              <a:noFill/>
              <a:ln cap="flat" cmpd="sng" w="9525">
                <a:solidFill>
                  <a:schemeClr val="dk2"/>
                </a:solidFill>
                <a:prstDash val="solid"/>
                <a:round/>
                <a:headEnd len="med" w="med" type="none"/>
                <a:tailEnd len="med" w="med" type="none"/>
              </a:ln>
            </p:spPr>
          </p:cxnSp>
          <p:cxnSp>
            <p:nvCxnSpPr>
              <p:cNvPr id="453" name="Google Shape;453;p8"/>
              <p:cNvCxnSpPr>
                <a:stCxn id="437" idx="6"/>
                <a:endCxn id="441" idx="2"/>
              </p:cNvCxnSpPr>
              <p:nvPr/>
            </p:nvCxnSpPr>
            <p:spPr>
              <a:xfrm flipH="1" rot="10800000">
                <a:off x="7895495" y="-540814"/>
                <a:ext cx="978900" cy="514200"/>
              </a:xfrm>
              <a:prstGeom prst="straightConnector1">
                <a:avLst/>
              </a:prstGeom>
              <a:noFill/>
              <a:ln cap="flat" cmpd="sng" w="9525">
                <a:solidFill>
                  <a:schemeClr val="dk2"/>
                </a:solidFill>
                <a:prstDash val="solid"/>
                <a:round/>
                <a:headEnd len="med" w="med" type="none"/>
                <a:tailEnd len="med" w="med" type="none"/>
              </a:ln>
            </p:spPr>
          </p:cxnSp>
          <p:cxnSp>
            <p:nvCxnSpPr>
              <p:cNvPr id="454" name="Google Shape;454;p8"/>
              <p:cNvCxnSpPr>
                <a:stCxn id="441" idx="0"/>
                <a:endCxn id="435" idx="5"/>
              </p:cNvCxnSpPr>
              <p:nvPr/>
            </p:nvCxnSpPr>
            <p:spPr>
              <a:xfrm>
                <a:off x="8936064" y="-512213"/>
                <a:ext cx="94800" cy="975000"/>
              </a:xfrm>
              <a:prstGeom prst="straightConnector1">
                <a:avLst/>
              </a:prstGeom>
              <a:noFill/>
              <a:ln cap="flat" cmpd="sng" w="9525">
                <a:solidFill>
                  <a:schemeClr val="dk2"/>
                </a:solidFill>
                <a:prstDash val="solid"/>
                <a:round/>
                <a:headEnd len="med" w="med" type="none"/>
                <a:tailEnd len="med" w="med" type="none"/>
              </a:ln>
            </p:spPr>
          </p:cxnSp>
          <p:cxnSp>
            <p:nvCxnSpPr>
              <p:cNvPr id="455" name="Google Shape;455;p8"/>
              <p:cNvCxnSpPr>
                <a:stCxn id="439" idx="5"/>
                <a:endCxn id="441" idx="1"/>
              </p:cNvCxnSpPr>
              <p:nvPr/>
            </p:nvCxnSpPr>
            <p:spPr>
              <a:xfrm flipH="1" rot="10800000">
                <a:off x="8578106" y="-513814"/>
                <a:ext cx="321300" cy="2151900"/>
              </a:xfrm>
              <a:prstGeom prst="straightConnector1">
                <a:avLst/>
              </a:prstGeom>
              <a:noFill/>
              <a:ln cap="flat" cmpd="sng" w="9525">
                <a:solidFill>
                  <a:schemeClr val="dk2"/>
                </a:solidFill>
                <a:prstDash val="solid"/>
                <a:round/>
                <a:headEnd len="med" w="med" type="none"/>
                <a:tailEnd len="med" w="med" type="none"/>
              </a:ln>
            </p:spPr>
          </p:cxnSp>
          <p:cxnSp>
            <p:nvCxnSpPr>
              <p:cNvPr id="456" name="Google Shape;456;p8"/>
              <p:cNvCxnSpPr>
                <a:stCxn id="438" idx="6"/>
                <a:endCxn id="441" idx="1"/>
              </p:cNvCxnSpPr>
              <p:nvPr/>
            </p:nvCxnSpPr>
            <p:spPr>
              <a:xfrm flipH="1" rot="10800000">
                <a:off x="7398119" y="-513788"/>
                <a:ext cx="1501200" cy="1243200"/>
              </a:xfrm>
              <a:prstGeom prst="straightConnector1">
                <a:avLst/>
              </a:prstGeom>
              <a:noFill/>
              <a:ln cap="flat" cmpd="sng" w="9525">
                <a:solidFill>
                  <a:schemeClr val="dk2"/>
                </a:solidFill>
                <a:prstDash val="solid"/>
                <a:round/>
                <a:headEnd len="med" w="med" type="none"/>
                <a:tailEnd len="med" w="med" type="none"/>
              </a:ln>
            </p:spPr>
          </p:cxnSp>
          <p:cxnSp>
            <p:nvCxnSpPr>
              <p:cNvPr id="457" name="Google Shape;457;p8"/>
              <p:cNvCxnSpPr>
                <a:stCxn id="438" idx="4"/>
                <a:endCxn id="436" idx="1"/>
              </p:cNvCxnSpPr>
              <p:nvPr/>
            </p:nvCxnSpPr>
            <p:spPr>
              <a:xfrm flipH="1" rot="10800000">
                <a:off x="7336319" y="-970088"/>
                <a:ext cx="309600" cy="1671000"/>
              </a:xfrm>
              <a:prstGeom prst="straightConnector1">
                <a:avLst/>
              </a:prstGeom>
              <a:noFill/>
              <a:ln cap="flat" cmpd="sng" w="9525">
                <a:solidFill>
                  <a:schemeClr val="dk2"/>
                </a:solidFill>
                <a:prstDash val="solid"/>
                <a:round/>
                <a:headEnd len="med" w="med" type="none"/>
                <a:tailEnd len="med" w="med" type="none"/>
              </a:ln>
            </p:spPr>
          </p:cxnSp>
          <p:cxnSp>
            <p:nvCxnSpPr>
              <p:cNvPr id="458" name="Google Shape;458;p8"/>
              <p:cNvCxnSpPr>
                <a:stCxn id="435" idx="4"/>
                <a:endCxn id="436" idx="7"/>
              </p:cNvCxnSpPr>
              <p:nvPr/>
            </p:nvCxnSpPr>
            <p:spPr>
              <a:xfrm rot="10800000">
                <a:off x="7912170" y="-1067784"/>
                <a:ext cx="1044300" cy="1527600"/>
              </a:xfrm>
              <a:prstGeom prst="straightConnector1">
                <a:avLst/>
              </a:prstGeom>
              <a:noFill/>
              <a:ln cap="flat" cmpd="sng" w="9525">
                <a:solidFill>
                  <a:schemeClr val="dk2"/>
                </a:solidFill>
                <a:prstDash val="solid"/>
                <a:round/>
                <a:headEnd len="med" w="med" type="none"/>
                <a:tailEnd len="med" w="med" type="none"/>
              </a:ln>
            </p:spPr>
          </p:cxnSp>
          <p:cxnSp>
            <p:nvCxnSpPr>
              <p:cNvPr id="459" name="Google Shape;459;p8"/>
              <p:cNvCxnSpPr>
                <a:stCxn id="434" idx="6"/>
                <a:endCxn id="436" idx="1"/>
              </p:cNvCxnSpPr>
              <p:nvPr/>
            </p:nvCxnSpPr>
            <p:spPr>
              <a:xfrm flipH="1" rot="10800000">
                <a:off x="5286857" y="-970017"/>
                <a:ext cx="2358900" cy="1573800"/>
              </a:xfrm>
              <a:prstGeom prst="straightConnector1">
                <a:avLst/>
              </a:prstGeom>
              <a:noFill/>
              <a:ln cap="flat" cmpd="sng" w="9525">
                <a:solidFill>
                  <a:schemeClr val="dk2"/>
                </a:solidFill>
                <a:prstDash val="solid"/>
                <a:round/>
                <a:headEnd len="med" w="med" type="none"/>
                <a:tailEnd len="med" w="med" type="none"/>
              </a:ln>
            </p:spPr>
          </p:cxnSp>
          <p:sp>
            <p:nvSpPr>
              <p:cNvPr id="460" name="Google Shape;460;p8"/>
              <p:cNvSpPr/>
              <p:nvPr/>
            </p:nvSpPr>
            <p:spPr>
              <a:xfrm flipH="1" rot="9588852">
                <a:off x="8325123" y="-1874128"/>
                <a:ext cx="130410" cy="13041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61" name="Google Shape;461;p8"/>
              <p:cNvCxnSpPr>
                <a:stCxn id="441" idx="4"/>
                <a:endCxn id="460" idx="7"/>
              </p:cNvCxnSpPr>
              <p:nvPr/>
            </p:nvCxnSpPr>
            <p:spPr>
              <a:xfrm rot="10800000">
                <a:off x="8449464" y="-1781513"/>
                <a:ext cx="453300" cy="1179000"/>
              </a:xfrm>
              <a:prstGeom prst="straightConnector1">
                <a:avLst/>
              </a:prstGeom>
              <a:noFill/>
              <a:ln cap="flat" cmpd="sng" w="9525">
                <a:solidFill>
                  <a:schemeClr val="dk2"/>
                </a:solidFill>
                <a:prstDash val="solid"/>
                <a:round/>
                <a:headEnd len="med" w="med" type="none"/>
                <a:tailEnd len="med" w="med" type="none"/>
              </a:ln>
            </p:spPr>
          </p:cxnSp>
          <p:cxnSp>
            <p:nvCxnSpPr>
              <p:cNvPr id="462" name="Google Shape;462;p8"/>
              <p:cNvCxnSpPr>
                <a:stCxn id="460" idx="2"/>
                <a:endCxn id="436" idx="5"/>
              </p:cNvCxnSpPr>
              <p:nvPr/>
            </p:nvCxnSpPr>
            <p:spPr>
              <a:xfrm flipH="1">
                <a:off x="7814328" y="-1786423"/>
                <a:ext cx="514800" cy="452100"/>
              </a:xfrm>
              <a:prstGeom prst="straightConnector1">
                <a:avLst/>
              </a:prstGeom>
              <a:noFill/>
              <a:ln cap="flat" cmpd="sng" w="9525">
                <a:solidFill>
                  <a:schemeClr val="dk2"/>
                </a:solidFill>
                <a:prstDash val="solid"/>
                <a:round/>
                <a:headEnd len="med" w="med" type="none"/>
                <a:tailEnd len="med" w="med" type="none"/>
              </a:ln>
            </p:spPr>
          </p:cxnSp>
          <p:cxnSp>
            <p:nvCxnSpPr>
              <p:cNvPr id="463" name="Google Shape;463;p8"/>
              <p:cNvCxnSpPr>
                <a:stCxn id="460" idx="0"/>
                <a:endCxn id="435" idx="4"/>
              </p:cNvCxnSpPr>
              <p:nvPr/>
            </p:nvCxnSpPr>
            <p:spPr>
              <a:xfrm>
                <a:off x="8412828" y="-1747723"/>
                <a:ext cx="543600" cy="2207400"/>
              </a:xfrm>
              <a:prstGeom prst="straightConnector1">
                <a:avLst/>
              </a:prstGeom>
              <a:noFill/>
              <a:ln cap="flat" cmpd="sng" w="9525">
                <a:solidFill>
                  <a:schemeClr val="dk2"/>
                </a:solidFill>
                <a:prstDash val="solid"/>
                <a:round/>
                <a:headEnd len="med" w="med" type="none"/>
                <a:tailEnd len="med" w="med" type="none"/>
              </a:ln>
            </p:spPr>
          </p:cxnSp>
          <p:cxnSp>
            <p:nvCxnSpPr>
              <p:cNvPr id="464" name="Google Shape;464;p8"/>
              <p:cNvCxnSpPr>
                <a:stCxn id="460" idx="1"/>
                <a:endCxn id="437" idx="5"/>
              </p:cNvCxnSpPr>
              <p:nvPr/>
            </p:nvCxnSpPr>
            <p:spPr>
              <a:xfrm flipH="1">
                <a:off x="7861663" y="-1749738"/>
                <a:ext cx="501300" cy="1686300"/>
              </a:xfrm>
              <a:prstGeom prst="straightConnector1">
                <a:avLst/>
              </a:prstGeom>
              <a:noFill/>
              <a:ln cap="flat" cmpd="sng" w="9525">
                <a:solidFill>
                  <a:schemeClr val="dk2"/>
                </a:solidFill>
                <a:prstDash val="solid"/>
                <a:round/>
                <a:headEnd len="med" w="med" type="none"/>
                <a:tailEnd len="med" w="med" type="none"/>
              </a:ln>
            </p:spPr>
          </p:cxnSp>
          <p:sp>
            <p:nvSpPr>
              <p:cNvPr id="465" name="Google Shape;465;p8"/>
              <p:cNvSpPr/>
              <p:nvPr/>
            </p:nvSpPr>
            <p:spPr>
              <a:xfrm flipH="1" rot="9591490">
                <a:off x="7189341" y="-1500669"/>
                <a:ext cx="194282" cy="194282"/>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66" name="Google Shape;466;p8"/>
              <p:cNvCxnSpPr>
                <a:stCxn id="460" idx="2"/>
                <a:endCxn id="465" idx="6"/>
              </p:cNvCxnSpPr>
              <p:nvPr/>
            </p:nvCxnSpPr>
            <p:spPr>
              <a:xfrm flipH="1">
                <a:off x="7377828" y="-1786423"/>
                <a:ext cx="951300" cy="349500"/>
              </a:xfrm>
              <a:prstGeom prst="straightConnector1">
                <a:avLst/>
              </a:prstGeom>
              <a:noFill/>
              <a:ln cap="flat" cmpd="sng" w="9525">
                <a:solidFill>
                  <a:schemeClr val="dk2"/>
                </a:solidFill>
                <a:prstDash val="solid"/>
                <a:round/>
                <a:headEnd len="med" w="med" type="none"/>
                <a:tailEnd len="med" w="med" type="none"/>
              </a:ln>
            </p:spPr>
          </p:cxnSp>
          <p:cxnSp>
            <p:nvCxnSpPr>
              <p:cNvPr id="467" name="Google Shape;467;p8"/>
              <p:cNvCxnSpPr>
                <a:stCxn id="465" idx="1"/>
                <a:endCxn id="440" idx="5"/>
              </p:cNvCxnSpPr>
              <p:nvPr/>
            </p:nvCxnSpPr>
            <p:spPr>
              <a:xfrm flipH="1">
                <a:off x="6746147" y="-1315387"/>
                <a:ext cx="499500" cy="13491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68" name="Shape 468"/>
        <p:cNvGrpSpPr/>
        <p:nvPr/>
      </p:nvGrpSpPr>
      <p:grpSpPr>
        <a:xfrm>
          <a:off x="0" y="0"/>
          <a:ext cx="0" cy="0"/>
          <a:chOff x="0" y="0"/>
          <a:chExt cx="0" cy="0"/>
        </a:xfrm>
      </p:grpSpPr>
      <p:sp>
        <p:nvSpPr>
          <p:cNvPr id="469" name="Google Shape;469;p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70" name="Google Shape;470;p9"/>
          <p:cNvSpPr txBox="1"/>
          <p:nvPr>
            <p:ph idx="1" type="subTitle"/>
          </p:nvPr>
        </p:nvSpPr>
        <p:spPr>
          <a:xfrm>
            <a:off x="4731475" y="1256325"/>
            <a:ext cx="3699300" cy="2925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1" name="Google Shape;471;p9"/>
          <p:cNvSpPr txBox="1"/>
          <p:nvPr>
            <p:ph idx="2" type="subTitle"/>
          </p:nvPr>
        </p:nvSpPr>
        <p:spPr>
          <a:xfrm>
            <a:off x="720000" y="1256325"/>
            <a:ext cx="3699300" cy="2925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472" name="Google Shape;472;p9"/>
          <p:cNvGrpSpPr/>
          <p:nvPr/>
        </p:nvGrpSpPr>
        <p:grpSpPr>
          <a:xfrm>
            <a:off x="190301" y="174004"/>
            <a:ext cx="8808974" cy="4007621"/>
            <a:chOff x="190301" y="174004"/>
            <a:chExt cx="8808974" cy="4007621"/>
          </a:xfrm>
        </p:grpSpPr>
        <p:grpSp>
          <p:nvGrpSpPr>
            <p:cNvPr id="473" name="Google Shape;473;p9"/>
            <p:cNvGrpSpPr/>
            <p:nvPr/>
          </p:nvGrpSpPr>
          <p:grpSpPr>
            <a:xfrm rot="10800000">
              <a:off x="190301" y="3858950"/>
              <a:ext cx="298275" cy="322675"/>
              <a:chOff x="8667225" y="681525"/>
              <a:chExt cx="298275" cy="322675"/>
            </a:xfrm>
          </p:grpSpPr>
          <p:sp>
            <p:nvSpPr>
              <p:cNvPr id="474" name="Google Shape;474;p9"/>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75" name="Google Shape;475;p9"/>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76" name="Google Shape;476;p9"/>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477" name="Google Shape;477;p9"/>
            <p:cNvGrpSpPr/>
            <p:nvPr/>
          </p:nvGrpSpPr>
          <p:grpSpPr>
            <a:xfrm rot="-5139163">
              <a:off x="8591694" y="201328"/>
              <a:ext cx="406266" cy="379191"/>
              <a:chOff x="140150" y="4657175"/>
              <a:chExt cx="406275" cy="379200"/>
            </a:xfrm>
          </p:grpSpPr>
          <p:sp>
            <p:nvSpPr>
              <p:cNvPr id="478" name="Google Shape;478;p9"/>
              <p:cNvSpPr/>
              <p:nvPr/>
            </p:nvSpPr>
            <p:spPr>
              <a:xfrm rot="10800000">
                <a:off x="140150" y="49496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79" name="Google Shape;479;p9"/>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0" name="Google Shape;480;p9"/>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1" name="Google Shape;481;p9"/>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482" name="Google Shape;482;p9"/>
          <p:cNvGrpSpPr/>
          <p:nvPr/>
        </p:nvGrpSpPr>
        <p:grpSpPr>
          <a:xfrm>
            <a:off x="115024" y="-2374836"/>
            <a:ext cx="8971639" cy="9741507"/>
            <a:chOff x="115024" y="-2374836"/>
            <a:chExt cx="8971639" cy="9741507"/>
          </a:xfrm>
        </p:grpSpPr>
        <p:grpSp>
          <p:nvGrpSpPr>
            <p:cNvPr id="483" name="Google Shape;483;p9"/>
            <p:cNvGrpSpPr/>
            <p:nvPr/>
          </p:nvGrpSpPr>
          <p:grpSpPr>
            <a:xfrm flipH="1">
              <a:off x="115024" y="-2374836"/>
              <a:ext cx="3687215" cy="3485542"/>
              <a:chOff x="5337386" y="-2374836"/>
              <a:chExt cx="3687215" cy="3485542"/>
            </a:xfrm>
          </p:grpSpPr>
          <p:sp>
            <p:nvSpPr>
              <p:cNvPr id="484" name="Google Shape;484;p9"/>
              <p:cNvSpPr/>
              <p:nvPr/>
            </p:nvSpPr>
            <p:spPr>
              <a:xfrm rot="9698973">
                <a:off x="8256504" y="-2357857"/>
                <a:ext cx="128642" cy="128642"/>
              </a:xfrm>
              <a:prstGeom prst="ellipse">
                <a:avLst/>
              </a:prstGeom>
              <a:solidFill>
                <a:srgbClr val="FFD9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5" name="Google Shape;485;p9"/>
              <p:cNvSpPr/>
              <p:nvPr/>
            </p:nvSpPr>
            <p:spPr>
              <a:xfrm rot="9699868">
                <a:off x="6325487" y="-94127"/>
                <a:ext cx="164028" cy="164028"/>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6" name="Google Shape;486;p9"/>
              <p:cNvSpPr/>
              <p:nvPr/>
            </p:nvSpPr>
            <p:spPr>
              <a:xfrm rot="9695130">
                <a:off x="7230532" y="-1291785"/>
                <a:ext cx="265916" cy="265916"/>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7" name="Google Shape;487;p9"/>
              <p:cNvSpPr/>
              <p:nvPr/>
            </p:nvSpPr>
            <p:spPr>
              <a:xfrm rot="9708981">
                <a:off x="8013809" y="-151576"/>
                <a:ext cx="86521" cy="86521"/>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8" name="Google Shape;488;p9"/>
              <p:cNvSpPr/>
              <p:nvPr/>
            </p:nvSpPr>
            <p:spPr>
              <a:xfrm rot="9699377">
                <a:off x="8889724" y="131264"/>
                <a:ext cx="119155" cy="119155"/>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89" name="Google Shape;489;p9"/>
              <p:cNvSpPr/>
              <p:nvPr/>
            </p:nvSpPr>
            <p:spPr>
              <a:xfrm rot="-9307649">
                <a:off x="7169475" y="191656"/>
                <a:ext cx="86305" cy="8630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90" name="Google Shape;490;p9"/>
              <p:cNvSpPr/>
              <p:nvPr/>
            </p:nvSpPr>
            <p:spPr>
              <a:xfrm rot="9708981">
                <a:off x="7609568" y="-1824766"/>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491" name="Google Shape;491;p9"/>
              <p:cNvSpPr/>
              <p:nvPr/>
            </p:nvSpPr>
            <p:spPr>
              <a:xfrm rot="9698900">
                <a:off x="5354617" y="277974"/>
                <a:ext cx="130539" cy="13053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492" name="Google Shape;492;p9"/>
              <p:cNvCxnSpPr>
                <a:stCxn id="488" idx="5"/>
                <a:endCxn id="487" idx="1"/>
              </p:cNvCxnSpPr>
              <p:nvPr/>
            </p:nvCxnSpPr>
            <p:spPr>
              <a:xfrm rot="10800000">
                <a:off x="8095656" y="-88788"/>
                <a:ext cx="800400" cy="252900"/>
              </a:xfrm>
              <a:prstGeom prst="straightConnector1">
                <a:avLst/>
              </a:prstGeom>
              <a:noFill/>
              <a:ln cap="flat" cmpd="sng" w="9525">
                <a:solidFill>
                  <a:schemeClr val="dk2"/>
                </a:solidFill>
                <a:prstDash val="solid"/>
                <a:round/>
                <a:headEnd len="med" w="med" type="none"/>
                <a:tailEnd len="med" w="med" type="none"/>
              </a:ln>
            </p:spPr>
          </p:cxnSp>
          <p:cxnSp>
            <p:nvCxnSpPr>
              <p:cNvPr id="493" name="Google Shape;493;p9"/>
              <p:cNvCxnSpPr>
                <a:stCxn id="489" idx="4"/>
                <a:endCxn id="487" idx="6"/>
              </p:cNvCxnSpPr>
              <p:nvPr/>
            </p:nvCxnSpPr>
            <p:spPr>
              <a:xfrm flipH="1" rot="10800000">
                <a:off x="7230777" y="-94742"/>
                <a:ext cx="785100" cy="290400"/>
              </a:xfrm>
              <a:prstGeom prst="straightConnector1">
                <a:avLst/>
              </a:prstGeom>
              <a:noFill/>
              <a:ln cap="flat" cmpd="sng" w="9525">
                <a:solidFill>
                  <a:schemeClr val="dk2"/>
                </a:solidFill>
                <a:prstDash val="solid"/>
                <a:round/>
                <a:headEnd len="med" w="med" type="none"/>
                <a:tailEnd len="med" w="med" type="none"/>
              </a:ln>
            </p:spPr>
          </p:cxnSp>
          <p:cxnSp>
            <p:nvCxnSpPr>
              <p:cNvPr id="494" name="Google Shape;494;p9"/>
              <p:cNvCxnSpPr>
                <a:stCxn id="484" idx="0"/>
                <a:endCxn id="488" idx="4"/>
              </p:cNvCxnSpPr>
              <p:nvPr/>
            </p:nvCxnSpPr>
            <p:spPr>
              <a:xfrm>
                <a:off x="8341075" y="-2232486"/>
                <a:ext cx="589500" cy="2366700"/>
              </a:xfrm>
              <a:prstGeom prst="straightConnector1">
                <a:avLst/>
              </a:prstGeom>
              <a:noFill/>
              <a:ln cap="flat" cmpd="sng" w="9525">
                <a:solidFill>
                  <a:schemeClr val="dk2"/>
                </a:solidFill>
                <a:prstDash val="solid"/>
                <a:round/>
                <a:headEnd len="med" w="med" type="none"/>
                <a:tailEnd len="med" w="med" type="none"/>
              </a:ln>
            </p:spPr>
          </p:cxnSp>
          <p:cxnSp>
            <p:nvCxnSpPr>
              <p:cNvPr id="495" name="Google Shape;495;p9"/>
              <p:cNvCxnSpPr>
                <a:stCxn id="488" idx="6"/>
                <a:endCxn id="489" idx="2"/>
              </p:cNvCxnSpPr>
              <p:nvPr/>
            </p:nvCxnSpPr>
            <p:spPr>
              <a:xfrm flipH="1">
                <a:off x="7251752" y="209591"/>
                <a:ext cx="1641000" cy="43500"/>
              </a:xfrm>
              <a:prstGeom prst="straightConnector1">
                <a:avLst/>
              </a:prstGeom>
              <a:noFill/>
              <a:ln cap="flat" cmpd="sng" w="9525">
                <a:solidFill>
                  <a:schemeClr val="dk2"/>
                </a:solidFill>
                <a:prstDash val="solid"/>
                <a:round/>
                <a:headEnd len="med" w="med" type="none"/>
                <a:tailEnd len="med" w="med" type="none"/>
              </a:ln>
            </p:spPr>
          </p:cxnSp>
          <p:cxnSp>
            <p:nvCxnSpPr>
              <p:cNvPr id="496" name="Google Shape;496;p9"/>
              <p:cNvCxnSpPr>
                <a:stCxn id="489" idx="6"/>
                <a:endCxn id="485" idx="1"/>
              </p:cNvCxnSpPr>
              <p:nvPr/>
            </p:nvCxnSpPr>
            <p:spPr>
              <a:xfrm rot="10800000">
                <a:off x="6480777" y="24658"/>
                <a:ext cx="692700" cy="192000"/>
              </a:xfrm>
              <a:prstGeom prst="straightConnector1">
                <a:avLst/>
              </a:prstGeom>
              <a:noFill/>
              <a:ln cap="flat" cmpd="sng" w="9525">
                <a:solidFill>
                  <a:schemeClr val="dk2"/>
                </a:solidFill>
                <a:prstDash val="solid"/>
                <a:round/>
                <a:headEnd len="med" w="med" type="none"/>
                <a:tailEnd len="med" w="med" type="none"/>
              </a:ln>
            </p:spPr>
          </p:cxnSp>
          <p:cxnSp>
            <p:nvCxnSpPr>
              <p:cNvPr id="497" name="Google Shape;497;p9"/>
              <p:cNvCxnSpPr>
                <a:stCxn id="487" idx="6"/>
                <a:endCxn id="485" idx="1"/>
              </p:cNvCxnSpPr>
              <p:nvPr/>
            </p:nvCxnSpPr>
            <p:spPr>
              <a:xfrm flipH="1">
                <a:off x="6480870" y="-94816"/>
                <a:ext cx="1535100" cy="119400"/>
              </a:xfrm>
              <a:prstGeom prst="straightConnector1">
                <a:avLst/>
              </a:prstGeom>
              <a:noFill/>
              <a:ln cap="flat" cmpd="sng" w="9525">
                <a:solidFill>
                  <a:schemeClr val="dk2"/>
                </a:solidFill>
                <a:prstDash val="solid"/>
                <a:round/>
                <a:headEnd len="med" w="med" type="none"/>
                <a:tailEnd len="med" w="med" type="none"/>
              </a:ln>
            </p:spPr>
          </p:cxnSp>
          <p:cxnSp>
            <p:nvCxnSpPr>
              <p:cNvPr id="498" name="Google Shape;498;p9"/>
              <p:cNvCxnSpPr>
                <a:stCxn id="484" idx="6"/>
                <a:endCxn id="490" idx="3"/>
              </p:cNvCxnSpPr>
              <p:nvPr/>
            </p:nvCxnSpPr>
            <p:spPr>
              <a:xfrm flipH="1">
                <a:off x="7672375" y="-2273286"/>
                <a:ext cx="587400" cy="453300"/>
              </a:xfrm>
              <a:prstGeom prst="straightConnector1">
                <a:avLst/>
              </a:prstGeom>
              <a:noFill/>
              <a:ln cap="flat" cmpd="sng" w="9525">
                <a:solidFill>
                  <a:schemeClr val="dk2"/>
                </a:solidFill>
                <a:prstDash val="solid"/>
                <a:round/>
                <a:headEnd len="med" w="med" type="none"/>
                <a:tailEnd len="med" w="med" type="none"/>
              </a:ln>
            </p:spPr>
          </p:cxnSp>
          <p:cxnSp>
            <p:nvCxnSpPr>
              <p:cNvPr id="499" name="Google Shape;499;p9"/>
              <p:cNvCxnSpPr>
                <a:stCxn id="484" idx="7"/>
                <a:endCxn id="487" idx="4"/>
              </p:cNvCxnSpPr>
              <p:nvPr/>
            </p:nvCxnSpPr>
            <p:spPr>
              <a:xfrm flipH="1">
                <a:off x="8043575" y="-2236048"/>
                <a:ext cx="248400" cy="2086500"/>
              </a:xfrm>
              <a:prstGeom prst="straightConnector1">
                <a:avLst/>
              </a:prstGeom>
              <a:noFill/>
              <a:ln cap="flat" cmpd="sng" w="9525">
                <a:solidFill>
                  <a:schemeClr val="dk2"/>
                </a:solidFill>
                <a:prstDash val="solid"/>
                <a:round/>
                <a:headEnd len="med" w="med" type="none"/>
                <a:tailEnd len="med" w="med" type="none"/>
              </a:ln>
            </p:spPr>
          </p:cxnSp>
          <p:cxnSp>
            <p:nvCxnSpPr>
              <p:cNvPr id="500" name="Google Shape;500;p9"/>
              <p:cNvCxnSpPr>
                <a:stCxn id="490" idx="7"/>
                <a:endCxn id="486" idx="3"/>
              </p:cNvCxnSpPr>
              <p:nvPr/>
            </p:nvCxnSpPr>
            <p:spPr>
              <a:xfrm flipH="1">
                <a:off x="7423012" y="-1742897"/>
                <a:ext cx="210300" cy="465300"/>
              </a:xfrm>
              <a:prstGeom prst="straightConnector1">
                <a:avLst/>
              </a:prstGeom>
              <a:noFill/>
              <a:ln cap="flat" cmpd="sng" w="9525">
                <a:solidFill>
                  <a:schemeClr val="dk2"/>
                </a:solidFill>
                <a:prstDash val="solid"/>
                <a:round/>
                <a:headEnd len="med" w="med" type="none"/>
                <a:tailEnd len="med" w="med" type="none"/>
              </a:ln>
            </p:spPr>
          </p:cxnSp>
          <p:cxnSp>
            <p:nvCxnSpPr>
              <p:cNvPr id="501" name="Google Shape;501;p9"/>
              <p:cNvCxnSpPr>
                <a:stCxn id="486" idx="0"/>
                <a:endCxn id="487" idx="4"/>
              </p:cNvCxnSpPr>
              <p:nvPr/>
            </p:nvCxnSpPr>
            <p:spPr>
              <a:xfrm>
                <a:off x="7405490" y="-1032677"/>
                <a:ext cx="638100" cy="883200"/>
              </a:xfrm>
              <a:prstGeom prst="straightConnector1">
                <a:avLst/>
              </a:prstGeom>
              <a:noFill/>
              <a:ln cap="flat" cmpd="sng" w="9525">
                <a:solidFill>
                  <a:schemeClr val="dk2"/>
                </a:solidFill>
                <a:prstDash val="solid"/>
                <a:round/>
                <a:headEnd len="med" w="med" type="none"/>
                <a:tailEnd len="med" w="med" type="none"/>
              </a:ln>
            </p:spPr>
          </p:cxnSp>
          <p:cxnSp>
            <p:nvCxnSpPr>
              <p:cNvPr id="502" name="Google Shape;502;p9"/>
              <p:cNvCxnSpPr>
                <a:stCxn id="491" idx="2"/>
                <a:endCxn id="485" idx="6"/>
              </p:cNvCxnSpPr>
              <p:nvPr/>
            </p:nvCxnSpPr>
            <p:spPr>
              <a:xfrm flipH="1" rot="10800000">
                <a:off x="5481836" y="13694"/>
                <a:ext cx="847800" cy="309000"/>
              </a:xfrm>
              <a:prstGeom prst="straightConnector1">
                <a:avLst/>
              </a:prstGeom>
              <a:noFill/>
              <a:ln cap="flat" cmpd="sng" w="9525">
                <a:solidFill>
                  <a:schemeClr val="dk2"/>
                </a:solidFill>
                <a:prstDash val="solid"/>
                <a:round/>
                <a:headEnd len="med" w="med" type="none"/>
                <a:tailEnd len="med" w="med" type="none"/>
              </a:ln>
            </p:spPr>
          </p:cxnSp>
          <p:cxnSp>
            <p:nvCxnSpPr>
              <p:cNvPr id="503" name="Google Shape;503;p9"/>
              <p:cNvCxnSpPr>
                <a:stCxn id="489" idx="7"/>
                <a:endCxn id="491" idx="1"/>
              </p:cNvCxnSpPr>
              <p:nvPr/>
            </p:nvCxnSpPr>
            <p:spPr>
              <a:xfrm flipH="1">
                <a:off x="5478310" y="249658"/>
                <a:ext cx="1693800" cy="123000"/>
              </a:xfrm>
              <a:prstGeom prst="straightConnector1">
                <a:avLst/>
              </a:prstGeom>
              <a:noFill/>
              <a:ln cap="flat" cmpd="sng" w="9525">
                <a:solidFill>
                  <a:schemeClr val="dk2"/>
                </a:solidFill>
                <a:prstDash val="solid"/>
                <a:round/>
                <a:headEnd len="med" w="med" type="none"/>
                <a:tailEnd len="med" w="med" type="none"/>
              </a:ln>
            </p:spPr>
          </p:cxnSp>
          <p:sp>
            <p:nvSpPr>
              <p:cNvPr id="504" name="Google Shape;504;p9"/>
              <p:cNvSpPr/>
              <p:nvPr/>
            </p:nvSpPr>
            <p:spPr>
              <a:xfrm rot="9708981">
                <a:off x="6280042" y="-655695"/>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05" name="Google Shape;505;p9"/>
              <p:cNvCxnSpPr>
                <a:stCxn id="491" idx="3"/>
                <a:endCxn id="504" idx="6"/>
              </p:cNvCxnSpPr>
              <p:nvPr/>
            </p:nvCxnSpPr>
            <p:spPr>
              <a:xfrm flipH="1" rot="10800000">
                <a:off x="5449161" y="-598892"/>
                <a:ext cx="833100" cy="883800"/>
              </a:xfrm>
              <a:prstGeom prst="straightConnector1">
                <a:avLst/>
              </a:prstGeom>
              <a:noFill/>
              <a:ln cap="flat" cmpd="sng" w="9525">
                <a:solidFill>
                  <a:schemeClr val="dk2"/>
                </a:solidFill>
                <a:prstDash val="solid"/>
                <a:round/>
                <a:headEnd len="med" w="med" type="none"/>
                <a:tailEnd len="med" w="med" type="none"/>
              </a:ln>
            </p:spPr>
          </p:cxnSp>
          <p:cxnSp>
            <p:nvCxnSpPr>
              <p:cNvPr id="506" name="Google Shape;506;p9"/>
              <p:cNvCxnSpPr>
                <a:stCxn id="504" idx="2"/>
                <a:endCxn id="486" idx="6"/>
              </p:cNvCxnSpPr>
              <p:nvPr/>
            </p:nvCxnSpPr>
            <p:spPr>
              <a:xfrm flipH="1" rot="10800000">
                <a:off x="6364402" y="-1116735"/>
                <a:ext cx="873000" cy="490800"/>
              </a:xfrm>
              <a:prstGeom prst="straightConnector1">
                <a:avLst/>
              </a:prstGeom>
              <a:noFill/>
              <a:ln cap="flat" cmpd="sng" w="9525">
                <a:solidFill>
                  <a:schemeClr val="dk2"/>
                </a:solidFill>
                <a:prstDash val="solid"/>
                <a:round/>
                <a:headEnd len="med" w="med" type="none"/>
                <a:tailEnd len="med" w="med" type="none"/>
              </a:ln>
            </p:spPr>
          </p:cxnSp>
          <p:cxnSp>
            <p:nvCxnSpPr>
              <p:cNvPr id="507" name="Google Shape;507;p9"/>
              <p:cNvCxnSpPr>
                <a:stCxn id="504" idx="0"/>
                <a:endCxn id="485" idx="4"/>
              </p:cNvCxnSpPr>
              <p:nvPr/>
            </p:nvCxnSpPr>
            <p:spPr>
              <a:xfrm>
                <a:off x="6336802" y="-571335"/>
                <a:ext cx="45000" cy="481500"/>
              </a:xfrm>
              <a:prstGeom prst="straightConnector1">
                <a:avLst/>
              </a:prstGeom>
              <a:noFill/>
              <a:ln cap="flat" cmpd="sng" w="9525">
                <a:solidFill>
                  <a:schemeClr val="dk2"/>
                </a:solidFill>
                <a:prstDash val="solid"/>
                <a:round/>
                <a:headEnd len="med" w="med" type="none"/>
                <a:tailEnd len="med" w="med" type="none"/>
              </a:ln>
            </p:spPr>
          </p:cxnSp>
          <p:cxnSp>
            <p:nvCxnSpPr>
              <p:cNvPr id="508" name="Google Shape;508;p9"/>
              <p:cNvCxnSpPr>
                <a:stCxn id="504" idx="1"/>
                <a:endCxn id="487" idx="5"/>
              </p:cNvCxnSpPr>
              <p:nvPr/>
            </p:nvCxnSpPr>
            <p:spPr>
              <a:xfrm>
                <a:off x="6361911" y="-592919"/>
                <a:ext cx="1656600" cy="465000"/>
              </a:xfrm>
              <a:prstGeom prst="straightConnector1">
                <a:avLst/>
              </a:prstGeom>
              <a:noFill/>
              <a:ln cap="flat" cmpd="sng" w="9525">
                <a:solidFill>
                  <a:schemeClr val="dk2"/>
                </a:solidFill>
                <a:prstDash val="solid"/>
                <a:round/>
                <a:headEnd len="med" w="med" type="none"/>
                <a:tailEnd len="med" w="med" type="none"/>
              </a:ln>
            </p:spPr>
          </p:cxnSp>
          <p:sp>
            <p:nvSpPr>
              <p:cNvPr id="509" name="Google Shape;509;p9"/>
              <p:cNvSpPr/>
              <p:nvPr/>
            </p:nvSpPr>
            <p:spPr>
              <a:xfrm rot="9698973">
                <a:off x="7912582" y="-1816833"/>
                <a:ext cx="128642" cy="128642"/>
              </a:xfrm>
              <a:prstGeom prst="ellipse">
                <a:avLst/>
              </a:prstGeom>
              <a:solidFill>
                <a:srgbClr val="86CF6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10" name="Google Shape;510;p9"/>
              <p:cNvCxnSpPr>
                <a:stCxn id="486" idx="2"/>
                <a:endCxn id="509" idx="7"/>
              </p:cNvCxnSpPr>
              <p:nvPr/>
            </p:nvCxnSpPr>
            <p:spPr>
              <a:xfrm flipH="1" rot="10800000">
                <a:off x="7489640" y="-1694927"/>
                <a:ext cx="458400" cy="494100"/>
              </a:xfrm>
              <a:prstGeom prst="straightConnector1">
                <a:avLst/>
              </a:prstGeom>
              <a:noFill/>
              <a:ln cap="flat" cmpd="sng" w="9525">
                <a:solidFill>
                  <a:schemeClr val="dk2"/>
                </a:solidFill>
                <a:prstDash val="solid"/>
                <a:round/>
                <a:headEnd len="med" w="med" type="none"/>
                <a:tailEnd len="med" w="med" type="none"/>
              </a:ln>
            </p:spPr>
          </p:cxnSp>
          <p:cxnSp>
            <p:nvCxnSpPr>
              <p:cNvPr id="511" name="Google Shape;511;p9"/>
              <p:cNvCxnSpPr>
                <a:stCxn id="509" idx="3"/>
                <a:endCxn id="484" idx="7"/>
              </p:cNvCxnSpPr>
              <p:nvPr/>
            </p:nvCxnSpPr>
            <p:spPr>
              <a:xfrm flipH="1" rot="10800000">
                <a:off x="8005753" y="-2236000"/>
                <a:ext cx="286200" cy="426000"/>
              </a:xfrm>
              <a:prstGeom prst="straightConnector1">
                <a:avLst/>
              </a:prstGeom>
              <a:noFill/>
              <a:ln cap="flat" cmpd="sng" w="9525">
                <a:solidFill>
                  <a:schemeClr val="dk2"/>
                </a:solidFill>
                <a:prstDash val="solid"/>
                <a:round/>
                <a:headEnd len="med" w="med" type="none"/>
                <a:tailEnd len="med" w="med" type="none"/>
              </a:ln>
            </p:spPr>
          </p:cxnSp>
          <p:cxnSp>
            <p:nvCxnSpPr>
              <p:cNvPr id="512" name="Google Shape;512;p9"/>
              <p:cNvCxnSpPr>
                <a:stCxn id="487" idx="4"/>
                <a:endCxn id="509" idx="0"/>
              </p:cNvCxnSpPr>
              <p:nvPr/>
            </p:nvCxnSpPr>
            <p:spPr>
              <a:xfrm rot="10800000">
                <a:off x="7997070" y="-1691416"/>
                <a:ext cx="46500" cy="1542000"/>
              </a:xfrm>
              <a:prstGeom prst="straightConnector1">
                <a:avLst/>
              </a:prstGeom>
              <a:noFill/>
              <a:ln cap="flat" cmpd="sng" w="9525">
                <a:solidFill>
                  <a:schemeClr val="dk2"/>
                </a:solidFill>
                <a:prstDash val="solid"/>
                <a:round/>
                <a:headEnd len="med" w="med" type="none"/>
                <a:tailEnd len="med" w="med" type="none"/>
              </a:ln>
            </p:spPr>
          </p:cxnSp>
          <p:sp>
            <p:nvSpPr>
              <p:cNvPr id="513" name="Google Shape;513;p9"/>
              <p:cNvSpPr/>
              <p:nvPr/>
            </p:nvSpPr>
            <p:spPr>
              <a:xfrm rot="9700738">
                <a:off x="8739027" y="840659"/>
                <a:ext cx="238594" cy="23859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14" name="Google Shape;514;p9"/>
              <p:cNvCxnSpPr>
                <a:stCxn id="487" idx="0"/>
                <a:endCxn id="513" idx="4"/>
              </p:cNvCxnSpPr>
              <p:nvPr/>
            </p:nvCxnSpPr>
            <p:spPr>
              <a:xfrm>
                <a:off x="8070570" y="-67216"/>
                <a:ext cx="750300" cy="913800"/>
              </a:xfrm>
              <a:prstGeom prst="straightConnector1">
                <a:avLst/>
              </a:prstGeom>
              <a:noFill/>
              <a:ln cap="flat" cmpd="sng" w="9525">
                <a:solidFill>
                  <a:schemeClr val="dk2"/>
                </a:solidFill>
                <a:prstDash val="solid"/>
                <a:round/>
                <a:headEnd len="med" w="med" type="none"/>
                <a:tailEnd len="med" w="med" type="none"/>
              </a:ln>
            </p:spPr>
          </p:cxnSp>
          <p:cxnSp>
            <p:nvCxnSpPr>
              <p:cNvPr id="515" name="Google Shape;515;p9"/>
              <p:cNvCxnSpPr>
                <a:stCxn id="488" idx="7"/>
                <a:endCxn id="513" idx="3"/>
              </p:cNvCxnSpPr>
              <p:nvPr/>
            </p:nvCxnSpPr>
            <p:spPr>
              <a:xfrm flipH="1">
                <a:off x="8911773" y="244086"/>
                <a:ext cx="10800" cy="609300"/>
              </a:xfrm>
              <a:prstGeom prst="straightConnector1">
                <a:avLst/>
              </a:prstGeom>
              <a:noFill/>
              <a:ln cap="flat" cmpd="sng" w="9525">
                <a:solidFill>
                  <a:schemeClr val="dk2"/>
                </a:solidFill>
                <a:prstDash val="solid"/>
                <a:round/>
                <a:headEnd len="med" w="med" type="none"/>
                <a:tailEnd len="med" w="med" type="none"/>
              </a:ln>
            </p:spPr>
          </p:cxnSp>
        </p:grpSp>
        <p:grpSp>
          <p:nvGrpSpPr>
            <p:cNvPr id="516" name="Google Shape;516;p9"/>
            <p:cNvGrpSpPr/>
            <p:nvPr/>
          </p:nvGrpSpPr>
          <p:grpSpPr>
            <a:xfrm>
              <a:off x="4731484" y="3852908"/>
              <a:ext cx="4355179" cy="3513764"/>
              <a:chOff x="720009" y="3852908"/>
              <a:chExt cx="4355179" cy="3513764"/>
            </a:xfrm>
          </p:grpSpPr>
          <p:sp>
            <p:nvSpPr>
              <p:cNvPr id="517" name="Google Shape;517;p9"/>
              <p:cNvSpPr/>
              <p:nvPr/>
            </p:nvSpPr>
            <p:spPr>
              <a:xfrm rot="8759498">
                <a:off x="4842687" y="3890706"/>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18" name="Google Shape;518;p9"/>
              <p:cNvSpPr/>
              <p:nvPr/>
            </p:nvSpPr>
            <p:spPr>
              <a:xfrm rot="8759498">
                <a:off x="2275964" y="6863806"/>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19" name="Google Shape;519;p9"/>
              <p:cNvSpPr/>
              <p:nvPr/>
            </p:nvSpPr>
            <p:spPr>
              <a:xfrm rot="8760064">
                <a:off x="1605200" y="4894668"/>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20" name="Google Shape;520;p9"/>
              <p:cNvSpPr/>
              <p:nvPr/>
            </p:nvSpPr>
            <p:spPr>
              <a:xfrm rot="8752287">
                <a:off x="3601108" y="609149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21" name="Google Shape;521;p9"/>
              <p:cNvSpPr/>
              <p:nvPr/>
            </p:nvSpPr>
            <p:spPr>
              <a:xfrm rot="8754177">
                <a:off x="4682827" y="4819876"/>
                <a:ext cx="210847" cy="21084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22" name="Google Shape;522;p9"/>
              <p:cNvSpPr/>
              <p:nvPr/>
            </p:nvSpPr>
            <p:spPr>
              <a:xfrm rot="8752287">
                <a:off x="3494792" y="721083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23" name="Google Shape;523;p9"/>
              <p:cNvSpPr/>
              <p:nvPr/>
            </p:nvSpPr>
            <p:spPr>
              <a:xfrm rot="8752287">
                <a:off x="3265787" y="4938959"/>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24" name="Google Shape;524;p9"/>
              <p:cNvSpPr/>
              <p:nvPr/>
            </p:nvSpPr>
            <p:spPr>
              <a:xfrm rot="8754847">
                <a:off x="1467743" y="6207539"/>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25" name="Google Shape;525;p9"/>
              <p:cNvCxnSpPr>
                <a:stCxn id="522" idx="4"/>
                <a:endCxn id="520" idx="0"/>
              </p:cNvCxnSpPr>
              <p:nvPr/>
            </p:nvCxnSpPr>
            <p:spPr>
              <a:xfrm flipH="1" rot="10800000">
                <a:off x="3523426" y="6210771"/>
                <a:ext cx="179400" cy="1011300"/>
              </a:xfrm>
              <a:prstGeom prst="straightConnector1">
                <a:avLst/>
              </a:prstGeom>
              <a:noFill/>
              <a:ln cap="flat" cmpd="sng" w="9525">
                <a:solidFill>
                  <a:schemeClr val="dk2"/>
                </a:solidFill>
                <a:prstDash val="solid"/>
                <a:round/>
                <a:headEnd len="med" w="med" type="none"/>
                <a:tailEnd len="med" w="med" type="none"/>
              </a:ln>
            </p:spPr>
          </p:cxnSp>
          <p:cxnSp>
            <p:nvCxnSpPr>
              <p:cNvPr id="526" name="Google Shape;526;p9"/>
              <p:cNvCxnSpPr>
                <a:stCxn id="517" idx="7"/>
                <a:endCxn id="521" idx="3"/>
              </p:cNvCxnSpPr>
              <p:nvPr/>
            </p:nvCxnSpPr>
            <p:spPr>
              <a:xfrm flipH="1">
                <a:off x="4808077" y="4083623"/>
                <a:ext cx="113400" cy="738300"/>
              </a:xfrm>
              <a:prstGeom prst="straightConnector1">
                <a:avLst/>
              </a:prstGeom>
              <a:noFill/>
              <a:ln cap="flat" cmpd="sng" w="9525">
                <a:solidFill>
                  <a:schemeClr val="dk2"/>
                </a:solidFill>
                <a:prstDash val="solid"/>
                <a:round/>
                <a:headEnd len="med" w="med" type="none"/>
                <a:tailEnd len="med" w="med" type="none"/>
              </a:ln>
            </p:spPr>
          </p:cxnSp>
          <p:cxnSp>
            <p:nvCxnSpPr>
              <p:cNvPr id="527" name="Google Shape;527;p9"/>
              <p:cNvCxnSpPr>
                <a:stCxn id="521" idx="7"/>
                <a:endCxn id="522" idx="2"/>
              </p:cNvCxnSpPr>
              <p:nvPr/>
            </p:nvCxnSpPr>
            <p:spPr>
              <a:xfrm flipH="1">
                <a:off x="3613910" y="5028820"/>
                <a:ext cx="1154400" cy="2210700"/>
              </a:xfrm>
              <a:prstGeom prst="straightConnector1">
                <a:avLst/>
              </a:prstGeom>
              <a:noFill/>
              <a:ln cap="flat" cmpd="sng" w="9525">
                <a:solidFill>
                  <a:schemeClr val="dk2"/>
                </a:solidFill>
                <a:prstDash val="solid"/>
                <a:round/>
                <a:headEnd len="med" w="med" type="none"/>
                <a:tailEnd len="med" w="med" type="none"/>
              </a:ln>
            </p:spPr>
          </p:cxnSp>
          <p:cxnSp>
            <p:nvCxnSpPr>
              <p:cNvPr id="528" name="Google Shape;528;p9"/>
              <p:cNvCxnSpPr>
                <a:stCxn id="522" idx="6"/>
                <a:endCxn id="518" idx="1"/>
              </p:cNvCxnSpPr>
              <p:nvPr/>
            </p:nvCxnSpPr>
            <p:spPr>
              <a:xfrm rot="10800000">
                <a:off x="2468926" y="6979671"/>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529" name="Google Shape;529;p9"/>
              <p:cNvCxnSpPr>
                <a:stCxn id="520" idx="7"/>
                <a:endCxn id="518" idx="3"/>
              </p:cNvCxnSpPr>
              <p:nvPr/>
            </p:nvCxnSpPr>
            <p:spPr>
              <a:xfrm flipH="1">
                <a:off x="2391939" y="6220795"/>
                <a:ext cx="1262100" cy="644700"/>
              </a:xfrm>
              <a:prstGeom prst="straightConnector1">
                <a:avLst/>
              </a:prstGeom>
              <a:noFill/>
              <a:ln cap="flat" cmpd="sng" w="9525">
                <a:solidFill>
                  <a:schemeClr val="dk2"/>
                </a:solidFill>
                <a:prstDash val="solid"/>
                <a:round/>
                <a:headEnd len="med" w="med" type="none"/>
                <a:tailEnd len="med" w="med" type="none"/>
              </a:ln>
            </p:spPr>
          </p:cxnSp>
          <p:cxnSp>
            <p:nvCxnSpPr>
              <p:cNvPr id="530" name="Google Shape;530;p9"/>
              <p:cNvCxnSpPr>
                <a:stCxn id="517" idx="6"/>
                <a:endCxn id="523" idx="2"/>
              </p:cNvCxnSpPr>
              <p:nvPr/>
            </p:nvCxnSpPr>
            <p:spPr>
              <a:xfrm flipH="1">
                <a:off x="3385138" y="4042508"/>
                <a:ext cx="1474200" cy="925200"/>
              </a:xfrm>
              <a:prstGeom prst="straightConnector1">
                <a:avLst/>
              </a:prstGeom>
              <a:noFill/>
              <a:ln cap="flat" cmpd="sng" w="9525">
                <a:solidFill>
                  <a:schemeClr val="dk2"/>
                </a:solidFill>
                <a:prstDash val="solid"/>
                <a:round/>
                <a:headEnd len="med" w="med" type="none"/>
                <a:tailEnd len="med" w="med" type="none"/>
              </a:ln>
            </p:spPr>
          </p:cxnSp>
          <p:cxnSp>
            <p:nvCxnSpPr>
              <p:cNvPr id="531" name="Google Shape;531;p9"/>
              <p:cNvCxnSpPr>
                <a:stCxn id="523" idx="0"/>
                <a:endCxn id="520" idx="2"/>
              </p:cNvCxnSpPr>
              <p:nvPr/>
            </p:nvCxnSpPr>
            <p:spPr>
              <a:xfrm>
                <a:off x="3367622" y="5058194"/>
                <a:ext cx="352800" cy="1062000"/>
              </a:xfrm>
              <a:prstGeom prst="straightConnector1">
                <a:avLst/>
              </a:prstGeom>
              <a:noFill/>
              <a:ln cap="flat" cmpd="sng" w="9525">
                <a:solidFill>
                  <a:schemeClr val="dk2"/>
                </a:solidFill>
                <a:prstDash val="solid"/>
                <a:round/>
                <a:headEnd len="med" w="med" type="none"/>
                <a:tailEnd len="med" w="med" type="none"/>
              </a:ln>
            </p:spPr>
          </p:cxnSp>
          <p:cxnSp>
            <p:nvCxnSpPr>
              <p:cNvPr id="532" name="Google Shape;532;p9"/>
              <p:cNvCxnSpPr>
                <a:stCxn id="523" idx="5"/>
                <a:endCxn id="519" idx="1"/>
              </p:cNvCxnSpPr>
              <p:nvPr/>
            </p:nvCxnSpPr>
            <p:spPr>
              <a:xfrm flipH="1">
                <a:off x="2002758" y="4991890"/>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533" name="Google Shape;533;p9"/>
              <p:cNvCxnSpPr>
                <a:stCxn id="519" idx="0"/>
                <a:endCxn id="520" idx="5"/>
              </p:cNvCxnSpPr>
              <p:nvPr/>
            </p:nvCxnSpPr>
            <p:spPr>
              <a:xfrm>
                <a:off x="1918052" y="5261670"/>
                <a:ext cx="1684200" cy="882900"/>
              </a:xfrm>
              <a:prstGeom prst="straightConnector1">
                <a:avLst/>
              </a:prstGeom>
              <a:noFill/>
              <a:ln cap="flat" cmpd="sng" w="9525">
                <a:solidFill>
                  <a:schemeClr val="dk2"/>
                </a:solidFill>
                <a:prstDash val="solid"/>
                <a:round/>
                <a:headEnd len="med" w="med" type="none"/>
                <a:tailEnd len="med" w="med" type="none"/>
              </a:ln>
            </p:spPr>
          </p:cxnSp>
          <p:cxnSp>
            <p:nvCxnSpPr>
              <p:cNvPr id="534" name="Google Shape;534;p9"/>
              <p:cNvCxnSpPr>
                <a:stCxn id="519" idx="7"/>
                <a:endCxn id="524" idx="3"/>
              </p:cNvCxnSpPr>
              <p:nvPr/>
            </p:nvCxnSpPr>
            <p:spPr>
              <a:xfrm flipH="1">
                <a:off x="1525162" y="5292284"/>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535" name="Google Shape;535;p9"/>
              <p:cNvCxnSpPr>
                <a:stCxn id="520" idx="6"/>
                <a:endCxn id="524" idx="2"/>
              </p:cNvCxnSpPr>
              <p:nvPr/>
            </p:nvCxnSpPr>
            <p:spPr>
              <a:xfrm flipH="1">
                <a:off x="1555843" y="6193331"/>
                <a:ext cx="2056500" cy="35400"/>
              </a:xfrm>
              <a:prstGeom prst="straightConnector1">
                <a:avLst/>
              </a:prstGeom>
              <a:noFill/>
              <a:ln cap="flat" cmpd="sng" w="9525">
                <a:solidFill>
                  <a:schemeClr val="dk2"/>
                </a:solidFill>
                <a:prstDash val="solid"/>
                <a:round/>
                <a:headEnd len="med" w="med" type="none"/>
                <a:tailEnd len="med" w="med" type="none"/>
              </a:ln>
            </p:spPr>
          </p:cxnSp>
          <p:cxnSp>
            <p:nvCxnSpPr>
              <p:cNvPr id="536" name="Google Shape;536;p9"/>
              <p:cNvCxnSpPr>
                <a:stCxn id="524" idx="0"/>
                <a:endCxn id="518" idx="4"/>
              </p:cNvCxnSpPr>
              <p:nvPr/>
            </p:nvCxnSpPr>
            <p:spPr>
              <a:xfrm>
                <a:off x="1542920" y="6295616"/>
                <a:ext cx="775800" cy="584700"/>
              </a:xfrm>
              <a:prstGeom prst="straightConnector1">
                <a:avLst/>
              </a:prstGeom>
              <a:noFill/>
              <a:ln cap="flat" cmpd="sng" w="9525">
                <a:solidFill>
                  <a:schemeClr val="dk2"/>
                </a:solidFill>
                <a:prstDash val="solid"/>
                <a:round/>
                <a:headEnd len="med" w="med" type="none"/>
                <a:tailEnd len="med" w="med" type="none"/>
              </a:ln>
            </p:spPr>
          </p:cxnSp>
          <p:cxnSp>
            <p:nvCxnSpPr>
              <p:cNvPr id="537" name="Google Shape;537;p9"/>
              <p:cNvCxnSpPr>
                <a:stCxn id="522" idx="5"/>
                <a:endCxn id="524" idx="1"/>
              </p:cNvCxnSpPr>
              <p:nvPr/>
            </p:nvCxnSpPr>
            <p:spPr>
              <a:xfrm rot="10800000">
                <a:off x="1563363" y="6264768"/>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538" name="Google Shape;538;p9"/>
              <p:cNvCxnSpPr>
                <a:stCxn id="521" idx="6"/>
                <a:endCxn id="524" idx="1"/>
              </p:cNvCxnSpPr>
              <p:nvPr/>
            </p:nvCxnSpPr>
            <p:spPr>
              <a:xfrm flipH="1">
                <a:off x="1563250" y="4984400"/>
                <a:ext cx="3137700" cy="1280400"/>
              </a:xfrm>
              <a:prstGeom prst="straightConnector1">
                <a:avLst/>
              </a:prstGeom>
              <a:noFill/>
              <a:ln cap="flat" cmpd="sng" w="9525">
                <a:solidFill>
                  <a:schemeClr val="dk2"/>
                </a:solidFill>
                <a:prstDash val="solid"/>
                <a:round/>
                <a:headEnd len="med" w="med" type="none"/>
                <a:tailEnd len="med" w="med" type="none"/>
              </a:ln>
            </p:spPr>
          </p:cxnSp>
          <p:cxnSp>
            <p:nvCxnSpPr>
              <p:cNvPr id="539" name="Google Shape;539;p9"/>
              <p:cNvCxnSpPr>
                <a:stCxn id="521" idx="5"/>
                <a:endCxn id="523" idx="2"/>
              </p:cNvCxnSpPr>
              <p:nvPr/>
            </p:nvCxnSpPr>
            <p:spPr>
              <a:xfrm flipH="1">
                <a:off x="3385130" y="4905359"/>
                <a:ext cx="1299600" cy="62100"/>
              </a:xfrm>
              <a:prstGeom prst="straightConnector1">
                <a:avLst/>
              </a:prstGeom>
              <a:noFill/>
              <a:ln cap="flat" cmpd="sng" w="9525">
                <a:solidFill>
                  <a:schemeClr val="dk2"/>
                </a:solidFill>
                <a:prstDash val="solid"/>
                <a:round/>
                <a:headEnd len="med" w="med" type="none"/>
                <a:tailEnd len="med" w="med" type="none"/>
              </a:ln>
            </p:spPr>
          </p:cxnSp>
          <p:cxnSp>
            <p:nvCxnSpPr>
              <p:cNvPr id="540" name="Google Shape;540;p9"/>
              <p:cNvCxnSpPr>
                <a:stCxn id="518" idx="4"/>
                <a:endCxn id="519" idx="7"/>
              </p:cNvCxnSpPr>
              <p:nvPr/>
            </p:nvCxnSpPr>
            <p:spPr>
              <a:xfrm rot="10800000">
                <a:off x="1767465" y="5292257"/>
                <a:ext cx="551400" cy="1588200"/>
              </a:xfrm>
              <a:prstGeom prst="straightConnector1">
                <a:avLst/>
              </a:prstGeom>
              <a:noFill/>
              <a:ln cap="flat" cmpd="sng" w="9525">
                <a:solidFill>
                  <a:schemeClr val="dk2"/>
                </a:solidFill>
                <a:prstDash val="solid"/>
                <a:round/>
                <a:headEnd len="med" w="med" type="none"/>
                <a:tailEnd len="med" w="med" type="none"/>
              </a:ln>
            </p:spPr>
          </p:cxnSp>
          <p:sp>
            <p:nvSpPr>
              <p:cNvPr id="541" name="Google Shape;541;p9"/>
              <p:cNvSpPr/>
              <p:nvPr/>
            </p:nvSpPr>
            <p:spPr>
              <a:xfrm rot="8752287">
                <a:off x="745374" y="487673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42" name="Google Shape;542;p9"/>
              <p:cNvCxnSpPr>
                <a:stCxn id="524" idx="4"/>
                <a:endCxn id="541" idx="7"/>
              </p:cNvCxnSpPr>
              <p:nvPr/>
            </p:nvCxnSpPr>
            <p:spPr>
              <a:xfrm rot="10800000">
                <a:off x="798320" y="5005916"/>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543" name="Google Shape;543;p9"/>
              <p:cNvCxnSpPr>
                <a:stCxn id="541" idx="1"/>
                <a:endCxn id="519" idx="5"/>
              </p:cNvCxnSpPr>
              <p:nvPr/>
            </p:nvCxnSpPr>
            <p:spPr>
              <a:xfrm>
                <a:off x="874673" y="4954270"/>
                <a:ext cx="734100" cy="102900"/>
              </a:xfrm>
              <a:prstGeom prst="straightConnector1">
                <a:avLst/>
              </a:prstGeom>
              <a:noFill/>
              <a:ln cap="flat" cmpd="sng" w="9525">
                <a:solidFill>
                  <a:schemeClr val="dk2"/>
                </a:solidFill>
                <a:prstDash val="solid"/>
                <a:round/>
                <a:headEnd len="med" w="med" type="none"/>
                <a:tailEnd len="med" w="med" type="none"/>
              </a:ln>
            </p:spPr>
          </p:cxnSp>
          <p:sp>
            <p:nvSpPr>
              <p:cNvPr id="544" name="Google Shape;544;p9"/>
              <p:cNvSpPr/>
              <p:nvPr/>
            </p:nvSpPr>
            <p:spPr>
              <a:xfrm rot="8759498">
                <a:off x="1785083" y="4514433"/>
                <a:ext cx="194703" cy="19470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45" name="Google Shape;545;p9"/>
              <p:cNvCxnSpPr>
                <a:stCxn id="541" idx="2"/>
                <a:endCxn id="544" idx="5"/>
              </p:cNvCxnSpPr>
              <p:nvPr/>
            </p:nvCxnSpPr>
            <p:spPr>
              <a:xfrm flipH="1" rot="10800000">
                <a:off x="864609" y="4593367"/>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546" name="Google Shape;546;p9"/>
              <p:cNvCxnSpPr>
                <a:stCxn id="544" idx="1"/>
                <a:endCxn id="523" idx="5"/>
              </p:cNvCxnSpPr>
              <p:nvPr/>
            </p:nvCxnSpPr>
            <p:spPr>
              <a:xfrm>
                <a:off x="1977999" y="4630346"/>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547" name="Google Shape;547;p9"/>
              <p:cNvCxnSpPr>
                <a:stCxn id="544" idx="7"/>
                <a:endCxn id="519" idx="3"/>
              </p:cNvCxnSpPr>
              <p:nvPr/>
            </p:nvCxnSpPr>
            <p:spPr>
              <a:xfrm flipH="1">
                <a:off x="1844072" y="4707350"/>
                <a:ext cx="19800" cy="1911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48" name="Shape 548"/>
        <p:cNvGrpSpPr/>
        <p:nvPr/>
      </p:nvGrpSpPr>
      <p:grpSpPr>
        <a:xfrm>
          <a:off x="0" y="0"/>
          <a:ext cx="0" cy="0"/>
          <a:chOff x="0" y="0"/>
          <a:chExt cx="0" cy="0"/>
        </a:xfrm>
      </p:grpSpPr>
      <p:sp>
        <p:nvSpPr>
          <p:cNvPr id="549" name="Google Shape;549;p10"/>
          <p:cNvSpPr/>
          <p:nvPr>
            <p:ph idx="2" type="pic"/>
          </p:nvPr>
        </p:nvSpPr>
        <p:spPr>
          <a:xfrm>
            <a:off x="-25" y="-13725"/>
            <a:ext cx="9144000" cy="5157300"/>
          </a:xfrm>
          <a:prstGeom prst="rect">
            <a:avLst/>
          </a:prstGeom>
          <a:noFill/>
          <a:ln>
            <a:noFill/>
          </a:ln>
        </p:spPr>
      </p:sp>
      <p:sp>
        <p:nvSpPr>
          <p:cNvPr id="550" name="Google Shape;550;p10"/>
          <p:cNvSpPr txBox="1"/>
          <p:nvPr>
            <p:ph type="title"/>
          </p:nvPr>
        </p:nvSpPr>
        <p:spPr>
          <a:xfrm>
            <a:off x="720000" y="4014450"/>
            <a:ext cx="7704000" cy="572700"/>
          </a:xfrm>
          <a:prstGeom prst="rect">
            <a:avLst/>
          </a:prstGeom>
          <a:solidFill>
            <a:schemeClr val="lt1"/>
          </a:solidFill>
        </p:spPr>
        <p:txBody>
          <a:bodyPr anchorCtr="0" anchor="t" bIns="91425" lIns="91425" spcFirstLastPara="1" rIns="91425" wrap="square" tIns="91425">
            <a:noAutofit/>
          </a:bodyPr>
          <a:lstStyle>
            <a:lvl1pPr lvl="0" rtl="0" algn="ctr">
              <a:lnSpc>
                <a:spcPct val="115000"/>
              </a:lnSpc>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51" name="Shape 551"/>
        <p:cNvGrpSpPr/>
        <p:nvPr/>
      </p:nvGrpSpPr>
      <p:grpSpPr>
        <a:xfrm>
          <a:off x="0" y="0"/>
          <a:ext cx="0" cy="0"/>
          <a:chOff x="0" y="0"/>
          <a:chExt cx="0" cy="0"/>
        </a:xfrm>
      </p:grpSpPr>
      <p:sp>
        <p:nvSpPr>
          <p:cNvPr id="552" name="Google Shape;552;p11"/>
          <p:cNvSpPr txBox="1"/>
          <p:nvPr>
            <p:ph hasCustomPrompt="1" type="title"/>
          </p:nvPr>
        </p:nvSpPr>
        <p:spPr>
          <a:xfrm>
            <a:off x="1284000" y="1714512"/>
            <a:ext cx="6576000" cy="12075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53" name="Google Shape;553;p11"/>
          <p:cNvSpPr txBox="1"/>
          <p:nvPr>
            <p:ph idx="1" type="subTitle"/>
          </p:nvPr>
        </p:nvSpPr>
        <p:spPr>
          <a:xfrm>
            <a:off x="1284000" y="2922288"/>
            <a:ext cx="6576000" cy="506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554" name="Google Shape;554;p11"/>
          <p:cNvGrpSpPr/>
          <p:nvPr/>
        </p:nvGrpSpPr>
        <p:grpSpPr>
          <a:xfrm>
            <a:off x="-1196147" y="-548842"/>
            <a:ext cx="13880920" cy="6874700"/>
            <a:chOff x="-1196147" y="-548842"/>
            <a:chExt cx="13880920" cy="6874700"/>
          </a:xfrm>
        </p:grpSpPr>
        <p:grpSp>
          <p:nvGrpSpPr>
            <p:cNvPr id="555" name="Google Shape;555;p11"/>
            <p:cNvGrpSpPr/>
            <p:nvPr/>
          </p:nvGrpSpPr>
          <p:grpSpPr>
            <a:xfrm>
              <a:off x="-1196147" y="-548842"/>
              <a:ext cx="3657841" cy="4417628"/>
              <a:chOff x="-1196147" y="-548842"/>
              <a:chExt cx="3657841" cy="4417628"/>
            </a:xfrm>
          </p:grpSpPr>
          <p:sp>
            <p:nvSpPr>
              <p:cNvPr id="556" name="Google Shape;556;p11"/>
              <p:cNvSpPr/>
              <p:nvPr/>
            </p:nvSpPr>
            <p:spPr>
              <a:xfrm rot="10359365">
                <a:off x="2255245" y="146021"/>
                <a:ext cx="194798" cy="194798"/>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57" name="Google Shape;557;p11"/>
              <p:cNvSpPr/>
              <p:nvPr/>
            </p:nvSpPr>
            <p:spPr>
              <a:xfrm rot="10359365">
                <a:off x="-841304" y="2200605"/>
                <a:ext cx="194798" cy="194798"/>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58" name="Google Shape;558;p11"/>
              <p:cNvSpPr/>
              <p:nvPr/>
            </p:nvSpPr>
            <p:spPr>
              <a:xfrm rot="10361981">
                <a:off x="352993" y="-214656"/>
                <a:ext cx="401353" cy="40135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59" name="Google Shape;559;p11"/>
              <p:cNvSpPr/>
              <p:nvPr/>
            </p:nvSpPr>
            <p:spPr>
              <a:xfrm rot="10355821">
                <a:off x="274120" y="560515"/>
                <a:ext cx="130387" cy="130387"/>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60" name="Google Shape;560;p11"/>
              <p:cNvSpPr/>
              <p:nvPr/>
            </p:nvSpPr>
            <p:spPr>
              <a:xfrm rot="10360416">
                <a:off x="1106270" y="873580"/>
                <a:ext cx="254074" cy="25407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61" name="Google Shape;561;p11"/>
              <p:cNvSpPr/>
              <p:nvPr/>
            </p:nvSpPr>
            <p:spPr>
              <a:xfrm rot="10355821">
                <a:off x="424057" y="2400495"/>
                <a:ext cx="130387" cy="130387"/>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62" name="Google Shape;562;p11"/>
              <p:cNvSpPr/>
              <p:nvPr/>
            </p:nvSpPr>
            <p:spPr>
              <a:xfrm rot="9969336">
                <a:off x="1746927" y="9840"/>
                <a:ext cx="130388" cy="130388"/>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63" name="Google Shape;563;p11"/>
              <p:cNvSpPr/>
              <p:nvPr/>
            </p:nvSpPr>
            <p:spPr>
              <a:xfrm rot="10360567">
                <a:off x="-737089" y="906043"/>
                <a:ext cx="96487" cy="96487"/>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64" name="Google Shape;564;p11"/>
              <p:cNvCxnSpPr>
                <a:stCxn id="560" idx="5"/>
                <a:endCxn id="559" idx="1"/>
              </p:cNvCxnSpPr>
              <p:nvPr/>
            </p:nvCxnSpPr>
            <p:spPr>
              <a:xfrm rot="10800000">
                <a:off x="390857" y="665576"/>
                <a:ext cx="741900" cy="257400"/>
              </a:xfrm>
              <a:prstGeom prst="straightConnector1">
                <a:avLst/>
              </a:prstGeom>
              <a:noFill/>
              <a:ln cap="flat" cmpd="sng" w="9525">
                <a:solidFill>
                  <a:schemeClr val="dk2"/>
                </a:solidFill>
                <a:prstDash val="solid"/>
                <a:round/>
                <a:headEnd len="med" w="med" type="none"/>
                <a:tailEnd len="med" w="med" type="none"/>
              </a:ln>
            </p:spPr>
          </p:cxnSp>
          <p:cxnSp>
            <p:nvCxnSpPr>
              <p:cNvPr id="565" name="Google Shape;565;p11"/>
              <p:cNvCxnSpPr>
                <a:stCxn id="561" idx="4"/>
                <a:endCxn id="559" idx="0"/>
              </p:cNvCxnSpPr>
              <p:nvPr/>
            </p:nvCxnSpPr>
            <p:spPr>
              <a:xfrm rot="10800000">
                <a:off x="347650" y="690439"/>
                <a:ext cx="133200" cy="1710600"/>
              </a:xfrm>
              <a:prstGeom prst="straightConnector1">
                <a:avLst/>
              </a:prstGeom>
              <a:noFill/>
              <a:ln cap="flat" cmpd="sng" w="9525">
                <a:solidFill>
                  <a:schemeClr val="dk2"/>
                </a:solidFill>
                <a:prstDash val="solid"/>
                <a:round/>
                <a:headEnd len="med" w="med" type="none"/>
                <a:tailEnd len="med" w="med" type="none"/>
              </a:ln>
            </p:spPr>
          </p:cxnSp>
          <p:cxnSp>
            <p:nvCxnSpPr>
              <p:cNvPr id="566" name="Google Shape;566;p11"/>
              <p:cNvCxnSpPr>
                <a:stCxn id="556" idx="6"/>
                <a:endCxn id="560" idx="3"/>
              </p:cNvCxnSpPr>
              <p:nvPr/>
            </p:nvCxnSpPr>
            <p:spPr>
              <a:xfrm flipH="1">
                <a:off x="1311044" y="255870"/>
                <a:ext cx="945000" cy="644100"/>
              </a:xfrm>
              <a:prstGeom prst="straightConnector1">
                <a:avLst/>
              </a:prstGeom>
              <a:noFill/>
              <a:ln cap="flat" cmpd="sng" w="9525">
                <a:solidFill>
                  <a:schemeClr val="dk2"/>
                </a:solidFill>
                <a:prstDash val="solid"/>
                <a:round/>
                <a:headEnd len="med" w="med" type="none"/>
                <a:tailEnd len="med" w="med" type="none"/>
              </a:ln>
            </p:spPr>
          </p:cxnSp>
          <p:cxnSp>
            <p:nvCxnSpPr>
              <p:cNvPr id="567" name="Google Shape;567;p11"/>
              <p:cNvCxnSpPr>
                <a:stCxn id="560" idx="7"/>
                <a:endCxn id="561" idx="2"/>
              </p:cNvCxnSpPr>
              <p:nvPr/>
            </p:nvCxnSpPr>
            <p:spPr>
              <a:xfrm flipH="1">
                <a:off x="553867" y="1101167"/>
                <a:ext cx="601800" cy="1356000"/>
              </a:xfrm>
              <a:prstGeom prst="straightConnector1">
                <a:avLst/>
              </a:prstGeom>
              <a:noFill/>
              <a:ln cap="flat" cmpd="sng" w="9525">
                <a:solidFill>
                  <a:schemeClr val="dk2"/>
                </a:solidFill>
                <a:prstDash val="solid"/>
                <a:round/>
                <a:headEnd len="med" w="med" type="none"/>
                <a:tailEnd len="med" w="med" type="none"/>
              </a:ln>
            </p:spPr>
          </p:cxnSp>
          <p:cxnSp>
            <p:nvCxnSpPr>
              <p:cNvPr id="568" name="Google Shape;568;p11"/>
              <p:cNvCxnSpPr>
                <a:stCxn id="561" idx="6"/>
                <a:endCxn id="557" idx="1"/>
              </p:cNvCxnSpPr>
              <p:nvPr/>
            </p:nvCxnSpPr>
            <p:spPr>
              <a:xfrm rot="10800000">
                <a:off x="-666800" y="2357389"/>
                <a:ext cx="1091400" cy="116700"/>
              </a:xfrm>
              <a:prstGeom prst="straightConnector1">
                <a:avLst/>
              </a:prstGeom>
              <a:noFill/>
              <a:ln cap="flat" cmpd="sng" w="9525">
                <a:solidFill>
                  <a:schemeClr val="dk2"/>
                </a:solidFill>
                <a:prstDash val="solid"/>
                <a:round/>
                <a:headEnd len="med" w="med" type="none"/>
                <a:tailEnd len="med" w="med" type="none"/>
              </a:ln>
            </p:spPr>
          </p:cxnSp>
          <p:cxnSp>
            <p:nvCxnSpPr>
              <p:cNvPr id="569" name="Google Shape;569;p11"/>
              <p:cNvCxnSpPr>
                <a:stCxn id="559" idx="7"/>
                <a:endCxn id="557" idx="3"/>
              </p:cNvCxnSpPr>
              <p:nvPr/>
            </p:nvCxnSpPr>
            <p:spPr>
              <a:xfrm flipH="1">
                <a:off x="-684462" y="677363"/>
                <a:ext cx="984000" cy="1543500"/>
              </a:xfrm>
              <a:prstGeom prst="straightConnector1">
                <a:avLst/>
              </a:prstGeom>
              <a:noFill/>
              <a:ln cap="flat" cmpd="sng" w="9525">
                <a:solidFill>
                  <a:schemeClr val="dk2"/>
                </a:solidFill>
                <a:prstDash val="solid"/>
                <a:round/>
                <a:headEnd len="med" w="med" type="none"/>
                <a:tailEnd len="med" w="med" type="none"/>
              </a:ln>
            </p:spPr>
          </p:cxnSp>
          <p:cxnSp>
            <p:nvCxnSpPr>
              <p:cNvPr id="570" name="Google Shape;570;p11"/>
              <p:cNvCxnSpPr>
                <a:stCxn id="556" idx="6"/>
                <a:endCxn id="562" idx="1"/>
              </p:cNvCxnSpPr>
              <p:nvPr/>
            </p:nvCxnSpPr>
            <p:spPr>
              <a:xfrm rot="10800000">
                <a:off x="1867844" y="108870"/>
                <a:ext cx="388200" cy="147000"/>
              </a:xfrm>
              <a:prstGeom prst="straightConnector1">
                <a:avLst/>
              </a:prstGeom>
              <a:noFill/>
              <a:ln cap="flat" cmpd="sng" w="9525">
                <a:solidFill>
                  <a:schemeClr val="dk2"/>
                </a:solidFill>
                <a:prstDash val="solid"/>
                <a:round/>
                <a:headEnd len="med" w="med" type="none"/>
                <a:tailEnd len="med" w="med" type="none"/>
              </a:ln>
            </p:spPr>
          </p:cxnSp>
          <p:cxnSp>
            <p:nvCxnSpPr>
              <p:cNvPr id="571" name="Google Shape;571;p11"/>
              <p:cNvCxnSpPr>
                <a:stCxn id="562" idx="6"/>
                <a:endCxn id="559" idx="2"/>
              </p:cNvCxnSpPr>
              <p:nvPr/>
            </p:nvCxnSpPr>
            <p:spPr>
              <a:xfrm flipH="1">
                <a:off x="403921" y="90634"/>
                <a:ext cx="1344900" cy="526800"/>
              </a:xfrm>
              <a:prstGeom prst="straightConnector1">
                <a:avLst/>
              </a:prstGeom>
              <a:noFill/>
              <a:ln cap="flat" cmpd="sng" w="9525">
                <a:solidFill>
                  <a:schemeClr val="dk2"/>
                </a:solidFill>
                <a:prstDash val="solid"/>
                <a:round/>
                <a:headEnd len="med" w="med" type="none"/>
                <a:tailEnd len="med" w="med" type="none"/>
              </a:ln>
            </p:spPr>
          </p:cxnSp>
          <p:cxnSp>
            <p:nvCxnSpPr>
              <p:cNvPr id="572" name="Google Shape;572;p11"/>
              <p:cNvCxnSpPr>
                <a:stCxn id="562" idx="6"/>
                <a:endCxn id="558" idx="1"/>
              </p:cNvCxnSpPr>
              <p:nvPr/>
            </p:nvCxnSpPr>
            <p:spPr>
              <a:xfrm flipH="1">
                <a:off x="712321" y="90634"/>
                <a:ext cx="1036500" cy="18000"/>
              </a:xfrm>
              <a:prstGeom prst="straightConnector1">
                <a:avLst/>
              </a:prstGeom>
              <a:noFill/>
              <a:ln cap="flat" cmpd="sng" w="9525">
                <a:solidFill>
                  <a:schemeClr val="dk2"/>
                </a:solidFill>
                <a:prstDash val="solid"/>
                <a:round/>
                <a:headEnd len="med" w="med" type="none"/>
                <a:tailEnd len="med" w="med" type="none"/>
              </a:ln>
            </p:spPr>
          </p:cxnSp>
          <p:cxnSp>
            <p:nvCxnSpPr>
              <p:cNvPr id="573" name="Google Shape;573;p11"/>
              <p:cNvCxnSpPr>
                <a:stCxn id="558" idx="7"/>
                <a:endCxn id="563" idx="3"/>
              </p:cNvCxnSpPr>
              <p:nvPr/>
            </p:nvCxnSpPr>
            <p:spPr>
              <a:xfrm flipH="1">
                <a:off x="-659248" y="144801"/>
                <a:ext cx="1090200" cy="771300"/>
              </a:xfrm>
              <a:prstGeom prst="straightConnector1">
                <a:avLst/>
              </a:prstGeom>
              <a:noFill/>
              <a:ln cap="flat" cmpd="sng" w="9525">
                <a:solidFill>
                  <a:schemeClr val="dk2"/>
                </a:solidFill>
                <a:prstDash val="solid"/>
                <a:round/>
                <a:headEnd len="med" w="med" type="none"/>
                <a:tailEnd len="med" w="med" type="none"/>
              </a:ln>
            </p:spPr>
          </p:cxnSp>
          <p:cxnSp>
            <p:nvCxnSpPr>
              <p:cNvPr id="574" name="Google Shape;574;p11"/>
              <p:cNvCxnSpPr>
                <a:stCxn id="559" idx="6"/>
                <a:endCxn id="563" idx="2"/>
              </p:cNvCxnSpPr>
              <p:nvPr/>
            </p:nvCxnSpPr>
            <p:spPr>
              <a:xfrm flipH="1">
                <a:off x="-640937" y="634109"/>
                <a:ext cx="915600" cy="314100"/>
              </a:xfrm>
              <a:prstGeom prst="straightConnector1">
                <a:avLst/>
              </a:prstGeom>
              <a:noFill/>
              <a:ln cap="flat" cmpd="sng" w="9525">
                <a:solidFill>
                  <a:schemeClr val="dk2"/>
                </a:solidFill>
                <a:prstDash val="solid"/>
                <a:round/>
                <a:headEnd len="med" w="med" type="none"/>
                <a:tailEnd len="med" w="med" type="none"/>
              </a:ln>
            </p:spPr>
          </p:cxnSp>
          <p:cxnSp>
            <p:nvCxnSpPr>
              <p:cNvPr id="575" name="Google Shape;575;p11"/>
              <p:cNvCxnSpPr>
                <a:stCxn id="563" idx="0"/>
                <a:endCxn id="557" idx="5"/>
              </p:cNvCxnSpPr>
              <p:nvPr/>
            </p:nvCxnSpPr>
            <p:spPr>
              <a:xfrm flipH="1">
                <a:off x="-820996" y="1002137"/>
                <a:ext cx="138300" cy="1236300"/>
              </a:xfrm>
              <a:prstGeom prst="straightConnector1">
                <a:avLst/>
              </a:prstGeom>
              <a:noFill/>
              <a:ln cap="flat" cmpd="sng" w="9525">
                <a:solidFill>
                  <a:schemeClr val="dk2"/>
                </a:solidFill>
                <a:prstDash val="solid"/>
                <a:round/>
                <a:headEnd len="med" w="med" type="none"/>
                <a:tailEnd len="med" w="med" type="none"/>
              </a:ln>
            </p:spPr>
          </p:cxnSp>
          <p:cxnSp>
            <p:nvCxnSpPr>
              <p:cNvPr id="576" name="Google Shape;576;p11"/>
              <p:cNvCxnSpPr>
                <a:stCxn id="561" idx="5"/>
                <a:endCxn id="563" idx="1"/>
              </p:cNvCxnSpPr>
              <p:nvPr/>
            </p:nvCxnSpPr>
            <p:spPr>
              <a:xfrm rot="10800000">
                <a:off x="-650804" y="983814"/>
                <a:ext cx="1088400" cy="1442100"/>
              </a:xfrm>
              <a:prstGeom prst="straightConnector1">
                <a:avLst/>
              </a:prstGeom>
              <a:noFill/>
              <a:ln cap="flat" cmpd="sng" w="9525">
                <a:solidFill>
                  <a:schemeClr val="dk2"/>
                </a:solidFill>
                <a:prstDash val="solid"/>
                <a:round/>
                <a:headEnd len="med" w="med" type="none"/>
                <a:tailEnd len="med" w="med" type="none"/>
              </a:ln>
            </p:spPr>
          </p:cxnSp>
          <p:cxnSp>
            <p:nvCxnSpPr>
              <p:cNvPr id="577" name="Google Shape;577;p11"/>
              <p:cNvCxnSpPr>
                <a:stCxn id="560" idx="6"/>
                <a:endCxn id="563" idx="1"/>
              </p:cNvCxnSpPr>
              <p:nvPr/>
            </p:nvCxnSpPr>
            <p:spPr>
              <a:xfrm rot="10800000">
                <a:off x="-650693" y="983817"/>
                <a:ext cx="1758000" cy="33000"/>
              </a:xfrm>
              <a:prstGeom prst="straightConnector1">
                <a:avLst/>
              </a:prstGeom>
              <a:noFill/>
              <a:ln cap="flat" cmpd="sng" w="9525">
                <a:solidFill>
                  <a:schemeClr val="dk2"/>
                </a:solidFill>
                <a:prstDash val="solid"/>
                <a:round/>
                <a:headEnd len="med" w="med" type="none"/>
                <a:tailEnd len="med" w="med" type="none"/>
              </a:ln>
            </p:spPr>
          </p:cxnSp>
          <p:cxnSp>
            <p:nvCxnSpPr>
              <p:cNvPr id="578" name="Google Shape;578;p11"/>
              <p:cNvCxnSpPr>
                <a:stCxn id="560" idx="4"/>
                <a:endCxn id="558" idx="1"/>
              </p:cNvCxnSpPr>
              <p:nvPr/>
            </p:nvCxnSpPr>
            <p:spPr>
              <a:xfrm rot="10800000">
                <a:off x="712507" y="108717"/>
                <a:ext cx="504600" cy="765900"/>
              </a:xfrm>
              <a:prstGeom prst="straightConnector1">
                <a:avLst/>
              </a:prstGeom>
              <a:noFill/>
              <a:ln cap="flat" cmpd="sng" w="9525">
                <a:solidFill>
                  <a:schemeClr val="dk2"/>
                </a:solidFill>
                <a:prstDash val="solid"/>
                <a:round/>
                <a:headEnd len="med" w="med" type="none"/>
                <a:tailEnd len="med" w="med" type="none"/>
              </a:ln>
            </p:spPr>
          </p:cxnSp>
          <p:sp>
            <p:nvSpPr>
              <p:cNvPr id="579" name="Google Shape;579;p11"/>
              <p:cNvSpPr/>
              <p:nvPr/>
            </p:nvSpPr>
            <p:spPr>
              <a:xfrm rot="10355821">
                <a:off x="-1188290" y="-540986"/>
                <a:ext cx="130387" cy="130387"/>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80" name="Google Shape;580;p11"/>
              <p:cNvCxnSpPr>
                <a:stCxn id="563" idx="4"/>
                <a:endCxn id="579" idx="1"/>
              </p:cNvCxnSpPr>
              <p:nvPr/>
            </p:nvCxnSpPr>
            <p:spPr>
              <a:xfrm rot="10800000">
                <a:off x="-1071496" y="-436063"/>
                <a:ext cx="376500" cy="1342500"/>
              </a:xfrm>
              <a:prstGeom prst="straightConnector1">
                <a:avLst/>
              </a:prstGeom>
              <a:noFill/>
              <a:ln cap="flat" cmpd="sng" w="9525">
                <a:solidFill>
                  <a:schemeClr val="dk2"/>
                </a:solidFill>
                <a:prstDash val="solid"/>
                <a:round/>
                <a:headEnd len="med" w="med" type="none"/>
                <a:tailEnd len="med" w="med" type="none"/>
              </a:ln>
            </p:spPr>
          </p:cxnSp>
          <p:cxnSp>
            <p:nvCxnSpPr>
              <p:cNvPr id="581" name="Google Shape;581;p11"/>
              <p:cNvCxnSpPr>
                <a:stCxn id="579" idx="1"/>
                <a:endCxn id="558" idx="5"/>
              </p:cNvCxnSpPr>
              <p:nvPr/>
            </p:nvCxnSpPr>
            <p:spPr>
              <a:xfrm>
                <a:off x="-1071443" y="-436018"/>
                <a:ext cx="1466400" cy="299400"/>
              </a:xfrm>
              <a:prstGeom prst="straightConnector1">
                <a:avLst/>
              </a:prstGeom>
              <a:noFill/>
              <a:ln cap="flat" cmpd="sng" w="9525">
                <a:solidFill>
                  <a:schemeClr val="dk2"/>
                </a:solidFill>
                <a:prstDash val="solid"/>
                <a:round/>
                <a:headEnd len="med" w="med" type="none"/>
                <a:tailEnd len="med" w="med" type="none"/>
              </a:ln>
            </p:spPr>
          </p:cxnSp>
          <p:cxnSp>
            <p:nvCxnSpPr>
              <p:cNvPr id="582" name="Google Shape;582;p11"/>
              <p:cNvCxnSpPr>
                <a:stCxn id="579" idx="1"/>
                <a:endCxn id="559" idx="5"/>
              </p:cNvCxnSpPr>
              <p:nvPr/>
            </p:nvCxnSpPr>
            <p:spPr>
              <a:xfrm>
                <a:off x="-1071443" y="-436018"/>
                <a:ext cx="1359000" cy="1022100"/>
              </a:xfrm>
              <a:prstGeom prst="straightConnector1">
                <a:avLst/>
              </a:prstGeom>
              <a:noFill/>
              <a:ln cap="flat" cmpd="sng" w="9525">
                <a:solidFill>
                  <a:schemeClr val="dk2"/>
                </a:solidFill>
                <a:prstDash val="solid"/>
                <a:round/>
                <a:headEnd len="med" w="med" type="none"/>
                <a:tailEnd len="med" w="med" type="none"/>
              </a:ln>
            </p:spPr>
          </p:cxnSp>
          <p:sp>
            <p:nvSpPr>
              <p:cNvPr id="583" name="Google Shape;583;p11"/>
              <p:cNvSpPr/>
              <p:nvPr/>
            </p:nvSpPr>
            <p:spPr>
              <a:xfrm rot="10361165">
                <a:off x="-233691" y="3414341"/>
                <a:ext cx="428890" cy="42889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84" name="Google Shape;584;p11"/>
              <p:cNvCxnSpPr>
                <a:stCxn id="561" idx="0"/>
                <a:endCxn id="583" idx="3"/>
              </p:cNvCxnSpPr>
              <p:nvPr/>
            </p:nvCxnSpPr>
            <p:spPr>
              <a:xfrm flipH="1">
                <a:off x="111850" y="2530339"/>
                <a:ext cx="385800" cy="928800"/>
              </a:xfrm>
              <a:prstGeom prst="straightConnector1">
                <a:avLst/>
              </a:prstGeom>
              <a:noFill/>
              <a:ln cap="flat" cmpd="sng" w="9525">
                <a:solidFill>
                  <a:schemeClr val="dk2"/>
                </a:solidFill>
                <a:prstDash val="solid"/>
                <a:round/>
                <a:headEnd len="med" w="med" type="none"/>
                <a:tailEnd len="med" w="med" type="none"/>
              </a:ln>
            </p:spPr>
          </p:cxnSp>
          <p:cxnSp>
            <p:nvCxnSpPr>
              <p:cNvPr id="585" name="Google Shape;585;p11"/>
              <p:cNvCxnSpPr>
                <a:stCxn id="557" idx="0"/>
                <a:endCxn id="583" idx="5"/>
              </p:cNvCxnSpPr>
              <p:nvPr/>
            </p:nvCxnSpPr>
            <p:spPr>
              <a:xfrm>
                <a:off x="-731455" y="2394604"/>
                <a:ext cx="542400" cy="1103100"/>
              </a:xfrm>
              <a:prstGeom prst="straightConnector1">
                <a:avLst/>
              </a:prstGeom>
              <a:noFill/>
              <a:ln cap="flat" cmpd="sng" w="9525">
                <a:solidFill>
                  <a:schemeClr val="dk2"/>
                </a:solidFill>
                <a:prstDash val="solid"/>
                <a:round/>
                <a:headEnd len="med" w="med" type="none"/>
                <a:tailEnd len="med" w="med" type="none"/>
              </a:ln>
            </p:spPr>
          </p:cxnSp>
        </p:grpSp>
        <p:grpSp>
          <p:nvGrpSpPr>
            <p:cNvPr id="586" name="Google Shape;586;p11"/>
            <p:cNvGrpSpPr/>
            <p:nvPr/>
          </p:nvGrpSpPr>
          <p:grpSpPr>
            <a:xfrm>
              <a:off x="6988759" y="2308882"/>
              <a:ext cx="5696014" cy="4016976"/>
              <a:chOff x="6988759" y="2308882"/>
              <a:chExt cx="5696014" cy="4016976"/>
            </a:xfrm>
          </p:grpSpPr>
          <p:sp>
            <p:nvSpPr>
              <p:cNvPr id="587" name="Google Shape;587;p11"/>
              <p:cNvSpPr/>
              <p:nvPr/>
            </p:nvSpPr>
            <p:spPr>
              <a:xfrm flipH="1" rot="10800000">
                <a:off x="6988759" y="4811408"/>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88" name="Google Shape;588;p11"/>
              <p:cNvSpPr/>
              <p:nvPr/>
            </p:nvSpPr>
            <p:spPr>
              <a:xfrm flipH="1" rot="10800000">
                <a:off x="9708881" y="5924735"/>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89" name="Google Shape;589;p11"/>
              <p:cNvSpPr/>
              <p:nvPr/>
            </p:nvSpPr>
            <p:spPr>
              <a:xfrm flipH="1" rot="10800000">
                <a:off x="9274463" y="3379603"/>
                <a:ext cx="401400" cy="401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90" name="Google Shape;590;p11"/>
              <p:cNvSpPr/>
              <p:nvPr/>
            </p:nvSpPr>
            <p:spPr>
              <a:xfrm flipH="1" rot="10800000">
                <a:off x="8847429" y="5037312"/>
                <a:ext cx="130500" cy="13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91" name="Google Shape;591;p11"/>
              <p:cNvSpPr/>
              <p:nvPr/>
            </p:nvSpPr>
            <p:spPr>
              <a:xfrm flipH="1" rot="10800000">
                <a:off x="7696942" y="5973758"/>
                <a:ext cx="96300" cy="96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92" name="Google Shape;592;p11"/>
              <p:cNvSpPr/>
              <p:nvPr/>
            </p:nvSpPr>
            <p:spPr>
              <a:xfrm flipH="1" rot="10800000">
                <a:off x="8847429" y="6195358"/>
                <a:ext cx="130500" cy="130500"/>
              </a:xfrm>
              <a:prstGeom prst="ellipse">
                <a:avLst/>
              </a:prstGeom>
              <a:solidFill>
                <a:srgbClr val="FF00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93" name="Google Shape;593;p11"/>
              <p:cNvSpPr/>
              <p:nvPr/>
            </p:nvSpPr>
            <p:spPr>
              <a:xfrm flipH="1" rot="10800000">
                <a:off x="7958998" y="409569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594" name="Google Shape;594;p11"/>
              <p:cNvSpPr/>
              <p:nvPr/>
            </p:nvSpPr>
            <p:spPr>
              <a:xfrm flipH="1" rot="10800000">
                <a:off x="12588473" y="4375765"/>
                <a:ext cx="96300" cy="96300"/>
              </a:xfrm>
              <a:prstGeom prst="ellipse">
                <a:avLst/>
              </a:prstGeom>
              <a:solidFill>
                <a:srgbClr val="86CF6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595" name="Google Shape;595;p11"/>
              <p:cNvCxnSpPr>
                <a:stCxn id="591" idx="5"/>
                <a:endCxn id="590" idx="1"/>
              </p:cNvCxnSpPr>
              <p:nvPr/>
            </p:nvCxnSpPr>
            <p:spPr>
              <a:xfrm flipH="1" rot="10800000">
                <a:off x="7779139" y="5148761"/>
                <a:ext cx="1087500" cy="839100"/>
              </a:xfrm>
              <a:prstGeom prst="straightConnector1">
                <a:avLst/>
              </a:prstGeom>
              <a:noFill/>
              <a:ln cap="flat" cmpd="sng" w="9525">
                <a:solidFill>
                  <a:schemeClr val="dk2"/>
                </a:solidFill>
                <a:prstDash val="solid"/>
                <a:round/>
                <a:headEnd len="med" w="med" type="none"/>
                <a:tailEnd len="med" w="med" type="none"/>
              </a:ln>
            </p:spPr>
          </p:cxnSp>
          <p:cxnSp>
            <p:nvCxnSpPr>
              <p:cNvPr id="596" name="Google Shape;596;p11"/>
              <p:cNvCxnSpPr>
                <a:stCxn id="592" idx="4"/>
                <a:endCxn id="590" idx="0"/>
              </p:cNvCxnSpPr>
              <p:nvPr/>
            </p:nvCxnSpPr>
            <p:spPr>
              <a:xfrm rot="10800000">
                <a:off x="8912679" y="5167858"/>
                <a:ext cx="0" cy="1027500"/>
              </a:xfrm>
              <a:prstGeom prst="straightConnector1">
                <a:avLst/>
              </a:prstGeom>
              <a:noFill/>
              <a:ln cap="flat" cmpd="sng" w="9525">
                <a:solidFill>
                  <a:schemeClr val="dk2"/>
                </a:solidFill>
                <a:prstDash val="solid"/>
                <a:round/>
                <a:headEnd len="med" w="med" type="none"/>
                <a:tailEnd len="med" w="med" type="none"/>
              </a:ln>
            </p:spPr>
          </p:cxnSp>
          <p:cxnSp>
            <p:nvCxnSpPr>
              <p:cNvPr id="597" name="Google Shape;597;p11"/>
              <p:cNvCxnSpPr>
                <a:stCxn id="587" idx="6"/>
                <a:endCxn id="590" idx="2"/>
              </p:cNvCxnSpPr>
              <p:nvPr/>
            </p:nvCxnSpPr>
            <p:spPr>
              <a:xfrm>
                <a:off x="7183159" y="4908608"/>
                <a:ext cx="1664400" cy="194100"/>
              </a:xfrm>
              <a:prstGeom prst="straightConnector1">
                <a:avLst/>
              </a:prstGeom>
              <a:noFill/>
              <a:ln cap="flat" cmpd="sng" w="9525">
                <a:solidFill>
                  <a:schemeClr val="dk2"/>
                </a:solidFill>
                <a:prstDash val="solid"/>
                <a:round/>
                <a:headEnd len="med" w="med" type="none"/>
                <a:tailEnd len="med" w="med" type="none"/>
              </a:ln>
            </p:spPr>
          </p:cxnSp>
          <p:cxnSp>
            <p:nvCxnSpPr>
              <p:cNvPr id="598" name="Google Shape;598;p11"/>
              <p:cNvCxnSpPr>
                <a:stCxn id="587" idx="0"/>
                <a:endCxn id="591" idx="3"/>
              </p:cNvCxnSpPr>
              <p:nvPr/>
            </p:nvCxnSpPr>
            <p:spPr>
              <a:xfrm>
                <a:off x="7085959" y="5005808"/>
                <a:ext cx="625200" cy="982200"/>
              </a:xfrm>
              <a:prstGeom prst="straightConnector1">
                <a:avLst/>
              </a:prstGeom>
              <a:noFill/>
              <a:ln cap="flat" cmpd="sng" w="9525">
                <a:solidFill>
                  <a:schemeClr val="dk2"/>
                </a:solidFill>
                <a:prstDash val="solid"/>
                <a:round/>
                <a:headEnd len="med" w="med" type="none"/>
                <a:tailEnd len="med" w="med" type="none"/>
              </a:ln>
            </p:spPr>
          </p:cxnSp>
          <p:cxnSp>
            <p:nvCxnSpPr>
              <p:cNvPr id="599" name="Google Shape;599;p11"/>
              <p:cNvCxnSpPr>
                <a:stCxn id="591" idx="7"/>
                <a:endCxn id="592" idx="2"/>
              </p:cNvCxnSpPr>
              <p:nvPr/>
            </p:nvCxnSpPr>
            <p:spPr>
              <a:xfrm>
                <a:off x="7779139" y="6055955"/>
                <a:ext cx="1068300" cy="204600"/>
              </a:xfrm>
              <a:prstGeom prst="straightConnector1">
                <a:avLst/>
              </a:prstGeom>
              <a:noFill/>
              <a:ln cap="flat" cmpd="sng" w="9525">
                <a:solidFill>
                  <a:schemeClr val="dk2"/>
                </a:solidFill>
                <a:prstDash val="solid"/>
                <a:round/>
                <a:headEnd len="med" w="med" type="none"/>
                <a:tailEnd len="med" w="med" type="none"/>
              </a:ln>
            </p:spPr>
          </p:cxnSp>
          <p:cxnSp>
            <p:nvCxnSpPr>
              <p:cNvPr id="600" name="Google Shape;600;p11"/>
              <p:cNvCxnSpPr>
                <a:stCxn id="592" idx="6"/>
                <a:endCxn id="588" idx="2"/>
              </p:cNvCxnSpPr>
              <p:nvPr/>
            </p:nvCxnSpPr>
            <p:spPr>
              <a:xfrm flipH="1" rot="10800000">
                <a:off x="8977929" y="6021808"/>
                <a:ext cx="731100" cy="238800"/>
              </a:xfrm>
              <a:prstGeom prst="straightConnector1">
                <a:avLst/>
              </a:prstGeom>
              <a:noFill/>
              <a:ln cap="flat" cmpd="sng" w="9525">
                <a:solidFill>
                  <a:schemeClr val="dk2"/>
                </a:solidFill>
                <a:prstDash val="solid"/>
                <a:round/>
                <a:headEnd len="med" w="med" type="none"/>
                <a:tailEnd len="med" w="med" type="none"/>
              </a:ln>
            </p:spPr>
          </p:cxnSp>
          <p:cxnSp>
            <p:nvCxnSpPr>
              <p:cNvPr id="601" name="Google Shape;601;p11"/>
              <p:cNvCxnSpPr>
                <a:stCxn id="590" idx="7"/>
                <a:endCxn id="588" idx="3"/>
              </p:cNvCxnSpPr>
              <p:nvPr/>
            </p:nvCxnSpPr>
            <p:spPr>
              <a:xfrm>
                <a:off x="8958818" y="5148700"/>
                <a:ext cx="778500" cy="804600"/>
              </a:xfrm>
              <a:prstGeom prst="straightConnector1">
                <a:avLst/>
              </a:prstGeom>
              <a:noFill/>
              <a:ln cap="flat" cmpd="sng" w="9525">
                <a:solidFill>
                  <a:schemeClr val="dk2"/>
                </a:solidFill>
                <a:prstDash val="solid"/>
                <a:round/>
                <a:headEnd len="med" w="med" type="none"/>
                <a:tailEnd len="med" w="med" type="none"/>
              </a:ln>
            </p:spPr>
          </p:cxnSp>
          <p:cxnSp>
            <p:nvCxnSpPr>
              <p:cNvPr id="602" name="Google Shape;602;p11"/>
              <p:cNvCxnSpPr>
                <a:stCxn id="587" idx="5"/>
                <a:endCxn id="593" idx="1"/>
              </p:cNvCxnSpPr>
              <p:nvPr/>
            </p:nvCxnSpPr>
            <p:spPr>
              <a:xfrm flipH="1" rot="10800000">
                <a:off x="7154690" y="4207177"/>
                <a:ext cx="823500" cy="632700"/>
              </a:xfrm>
              <a:prstGeom prst="straightConnector1">
                <a:avLst/>
              </a:prstGeom>
              <a:noFill/>
              <a:ln cap="flat" cmpd="sng" w="9525">
                <a:solidFill>
                  <a:schemeClr val="dk2"/>
                </a:solidFill>
                <a:prstDash val="solid"/>
                <a:round/>
                <a:headEnd len="med" w="med" type="none"/>
                <a:tailEnd len="med" w="med" type="none"/>
              </a:ln>
            </p:spPr>
          </p:cxnSp>
          <p:cxnSp>
            <p:nvCxnSpPr>
              <p:cNvPr id="603" name="Google Shape;603;p11"/>
              <p:cNvCxnSpPr>
                <a:stCxn id="593" idx="7"/>
                <a:endCxn id="590" idx="3"/>
              </p:cNvCxnSpPr>
              <p:nvPr/>
            </p:nvCxnSpPr>
            <p:spPr>
              <a:xfrm>
                <a:off x="8070387" y="4207078"/>
                <a:ext cx="796200" cy="849300"/>
              </a:xfrm>
              <a:prstGeom prst="straightConnector1">
                <a:avLst/>
              </a:prstGeom>
              <a:noFill/>
              <a:ln cap="flat" cmpd="sng" w="9525">
                <a:solidFill>
                  <a:schemeClr val="dk2"/>
                </a:solidFill>
                <a:prstDash val="solid"/>
                <a:round/>
                <a:headEnd len="med" w="med" type="none"/>
                <a:tailEnd len="med" w="med" type="none"/>
              </a:ln>
            </p:spPr>
          </p:cxnSp>
          <p:cxnSp>
            <p:nvCxnSpPr>
              <p:cNvPr id="604" name="Google Shape;604;p11"/>
              <p:cNvCxnSpPr>
                <a:stCxn id="593" idx="7"/>
                <a:endCxn id="589" idx="1"/>
              </p:cNvCxnSpPr>
              <p:nvPr/>
            </p:nvCxnSpPr>
            <p:spPr>
              <a:xfrm flipH="1" rot="10800000">
                <a:off x="8070387" y="3722278"/>
                <a:ext cx="1263000" cy="484800"/>
              </a:xfrm>
              <a:prstGeom prst="straightConnector1">
                <a:avLst/>
              </a:prstGeom>
              <a:noFill/>
              <a:ln cap="flat" cmpd="sng" w="9525">
                <a:solidFill>
                  <a:schemeClr val="dk2"/>
                </a:solidFill>
                <a:prstDash val="solid"/>
                <a:round/>
                <a:headEnd len="med" w="med" type="none"/>
                <a:tailEnd len="med" w="med" type="none"/>
              </a:ln>
            </p:spPr>
          </p:cxnSp>
          <p:cxnSp>
            <p:nvCxnSpPr>
              <p:cNvPr id="605" name="Google Shape;605;p11"/>
              <p:cNvCxnSpPr>
                <a:stCxn id="589" idx="0"/>
                <a:endCxn id="590" idx="5"/>
              </p:cNvCxnSpPr>
              <p:nvPr/>
            </p:nvCxnSpPr>
            <p:spPr>
              <a:xfrm flipH="1">
                <a:off x="8958863" y="3781003"/>
                <a:ext cx="516300" cy="1275300"/>
              </a:xfrm>
              <a:prstGeom prst="straightConnector1">
                <a:avLst/>
              </a:prstGeom>
              <a:noFill/>
              <a:ln cap="flat" cmpd="sng" w="9525">
                <a:solidFill>
                  <a:schemeClr val="dk2"/>
                </a:solidFill>
                <a:prstDash val="solid"/>
                <a:round/>
                <a:headEnd len="med" w="med" type="none"/>
                <a:tailEnd len="med" w="med" type="none"/>
              </a:ln>
            </p:spPr>
          </p:cxnSp>
          <p:cxnSp>
            <p:nvCxnSpPr>
              <p:cNvPr id="606" name="Google Shape;606;p11"/>
              <p:cNvCxnSpPr>
                <a:stCxn id="594" idx="1"/>
                <a:endCxn id="588" idx="5"/>
              </p:cNvCxnSpPr>
              <p:nvPr/>
            </p:nvCxnSpPr>
            <p:spPr>
              <a:xfrm flipH="1">
                <a:off x="9874676" y="4457962"/>
                <a:ext cx="2727900" cy="1495200"/>
              </a:xfrm>
              <a:prstGeom prst="straightConnector1">
                <a:avLst/>
              </a:prstGeom>
              <a:noFill/>
              <a:ln cap="flat" cmpd="sng" w="9525">
                <a:solidFill>
                  <a:schemeClr val="dk2"/>
                </a:solidFill>
                <a:prstDash val="solid"/>
                <a:round/>
                <a:headEnd len="med" w="med" type="none"/>
                <a:tailEnd len="med" w="med" type="none"/>
              </a:ln>
            </p:spPr>
          </p:cxnSp>
          <p:cxnSp>
            <p:nvCxnSpPr>
              <p:cNvPr id="607" name="Google Shape;607;p11"/>
              <p:cNvCxnSpPr>
                <a:stCxn id="591" idx="6"/>
                <a:endCxn id="594" idx="1"/>
              </p:cNvCxnSpPr>
              <p:nvPr/>
            </p:nvCxnSpPr>
            <p:spPr>
              <a:xfrm flipH="1" rot="10800000">
                <a:off x="7793242" y="4458008"/>
                <a:ext cx="4809300" cy="1563900"/>
              </a:xfrm>
              <a:prstGeom prst="straightConnector1">
                <a:avLst/>
              </a:prstGeom>
              <a:noFill/>
              <a:ln cap="flat" cmpd="sng" w="9525">
                <a:solidFill>
                  <a:schemeClr val="dk2"/>
                </a:solidFill>
                <a:prstDash val="solid"/>
                <a:round/>
                <a:headEnd len="med" w="med" type="none"/>
                <a:tailEnd len="med" w="med" type="none"/>
              </a:ln>
            </p:spPr>
          </p:cxnSp>
          <p:cxnSp>
            <p:nvCxnSpPr>
              <p:cNvPr id="608" name="Google Shape;608;p11"/>
              <p:cNvCxnSpPr>
                <a:stCxn id="588" idx="4"/>
                <a:endCxn id="589" idx="0"/>
              </p:cNvCxnSpPr>
              <p:nvPr/>
            </p:nvCxnSpPr>
            <p:spPr>
              <a:xfrm rot="10800000">
                <a:off x="9475181" y="3780935"/>
                <a:ext cx="330900" cy="2143800"/>
              </a:xfrm>
              <a:prstGeom prst="straightConnector1">
                <a:avLst/>
              </a:prstGeom>
              <a:noFill/>
              <a:ln cap="flat" cmpd="sng" w="9525">
                <a:solidFill>
                  <a:schemeClr val="dk2"/>
                </a:solidFill>
                <a:prstDash val="solid"/>
                <a:round/>
                <a:headEnd len="med" w="med" type="none"/>
                <a:tailEnd len="med" w="med" type="none"/>
              </a:ln>
            </p:spPr>
          </p:cxnSp>
          <p:sp>
            <p:nvSpPr>
              <p:cNvPr id="609" name="Google Shape;609;p11"/>
              <p:cNvSpPr/>
              <p:nvPr/>
            </p:nvSpPr>
            <p:spPr>
              <a:xfrm flipH="1" rot="10800000">
                <a:off x="11005448" y="376185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10" name="Google Shape;610;p11"/>
              <p:cNvCxnSpPr>
                <a:stCxn id="594" idx="2"/>
                <a:endCxn id="609" idx="7"/>
              </p:cNvCxnSpPr>
              <p:nvPr/>
            </p:nvCxnSpPr>
            <p:spPr>
              <a:xfrm rot="10800000">
                <a:off x="11116973" y="3873115"/>
                <a:ext cx="1471500" cy="550800"/>
              </a:xfrm>
              <a:prstGeom prst="straightConnector1">
                <a:avLst/>
              </a:prstGeom>
              <a:noFill/>
              <a:ln cap="flat" cmpd="sng" w="9525">
                <a:solidFill>
                  <a:schemeClr val="dk2"/>
                </a:solidFill>
                <a:prstDash val="solid"/>
                <a:round/>
                <a:headEnd len="med" w="med" type="none"/>
                <a:tailEnd len="med" w="med" type="none"/>
              </a:ln>
            </p:spPr>
          </p:cxnSp>
          <p:cxnSp>
            <p:nvCxnSpPr>
              <p:cNvPr id="611" name="Google Shape;611;p11"/>
              <p:cNvCxnSpPr>
                <a:stCxn id="609" idx="2"/>
                <a:endCxn id="589" idx="6"/>
              </p:cNvCxnSpPr>
              <p:nvPr/>
            </p:nvCxnSpPr>
            <p:spPr>
              <a:xfrm rot="10800000">
                <a:off x="9675848" y="3580200"/>
                <a:ext cx="1329600" cy="246900"/>
              </a:xfrm>
              <a:prstGeom prst="straightConnector1">
                <a:avLst/>
              </a:prstGeom>
              <a:noFill/>
              <a:ln cap="flat" cmpd="sng" w="9525">
                <a:solidFill>
                  <a:schemeClr val="dk2"/>
                </a:solidFill>
                <a:prstDash val="solid"/>
                <a:round/>
                <a:headEnd len="med" w="med" type="none"/>
                <a:tailEnd len="med" w="med" type="none"/>
              </a:ln>
            </p:spPr>
          </p:cxnSp>
          <p:cxnSp>
            <p:nvCxnSpPr>
              <p:cNvPr id="612" name="Google Shape;612;p11"/>
              <p:cNvCxnSpPr>
                <a:stCxn id="609" idx="0"/>
                <a:endCxn id="588" idx="4"/>
              </p:cNvCxnSpPr>
              <p:nvPr/>
            </p:nvCxnSpPr>
            <p:spPr>
              <a:xfrm flipH="1">
                <a:off x="9806198" y="3892350"/>
                <a:ext cx="1264500" cy="2032500"/>
              </a:xfrm>
              <a:prstGeom prst="straightConnector1">
                <a:avLst/>
              </a:prstGeom>
              <a:noFill/>
              <a:ln cap="flat" cmpd="sng" w="9525">
                <a:solidFill>
                  <a:schemeClr val="dk2"/>
                </a:solidFill>
                <a:prstDash val="solid"/>
                <a:round/>
                <a:headEnd len="med" w="med" type="none"/>
                <a:tailEnd len="med" w="med" type="none"/>
              </a:ln>
            </p:spPr>
          </p:cxnSp>
          <p:cxnSp>
            <p:nvCxnSpPr>
              <p:cNvPr id="613" name="Google Shape;613;p11"/>
              <p:cNvCxnSpPr>
                <a:stCxn id="609" idx="1"/>
                <a:endCxn id="590" idx="5"/>
              </p:cNvCxnSpPr>
              <p:nvPr/>
            </p:nvCxnSpPr>
            <p:spPr>
              <a:xfrm flipH="1">
                <a:off x="8958759" y="3873239"/>
                <a:ext cx="2065800" cy="1183200"/>
              </a:xfrm>
              <a:prstGeom prst="straightConnector1">
                <a:avLst/>
              </a:prstGeom>
              <a:noFill/>
              <a:ln cap="flat" cmpd="sng" w="9525">
                <a:solidFill>
                  <a:schemeClr val="dk2"/>
                </a:solidFill>
                <a:prstDash val="solid"/>
                <a:round/>
                <a:headEnd len="med" w="med" type="none"/>
                <a:tailEnd len="med" w="med" type="none"/>
              </a:ln>
            </p:spPr>
          </p:cxnSp>
          <p:sp>
            <p:nvSpPr>
              <p:cNvPr id="614" name="Google Shape;614;p11"/>
              <p:cNvSpPr/>
              <p:nvPr/>
            </p:nvSpPr>
            <p:spPr>
              <a:xfrm flipH="1" rot="10800000">
                <a:off x="8260191" y="2787257"/>
                <a:ext cx="194400" cy="194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15" name="Google Shape;615;p11"/>
              <p:cNvCxnSpPr>
                <a:stCxn id="589" idx="3"/>
                <a:endCxn id="614" idx="7"/>
              </p:cNvCxnSpPr>
              <p:nvPr/>
            </p:nvCxnSpPr>
            <p:spPr>
              <a:xfrm rot="10800000">
                <a:off x="8426047" y="2953287"/>
                <a:ext cx="907200" cy="485100"/>
              </a:xfrm>
              <a:prstGeom prst="straightConnector1">
                <a:avLst/>
              </a:prstGeom>
              <a:noFill/>
              <a:ln cap="flat" cmpd="sng" w="9525">
                <a:solidFill>
                  <a:schemeClr val="dk2"/>
                </a:solidFill>
                <a:prstDash val="solid"/>
                <a:round/>
                <a:headEnd len="med" w="med" type="none"/>
                <a:tailEnd len="med" w="med" type="none"/>
              </a:ln>
            </p:spPr>
          </p:cxnSp>
          <p:cxnSp>
            <p:nvCxnSpPr>
              <p:cNvPr id="616" name="Google Shape;616;p11"/>
              <p:cNvCxnSpPr>
                <a:stCxn id="614" idx="0"/>
                <a:endCxn id="593" idx="4"/>
              </p:cNvCxnSpPr>
              <p:nvPr/>
            </p:nvCxnSpPr>
            <p:spPr>
              <a:xfrm flipH="1">
                <a:off x="8024391" y="2981657"/>
                <a:ext cx="333000" cy="1113900"/>
              </a:xfrm>
              <a:prstGeom prst="straightConnector1">
                <a:avLst/>
              </a:prstGeom>
              <a:noFill/>
              <a:ln cap="flat" cmpd="sng" w="9525">
                <a:solidFill>
                  <a:schemeClr val="dk2"/>
                </a:solidFill>
                <a:prstDash val="solid"/>
                <a:round/>
                <a:headEnd len="med" w="med" type="none"/>
                <a:tailEnd len="med" w="med" type="none"/>
              </a:ln>
            </p:spPr>
          </p:cxnSp>
          <p:sp>
            <p:nvSpPr>
              <p:cNvPr id="617" name="Google Shape;617;p11"/>
              <p:cNvSpPr/>
              <p:nvPr/>
            </p:nvSpPr>
            <p:spPr>
              <a:xfrm flipH="1" rot="10800000">
                <a:off x="7973826" y="4652423"/>
                <a:ext cx="249300" cy="249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18" name="Google Shape;618;p11"/>
              <p:cNvCxnSpPr>
                <a:stCxn id="587" idx="6"/>
                <a:endCxn id="617" idx="2"/>
              </p:cNvCxnSpPr>
              <p:nvPr/>
            </p:nvCxnSpPr>
            <p:spPr>
              <a:xfrm flipH="1" rot="10800000">
                <a:off x="7183159" y="4777208"/>
                <a:ext cx="790800" cy="131400"/>
              </a:xfrm>
              <a:prstGeom prst="straightConnector1">
                <a:avLst/>
              </a:prstGeom>
              <a:noFill/>
              <a:ln cap="flat" cmpd="sng" w="9525">
                <a:solidFill>
                  <a:schemeClr val="dk2"/>
                </a:solidFill>
                <a:prstDash val="solid"/>
                <a:round/>
                <a:headEnd len="med" w="med" type="none"/>
                <a:tailEnd len="med" w="med" type="none"/>
              </a:ln>
            </p:spPr>
          </p:cxnSp>
          <p:cxnSp>
            <p:nvCxnSpPr>
              <p:cNvPr id="619" name="Google Shape;619;p11"/>
              <p:cNvCxnSpPr>
                <a:stCxn id="593" idx="0"/>
                <a:endCxn id="617" idx="4"/>
              </p:cNvCxnSpPr>
              <p:nvPr/>
            </p:nvCxnSpPr>
            <p:spPr>
              <a:xfrm>
                <a:off x="8024248" y="4226190"/>
                <a:ext cx="74100" cy="426300"/>
              </a:xfrm>
              <a:prstGeom prst="straightConnector1">
                <a:avLst/>
              </a:prstGeom>
              <a:noFill/>
              <a:ln cap="flat" cmpd="sng" w="9525">
                <a:solidFill>
                  <a:schemeClr val="dk2"/>
                </a:solidFill>
                <a:prstDash val="solid"/>
                <a:round/>
                <a:headEnd len="med" w="med" type="none"/>
                <a:tailEnd len="med" w="med" type="none"/>
              </a:ln>
            </p:spPr>
          </p:cxnSp>
          <p:cxnSp>
            <p:nvCxnSpPr>
              <p:cNvPr id="620" name="Google Shape;620;p11"/>
              <p:cNvCxnSpPr>
                <a:stCxn id="617" idx="6"/>
                <a:endCxn id="590" idx="3"/>
              </p:cNvCxnSpPr>
              <p:nvPr/>
            </p:nvCxnSpPr>
            <p:spPr>
              <a:xfrm>
                <a:off x="8223126" y="4777073"/>
                <a:ext cx="643500" cy="279300"/>
              </a:xfrm>
              <a:prstGeom prst="straightConnector1">
                <a:avLst/>
              </a:prstGeom>
              <a:noFill/>
              <a:ln cap="flat" cmpd="sng" w="9525">
                <a:solidFill>
                  <a:schemeClr val="dk2"/>
                </a:solidFill>
                <a:prstDash val="solid"/>
                <a:round/>
                <a:headEnd len="med" w="med" type="none"/>
                <a:tailEnd len="med" w="med" type="none"/>
              </a:ln>
            </p:spPr>
          </p:cxnSp>
          <p:sp>
            <p:nvSpPr>
              <p:cNvPr id="621" name="Google Shape;621;p11"/>
              <p:cNvSpPr/>
              <p:nvPr/>
            </p:nvSpPr>
            <p:spPr>
              <a:xfrm flipH="1" rot="10800000">
                <a:off x="8782441" y="2308882"/>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22" name="Google Shape;622;p11"/>
              <p:cNvCxnSpPr>
                <a:stCxn id="614" idx="5"/>
                <a:endCxn id="621" idx="1"/>
              </p:cNvCxnSpPr>
              <p:nvPr/>
            </p:nvCxnSpPr>
            <p:spPr>
              <a:xfrm flipH="1" rot="10800000">
                <a:off x="8426122" y="2474926"/>
                <a:ext cx="384900" cy="340800"/>
              </a:xfrm>
              <a:prstGeom prst="straightConnector1">
                <a:avLst/>
              </a:prstGeom>
              <a:noFill/>
              <a:ln cap="flat" cmpd="sng" w="9525">
                <a:solidFill>
                  <a:schemeClr val="dk2"/>
                </a:solidFill>
                <a:prstDash val="solid"/>
                <a:round/>
                <a:headEnd len="med" w="med" type="none"/>
                <a:tailEnd len="med" w="med" type="none"/>
              </a:ln>
            </p:spPr>
          </p:cxnSp>
          <p:cxnSp>
            <p:nvCxnSpPr>
              <p:cNvPr id="623" name="Google Shape;623;p11"/>
              <p:cNvCxnSpPr>
                <a:stCxn id="621" idx="7"/>
                <a:endCxn id="589" idx="3"/>
              </p:cNvCxnSpPr>
              <p:nvPr/>
            </p:nvCxnSpPr>
            <p:spPr>
              <a:xfrm>
                <a:off x="8948372" y="2474812"/>
                <a:ext cx="384900" cy="963600"/>
              </a:xfrm>
              <a:prstGeom prst="straightConnector1">
                <a:avLst/>
              </a:prstGeom>
              <a:noFill/>
              <a:ln cap="flat" cmpd="sng" w="9525">
                <a:solidFill>
                  <a:schemeClr val="dk2"/>
                </a:solidFill>
                <a:prstDash val="solid"/>
                <a:round/>
                <a:headEnd len="med" w="med" type="none"/>
                <a:tailEnd len="med" w="med" type="none"/>
              </a:ln>
            </p:spPr>
          </p:cxnSp>
          <p:sp>
            <p:nvSpPr>
              <p:cNvPr id="624" name="Google Shape;624;p11"/>
              <p:cNvSpPr/>
              <p:nvPr/>
            </p:nvSpPr>
            <p:spPr>
              <a:xfrm flipH="1" rot="10800000">
                <a:off x="8521366" y="3414207"/>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25" name="Google Shape;625;p11"/>
              <p:cNvCxnSpPr>
                <a:stCxn id="614" idx="0"/>
                <a:endCxn id="624" idx="3"/>
              </p:cNvCxnSpPr>
              <p:nvPr/>
            </p:nvCxnSpPr>
            <p:spPr>
              <a:xfrm>
                <a:off x="8357391" y="2981657"/>
                <a:ext cx="192300" cy="461100"/>
              </a:xfrm>
              <a:prstGeom prst="straightConnector1">
                <a:avLst/>
              </a:prstGeom>
              <a:noFill/>
              <a:ln cap="flat" cmpd="sng" w="9525">
                <a:solidFill>
                  <a:schemeClr val="dk2"/>
                </a:solidFill>
                <a:prstDash val="solid"/>
                <a:round/>
                <a:headEnd len="med" w="med" type="none"/>
                <a:tailEnd len="med" w="med" type="none"/>
              </a:ln>
            </p:spPr>
          </p:cxnSp>
          <p:cxnSp>
            <p:nvCxnSpPr>
              <p:cNvPr id="626" name="Google Shape;626;p11"/>
              <p:cNvCxnSpPr>
                <a:stCxn id="624" idx="1"/>
                <a:endCxn id="593" idx="5"/>
              </p:cNvCxnSpPr>
              <p:nvPr/>
            </p:nvCxnSpPr>
            <p:spPr>
              <a:xfrm flipH="1">
                <a:off x="8070435" y="3580137"/>
                <a:ext cx="479400" cy="534600"/>
              </a:xfrm>
              <a:prstGeom prst="straightConnector1">
                <a:avLst/>
              </a:prstGeom>
              <a:noFill/>
              <a:ln cap="flat" cmpd="sng" w="9525">
                <a:solidFill>
                  <a:schemeClr val="dk2"/>
                </a:solidFill>
                <a:prstDash val="solid"/>
                <a:round/>
                <a:headEnd len="med" w="med" type="none"/>
                <a:tailEnd len="med" w="med" type="none"/>
              </a:ln>
            </p:spPr>
          </p:cxnSp>
          <p:cxnSp>
            <p:nvCxnSpPr>
              <p:cNvPr id="627" name="Google Shape;627;p11"/>
              <p:cNvCxnSpPr>
                <a:stCxn id="624" idx="6"/>
                <a:endCxn id="589" idx="2"/>
              </p:cNvCxnSpPr>
              <p:nvPr/>
            </p:nvCxnSpPr>
            <p:spPr>
              <a:xfrm>
                <a:off x="8715766" y="3511407"/>
                <a:ext cx="558600" cy="690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628" name="Shape 62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629" name="Shape 629"/>
        <p:cNvGrpSpPr/>
        <p:nvPr/>
      </p:nvGrpSpPr>
      <p:grpSpPr>
        <a:xfrm>
          <a:off x="0" y="0"/>
          <a:ext cx="0" cy="0"/>
          <a:chOff x="0" y="0"/>
          <a:chExt cx="0" cy="0"/>
        </a:xfrm>
      </p:grpSpPr>
      <p:sp>
        <p:nvSpPr>
          <p:cNvPr id="630" name="Google Shape;630;p13"/>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631" name="Google Shape;631;p13"/>
          <p:cNvGrpSpPr/>
          <p:nvPr/>
        </p:nvGrpSpPr>
        <p:grpSpPr>
          <a:xfrm>
            <a:off x="119288" y="163238"/>
            <a:ext cx="8837200" cy="4388712"/>
            <a:chOff x="119288" y="163238"/>
            <a:chExt cx="8837200" cy="4388712"/>
          </a:xfrm>
        </p:grpSpPr>
        <p:grpSp>
          <p:nvGrpSpPr>
            <p:cNvPr id="632" name="Google Shape;632;p13"/>
            <p:cNvGrpSpPr/>
            <p:nvPr/>
          </p:nvGrpSpPr>
          <p:grpSpPr>
            <a:xfrm flipH="1" rot="10800000">
              <a:off x="8658213" y="4229275"/>
              <a:ext cx="298275" cy="322675"/>
              <a:chOff x="8667225" y="681525"/>
              <a:chExt cx="298275" cy="322675"/>
            </a:xfrm>
          </p:grpSpPr>
          <p:sp>
            <p:nvSpPr>
              <p:cNvPr id="633" name="Google Shape;633;p13"/>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34" name="Google Shape;634;p13"/>
              <p:cNvSpPr/>
              <p:nvPr/>
            </p:nvSpPr>
            <p:spPr>
              <a:xfrm rot="10800000">
                <a:off x="8825400" y="68152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35" name="Google Shape;635;p13"/>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636" name="Google Shape;636;p13"/>
            <p:cNvGrpSpPr/>
            <p:nvPr/>
          </p:nvGrpSpPr>
          <p:grpSpPr>
            <a:xfrm flipH="1" rot="10800000">
              <a:off x="119288" y="163238"/>
              <a:ext cx="406275" cy="563575"/>
              <a:chOff x="140150" y="4340075"/>
              <a:chExt cx="406275" cy="563575"/>
            </a:xfrm>
          </p:grpSpPr>
          <p:sp>
            <p:nvSpPr>
              <p:cNvPr id="637" name="Google Shape;637;p13"/>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38" name="Google Shape;638;p13"/>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39" name="Google Shape;639;p13"/>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40" name="Google Shape;640;p13"/>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641" name="Google Shape;641;p13"/>
          <p:cNvGrpSpPr/>
          <p:nvPr/>
        </p:nvGrpSpPr>
        <p:grpSpPr>
          <a:xfrm>
            <a:off x="-989788" y="-671217"/>
            <a:ext cx="10544675" cy="8105803"/>
            <a:chOff x="-989788" y="-671217"/>
            <a:chExt cx="10544675" cy="8105803"/>
          </a:xfrm>
        </p:grpSpPr>
        <p:grpSp>
          <p:nvGrpSpPr>
            <p:cNvPr id="642" name="Google Shape;642;p13"/>
            <p:cNvGrpSpPr/>
            <p:nvPr/>
          </p:nvGrpSpPr>
          <p:grpSpPr>
            <a:xfrm flipH="1">
              <a:off x="6491263" y="-671217"/>
              <a:ext cx="3063625" cy="3321711"/>
              <a:chOff x="-460575" y="-671217"/>
              <a:chExt cx="3063625" cy="3321711"/>
            </a:xfrm>
          </p:grpSpPr>
          <p:cxnSp>
            <p:nvCxnSpPr>
              <p:cNvPr id="643" name="Google Shape;643;p13"/>
              <p:cNvCxnSpPr>
                <a:stCxn id="644" idx="6"/>
                <a:endCxn id="645" idx="2"/>
              </p:cNvCxnSpPr>
              <p:nvPr/>
            </p:nvCxnSpPr>
            <p:spPr>
              <a:xfrm flipH="1" rot="10800000">
                <a:off x="421801" y="-63292"/>
                <a:ext cx="2023800" cy="476400"/>
              </a:xfrm>
              <a:prstGeom prst="straightConnector1">
                <a:avLst/>
              </a:prstGeom>
              <a:noFill/>
              <a:ln cap="flat" cmpd="sng" w="9525">
                <a:solidFill>
                  <a:schemeClr val="dk2"/>
                </a:solidFill>
                <a:prstDash val="solid"/>
                <a:round/>
                <a:headEnd len="med" w="med" type="none"/>
                <a:tailEnd len="med" w="med" type="none"/>
              </a:ln>
            </p:spPr>
          </p:cxnSp>
          <p:sp>
            <p:nvSpPr>
              <p:cNvPr id="645" name="Google Shape;645;p13"/>
              <p:cNvSpPr/>
              <p:nvPr/>
            </p:nvSpPr>
            <p:spPr>
              <a:xfrm>
                <a:off x="2445550" y="-142081"/>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46" name="Google Shape;646;p13"/>
              <p:cNvSpPr/>
              <p:nvPr/>
            </p:nvSpPr>
            <p:spPr>
              <a:xfrm>
                <a:off x="61646" y="-671217"/>
                <a:ext cx="1575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47" name="Google Shape;647;p13"/>
              <p:cNvSpPr/>
              <p:nvPr/>
            </p:nvSpPr>
            <p:spPr>
              <a:xfrm>
                <a:off x="90425" y="2492994"/>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48" name="Google Shape;648;p13"/>
              <p:cNvSpPr/>
              <p:nvPr/>
            </p:nvSpPr>
            <p:spPr>
              <a:xfrm>
                <a:off x="125826" y="88673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49" name="Google Shape;649;p13"/>
              <p:cNvSpPr/>
              <p:nvPr/>
            </p:nvSpPr>
            <p:spPr>
              <a:xfrm>
                <a:off x="382949" y="1317288"/>
                <a:ext cx="1434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50" name="Google Shape;650;p13"/>
              <p:cNvCxnSpPr>
                <a:stCxn id="649" idx="4"/>
                <a:endCxn id="647" idx="0"/>
              </p:cNvCxnSpPr>
              <p:nvPr/>
            </p:nvCxnSpPr>
            <p:spPr>
              <a:xfrm flipH="1">
                <a:off x="169049" y="1474788"/>
                <a:ext cx="285600" cy="1018200"/>
              </a:xfrm>
              <a:prstGeom prst="straightConnector1">
                <a:avLst/>
              </a:prstGeom>
              <a:noFill/>
              <a:ln cap="flat" cmpd="sng" w="9525">
                <a:solidFill>
                  <a:schemeClr val="dk2"/>
                </a:solidFill>
                <a:prstDash val="solid"/>
                <a:round/>
                <a:headEnd len="med" w="med" type="none"/>
                <a:tailEnd len="med" w="med" type="none"/>
              </a:ln>
            </p:spPr>
          </p:cxnSp>
          <p:cxnSp>
            <p:nvCxnSpPr>
              <p:cNvPr id="651" name="Google Shape;651;p13"/>
              <p:cNvCxnSpPr>
                <a:stCxn id="648" idx="4"/>
                <a:endCxn id="647" idx="0"/>
              </p:cNvCxnSpPr>
              <p:nvPr/>
            </p:nvCxnSpPr>
            <p:spPr>
              <a:xfrm>
                <a:off x="169176" y="973437"/>
                <a:ext cx="0" cy="1519500"/>
              </a:xfrm>
              <a:prstGeom prst="straightConnector1">
                <a:avLst/>
              </a:prstGeom>
              <a:noFill/>
              <a:ln cap="flat" cmpd="sng" w="9525">
                <a:solidFill>
                  <a:schemeClr val="dk2"/>
                </a:solidFill>
                <a:prstDash val="solid"/>
                <a:round/>
                <a:headEnd len="med" w="med" type="none"/>
                <a:tailEnd len="med" w="med" type="none"/>
              </a:ln>
            </p:spPr>
          </p:cxnSp>
          <p:cxnSp>
            <p:nvCxnSpPr>
              <p:cNvPr id="652" name="Google Shape;652;p13"/>
              <p:cNvCxnSpPr>
                <a:stCxn id="648" idx="5"/>
                <a:endCxn id="649" idx="1"/>
              </p:cNvCxnSpPr>
              <p:nvPr/>
            </p:nvCxnSpPr>
            <p:spPr>
              <a:xfrm>
                <a:off x="199829" y="960741"/>
                <a:ext cx="204000" cy="379500"/>
              </a:xfrm>
              <a:prstGeom prst="straightConnector1">
                <a:avLst/>
              </a:prstGeom>
              <a:noFill/>
              <a:ln cap="flat" cmpd="sng" w="9525">
                <a:solidFill>
                  <a:schemeClr val="dk2"/>
                </a:solidFill>
                <a:prstDash val="solid"/>
                <a:round/>
                <a:headEnd len="med" w="med" type="none"/>
                <a:tailEnd len="med" w="med" type="none"/>
              </a:ln>
            </p:spPr>
          </p:cxnSp>
          <p:cxnSp>
            <p:nvCxnSpPr>
              <p:cNvPr id="653" name="Google Shape;653;p13"/>
              <p:cNvCxnSpPr>
                <a:stCxn id="648" idx="0"/>
                <a:endCxn id="646" idx="4"/>
              </p:cNvCxnSpPr>
              <p:nvPr/>
            </p:nvCxnSpPr>
            <p:spPr>
              <a:xfrm rot="10800000">
                <a:off x="140376" y="-513663"/>
                <a:ext cx="28800" cy="1400400"/>
              </a:xfrm>
              <a:prstGeom prst="straightConnector1">
                <a:avLst/>
              </a:prstGeom>
              <a:noFill/>
              <a:ln cap="flat" cmpd="sng" w="9525">
                <a:solidFill>
                  <a:schemeClr val="dk2"/>
                </a:solidFill>
                <a:prstDash val="solid"/>
                <a:round/>
                <a:headEnd len="med" w="med" type="none"/>
                <a:tailEnd len="med" w="med" type="none"/>
              </a:ln>
            </p:spPr>
          </p:cxnSp>
          <p:cxnSp>
            <p:nvCxnSpPr>
              <p:cNvPr id="654" name="Google Shape;654;p13"/>
              <p:cNvCxnSpPr>
                <a:stCxn id="648" idx="7"/>
                <a:endCxn id="644" idx="3"/>
              </p:cNvCxnSpPr>
              <p:nvPr/>
            </p:nvCxnSpPr>
            <p:spPr>
              <a:xfrm flipH="1" rot="10800000">
                <a:off x="1998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655" name="Google Shape;655;p13"/>
              <p:cNvCxnSpPr>
                <a:stCxn id="646" idx="5"/>
                <a:endCxn id="644" idx="0"/>
              </p:cNvCxnSpPr>
              <p:nvPr/>
            </p:nvCxnSpPr>
            <p:spPr>
              <a:xfrm>
                <a:off x="196080" y="-536782"/>
                <a:ext cx="182400" cy="906600"/>
              </a:xfrm>
              <a:prstGeom prst="straightConnector1">
                <a:avLst/>
              </a:prstGeom>
              <a:noFill/>
              <a:ln cap="flat" cmpd="sng" w="9525">
                <a:solidFill>
                  <a:schemeClr val="dk2"/>
                </a:solidFill>
                <a:prstDash val="solid"/>
                <a:round/>
                <a:headEnd len="med" w="med" type="none"/>
                <a:tailEnd len="med" w="med" type="none"/>
              </a:ln>
            </p:spPr>
          </p:cxnSp>
          <p:cxnSp>
            <p:nvCxnSpPr>
              <p:cNvPr id="656" name="Google Shape;656;p13"/>
              <p:cNvCxnSpPr>
                <a:stCxn id="646" idx="6"/>
                <a:endCxn id="645" idx="2"/>
              </p:cNvCxnSpPr>
              <p:nvPr/>
            </p:nvCxnSpPr>
            <p:spPr>
              <a:xfrm>
                <a:off x="219146" y="-592467"/>
                <a:ext cx="2226300" cy="529200"/>
              </a:xfrm>
              <a:prstGeom prst="straightConnector1">
                <a:avLst/>
              </a:prstGeom>
              <a:noFill/>
              <a:ln cap="flat" cmpd="sng" w="9525">
                <a:solidFill>
                  <a:schemeClr val="dk2"/>
                </a:solidFill>
                <a:prstDash val="solid"/>
                <a:round/>
                <a:headEnd len="med" w="med" type="none"/>
                <a:tailEnd len="med" w="med" type="none"/>
              </a:ln>
            </p:spPr>
          </p:cxnSp>
          <p:cxnSp>
            <p:nvCxnSpPr>
              <p:cNvPr id="657" name="Google Shape;657;p13"/>
              <p:cNvCxnSpPr>
                <a:stCxn id="658" idx="1"/>
                <a:endCxn id="646" idx="5"/>
              </p:cNvCxnSpPr>
              <p:nvPr/>
            </p:nvCxnSpPr>
            <p:spPr>
              <a:xfrm rot="10800000">
                <a:off x="195958" y="-536780"/>
                <a:ext cx="600600" cy="723900"/>
              </a:xfrm>
              <a:prstGeom prst="straightConnector1">
                <a:avLst/>
              </a:prstGeom>
              <a:noFill/>
              <a:ln cap="flat" cmpd="sng" w="9525">
                <a:solidFill>
                  <a:schemeClr val="dk2"/>
                </a:solidFill>
                <a:prstDash val="solid"/>
                <a:round/>
                <a:headEnd len="med" w="med" type="none"/>
                <a:tailEnd len="med" w="med" type="none"/>
              </a:ln>
            </p:spPr>
          </p:cxnSp>
          <p:cxnSp>
            <p:nvCxnSpPr>
              <p:cNvPr id="659" name="Google Shape;659;p13"/>
              <p:cNvCxnSpPr>
                <a:stCxn id="649" idx="0"/>
                <a:endCxn id="644" idx="4"/>
              </p:cNvCxnSpPr>
              <p:nvPr/>
            </p:nvCxnSpPr>
            <p:spPr>
              <a:xfrm rot="10800000">
                <a:off x="378449" y="456588"/>
                <a:ext cx="76200" cy="860700"/>
              </a:xfrm>
              <a:prstGeom prst="straightConnector1">
                <a:avLst/>
              </a:prstGeom>
              <a:noFill/>
              <a:ln cap="flat" cmpd="sng" w="9525">
                <a:solidFill>
                  <a:schemeClr val="dk2"/>
                </a:solidFill>
                <a:prstDash val="solid"/>
                <a:round/>
                <a:headEnd len="med" w="med" type="none"/>
                <a:tailEnd len="med" w="med" type="none"/>
              </a:ln>
            </p:spPr>
          </p:cxnSp>
          <p:cxnSp>
            <p:nvCxnSpPr>
              <p:cNvPr id="660" name="Google Shape;660;p13"/>
              <p:cNvCxnSpPr>
                <a:stCxn id="649" idx="0"/>
                <a:endCxn id="658" idx="3"/>
              </p:cNvCxnSpPr>
              <p:nvPr/>
            </p:nvCxnSpPr>
            <p:spPr>
              <a:xfrm flipH="1" rot="10800000">
                <a:off x="454649" y="268188"/>
                <a:ext cx="342000" cy="1049100"/>
              </a:xfrm>
              <a:prstGeom prst="straightConnector1">
                <a:avLst/>
              </a:prstGeom>
              <a:noFill/>
              <a:ln cap="flat" cmpd="sng" w="9525">
                <a:solidFill>
                  <a:schemeClr val="dk2"/>
                </a:solidFill>
                <a:prstDash val="solid"/>
                <a:round/>
                <a:headEnd len="med" w="med" type="none"/>
                <a:tailEnd len="med" w="med" type="none"/>
              </a:ln>
            </p:spPr>
          </p:cxnSp>
          <p:sp>
            <p:nvSpPr>
              <p:cNvPr id="661" name="Google Shape;661;p13"/>
              <p:cNvSpPr/>
              <p:nvPr/>
            </p:nvSpPr>
            <p:spPr>
              <a:xfrm>
                <a:off x="987225" y="-92131"/>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62" name="Google Shape;662;p13"/>
              <p:cNvCxnSpPr>
                <a:stCxn id="646" idx="5"/>
                <a:endCxn id="661" idx="1"/>
              </p:cNvCxnSpPr>
              <p:nvPr/>
            </p:nvCxnSpPr>
            <p:spPr>
              <a:xfrm>
                <a:off x="196080" y="-536782"/>
                <a:ext cx="814200" cy="467700"/>
              </a:xfrm>
              <a:prstGeom prst="straightConnector1">
                <a:avLst/>
              </a:prstGeom>
              <a:noFill/>
              <a:ln cap="flat" cmpd="sng" w="9525">
                <a:solidFill>
                  <a:schemeClr val="dk2"/>
                </a:solidFill>
                <a:prstDash val="solid"/>
                <a:round/>
                <a:headEnd len="med" w="med" type="none"/>
                <a:tailEnd len="med" w="med" type="none"/>
              </a:ln>
            </p:spPr>
          </p:cxnSp>
          <p:cxnSp>
            <p:nvCxnSpPr>
              <p:cNvPr id="663" name="Google Shape;663;p13"/>
              <p:cNvCxnSpPr>
                <a:stCxn id="658" idx="7"/>
                <a:endCxn id="661" idx="3"/>
              </p:cNvCxnSpPr>
              <p:nvPr/>
            </p:nvCxnSpPr>
            <p:spPr>
              <a:xfrm flipH="1" rot="10800000">
                <a:off x="877592" y="42220"/>
                <a:ext cx="132600" cy="144900"/>
              </a:xfrm>
              <a:prstGeom prst="straightConnector1">
                <a:avLst/>
              </a:prstGeom>
              <a:noFill/>
              <a:ln cap="flat" cmpd="sng" w="9525">
                <a:solidFill>
                  <a:schemeClr val="dk2"/>
                </a:solidFill>
                <a:prstDash val="solid"/>
                <a:round/>
                <a:headEnd len="med" w="med" type="none"/>
                <a:tailEnd len="med" w="med" type="none"/>
              </a:ln>
            </p:spPr>
          </p:cxnSp>
          <p:cxnSp>
            <p:nvCxnSpPr>
              <p:cNvPr id="664" name="Google Shape;664;p13"/>
              <p:cNvCxnSpPr>
                <a:stCxn id="661" idx="6"/>
                <a:endCxn id="645" idx="2"/>
              </p:cNvCxnSpPr>
              <p:nvPr/>
            </p:nvCxnSpPr>
            <p:spPr>
              <a:xfrm flipH="1" rot="10800000">
                <a:off x="1144725" y="-63481"/>
                <a:ext cx="1300800" cy="50100"/>
              </a:xfrm>
              <a:prstGeom prst="straightConnector1">
                <a:avLst/>
              </a:prstGeom>
              <a:noFill/>
              <a:ln cap="flat" cmpd="sng" w="9525">
                <a:solidFill>
                  <a:schemeClr val="dk2"/>
                </a:solidFill>
                <a:prstDash val="solid"/>
                <a:round/>
                <a:headEnd len="med" w="med" type="none"/>
                <a:tailEnd len="med" w="med" type="none"/>
              </a:ln>
            </p:spPr>
          </p:cxnSp>
          <p:sp>
            <p:nvSpPr>
              <p:cNvPr id="665" name="Google Shape;665;p13"/>
              <p:cNvSpPr/>
              <p:nvPr/>
            </p:nvSpPr>
            <p:spPr>
              <a:xfrm>
                <a:off x="-460575" y="540519"/>
                <a:ext cx="157500" cy="157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66" name="Google Shape;666;p13"/>
              <p:cNvCxnSpPr>
                <a:stCxn id="665" idx="0"/>
                <a:endCxn id="646" idx="3"/>
              </p:cNvCxnSpPr>
              <p:nvPr/>
            </p:nvCxnSpPr>
            <p:spPr>
              <a:xfrm flipH="1" rot="10800000">
                <a:off x="-381825" y="-536781"/>
                <a:ext cx="466500" cy="1077300"/>
              </a:xfrm>
              <a:prstGeom prst="straightConnector1">
                <a:avLst/>
              </a:prstGeom>
              <a:noFill/>
              <a:ln cap="flat" cmpd="sng" w="9525">
                <a:solidFill>
                  <a:schemeClr val="dk2"/>
                </a:solidFill>
                <a:prstDash val="solid"/>
                <a:round/>
                <a:headEnd len="med" w="med" type="none"/>
                <a:tailEnd len="med" w="med" type="none"/>
              </a:ln>
            </p:spPr>
          </p:cxnSp>
          <p:cxnSp>
            <p:nvCxnSpPr>
              <p:cNvPr id="667" name="Google Shape;667;p13"/>
              <p:cNvCxnSpPr>
                <a:stCxn id="665" idx="6"/>
                <a:endCxn id="644" idx="3"/>
              </p:cNvCxnSpPr>
              <p:nvPr/>
            </p:nvCxnSpPr>
            <p:spPr>
              <a:xfrm flipH="1" rot="10800000">
                <a:off x="-303075" y="443769"/>
                <a:ext cx="651000" cy="175500"/>
              </a:xfrm>
              <a:prstGeom prst="straightConnector1">
                <a:avLst/>
              </a:prstGeom>
              <a:noFill/>
              <a:ln cap="flat" cmpd="sng" w="9525">
                <a:solidFill>
                  <a:schemeClr val="dk2"/>
                </a:solidFill>
                <a:prstDash val="solid"/>
                <a:round/>
                <a:headEnd len="med" w="med" type="none"/>
                <a:tailEnd len="med" w="med" type="none"/>
              </a:ln>
            </p:spPr>
          </p:cxnSp>
          <p:cxnSp>
            <p:nvCxnSpPr>
              <p:cNvPr id="668" name="Google Shape;668;p13"/>
              <p:cNvCxnSpPr>
                <a:stCxn id="665" idx="5"/>
                <a:endCxn id="648" idx="1"/>
              </p:cNvCxnSpPr>
              <p:nvPr/>
            </p:nvCxnSpPr>
            <p:spPr>
              <a:xfrm>
                <a:off x="-326140" y="674953"/>
                <a:ext cx="464700" cy="224400"/>
              </a:xfrm>
              <a:prstGeom prst="straightConnector1">
                <a:avLst/>
              </a:prstGeom>
              <a:noFill/>
              <a:ln cap="flat" cmpd="sng" w="9525">
                <a:solidFill>
                  <a:schemeClr val="dk2"/>
                </a:solidFill>
                <a:prstDash val="solid"/>
                <a:round/>
                <a:headEnd len="med" w="med" type="none"/>
                <a:tailEnd len="med" w="med" type="none"/>
              </a:ln>
            </p:spPr>
          </p:cxnSp>
          <p:cxnSp>
            <p:nvCxnSpPr>
              <p:cNvPr id="669" name="Google Shape;669;p13"/>
              <p:cNvCxnSpPr>
                <a:stCxn id="665" idx="5"/>
                <a:endCxn id="647" idx="1"/>
              </p:cNvCxnSpPr>
              <p:nvPr/>
            </p:nvCxnSpPr>
            <p:spPr>
              <a:xfrm>
                <a:off x="-326140" y="674953"/>
                <a:ext cx="439500" cy="1841100"/>
              </a:xfrm>
              <a:prstGeom prst="straightConnector1">
                <a:avLst/>
              </a:prstGeom>
              <a:noFill/>
              <a:ln cap="flat" cmpd="sng" w="9525">
                <a:solidFill>
                  <a:schemeClr val="dk2"/>
                </a:solidFill>
                <a:prstDash val="solid"/>
                <a:round/>
                <a:headEnd len="med" w="med" type="none"/>
                <a:tailEnd len="med" w="med" type="none"/>
              </a:ln>
            </p:spPr>
          </p:cxnSp>
          <p:sp>
            <p:nvSpPr>
              <p:cNvPr id="658" name="Google Shape;658;p13"/>
              <p:cNvSpPr/>
              <p:nvPr/>
            </p:nvSpPr>
            <p:spPr>
              <a:xfrm>
                <a:off x="779775" y="170338"/>
                <a:ext cx="114600" cy="11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44" name="Google Shape;644;p13"/>
              <p:cNvSpPr/>
              <p:nvPr/>
            </p:nvSpPr>
            <p:spPr>
              <a:xfrm>
                <a:off x="335101" y="369758"/>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670" name="Google Shape;670;p13"/>
            <p:cNvGrpSpPr/>
            <p:nvPr/>
          </p:nvGrpSpPr>
          <p:grpSpPr>
            <a:xfrm rot="459949">
              <a:off x="-831023" y="4514858"/>
              <a:ext cx="4123087" cy="2656599"/>
              <a:chOff x="720013" y="4544655"/>
              <a:chExt cx="4122933" cy="2656500"/>
            </a:xfrm>
          </p:grpSpPr>
          <p:sp>
            <p:nvSpPr>
              <p:cNvPr id="671" name="Google Shape;671;p13"/>
              <p:cNvSpPr/>
              <p:nvPr/>
            </p:nvSpPr>
            <p:spPr>
              <a:xfrm rot="-9417549">
                <a:off x="4549660" y="4701311"/>
                <a:ext cx="128773" cy="12877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72" name="Google Shape;672;p13"/>
              <p:cNvSpPr/>
              <p:nvPr/>
            </p:nvSpPr>
            <p:spPr>
              <a:xfrm rot="-9417549">
                <a:off x="1761182" y="4936441"/>
                <a:ext cx="128773" cy="12877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73" name="Google Shape;673;p13"/>
              <p:cNvSpPr/>
              <p:nvPr/>
            </p:nvSpPr>
            <p:spPr>
              <a:xfrm rot="-9421326">
                <a:off x="3012797" y="4851722"/>
                <a:ext cx="265897" cy="265897"/>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74" name="Google Shape;674;p13"/>
              <p:cNvSpPr/>
              <p:nvPr/>
            </p:nvSpPr>
            <p:spPr>
              <a:xfrm rot="-9414352">
                <a:off x="2945862" y="6000076"/>
                <a:ext cx="86426" cy="86426"/>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75" name="Google Shape;675;p13"/>
              <p:cNvSpPr/>
              <p:nvPr/>
            </p:nvSpPr>
            <p:spPr>
              <a:xfrm rot="-9422930">
                <a:off x="3430718" y="6873877"/>
                <a:ext cx="63855" cy="63855"/>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76" name="Google Shape;676;p13"/>
              <p:cNvSpPr/>
              <p:nvPr/>
            </p:nvSpPr>
            <p:spPr>
              <a:xfrm rot="-9414352">
                <a:off x="1807960" y="6172505"/>
                <a:ext cx="86426" cy="86426"/>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77" name="Google Shape;677;p13"/>
              <p:cNvSpPr/>
              <p:nvPr/>
            </p:nvSpPr>
            <p:spPr>
              <a:xfrm rot="-9414352">
                <a:off x="3731053" y="4665484"/>
                <a:ext cx="86426" cy="86426"/>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678" name="Google Shape;678;p13"/>
              <p:cNvSpPr/>
              <p:nvPr/>
            </p:nvSpPr>
            <p:spPr>
              <a:xfrm rot="-9421558">
                <a:off x="740331" y="4726434"/>
                <a:ext cx="130664" cy="130664"/>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79" name="Google Shape;679;p13"/>
              <p:cNvCxnSpPr>
                <a:stCxn id="675" idx="5"/>
                <a:endCxn id="674" idx="1"/>
              </p:cNvCxnSpPr>
              <p:nvPr/>
            </p:nvCxnSpPr>
            <p:spPr>
              <a:xfrm rot="10340870">
                <a:off x="3060066" y="6057182"/>
                <a:ext cx="335689" cy="845161"/>
              </a:xfrm>
              <a:prstGeom prst="straightConnector1">
                <a:avLst/>
              </a:prstGeom>
              <a:noFill/>
              <a:ln cap="flat" cmpd="sng" w="9525">
                <a:solidFill>
                  <a:schemeClr val="dk2"/>
                </a:solidFill>
                <a:prstDash val="solid"/>
                <a:round/>
                <a:headEnd len="med" w="med" type="none"/>
                <a:tailEnd len="med" w="med" type="none"/>
              </a:ln>
            </p:spPr>
          </p:cxnSp>
          <p:cxnSp>
            <p:nvCxnSpPr>
              <p:cNvPr id="680" name="Google Shape;680;p13"/>
              <p:cNvCxnSpPr>
                <a:stCxn id="676" idx="4"/>
                <a:endCxn id="674" idx="7"/>
              </p:cNvCxnSpPr>
              <p:nvPr/>
            </p:nvCxnSpPr>
            <p:spPr>
              <a:xfrm rot="-459755">
                <a:off x="1865221" y="6103386"/>
                <a:ext cx="1086704" cy="28766"/>
              </a:xfrm>
              <a:prstGeom prst="straightConnector1">
                <a:avLst/>
              </a:prstGeom>
              <a:noFill/>
              <a:ln cap="flat" cmpd="sng" w="9525">
                <a:solidFill>
                  <a:schemeClr val="dk2"/>
                </a:solidFill>
                <a:prstDash val="solid"/>
                <a:round/>
                <a:headEnd len="med" w="med" type="none"/>
                <a:tailEnd len="med" w="med" type="none"/>
              </a:ln>
            </p:spPr>
          </p:cxnSp>
          <p:cxnSp>
            <p:nvCxnSpPr>
              <p:cNvPr id="681" name="Google Shape;681;p13"/>
              <p:cNvCxnSpPr>
                <a:stCxn id="671" idx="0"/>
                <a:endCxn id="675" idx="3"/>
              </p:cNvCxnSpPr>
              <p:nvPr/>
            </p:nvCxnSpPr>
            <p:spPr>
              <a:xfrm flipH="1" rot="-459979">
                <a:off x="3359205" y="4907332"/>
                <a:ext cx="1362781" cy="1904031"/>
              </a:xfrm>
              <a:prstGeom prst="straightConnector1">
                <a:avLst/>
              </a:prstGeom>
              <a:noFill/>
              <a:ln cap="flat" cmpd="sng" w="9525">
                <a:solidFill>
                  <a:schemeClr val="dk2"/>
                </a:solidFill>
                <a:prstDash val="solid"/>
                <a:round/>
                <a:headEnd len="med" w="med" type="none"/>
                <a:tailEnd len="med" w="med" type="none"/>
              </a:ln>
            </p:spPr>
          </p:cxnSp>
          <p:cxnSp>
            <p:nvCxnSpPr>
              <p:cNvPr id="682" name="Google Shape;682;p13"/>
              <p:cNvCxnSpPr>
                <a:stCxn id="675" idx="7"/>
                <a:endCxn id="676" idx="2"/>
              </p:cNvCxnSpPr>
              <p:nvPr/>
            </p:nvCxnSpPr>
            <p:spPr>
              <a:xfrm rot="10340005">
                <a:off x="1943581" y="6132795"/>
                <a:ext cx="1436945" cy="884790"/>
              </a:xfrm>
              <a:prstGeom prst="straightConnector1">
                <a:avLst/>
              </a:prstGeom>
              <a:noFill/>
              <a:ln cap="flat" cmpd="sng" w="9525">
                <a:solidFill>
                  <a:schemeClr val="dk2"/>
                </a:solidFill>
                <a:prstDash val="solid"/>
                <a:round/>
                <a:headEnd len="med" w="med" type="none"/>
                <a:tailEnd len="med" w="med" type="none"/>
              </a:ln>
            </p:spPr>
          </p:cxnSp>
          <p:cxnSp>
            <p:nvCxnSpPr>
              <p:cNvPr id="683" name="Google Shape;683;p13"/>
              <p:cNvCxnSpPr>
                <a:stCxn id="676" idx="6"/>
                <a:endCxn id="672" idx="1"/>
              </p:cNvCxnSpPr>
              <p:nvPr/>
            </p:nvCxnSpPr>
            <p:spPr>
              <a:xfrm flipH="1" rot="10342167">
                <a:off x="1735733" y="5068157"/>
                <a:ext cx="189781" cy="1123022"/>
              </a:xfrm>
              <a:prstGeom prst="straightConnector1">
                <a:avLst/>
              </a:prstGeom>
              <a:noFill/>
              <a:ln cap="flat" cmpd="sng" w="9525">
                <a:solidFill>
                  <a:schemeClr val="dk2"/>
                </a:solidFill>
                <a:prstDash val="solid"/>
                <a:round/>
                <a:headEnd len="med" w="med" type="none"/>
                <a:tailEnd len="med" w="med" type="none"/>
              </a:ln>
            </p:spPr>
          </p:cxnSp>
          <p:cxnSp>
            <p:nvCxnSpPr>
              <p:cNvPr id="684" name="Google Shape;684;p13"/>
              <p:cNvCxnSpPr>
                <a:stCxn id="674" idx="5"/>
                <a:endCxn id="672" idx="1"/>
              </p:cNvCxnSpPr>
              <p:nvPr/>
            </p:nvCxnSpPr>
            <p:spPr>
              <a:xfrm rot="10340111">
                <a:off x="1917642" y="4989902"/>
                <a:ext cx="987422" cy="1083988"/>
              </a:xfrm>
              <a:prstGeom prst="straightConnector1">
                <a:avLst/>
              </a:prstGeom>
              <a:noFill/>
              <a:ln cap="flat" cmpd="sng" w="9525">
                <a:solidFill>
                  <a:schemeClr val="dk2"/>
                </a:solidFill>
                <a:prstDash val="solid"/>
                <a:round/>
                <a:headEnd len="med" w="med" type="none"/>
                <a:tailEnd len="med" w="med" type="none"/>
              </a:ln>
            </p:spPr>
          </p:cxnSp>
          <p:cxnSp>
            <p:nvCxnSpPr>
              <p:cNvPr id="685" name="Google Shape;685;p13"/>
              <p:cNvCxnSpPr>
                <a:stCxn id="671" idx="6"/>
                <a:endCxn id="677" idx="3"/>
              </p:cNvCxnSpPr>
              <p:nvPr/>
            </p:nvCxnSpPr>
            <p:spPr>
              <a:xfrm rot="10340667">
                <a:off x="3820904" y="4643394"/>
                <a:ext cx="727383" cy="146206"/>
              </a:xfrm>
              <a:prstGeom prst="straightConnector1">
                <a:avLst/>
              </a:prstGeom>
              <a:noFill/>
              <a:ln cap="flat" cmpd="sng" w="9525">
                <a:solidFill>
                  <a:schemeClr val="dk2"/>
                </a:solidFill>
                <a:prstDash val="solid"/>
                <a:round/>
                <a:headEnd len="med" w="med" type="none"/>
                <a:tailEnd len="med" w="med" type="none"/>
              </a:ln>
            </p:spPr>
          </p:cxnSp>
          <p:cxnSp>
            <p:nvCxnSpPr>
              <p:cNvPr id="686" name="Google Shape;686;p13"/>
              <p:cNvCxnSpPr>
                <a:stCxn id="671" idx="7"/>
                <a:endCxn id="674" idx="3"/>
              </p:cNvCxnSpPr>
              <p:nvPr/>
            </p:nvCxnSpPr>
            <p:spPr>
              <a:xfrm flipH="1" rot="-459621">
                <a:off x="2953399" y="4896950"/>
                <a:ext cx="1676663" cy="1022849"/>
              </a:xfrm>
              <a:prstGeom prst="straightConnector1">
                <a:avLst/>
              </a:prstGeom>
              <a:noFill/>
              <a:ln cap="flat" cmpd="sng" w="9525">
                <a:solidFill>
                  <a:schemeClr val="dk2"/>
                </a:solidFill>
                <a:prstDash val="solid"/>
                <a:round/>
                <a:headEnd len="med" w="med" type="none"/>
                <a:tailEnd len="med" w="med" type="none"/>
              </a:ln>
            </p:spPr>
          </p:cxnSp>
          <p:cxnSp>
            <p:nvCxnSpPr>
              <p:cNvPr id="687" name="Google Shape;687;p13"/>
              <p:cNvCxnSpPr>
                <a:stCxn id="677" idx="7"/>
                <a:endCxn id="673" idx="3"/>
              </p:cNvCxnSpPr>
              <p:nvPr/>
            </p:nvCxnSpPr>
            <p:spPr>
              <a:xfrm flipH="1" rot="-458883">
                <a:off x="3256947" y="4756715"/>
                <a:ext cx="489151" cy="146206"/>
              </a:xfrm>
              <a:prstGeom prst="straightConnector1">
                <a:avLst/>
              </a:prstGeom>
              <a:noFill/>
              <a:ln cap="flat" cmpd="sng" w="9525">
                <a:solidFill>
                  <a:schemeClr val="dk2"/>
                </a:solidFill>
                <a:prstDash val="solid"/>
                <a:round/>
                <a:headEnd len="med" w="med" type="none"/>
                <a:tailEnd len="med" w="med" type="none"/>
              </a:ln>
            </p:spPr>
          </p:cxnSp>
          <p:cxnSp>
            <p:nvCxnSpPr>
              <p:cNvPr id="688" name="Google Shape;688;p13"/>
              <p:cNvCxnSpPr>
                <a:stCxn id="673" idx="0"/>
                <a:endCxn id="674" idx="5"/>
              </p:cNvCxnSpPr>
              <p:nvPr/>
            </p:nvCxnSpPr>
            <p:spPr>
              <a:xfrm flipH="1" rot="-457956">
                <a:off x="2913686" y="5119069"/>
                <a:ext cx="239421" cy="872103"/>
              </a:xfrm>
              <a:prstGeom prst="straightConnector1">
                <a:avLst/>
              </a:prstGeom>
              <a:noFill/>
              <a:ln cap="flat" cmpd="sng" w="9525">
                <a:solidFill>
                  <a:schemeClr val="dk2"/>
                </a:solidFill>
                <a:prstDash val="solid"/>
                <a:round/>
                <a:headEnd len="med" w="med" type="none"/>
                <a:tailEnd len="med" w="med" type="none"/>
              </a:ln>
            </p:spPr>
          </p:cxnSp>
          <p:cxnSp>
            <p:nvCxnSpPr>
              <p:cNvPr id="689" name="Google Shape;689;p13"/>
              <p:cNvCxnSpPr>
                <a:stCxn id="678" idx="2"/>
                <a:endCxn id="672" idx="6"/>
              </p:cNvCxnSpPr>
              <p:nvPr/>
            </p:nvCxnSpPr>
            <p:spPr>
              <a:xfrm rot="-459512">
                <a:off x="880378" y="4757982"/>
                <a:ext cx="871171" cy="276969"/>
              </a:xfrm>
              <a:prstGeom prst="straightConnector1">
                <a:avLst/>
              </a:prstGeom>
              <a:noFill/>
              <a:ln cap="flat" cmpd="sng" w="9525">
                <a:solidFill>
                  <a:schemeClr val="dk2"/>
                </a:solidFill>
                <a:prstDash val="solid"/>
                <a:round/>
                <a:headEnd len="med" w="med" type="none"/>
                <a:tailEnd len="med" w="med" type="none"/>
              </a:ln>
            </p:spPr>
          </p:cxnSp>
          <p:cxnSp>
            <p:nvCxnSpPr>
              <p:cNvPr id="690" name="Google Shape;690;p13"/>
              <p:cNvCxnSpPr>
                <a:stCxn id="675" idx="6"/>
                <a:endCxn id="678" idx="1"/>
              </p:cNvCxnSpPr>
              <p:nvPr/>
            </p:nvCxnSpPr>
            <p:spPr>
              <a:xfrm rot="10340068">
                <a:off x="977936" y="4687960"/>
                <a:ext cx="2307521" cy="2369889"/>
              </a:xfrm>
              <a:prstGeom prst="straightConnector1">
                <a:avLst/>
              </a:prstGeom>
              <a:noFill/>
              <a:ln cap="flat" cmpd="sng" w="9525">
                <a:solidFill>
                  <a:schemeClr val="dk2"/>
                </a:solidFill>
                <a:prstDash val="solid"/>
                <a:round/>
                <a:headEnd len="med" w="med" type="none"/>
                <a:tailEnd len="med" w="med" type="none"/>
              </a:ln>
            </p:spPr>
          </p:cxnSp>
          <p:sp>
            <p:nvSpPr>
              <p:cNvPr id="691" name="Google Shape;691;p13"/>
              <p:cNvSpPr/>
              <p:nvPr/>
            </p:nvSpPr>
            <p:spPr>
              <a:xfrm rot="-9414352">
                <a:off x="1960639" y="4664187"/>
                <a:ext cx="86426" cy="86426"/>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92" name="Google Shape;692;p13"/>
              <p:cNvCxnSpPr>
                <a:stCxn id="678" idx="3"/>
                <a:endCxn id="691" idx="7"/>
              </p:cNvCxnSpPr>
              <p:nvPr/>
            </p:nvCxnSpPr>
            <p:spPr>
              <a:xfrm rot="-459667">
                <a:off x="868246" y="4693901"/>
                <a:ext cx="1093662" cy="102929"/>
              </a:xfrm>
              <a:prstGeom prst="straightConnector1">
                <a:avLst/>
              </a:prstGeom>
              <a:noFill/>
              <a:ln cap="flat" cmpd="sng" w="9525">
                <a:solidFill>
                  <a:schemeClr val="dk2"/>
                </a:solidFill>
                <a:prstDash val="solid"/>
                <a:round/>
                <a:headEnd len="med" w="med" type="none"/>
                <a:tailEnd len="med" w="med" type="none"/>
              </a:ln>
            </p:spPr>
          </p:cxnSp>
          <p:cxnSp>
            <p:nvCxnSpPr>
              <p:cNvPr id="693" name="Google Shape;693;p13"/>
              <p:cNvCxnSpPr>
                <a:stCxn id="691" idx="2"/>
                <a:endCxn id="673" idx="6"/>
              </p:cNvCxnSpPr>
              <p:nvPr/>
            </p:nvCxnSpPr>
            <p:spPr>
              <a:xfrm rot="-459508">
                <a:off x="2061896" y="4659992"/>
                <a:ext cx="943213" cy="337216"/>
              </a:xfrm>
              <a:prstGeom prst="straightConnector1">
                <a:avLst/>
              </a:prstGeom>
              <a:noFill/>
              <a:ln cap="flat" cmpd="sng" w="9525">
                <a:solidFill>
                  <a:schemeClr val="dk2"/>
                </a:solidFill>
                <a:prstDash val="solid"/>
                <a:round/>
                <a:headEnd len="med" w="med" type="none"/>
                <a:tailEnd len="med" w="med" type="none"/>
              </a:ln>
            </p:spPr>
          </p:cxnSp>
          <p:cxnSp>
            <p:nvCxnSpPr>
              <p:cNvPr id="694" name="Google Shape;694;p13"/>
              <p:cNvCxnSpPr>
                <a:stCxn id="691" idx="0"/>
                <a:endCxn id="672" idx="4"/>
              </p:cNvCxnSpPr>
              <p:nvPr/>
            </p:nvCxnSpPr>
            <p:spPr>
              <a:xfrm flipH="1" rot="-463310">
                <a:off x="1838574" y="4757163"/>
                <a:ext cx="160758" cy="174674"/>
              </a:xfrm>
              <a:prstGeom prst="straightConnector1">
                <a:avLst/>
              </a:prstGeom>
              <a:noFill/>
              <a:ln cap="flat" cmpd="sng" w="9525">
                <a:solidFill>
                  <a:schemeClr val="dk2"/>
                </a:solidFill>
                <a:prstDash val="solid"/>
                <a:round/>
                <a:headEnd len="med" w="med" type="none"/>
                <a:tailEnd len="med" w="med" type="none"/>
              </a:ln>
            </p:spPr>
          </p:cxnSp>
          <p:cxnSp>
            <p:nvCxnSpPr>
              <p:cNvPr id="695" name="Google Shape;695;p13"/>
              <p:cNvCxnSpPr>
                <a:stCxn id="691" idx="1"/>
                <a:endCxn id="674" idx="5"/>
              </p:cNvCxnSpPr>
              <p:nvPr/>
            </p:nvCxnSpPr>
            <p:spPr>
              <a:xfrm rot="-459275">
                <a:off x="2108012" y="4689612"/>
                <a:ext cx="777024" cy="1371563"/>
              </a:xfrm>
              <a:prstGeom prst="straightConnector1">
                <a:avLst/>
              </a:prstGeom>
              <a:noFill/>
              <a:ln cap="flat" cmpd="sng" w="9525">
                <a:solidFill>
                  <a:schemeClr val="dk2"/>
                </a:solidFill>
                <a:prstDash val="solid"/>
                <a:round/>
                <a:headEnd len="med" w="med" type="none"/>
                <a:tailEnd len="med" w="med" type="none"/>
              </a:ln>
            </p:spPr>
          </p:cxnSp>
          <p:sp>
            <p:nvSpPr>
              <p:cNvPr id="696" name="Google Shape;696;p13"/>
              <p:cNvSpPr/>
              <p:nvPr/>
            </p:nvSpPr>
            <p:spPr>
              <a:xfrm rot="-9417549">
                <a:off x="3933996" y="4880048"/>
                <a:ext cx="128773" cy="12877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697" name="Google Shape;697;p13"/>
              <p:cNvCxnSpPr>
                <a:stCxn id="673" idx="2"/>
                <a:endCxn id="696" idx="7"/>
              </p:cNvCxnSpPr>
              <p:nvPr/>
            </p:nvCxnSpPr>
            <p:spPr>
              <a:xfrm rot="-460738">
                <a:off x="3266626" y="4991469"/>
                <a:ext cx="673540" cy="22105"/>
              </a:xfrm>
              <a:prstGeom prst="straightConnector1">
                <a:avLst/>
              </a:prstGeom>
              <a:noFill/>
              <a:ln cap="flat" cmpd="sng" w="9525">
                <a:solidFill>
                  <a:schemeClr val="dk2"/>
                </a:solidFill>
                <a:prstDash val="solid"/>
                <a:round/>
                <a:headEnd len="med" w="med" type="none"/>
                <a:tailEnd len="med" w="med" type="none"/>
              </a:ln>
            </p:spPr>
          </p:cxnSp>
          <p:cxnSp>
            <p:nvCxnSpPr>
              <p:cNvPr id="698" name="Google Shape;698;p13"/>
              <p:cNvCxnSpPr>
                <a:stCxn id="696" idx="3"/>
                <a:endCxn id="671" idx="7"/>
              </p:cNvCxnSpPr>
              <p:nvPr/>
            </p:nvCxnSpPr>
            <p:spPr>
              <a:xfrm flipH="1" rot="10340841">
                <a:off x="4051630" y="4823477"/>
                <a:ext cx="509135" cy="63260"/>
              </a:xfrm>
              <a:prstGeom prst="straightConnector1">
                <a:avLst/>
              </a:prstGeom>
              <a:noFill/>
              <a:ln cap="flat" cmpd="sng" w="9525">
                <a:solidFill>
                  <a:schemeClr val="dk2"/>
                </a:solidFill>
                <a:prstDash val="solid"/>
                <a:round/>
                <a:headEnd len="med" w="med" type="none"/>
                <a:tailEnd len="med" w="med" type="none"/>
              </a:ln>
            </p:spPr>
          </p:cxnSp>
          <p:cxnSp>
            <p:nvCxnSpPr>
              <p:cNvPr id="699" name="Google Shape;699;p13"/>
              <p:cNvCxnSpPr>
                <a:stCxn id="674" idx="4"/>
                <a:endCxn id="696" idx="0"/>
              </p:cNvCxnSpPr>
              <p:nvPr/>
            </p:nvCxnSpPr>
            <p:spPr>
              <a:xfrm flipH="1" rot="10339578">
                <a:off x="2943686" y="5072692"/>
                <a:ext cx="1091878" cy="861794"/>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1">
    <p:spTree>
      <p:nvGrpSpPr>
        <p:cNvPr id="700" name="Shape 700"/>
        <p:cNvGrpSpPr/>
        <p:nvPr/>
      </p:nvGrpSpPr>
      <p:grpSpPr>
        <a:xfrm>
          <a:off x="0" y="0"/>
          <a:ext cx="0" cy="0"/>
          <a:chOff x="0" y="0"/>
          <a:chExt cx="0" cy="0"/>
        </a:xfrm>
      </p:grpSpPr>
      <p:sp>
        <p:nvSpPr>
          <p:cNvPr id="701" name="Google Shape;701;p14"/>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702" name="Google Shape;702;p14"/>
          <p:cNvGrpSpPr/>
          <p:nvPr/>
        </p:nvGrpSpPr>
        <p:grpSpPr>
          <a:xfrm>
            <a:off x="190301" y="174004"/>
            <a:ext cx="8808974" cy="4007621"/>
            <a:chOff x="190301" y="174004"/>
            <a:chExt cx="8808974" cy="4007621"/>
          </a:xfrm>
        </p:grpSpPr>
        <p:grpSp>
          <p:nvGrpSpPr>
            <p:cNvPr id="703" name="Google Shape;703;p14"/>
            <p:cNvGrpSpPr/>
            <p:nvPr/>
          </p:nvGrpSpPr>
          <p:grpSpPr>
            <a:xfrm rot="10800000">
              <a:off x="190301" y="3858950"/>
              <a:ext cx="298275" cy="322675"/>
              <a:chOff x="8667225" y="681525"/>
              <a:chExt cx="298275" cy="322675"/>
            </a:xfrm>
          </p:grpSpPr>
          <p:sp>
            <p:nvSpPr>
              <p:cNvPr id="704" name="Google Shape;704;p14"/>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05" name="Google Shape;705;p14"/>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06" name="Google Shape;706;p14"/>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707" name="Google Shape;707;p14"/>
            <p:cNvGrpSpPr/>
            <p:nvPr/>
          </p:nvGrpSpPr>
          <p:grpSpPr>
            <a:xfrm rot="-5139163">
              <a:off x="8591694" y="201328"/>
              <a:ext cx="406266" cy="379191"/>
              <a:chOff x="140150" y="4657175"/>
              <a:chExt cx="406275" cy="379200"/>
            </a:xfrm>
          </p:grpSpPr>
          <p:sp>
            <p:nvSpPr>
              <p:cNvPr id="708" name="Google Shape;708;p14"/>
              <p:cNvSpPr/>
              <p:nvPr/>
            </p:nvSpPr>
            <p:spPr>
              <a:xfrm rot="10800000">
                <a:off x="140150" y="49496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09" name="Google Shape;709;p14"/>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10" name="Google Shape;710;p14"/>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11" name="Google Shape;711;p14"/>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712" name="Google Shape;712;p14"/>
          <p:cNvGrpSpPr/>
          <p:nvPr/>
        </p:nvGrpSpPr>
        <p:grpSpPr>
          <a:xfrm>
            <a:off x="115024" y="-2374836"/>
            <a:ext cx="8971639" cy="9886184"/>
            <a:chOff x="115024" y="-2374836"/>
            <a:chExt cx="8971639" cy="9886184"/>
          </a:xfrm>
        </p:grpSpPr>
        <p:grpSp>
          <p:nvGrpSpPr>
            <p:cNvPr id="713" name="Google Shape;713;p14"/>
            <p:cNvGrpSpPr/>
            <p:nvPr/>
          </p:nvGrpSpPr>
          <p:grpSpPr>
            <a:xfrm flipH="1">
              <a:off x="115024" y="-2374836"/>
              <a:ext cx="3687215" cy="3485542"/>
              <a:chOff x="5337386" y="-2374836"/>
              <a:chExt cx="3687215" cy="3485542"/>
            </a:xfrm>
          </p:grpSpPr>
          <p:sp>
            <p:nvSpPr>
              <p:cNvPr id="714" name="Google Shape;714;p14"/>
              <p:cNvSpPr/>
              <p:nvPr/>
            </p:nvSpPr>
            <p:spPr>
              <a:xfrm rot="9698973">
                <a:off x="8256504" y="-2357857"/>
                <a:ext cx="128642" cy="128642"/>
              </a:xfrm>
              <a:prstGeom prst="ellipse">
                <a:avLst/>
              </a:prstGeom>
              <a:solidFill>
                <a:srgbClr val="FFD9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15" name="Google Shape;715;p14"/>
              <p:cNvSpPr/>
              <p:nvPr/>
            </p:nvSpPr>
            <p:spPr>
              <a:xfrm rot="9699868">
                <a:off x="6325487" y="-94127"/>
                <a:ext cx="164028" cy="164028"/>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16" name="Google Shape;716;p14"/>
              <p:cNvSpPr/>
              <p:nvPr/>
            </p:nvSpPr>
            <p:spPr>
              <a:xfrm rot="9695130">
                <a:off x="7230532" y="-1291785"/>
                <a:ext cx="265916" cy="265916"/>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17" name="Google Shape;717;p14"/>
              <p:cNvSpPr/>
              <p:nvPr/>
            </p:nvSpPr>
            <p:spPr>
              <a:xfrm rot="9708981">
                <a:off x="8013809" y="-151576"/>
                <a:ext cx="86521" cy="86521"/>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18" name="Google Shape;718;p14"/>
              <p:cNvSpPr/>
              <p:nvPr/>
            </p:nvSpPr>
            <p:spPr>
              <a:xfrm rot="9699377">
                <a:off x="8889724" y="131264"/>
                <a:ext cx="119155" cy="119155"/>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19" name="Google Shape;719;p14"/>
              <p:cNvSpPr/>
              <p:nvPr/>
            </p:nvSpPr>
            <p:spPr>
              <a:xfrm rot="-9307649">
                <a:off x="7169475" y="191656"/>
                <a:ext cx="86305" cy="8630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20" name="Google Shape;720;p14"/>
              <p:cNvSpPr/>
              <p:nvPr/>
            </p:nvSpPr>
            <p:spPr>
              <a:xfrm rot="9708981">
                <a:off x="7609568" y="-1824766"/>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21" name="Google Shape;721;p14"/>
              <p:cNvSpPr/>
              <p:nvPr/>
            </p:nvSpPr>
            <p:spPr>
              <a:xfrm rot="9698900">
                <a:off x="5354617" y="277974"/>
                <a:ext cx="130539" cy="13053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22" name="Google Shape;722;p14"/>
              <p:cNvCxnSpPr>
                <a:stCxn id="718" idx="5"/>
                <a:endCxn id="717" idx="1"/>
              </p:cNvCxnSpPr>
              <p:nvPr/>
            </p:nvCxnSpPr>
            <p:spPr>
              <a:xfrm rot="10800000">
                <a:off x="8095656" y="-88788"/>
                <a:ext cx="800400" cy="252900"/>
              </a:xfrm>
              <a:prstGeom prst="straightConnector1">
                <a:avLst/>
              </a:prstGeom>
              <a:noFill/>
              <a:ln cap="flat" cmpd="sng" w="9525">
                <a:solidFill>
                  <a:schemeClr val="dk2"/>
                </a:solidFill>
                <a:prstDash val="solid"/>
                <a:round/>
                <a:headEnd len="med" w="med" type="none"/>
                <a:tailEnd len="med" w="med" type="none"/>
              </a:ln>
            </p:spPr>
          </p:cxnSp>
          <p:cxnSp>
            <p:nvCxnSpPr>
              <p:cNvPr id="723" name="Google Shape;723;p14"/>
              <p:cNvCxnSpPr>
                <a:stCxn id="719" idx="4"/>
                <a:endCxn id="717" idx="6"/>
              </p:cNvCxnSpPr>
              <p:nvPr/>
            </p:nvCxnSpPr>
            <p:spPr>
              <a:xfrm flipH="1" rot="10800000">
                <a:off x="7230777" y="-94742"/>
                <a:ext cx="785100" cy="290400"/>
              </a:xfrm>
              <a:prstGeom prst="straightConnector1">
                <a:avLst/>
              </a:prstGeom>
              <a:noFill/>
              <a:ln cap="flat" cmpd="sng" w="9525">
                <a:solidFill>
                  <a:schemeClr val="dk2"/>
                </a:solidFill>
                <a:prstDash val="solid"/>
                <a:round/>
                <a:headEnd len="med" w="med" type="none"/>
                <a:tailEnd len="med" w="med" type="none"/>
              </a:ln>
            </p:spPr>
          </p:cxnSp>
          <p:cxnSp>
            <p:nvCxnSpPr>
              <p:cNvPr id="724" name="Google Shape;724;p14"/>
              <p:cNvCxnSpPr>
                <a:stCxn id="714" idx="0"/>
                <a:endCxn id="718" idx="4"/>
              </p:cNvCxnSpPr>
              <p:nvPr/>
            </p:nvCxnSpPr>
            <p:spPr>
              <a:xfrm>
                <a:off x="8341075" y="-2232486"/>
                <a:ext cx="589500" cy="2366700"/>
              </a:xfrm>
              <a:prstGeom prst="straightConnector1">
                <a:avLst/>
              </a:prstGeom>
              <a:noFill/>
              <a:ln cap="flat" cmpd="sng" w="9525">
                <a:solidFill>
                  <a:schemeClr val="dk2"/>
                </a:solidFill>
                <a:prstDash val="solid"/>
                <a:round/>
                <a:headEnd len="med" w="med" type="none"/>
                <a:tailEnd len="med" w="med" type="none"/>
              </a:ln>
            </p:spPr>
          </p:cxnSp>
          <p:cxnSp>
            <p:nvCxnSpPr>
              <p:cNvPr id="725" name="Google Shape;725;p14"/>
              <p:cNvCxnSpPr>
                <a:stCxn id="718" idx="6"/>
                <a:endCxn id="719" idx="2"/>
              </p:cNvCxnSpPr>
              <p:nvPr/>
            </p:nvCxnSpPr>
            <p:spPr>
              <a:xfrm flipH="1">
                <a:off x="7251752" y="209591"/>
                <a:ext cx="1641000" cy="43500"/>
              </a:xfrm>
              <a:prstGeom prst="straightConnector1">
                <a:avLst/>
              </a:prstGeom>
              <a:noFill/>
              <a:ln cap="flat" cmpd="sng" w="9525">
                <a:solidFill>
                  <a:schemeClr val="dk2"/>
                </a:solidFill>
                <a:prstDash val="solid"/>
                <a:round/>
                <a:headEnd len="med" w="med" type="none"/>
                <a:tailEnd len="med" w="med" type="none"/>
              </a:ln>
            </p:spPr>
          </p:cxnSp>
          <p:cxnSp>
            <p:nvCxnSpPr>
              <p:cNvPr id="726" name="Google Shape;726;p14"/>
              <p:cNvCxnSpPr>
                <a:stCxn id="719" idx="6"/>
                <a:endCxn id="715" idx="1"/>
              </p:cNvCxnSpPr>
              <p:nvPr/>
            </p:nvCxnSpPr>
            <p:spPr>
              <a:xfrm rot="10800000">
                <a:off x="6480777" y="24658"/>
                <a:ext cx="692700" cy="192000"/>
              </a:xfrm>
              <a:prstGeom prst="straightConnector1">
                <a:avLst/>
              </a:prstGeom>
              <a:noFill/>
              <a:ln cap="flat" cmpd="sng" w="9525">
                <a:solidFill>
                  <a:schemeClr val="dk2"/>
                </a:solidFill>
                <a:prstDash val="solid"/>
                <a:round/>
                <a:headEnd len="med" w="med" type="none"/>
                <a:tailEnd len="med" w="med" type="none"/>
              </a:ln>
            </p:spPr>
          </p:cxnSp>
          <p:cxnSp>
            <p:nvCxnSpPr>
              <p:cNvPr id="727" name="Google Shape;727;p14"/>
              <p:cNvCxnSpPr>
                <a:stCxn id="717" idx="6"/>
                <a:endCxn id="715" idx="1"/>
              </p:cNvCxnSpPr>
              <p:nvPr/>
            </p:nvCxnSpPr>
            <p:spPr>
              <a:xfrm flipH="1">
                <a:off x="6480870" y="-94816"/>
                <a:ext cx="1535100" cy="119400"/>
              </a:xfrm>
              <a:prstGeom prst="straightConnector1">
                <a:avLst/>
              </a:prstGeom>
              <a:noFill/>
              <a:ln cap="flat" cmpd="sng" w="9525">
                <a:solidFill>
                  <a:schemeClr val="dk2"/>
                </a:solidFill>
                <a:prstDash val="solid"/>
                <a:round/>
                <a:headEnd len="med" w="med" type="none"/>
                <a:tailEnd len="med" w="med" type="none"/>
              </a:ln>
            </p:spPr>
          </p:cxnSp>
          <p:cxnSp>
            <p:nvCxnSpPr>
              <p:cNvPr id="728" name="Google Shape;728;p14"/>
              <p:cNvCxnSpPr>
                <a:stCxn id="714" idx="6"/>
                <a:endCxn id="720" idx="3"/>
              </p:cNvCxnSpPr>
              <p:nvPr/>
            </p:nvCxnSpPr>
            <p:spPr>
              <a:xfrm flipH="1">
                <a:off x="7672375" y="-2273286"/>
                <a:ext cx="587400" cy="453300"/>
              </a:xfrm>
              <a:prstGeom prst="straightConnector1">
                <a:avLst/>
              </a:prstGeom>
              <a:noFill/>
              <a:ln cap="flat" cmpd="sng" w="9525">
                <a:solidFill>
                  <a:schemeClr val="dk2"/>
                </a:solidFill>
                <a:prstDash val="solid"/>
                <a:round/>
                <a:headEnd len="med" w="med" type="none"/>
                <a:tailEnd len="med" w="med" type="none"/>
              </a:ln>
            </p:spPr>
          </p:cxnSp>
          <p:cxnSp>
            <p:nvCxnSpPr>
              <p:cNvPr id="729" name="Google Shape;729;p14"/>
              <p:cNvCxnSpPr>
                <a:stCxn id="714" idx="7"/>
                <a:endCxn id="717" idx="4"/>
              </p:cNvCxnSpPr>
              <p:nvPr/>
            </p:nvCxnSpPr>
            <p:spPr>
              <a:xfrm flipH="1">
                <a:off x="8043575" y="-2236048"/>
                <a:ext cx="248400" cy="2086500"/>
              </a:xfrm>
              <a:prstGeom prst="straightConnector1">
                <a:avLst/>
              </a:prstGeom>
              <a:noFill/>
              <a:ln cap="flat" cmpd="sng" w="9525">
                <a:solidFill>
                  <a:schemeClr val="dk2"/>
                </a:solidFill>
                <a:prstDash val="solid"/>
                <a:round/>
                <a:headEnd len="med" w="med" type="none"/>
                <a:tailEnd len="med" w="med" type="none"/>
              </a:ln>
            </p:spPr>
          </p:cxnSp>
          <p:cxnSp>
            <p:nvCxnSpPr>
              <p:cNvPr id="730" name="Google Shape;730;p14"/>
              <p:cNvCxnSpPr>
                <a:stCxn id="720" idx="7"/>
                <a:endCxn id="716" idx="3"/>
              </p:cNvCxnSpPr>
              <p:nvPr/>
            </p:nvCxnSpPr>
            <p:spPr>
              <a:xfrm flipH="1">
                <a:off x="7423012" y="-1742897"/>
                <a:ext cx="210300" cy="465300"/>
              </a:xfrm>
              <a:prstGeom prst="straightConnector1">
                <a:avLst/>
              </a:prstGeom>
              <a:noFill/>
              <a:ln cap="flat" cmpd="sng" w="9525">
                <a:solidFill>
                  <a:schemeClr val="dk2"/>
                </a:solidFill>
                <a:prstDash val="solid"/>
                <a:round/>
                <a:headEnd len="med" w="med" type="none"/>
                <a:tailEnd len="med" w="med" type="none"/>
              </a:ln>
            </p:spPr>
          </p:cxnSp>
          <p:cxnSp>
            <p:nvCxnSpPr>
              <p:cNvPr id="731" name="Google Shape;731;p14"/>
              <p:cNvCxnSpPr>
                <a:stCxn id="716" idx="0"/>
                <a:endCxn id="717" idx="4"/>
              </p:cNvCxnSpPr>
              <p:nvPr/>
            </p:nvCxnSpPr>
            <p:spPr>
              <a:xfrm>
                <a:off x="7405490" y="-1032677"/>
                <a:ext cx="638100" cy="883200"/>
              </a:xfrm>
              <a:prstGeom prst="straightConnector1">
                <a:avLst/>
              </a:prstGeom>
              <a:noFill/>
              <a:ln cap="flat" cmpd="sng" w="9525">
                <a:solidFill>
                  <a:schemeClr val="dk2"/>
                </a:solidFill>
                <a:prstDash val="solid"/>
                <a:round/>
                <a:headEnd len="med" w="med" type="none"/>
                <a:tailEnd len="med" w="med" type="none"/>
              </a:ln>
            </p:spPr>
          </p:cxnSp>
          <p:cxnSp>
            <p:nvCxnSpPr>
              <p:cNvPr id="732" name="Google Shape;732;p14"/>
              <p:cNvCxnSpPr>
                <a:stCxn id="721" idx="2"/>
                <a:endCxn id="715" idx="6"/>
              </p:cNvCxnSpPr>
              <p:nvPr/>
            </p:nvCxnSpPr>
            <p:spPr>
              <a:xfrm flipH="1" rot="10800000">
                <a:off x="5481836" y="13694"/>
                <a:ext cx="847800" cy="309000"/>
              </a:xfrm>
              <a:prstGeom prst="straightConnector1">
                <a:avLst/>
              </a:prstGeom>
              <a:noFill/>
              <a:ln cap="flat" cmpd="sng" w="9525">
                <a:solidFill>
                  <a:schemeClr val="dk2"/>
                </a:solidFill>
                <a:prstDash val="solid"/>
                <a:round/>
                <a:headEnd len="med" w="med" type="none"/>
                <a:tailEnd len="med" w="med" type="none"/>
              </a:ln>
            </p:spPr>
          </p:cxnSp>
          <p:cxnSp>
            <p:nvCxnSpPr>
              <p:cNvPr id="733" name="Google Shape;733;p14"/>
              <p:cNvCxnSpPr>
                <a:stCxn id="719" idx="7"/>
                <a:endCxn id="721" idx="1"/>
              </p:cNvCxnSpPr>
              <p:nvPr/>
            </p:nvCxnSpPr>
            <p:spPr>
              <a:xfrm flipH="1">
                <a:off x="5478310" y="249658"/>
                <a:ext cx="1693800" cy="123000"/>
              </a:xfrm>
              <a:prstGeom prst="straightConnector1">
                <a:avLst/>
              </a:prstGeom>
              <a:noFill/>
              <a:ln cap="flat" cmpd="sng" w="9525">
                <a:solidFill>
                  <a:schemeClr val="dk2"/>
                </a:solidFill>
                <a:prstDash val="solid"/>
                <a:round/>
                <a:headEnd len="med" w="med" type="none"/>
                <a:tailEnd len="med" w="med" type="none"/>
              </a:ln>
            </p:spPr>
          </p:cxnSp>
          <p:sp>
            <p:nvSpPr>
              <p:cNvPr id="734" name="Google Shape;734;p14"/>
              <p:cNvSpPr/>
              <p:nvPr/>
            </p:nvSpPr>
            <p:spPr>
              <a:xfrm rot="9708981">
                <a:off x="6280042" y="-655695"/>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35" name="Google Shape;735;p14"/>
              <p:cNvCxnSpPr>
                <a:stCxn id="721" idx="3"/>
                <a:endCxn id="734" idx="6"/>
              </p:cNvCxnSpPr>
              <p:nvPr/>
            </p:nvCxnSpPr>
            <p:spPr>
              <a:xfrm flipH="1" rot="10800000">
                <a:off x="5449161" y="-598892"/>
                <a:ext cx="833100" cy="883800"/>
              </a:xfrm>
              <a:prstGeom prst="straightConnector1">
                <a:avLst/>
              </a:prstGeom>
              <a:noFill/>
              <a:ln cap="flat" cmpd="sng" w="9525">
                <a:solidFill>
                  <a:schemeClr val="dk2"/>
                </a:solidFill>
                <a:prstDash val="solid"/>
                <a:round/>
                <a:headEnd len="med" w="med" type="none"/>
                <a:tailEnd len="med" w="med" type="none"/>
              </a:ln>
            </p:spPr>
          </p:cxnSp>
          <p:cxnSp>
            <p:nvCxnSpPr>
              <p:cNvPr id="736" name="Google Shape;736;p14"/>
              <p:cNvCxnSpPr>
                <a:stCxn id="734" idx="2"/>
                <a:endCxn id="716" idx="6"/>
              </p:cNvCxnSpPr>
              <p:nvPr/>
            </p:nvCxnSpPr>
            <p:spPr>
              <a:xfrm flipH="1" rot="10800000">
                <a:off x="6364402" y="-1116735"/>
                <a:ext cx="873000" cy="490800"/>
              </a:xfrm>
              <a:prstGeom prst="straightConnector1">
                <a:avLst/>
              </a:prstGeom>
              <a:noFill/>
              <a:ln cap="flat" cmpd="sng" w="9525">
                <a:solidFill>
                  <a:schemeClr val="dk2"/>
                </a:solidFill>
                <a:prstDash val="solid"/>
                <a:round/>
                <a:headEnd len="med" w="med" type="none"/>
                <a:tailEnd len="med" w="med" type="none"/>
              </a:ln>
            </p:spPr>
          </p:cxnSp>
          <p:cxnSp>
            <p:nvCxnSpPr>
              <p:cNvPr id="737" name="Google Shape;737;p14"/>
              <p:cNvCxnSpPr>
                <a:stCxn id="734" idx="0"/>
                <a:endCxn id="715" idx="4"/>
              </p:cNvCxnSpPr>
              <p:nvPr/>
            </p:nvCxnSpPr>
            <p:spPr>
              <a:xfrm>
                <a:off x="6336802" y="-571335"/>
                <a:ext cx="45000" cy="481500"/>
              </a:xfrm>
              <a:prstGeom prst="straightConnector1">
                <a:avLst/>
              </a:prstGeom>
              <a:noFill/>
              <a:ln cap="flat" cmpd="sng" w="9525">
                <a:solidFill>
                  <a:schemeClr val="dk2"/>
                </a:solidFill>
                <a:prstDash val="solid"/>
                <a:round/>
                <a:headEnd len="med" w="med" type="none"/>
                <a:tailEnd len="med" w="med" type="none"/>
              </a:ln>
            </p:spPr>
          </p:cxnSp>
          <p:cxnSp>
            <p:nvCxnSpPr>
              <p:cNvPr id="738" name="Google Shape;738;p14"/>
              <p:cNvCxnSpPr>
                <a:stCxn id="734" idx="1"/>
                <a:endCxn id="717" idx="5"/>
              </p:cNvCxnSpPr>
              <p:nvPr/>
            </p:nvCxnSpPr>
            <p:spPr>
              <a:xfrm>
                <a:off x="6361911" y="-592919"/>
                <a:ext cx="1656600" cy="465000"/>
              </a:xfrm>
              <a:prstGeom prst="straightConnector1">
                <a:avLst/>
              </a:prstGeom>
              <a:noFill/>
              <a:ln cap="flat" cmpd="sng" w="9525">
                <a:solidFill>
                  <a:schemeClr val="dk2"/>
                </a:solidFill>
                <a:prstDash val="solid"/>
                <a:round/>
                <a:headEnd len="med" w="med" type="none"/>
                <a:tailEnd len="med" w="med" type="none"/>
              </a:ln>
            </p:spPr>
          </p:cxnSp>
          <p:sp>
            <p:nvSpPr>
              <p:cNvPr id="739" name="Google Shape;739;p14"/>
              <p:cNvSpPr/>
              <p:nvPr/>
            </p:nvSpPr>
            <p:spPr>
              <a:xfrm rot="9698973">
                <a:off x="7912582" y="-1816833"/>
                <a:ext cx="128642" cy="128642"/>
              </a:xfrm>
              <a:prstGeom prst="ellipse">
                <a:avLst/>
              </a:prstGeom>
              <a:solidFill>
                <a:srgbClr val="86CF6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40" name="Google Shape;740;p14"/>
              <p:cNvCxnSpPr>
                <a:stCxn id="716" idx="2"/>
                <a:endCxn id="739" idx="7"/>
              </p:cNvCxnSpPr>
              <p:nvPr/>
            </p:nvCxnSpPr>
            <p:spPr>
              <a:xfrm flipH="1" rot="10800000">
                <a:off x="7489640" y="-1694927"/>
                <a:ext cx="458400" cy="494100"/>
              </a:xfrm>
              <a:prstGeom prst="straightConnector1">
                <a:avLst/>
              </a:prstGeom>
              <a:noFill/>
              <a:ln cap="flat" cmpd="sng" w="9525">
                <a:solidFill>
                  <a:schemeClr val="dk2"/>
                </a:solidFill>
                <a:prstDash val="solid"/>
                <a:round/>
                <a:headEnd len="med" w="med" type="none"/>
                <a:tailEnd len="med" w="med" type="none"/>
              </a:ln>
            </p:spPr>
          </p:cxnSp>
          <p:cxnSp>
            <p:nvCxnSpPr>
              <p:cNvPr id="741" name="Google Shape;741;p14"/>
              <p:cNvCxnSpPr>
                <a:stCxn id="739" idx="3"/>
                <a:endCxn id="714" idx="7"/>
              </p:cNvCxnSpPr>
              <p:nvPr/>
            </p:nvCxnSpPr>
            <p:spPr>
              <a:xfrm flipH="1" rot="10800000">
                <a:off x="8005753" y="-2236000"/>
                <a:ext cx="286200" cy="426000"/>
              </a:xfrm>
              <a:prstGeom prst="straightConnector1">
                <a:avLst/>
              </a:prstGeom>
              <a:noFill/>
              <a:ln cap="flat" cmpd="sng" w="9525">
                <a:solidFill>
                  <a:schemeClr val="dk2"/>
                </a:solidFill>
                <a:prstDash val="solid"/>
                <a:round/>
                <a:headEnd len="med" w="med" type="none"/>
                <a:tailEnd len="med" w="med" type="none"/>
              </a:ln>
            </p:spPr>
          </p:cxnSp>
          <p:cxnSp>
            <p:nvCxnSpPr>
              <p:cNvPr id="742" name="Google Shape;742;p14"/>
              <p:cNvCxnSpPr>
                <a:stCxn id="717" idx="4"/>
                <a:endCxn id="739" idx="0"/>
              </p:cNvCxnSpPr>
              <p:nvPr/>
            </p:nvCxnSpPr>
            <p:spPr>
              <a:xfrm rot="10800000">
                <a:off x="7997070" y="-1691416"/>
                <a:ext cx="46500" cy="1542000"/>
              </a:xfrm>
              <a:prstGeom prst="straightConnector1">
                <a:avLst/>
              </a:prstGeom>
              <a:noFill/>
              <a:ln cap="flat" cmpd="sng" w="9525">
                <a:solidFill>
                  <a:schemeClr val="dk2"/>
                </a:solidFill>
                <a:prstDash val="solid"/>
                <a:round/>
                <a:headEnd len="med" w="med" type="none"/>
                <a:tailEnd len="med" w="med" type="none"/>
              </a:ln>
            </p:spPr>
          </p:cxnSp>
          <p:sp>
            <p:nvSpPr>
              <p:cNvPr id="743" name="Google Shape;743;p14"/>
              <p:cNvSpPr/>
              <p:nvPr/>
            </p:nvSpPr>
            <p:spPr>
              <a:xfrm rot="9700738">
                <a:off x="8739027" y="840659"/>
                <a:ext cx="238594" cy="23859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44" name="Google Shape;744;p14"/>
              <p:cNvCxnSpPr>
                <a:stCxn id="717" idx="0"/>
                <a:endCxn id="743" idx="4"/>
              </p:cNvCxnSpPr>
              <p:nvPr/>
            </p:nvCxnSpPr>
            <p:spPr>
              <a:xfrm>
                <a:off x="8070570" y="-67216"/>
                <a:ext cx="750300" cy="913800"/>
              </a:xfrm>
              <a:prstGeom prst="straightConnector1">
                <a:avLst/>
              </a:prstGeom>
              <a:noFill/>
              <a:ln cap="flat" cmpd="sng" w="9525">
                <a:solidFill>
                  <a:schemeClr val="dk2"/>
                </a:solidFill>
                <a:prstDash val="solid"/>
                <a:round/>
                <a:headEnd len="med" w="med" type="none"/>
                <a:tailEnd len="med" w="med" type="none"/>
              </a:ln>
            </p:spPr>
          </p:cxnSp>
          <p:cxnSp>
            <p:nvCxnSpPr>
              <p:cNvPr id="745" name="Google Shape;745;p14"/>
              <p:cNvCxnSpPr>
                <a:stCxn id="718" idx="7"/>
                <a:endCxn id="743" idx="3"/>
              </p:cNvCxnSpPr>
              <p:nvPr/>
            </p:nvCxnSpPr>
            <p:spPr>
              <a:xfrm flipH="1">
                <a:off x="8911773" y="244086"/>
                <a:ext cx="10800" cy="609300"/>
              </a:xfrm>
              <a:prstGeom prst="straightConnector1">
                <a:avLst/>
              </a:prstGeom>
              <a:noFill/>
              <a:ln cap="flat" cmpd="sng" w="9525">
                <a:solidFill>
                  <a:schemeClr val="dk2"/>
                </a:solidFill>
                <a:prstDash val="solid"/>
                <a:round/>
                <a:headEnd len="med" w="med" type="none"/>
                <a:tailEnd len="med" w="med" type="none"/>
              </a:ln>
            </p:spPr>
          </p:cxnSp>
        </p:grpSp>
        <p:grpSp>
          <p:nvGrpSpPr>
            <p:cNvPr id="746" name="Google Shape;746;p14"/>
            <p:cNvGrpSpPr/>
            <p:nvPr/>
          </p:nvGrpSpPr>
          <p:grpSpPr>
            <a:xfrm>
              <a:off x="4731484" y="3997585"/>
              <a:ext cx="4355179" cy="3513764"/>
              <a:chOff x="720009" y="3852908"/>
              <a:chExt cx="4355179" cy="3513764"/>
            </a:xfrm>
          </p:grpSpPr>
          <p:sp>
            <p:nvSpPr>
              <p:cNvPr id="747" name="Google Shape;747;p14"/>
              <p:cNvSpPr/>
              <p:nvPr/>
            </p:nvSpPr>
            <p:spPr>
              <a:xfrm rot="8759498">
                <a:off x="4842687" y="3890706"/>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48" name="Google Shape;748;p14"/>
              <p:cNvSpPr/>
              <p:nvPr/>
            </p:nvSpPr>
            <p:spPr>
              <a:xfrm rot="8759498">
                <a:off x="2275964" y="6863806"/>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49" name="Google Shape;749;p14"/>
              <p:cNvSpPr/>
              <p:nvPr/>
            </p:nvSpPr>
            <p:spPr>
              <a:xfrm rot="8760064">
                <a:off x="1605200" y="4894668"/>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50" name="Google Shape;750;p14"/>
              <p:cNvSpPr/>
              <p:nvPr/>
            </p:nvSpPr>
            <p:spPr>
              <a:xfrm rot="8752287">
                <a:off x="3601108" y="609149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51" name="Google Shape;751;p14"/>
              <p:cNvSpPr/>
              <p:nvPr/>
            </p:nvSpPr>
            <p:spPr>
              <a:xfrm rot="8754177">
                <a:off x="4682827" y="4819876"/>
                <a:ext cx="210847" cy="21084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52" name="Google Shape;752;p14"/>
              <p:cNvSpPr/>
              <p:nvPr/>
            </p:nvSpPr>
            <p:spPr>
              <a:xfrm rot="8752287">
                <a:off x="3494792" y="721083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53" name="Google Shape;753;p14"/>
              <p:cNvSpPr/>
              <p:nvPr/>
            </p:nvSpPr>
            <p:spPr>
              <a:xfrm rot="8752287">
                <a:off x="3265787" y="4938959"/>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54" name="Google Shape;754;p14"/>
              <p:cNvSpPr/>
              <p:nvPr/>
            </p:nvSpPr>
            <p:spPr>
              <a:xfrm rot="8754847">
                <a:off x="1467743" y="6207539"/>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55" name="Google Shape;755;p14"/>
              <p:cNvCxnSpPr>
                <a:stCxn id="752" idx="4"/>
                <a:endCxn id="750" idx="0"/>
              </p:cNvCxnSpPr>
              <p:nvPr/>
            </p:nvCxnSpPr>
            <p:spPr>
              <a:xfrm flipH="1" rot="10800000">
                <a:off x="3523426" y="6210771"/>
                <a:ext cx="179400" cy="1011300"/>
              </a:xfrm>
              <a:prstGeom prst="straightConnector1">
                <a:avLst/>
              </a:prstGeom>
              <a:noFill/>
              <a:ln cap="flat" cmpd="sng" w="9525">
                <a:solidFill>
                  <a:schemeClr val="dk2"/>
                </a:solidFill>
                <a:prstDash val="solid"/>
                <a:round/>
                <a:headEnd len="med" w="med" type="none"/>
                <a:tailEnd len="med" w="med" type="none"/>
              </a:ln>
            </p:spPr>
          </p:cxnSp>
          <p:cxnSp>
            <p:nvCxnSpPr>
              <p:cNvPr id="756" name="Google Shape;756;p14"/>
              <p:cNvCxnSpPr>
                <a:stCxn id="747" idx="7"/>
                <a:endCxn id="751" idx="3"/>
              </p:cNvCxnSpPr>
              <p:nvPr/>
            </p:nvCxnSpPr>
            <p:spPr>
              <a:xfrm flipH="1">
                <a:off x="4808077" y="4083623"/>
                <a:ext cx="113400" cy="738300"/>
              </a:xfrm>
              <a:prstGeom prst="straightConnector1">
                <a:avLst/>
              </a:prstGeom>
              <a:noFill/>
              <a:ln cap="flat" cmpd="sng" w="9525">
                <a:solidFill>
                  <a:schemeClr val="dk2"/>
                </a:solidFill>
                <a:prstDash val="solid"/>
                <a:round/>
                <a:headEnd len="med" w="med" type="none"/>
                <a:tailEnd len="med" w="med" type="none"/>
              </a:ln>
            </p:spPr>
          </p:cxnSp>
          <p:cxnSp>
            <p:nvCxnSpPr>
              <p:cNvPr id="757" name="Google Shape;757;p14"/>
              <p:cNvCxnSpPr>
                <a:stCxn id="751" idx="7"/>
                <a:endCxn id="752" idx="2"/>
              </p:cNvCxnSpPr>
              <p:nvPr/>
            </p:nvCxnSpPr>
            <p:spPr>
              <a:xfrm flipH="1">
                <a:off x="3613910" y="5028820"/>
                <a:ext cx="1154400" cy="2210700"/>
              </a:xfrm>
              <a:prstGeom prst="straightConnector1">
                <a:avLst/>
              </a:prstGeom>
              <a:noFill/>
              <a:ln cap="flat" cmpd="sng" w="9525">
                <a:solidFill>
                  <a:schemeClr val="dk2"/>
                </a:solidFill>
                <a:prstDash val="solid"/>
                <a:round/>
                <a:headEnd len="med" w="med" type="none"/>
                <a:tailEnd len="med" w="med" type="none"/>
              </a:ln>
            </p:spPr>
          </p:cxnSp>
          <p:cxnSp>
            <p:nvCxnSpPr>
              <p:cNvPr id="758" name="Google Shape;758;p14"/>
              <p:cNvCxnSpPr>
                <a:stCxn id="752" idx="6"/>
                <a:endCxn id="748" idx="1"/>
              </p:cNvCxnSpPr>
              <p:nvPr/>
            </p:nvCxnSpPr>
            <p:spPr>
              <a:xfrm rot="10800000">
                <a:off x="2468926" y="6979671"/>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759" name="Google Shape;759;p14"/>
              <p:cNvCxnSpPr>
                <a:stCxn id="750" idx="7"/>
                <a:endCxn id="748" idx="3"/>
              </p:cNvCxnSpPr>
              <p:nvPr/>
            </p:nvCxnSpPr>
            <p:spPr>
              <a:xfrm flipH="1">
                <a:off x="2391939" y="6220795"/>
                <a:ext cx="1262100" cy="644700"/>
              </a:xfrm>
              <a:prstGeom prst="straightConnector1">
                <a:avLst/>
              </a:prstGeom>
              <a:noFill/>
              <a:ln cap="flat" cmpd="sng" w="9525">
                <a:solidFill>
                  <a:schemeClr val="dk2"/>
                </a:solidFill>
                <a:prstDash val="solid"/>
                <a:round/>
                <a:headEnd len="med" w="med" type="none"/>
                <a:tailEnd len="med" w="med" type="none"/>
              </a:ln>
            </p:spPr>
          </p:cxnSp>
          <p:cxnSp>
            <p:nvCxnSpPr>
              <p:cNvPr id="760" name="Google Shape;760;p14"/>
              <p:cNvCxnSpPr>
                <a:stCxn id="747" idx="6"/>
                <a:endCxn id="753" idx="2"/>
              </p:cNvCxnSpPr>
              <p:nvPr/>
            </p:nvCxnSpPr>
            <p:spPr>
              <a:xfrm flipH="1">
                <a:off x="3385138" y="4042508"/>
                <a:ext cx="1474200" cy="925200"/>
              </a:xfrm>
              <a:prstGeom prst="straightConnector1">
                <a:avLst/>
              </a:prstGeom>
              <a:noFill/>
              <a:ln cap="flat" cmpd="sng" w="9525">
                <a:solidFill>
                  <a:schemeClr val="dk2"/>
                </a:solidFill>
                <a:prstDash val="solid"/>
                <a:round/>
                <a:headEnd len="med" w="med" type="none"/>
                <a:tailEnd len="med" w="med" type="none"/>
              </a:ln>
            </p:spPr>
          </p:cxnSp>
          <p:cxnSp>
            <p:nvCxnSpPr>
              <p:cNvPr id="761" name="Google Shape;761;p14"/>
              <p:cNvCxnSpPr>
                <a:stCxn id="753" idx="0"/>
                <a:endCxn id="750" idx="2"/>
              </p:cNvCxnSpPr>
              <p:nvPr/>
            </p:nvCxnSpPr>
            <p:spPr>
              <a:xfrm>
                <a:off x="3367622" y="5058194"/>
                <a:ext cx="352800" cy="1062000"/>
              </a:xfrm>
              <a:prstGeom prst="straightConnector1">
                <a:avLst/>
              </a:prstGeom>
              <a:noFill/>
              <a:ln cap="flat" cmpd="sng" w="9525">
                <a:solidFill>
                  <a:schemeClr val="dk2"/>
                </a:solidFill>
                <a:prstDash val="solid"/>
                <a:round/>
                <a:headEnd len="med" w="med" type="none"/>
                <a:tailEnd len="med" w="med" type="none"/>
              </a:ln>
            </p:spPr>
          </p:cxnSp>
          <p:cxnSp>
            <p:nvCxnSpPr>
              <p:cNvPr id="762" name="Google Shape;762;p14"/>
              <p:cNvCxnSpPr>
                <a:stCxn id="753" idx="5"/>
                <a:endCxn id="749" idx="1"/>
              </p:cNvCxnSpPr>
              <p:nvPr/>
            </p:nvCxnSpPr>
            <p:spPr>
              <a:xfrm flipH="1">
                <a:off x="2002758" y="4991890"/>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763" name="Google Shape;763;p14"/>
              <p:cNvCxnSpPr>
                <a:stCxn id="749" idx="0"/>
                <a:endCxn id="750" idx="5"/>
              </p:cNvCxnSpPr>
              <p:nvPr/>
            </p:nvCxnSpPr>
            <p:spPr>
              <a:xfrm>
                <a:off x="1918052" y="5261670"/>
                <a:ext cx="1684200" cy="882900"/>
              </a:xfrm>
              <a:prstGeom prst="straightConnector1">
                <a:avLst/>
              </a:prstGeom>
              <a:noFill/>
              <a:ln cap="flat" cmpd="sng" w="9525">
                <a:solidFill>
                  <a:schemeClr val="dk2"/>
                </a:solidFill>
                <a:prstDash val="solid"/>
                <a:round/>
                <a:headEnd len="med" w="med" type="none"/>
                <a:tailEnd len="med" w="med" type="none"/>
              </a:ln>
            </p:spPr>
          </p:cxnSp>
          <p:cxnSp>
            <p:nvCxnSpPr>
              <p:cNvPr id="764" name="Google Shape;764;p14"/>
              <p:cNvCxnSpPr>
                <a:stCxn id="749" idx="7"/>
                <a:endCxn id="754" idx="3"/>
              </p:cNvCxnSpPr>
              <p:nvPr/>
            </p:nvCxnSpPr>
            <p:spPr>
              <a:xfrm flipH="1">
                <a:off x="1525162" y="5292284"/>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765" name="Google Shape;765;p14"/>
              <p:cNvCxnSpPr>
                <a:stCxn id="750" idx="6"/>
                <a:endCxn id="754" idx="2"/>
              </p:cNvCxnSpPr>
              <p:nvPr/>
            </p:nvCxnSpPr>
            <p:spPr>
              <a:xfrm flipH="1">
                <a:off x="1555843" y="6193331"/>
                <a:ext cx="2056500" cy="35400"/>
              </a:xfrm>
              <a:prstGeom prst="straightConnector1">
                <a:avLst/>
              </a:prstGeom>
              <a:noFill/>
              <a:ln cap="flat" cmpd="sng" w="9525">
                <a:solidFill>
                  <a:schemeClr val="dk2"/>
                </a:solidFill>
                <a:prstDash val="solid"/>
                <a:round/>
                <a:headEnd len="med" w="med" type="none"/>
                <a:tailEnd len="med" w="med" type="none"/>
              </a:ln>
            </p:spPr>
          </p:cxnSp>
          <p:cxnSp>
            <p:nvCxnSpPr>
              <p:cNvPr id="766" name="Google Shape;766;p14"/>
              <p:cNvCxnSpPr>
                <a:stCxn id="754" idx="0"/>
                <a:endCxn id="748" idx="4"/>
              </p:cNvCxnSpPr>
              <p:nvPr/>
            </p:nvCxnSpPr>
            <p:spPr>
              <a:xfrm>
                <a:off x="1542920" y="6295616"/>
                <a:ext cx="775800" cy="584700"/>
              </a:xfrm>
              <a:prstGeom prst="straightConnector1">
                <a:avLst/>
              </a:prstGeom>
              <a:noFill/>
              <a:ln cap="flat" cmpd="sng" w="9525">
                <a:solidFill>
                  <a:schemeClr val="dk2"/>
                </a:solidFill>
                <a:prstDash val="solid"/>
                <a:round/>
                <a:headEnd len="med" w="med" type="none"/>
                <a:tailEnd len="med" w="med" type="none"/>
              </a:ln>
            </p:spPr>
          </p:cxnSp>
          <p:cxnSp>
            <p:nvCxnSpPr>
              <p:cNvPr id="767" name="Google Shape;767;p14"/>
              <p:cNvCxnSpPr>
                <a:stCxn id="752" idx="5"/>
                <a:endCxn id="754" idx="1"/>
              </p:cNvCxnSpPr>
              <p:nvPr/>
            </p:nvCxnSpPr>
            <p:spPr>
              <a:xfrm rot="10800000">
                <a:off x="1563363" y="6264768"/>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768" name="Google Shape;768;p14"/>
              <p:cNvCxnSpPr>
                <a:stCxn id="751" idx="6"/>
                <a:endCxn id="754" idx="1"/>
              </p:cNvCxnSpPr>
              <p:nvPr/>
            </p:nvCxnSpPr>
            <p:spPr>
              <a:xfrm flipH="1">
                <a:off x="1563250" y="4984400"/>
                <a:ext cx="3137700" cy="1280400"/>
              </a:xfrm>
              <a:prstGeom prst="straightConnector1">
                <a:avLst/>
              </a:prstGeom>
              <a:noFill/>
              <a:ln cap="flat" cmpd="sng" w="9525">
                <a:solidFill>
                  <a:schemeClr val="dk2"/>
                </a:solidFill>
                <a:prstDash val="solid"/>
                <a:round/>
                <a:headEnd len="med" w="med" type="none"/>
                <a:tailEnd len="med" w="med" type="none"/>
              </a:ln>
            </p:spPr>
          </p:cxnSp>
          <p:cxnSp>
            <p:nvCxnSpPr>
              <p:cNvPr id="769" name="Google Shape;769;p14"/>
              <p:cNvCxnSpPr>
                <a:stCxn id="751" idx="5"/>
                <a:endCxn id="753" idx="2"/>
              </p:cNvCxnSpPr>
              <p:nvPr/>
            </p:nvCxnSpPr>
            <p:spPr>
              <a:xfrm flipH="1">
                <a:off x="3385130" y="4905359"/>
                <a:ext cx="1299600" cy="62100"/>
              </a:xfrm>
              <a:prstGeom prst="straightConnector1">
                <a:avLst/>
              </a:prstGeom>
              <a:noFill/>
              <a:ln cap="flat" cmpd="sng" w="9525">
                <a:solidFill>
                  <a:schemeClr val="dk2"/>
                </a:solidFill>
                <a:prstDash val="solid"/>
                <a:round/>
                <a:headEnd len="med" w="med" type="none"/>
                <a:tailEnd len="med" w="med" type="none"/>
              </a:ln>
            </p:spPr>
          </p:cxnSp>
          <p:cxnSp>
            <p:nvCxnSpPr>
              <p:cNvPr id="770" name="Google Shape;770;p14"/>
              <p:cNvCxnSpPr>
                <a:stCxn id="748" idx="4"/>
                <a:endCxn id="749" idx="7"/>
              </p:cNvCxnSpPr>
              <p:nvPr/>
            </p:nvCxnSpPr>
            <p:spPr>
              <a:xfrm rot="10800000">
                <a:off x="1767465" y="5292257"/>
                <a:ext cx="551400" cy="1588200"/>
              </a:xfrm>
              <a:prstGeom prst="straightConnector1">
                <a:avLst/>
              </a:prstGeom>
              <a:noFill/>
              <a:ln cap="flat" cmpd="sng" w="9525">
                <a:solidFill>
                  <a:schemeClr val="dk2"/>
                </a:solidFill>
                <a:prstDash val="solid"/>
                <a:round/>
                <a:headEnd len="med" w="med" type="none"/>
                <a:tailEnd len="med" w="med" type="none"/>
              </a:ln>
            </p:spPr>
          </p:cxnSp>
          <p:sp>
            <p:nvSpPr>
              <p:cNvPr id="771" name="Google Shape;771;p14"/>
              <p:cNvSpPr/>
              <p:nvPr/>
            </p:nvSpPr>
            <p:spPr>
              <a:xfrm rot="8752287">
                <a:off x="745374" y="487673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72" name="Google Shape;772;p14"/>
              <p:cNvCxnSpPr>
                <a:stCxn id="754" idx="4"/>
                <a:endCxn id="771" idx="7"/>
              </p:cNvCxnSpPr>
              <p:nvPr/>
            </p:nvCxnSpPr>
            <p:spPr>
              <a:xfrm rot="10800000">
                <a:off x="798320" y="5005916"/>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773" name="Google Shape;773;p14"/>
              <p:cNvCxnSpPr>
                <a:stCxn id="771" idx="1"/>
                <a:endCxn id="749" idx="5"/>
              </p:cNvCxnSpPr>
              <p:nvPr/>
            </p:nvCxnSpPr>
            <p:spPr>
              <a:xfrm>
                <a:off x="874673" y="4954270"/>
                <a:ext cx="734100" cy="102900"/>
              </a:xfrm>
              <a:prstGeom prst="straightConnector1">
                <a:avLst/>
              </a:prstGeom>
              <a:noFill/>
              <a:ln cap="flat" cmpd="sng" w="9525">
                <a:solidFill>
                  <a:schemeClr val="dk2"/>
                </a:solidFill>
                <a:prstDash val="solid"/>
                <a:round/>
                <a:headEnd len="med" w="med" type="none"/>
                <a:tailEnd len="med" w="med" type="none"/>
              </a:ln>
            </p:spPr>
          </p:cxnSp>
          <p:sp>
            <p:nvSpPr>
              <p:cNvPr id="774" name="Google Shape;774;p14"/>
              <p:cNvSpPr/>
              <p:nvPr/>
            </p:nvSpPr>
            <p:spPr>
              <a:xfrm rot="8759498">
                <a:off x="1785083" y="4514433"/>
                <a:ext cx="194703" cy="19470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775" name="Google Shape;775;p14"/>
              <p:cNvCxnSpPr>
                <a:stCxn id="771" idx="2"/>
                <a:endCxn id="774" idx="5"/>
              </p:cNvCxnSpPr>
              <p:nvPr/>
            </p:nvCxnSpPr>
            <p:spPr>
              <a:xfrm flipH="1" rot="10800000">
                <a:off x="864609" y="4593367"/>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776" name="Google Shape;776;p14"/>
              <p:cNvCxnSpPr>
                <a:stCxn id="774" idx="1"/>
                <a:endCxn id="753" idx="5"/>
              </p:cNvCxnSpPr>
              <p:nvPr/>
            </p:nvCxnSpPr>
            <p:spPr>
              <a:xfrm>
                <a:off x="1977999" y="4630346"/>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777" name="Google Shape;777;p14"/>
              <p:cNvCxnSpPr>
                <a:stCxn id="774" idx="7"/>
                <a:endCxn id="749" idx="3"/>
              </p:cNvCxnSpPr>
              <p:nvPr/>
            </p:nvCxnSpPr>
            <p:spPr>
              <a:xfrm flipH="1">
                <a:off x="1844072" y="4707350"/>
                <a:ext cx="19800" cy="1911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1_1">
    <p:spTree>
      <p:nvGrpSpPr>
        <p:cNvPr id="778" name="Shape 778"/>
        <p:cNvGrpSpPr/>
        <p:nvPr/>
      </p:nvGrpSpPr>
      <p:grpSpPr>
        <a:xfrm>
          <a:off x="0" y="0"/>
          <a:ext cx="0" cy="0"/>
          <a:chOff x="0" y="0"/>
          <a:chExt cx="0" cy="0"/>
        </a:xfrm>
      </p:grpSpPr>
      <p:sp>
        <p:nvSpPr>
          <p:cNvPr id="779" name="Google Shape;779;p15"/>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780" name="Google Shape;780;p15"/>
          <p:cNvGrpSpPr/>
          <p:nvPr/>
        </p:nvGrpSpPr>
        <p:grpSpPr>
          <a:xfrm>
            <a:off x="119476" y="1141150"/>
            <a:ext cx="7318880" cy="3862644"/>
            <a:chOff x="119476" y="1141150"/>
            <a:chExt cx="7318880" cy="3862644"/>
          </a:xfrm>
        </p:grpSpPr>
        <p:grpSp>
          <p:nvGrpSpPr>
            <p:cNvPr id="781" name="Google Shape;781;p15"/>
            <p:cNvGrpSpPr/>
            <p:nvPr/>
          </p:nvGrpSpPr>
          <p:grpSpPr>
            <a:xfrm rot="10800000">
              <a:off x="119476" y="1141150"/>
              <a:ext cx="298275" cy="322675"/>
              <a:chOff x="8667225" y="681525"/>
              <a:chExt cx="298275" cy="322675"/>
            </a:xfrm>
          </p:grpSpPr>
          <p:sp>
            <p:nvSpPr>
              <p:cNvPr id="782" name="Google Shape;782;p15"/>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83" name="Google Shape;783;p15"/>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84" name="Google Shape;784;p15"/>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785" name="Google Shape;785;p15"/>
            <p:cNvGrpSpPr/>
            <p:nvPr/>
          </p:nvGrpSpPr>
          <p:grpSpPr>
            <a:xfrm rot="-5139163">
              <a:off x="6960991" y="4509560"/>
              <a:ext cx="254304" cy="683114"/>
              <a:chOff x="140150" y="4353245"/>
              <a:chExt cx="254310" cy="683130"/>
            </a:xfrm>
          </p:grpSpPr>
          <p:sp>
            <p:nvSpPr>
              <p:cNvPr id="786" name="Google Shape;786;p15"/>
              <p:cNvSpPr/>
              <p:nvPr/>
            </p:nvSpPr>
            <p:spPr>
              <a:xfrm rot="10800000">
                <a:off x="140150" y="49496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87" name="Google Shape;787;p15"/>
              <p:cNvSpPr/>
              <p:nvPr/>
            </p:nvSpPr>
            <p:spPr>
              <a:xfrm rot="10800000">
                <a:off x="146360" y="4668727"/>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88" name="Google Shape;788;p15"/>
              <p:cNvSpPr/>
              <p:nvPr/>
            </p:nvSpPr>
            <p:spPr>
              <a:xfrm rot="10800000">
                <a:off x="343160" y="4863902"/>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89" name="Google Shape;789;p15"/>
              <p:cNvSpPr/>
              <p:nvPr/>
            </p:nvSpPr>
            <p:spPr>
              <a:xfrm rot="10800000">
                <a:off x="141945" y="435324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790" name="Google Shape;790;p15"/>
          <p:cNvGrpSpPr/>
          <p:nvPr/>
        </p:nvGrpSpPr>
        <p:grpSpPr>
          <a:xfrm>
            <a:off x="-3264108" y="1062527"/>
            <a:ext cx="12699758" cy="5125916"/>
            <a:chOff x="-3264108" y="1062527"/>
            <a:chExt cx="12699758" cy="5125916"/>
          </a:xfrm>
        </p:grpSpPr>
        <p:grpSp>
          <p:nvGrpSpPr>
            <p:cNvPr id="791" name="Google Shape;791;p15"/>
            <p:cNvGrpSpPr/>
            <p:nvPr/>
          </p:nvGrpSpPr>
          <p:grpSpPr>
            <a:xfrm rot="10800000">
              <a:off x="7825876" y="2716263"/>
              <a:ext cx="1609774" cy="2641456"/>
              <a:chOff x="-225924" y="-192037"/>
              <a:chExt cx="1609774" cy="2641456"/>
            </a:xfrm>
          </p:grpSpPr>
          <p:cxnSp>
            <p:nvCxnSpPr>
              <p:cNvPr id="792" name="Google Shape;792;p15"/>
              <p:cNvCxnSpPr>
                <a:stCxn id="793" idx="7"/>
                <a:endCxn id="794" idx="2"/>
              </p:cNvCxnSpPr>
              <p:nvPr/>
            </p:nvCxnSpPr>
            <p:spPr>
              <a:xfrm flipH="1" rot="10800000">
                <a:off x="332904" y="155655"/>
                <a:ext cx="893400" cy="226800"/>
              </a:xfrm>
              <a:prstGeom prst="straightConnector1">
                <a:avLst/>
              </a:prstGeom>
              <a:noFill/>
              <a:ln cap="flat" cmpd="sng" w="9525">
                <a:solidFill>
                  <a:schemeClr val="dk2"/>
                </a:solidFill>
                <a:prstDash val="solid"/>
                <a:round/>
                <a:headEnd len="med" w="med" type="none"/>
                <a:tailEnd len="med" w="med" type="none"/>
              </a:ln>
            </p:spPr>
          </p:cxnSp>
          <p:sp>
            <p:nvSpPr>
              <p:cNvPr id="794" name="Google Shape;794;p15"/>
              <p:cNvSpPr/>
              <p:nvPr/>
            </p:nvSpPr>
            <p:spPr>
              <a:xfrm>
                <a:off x="1226350" y="767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95" name="Google Shape;795;p15"/>
              <p:cNvSpPr/>
              <p:nvPr/>
            </p:nvSpPr>
            <p:spPr>
              <a:xfrm>
                <a:off x="-225924" y="-192037"/>
                <a:ext cx="99900" cy="9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96" name="Google Shape;796;p15"/>
              <p:cNvSpPr/>
              <p:nvPr/>
            </p:nvSpPr>
            <p:spPr>
              <a:xfrm>
                <a:off x="177600" y="229191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97" name="Google Shape;797;p15"/>
              <p:cNvSpPr/>
              <p:nvPr/>
            </p:nvSpPr>
            <p:spPr>
              <a:xfrm>
                <a:off x="734301" y="22218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98" name="Google Shape;798;p15"/>
              <p:cNvSpPr/>
              <p:nvPr/>
            </p:nvSpPr>
            <p:spPr>
              <a:xfrm>
                <a:off x="49626" y="886737"/>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799" name="Google Shape;799;p15"/>
              <p:cNvSpPr/>
              <p:nvPr/>
            </p:nvSpPr>
            <p:spPr>
              <a:xfrm>
                <a:off x="292075" y="1058069"/>
                <a:ext cx="147900" cy="147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800" name="Google Shape;800;p15"/>
              <p:cNvCxnSpPr>
                <a:stCxn id="799" idx="4"/>
                <a:endCxn id="796" idx="0"/>
              </p:cNvCxnSpPr>
              <p:nvPr/>
            </p:nvCxnSpPr>
            <p:spPr>
              <a:xfrm flipH="1">
                <a:off x="256225" y="1205969"/>
                <a:ext cx="109800" cy="1086000"/>
              </a:xfrm>
              <a:prstGeom prst="straightConnector1">
                <a:avLst/>
              </a:prstGeom>
              <a:noFill/>
              <a:ln cap="flat" cmpd="sng" w="9525">
                <a:solidFill>
                  <a:schemeClr val="dk2"/>
                </a:solidFill>
                <a:prstDash val="solid"/>
                <a:round/>
                <a:headEnd len="med" w="med" type="none"/>
                <a:tailEnd len="med" w="med" type="none"/>
              </a:ln>
            </p:spPr>
          </p:cxnSp>
          <p:cxnSp>
            <p:nvCxnSpPr>
              <p:cNvPr id="801" name="Google Shape;801;p15"/>
              <p:cNvCxnSpPr>
                <a:stCxn id="798" idx="4"/>
                <a:endCxn id="796" idx="0"/>
              </p:cNvCxnSpPr>
              <p:nvPr/>
            </p:nvCxnSpPr>
            <p:spPr>
              <a:xfrm>
                <a:off x="92976" y="973437"/>
                <a:ext cx="163500" cy="1318500"/>
              </a:xfrm>
              <a:prstGeom prst="straightConnector1">
                <a:avLst/>
              </a:prstGeom>
              <a:noFill/>
              <a:ln cap="flat" cmpd="sng" w="9525">
                <a:solidFill>
                  <a:schemeClr val="dk2"/>
                </a:solidFill>
                <a:prstDash val="solid"/>
                <a:round/>
                <a:headEnd len="med" w="med" type="none"/>
                <a:tailEnd len="med" w="med" type="none"/>
              </a:ln>
            </p:spPr>
          </p:cxnSp>
          <p:cxnSp>
            <p:nvCxnSpPr>
              <p:cNvPr id="802" name="Google Shape;802;p15"/>
              <p:cNvCxnSpPr>
                <a:stCxn id="798" idx="5"/>
                <a:endCxn id="799" idx="1"/>
              </p:cNvCxnSpPr>
              <p:nvPr/>
            </p:nvCxnSpPr>
            <p:spPr>
              <a:xfrm>
                <a:off x="123629" y="960741"/>
                <a:ext cx="190200" cy="119100"/>
              </a:xfrm>
              <a:prstGeom prst="straightConnector1">
                <a:avLst/>
              </a:prstGeom>
              <a:noFill/>
              <a:ln cap="flat" cmpd="sng" w="9525">
                <a:solidFill>
                  <a:schemeClr val="dk2"/>
                </a:solidFill>
                <a:prstDash val="solid"/>
                <a:round/>
                <a:headEnd len="med" w="med" type="none"/>
                <a:tailEnd len="med" w="med" type="none"/>
              </a:ln>
            </p:spPr>
          </p:cxnSp>
          <p:cxnSp>
            <p:nvCxnSpPr>
              <p:cNvPr id="803" name="Google Shape;803;p15"/>
              <p:cNvCxnSpPr>
                <a:stCxn id="798" idx="0"/>
                <a:endCxn id="795" idx="4"/>
              </p:cNvCxnSpPr>
              <p:nvPr/>
            </p:nvCxnSpPr>
            <p:spPr>
              <a:xfrm rot="10800000">
                <a:off x="-176124" y="-92163"/>
                <a:ext cx="269100" cy="978900"/>
              </a:xfrm>
              <a:prstGeom prst="straightConnector1">
                <a:avLst/>
              </a:prstGeom>
              <a:noFill/>
              <a:ln cap="flat" cmpd="sng" w="9525">
                <a:solidFill>
                  <a:schemeClr val="dk2"/>
                </a:solidFill>
                <a:prstDash val="solid"/>
                <a:round/>
                <a:headEnd len="med" w="med" type="none"/>
                <a:tailEnd len="med" w="med" type="none"/>
              </a:ln>
            </p:spPr>
          </p:cxnSp>
          <p:cxnSp>
            <p:nvCxnSpPr>
              <p:cNvPr id="804" name="Google Shape;804;p15"/>
              <p:cNvCxnSpPr>
                <a:stCxn id="798" idx="7"/>
                <a:endCxn id="793" idx="3"/>
              </p:cNvCxnSpPr>
              <p:nvPr/>
            </p:nvCxnSpPr>
            <p:spPr>
              <a:xfrm flipH="1" rot="10800000">
                <a:off x="1236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805" name="Google Shape;805;p15"/>
              <p:cNvCxnSpPr>
                <a:stCxn id="795" idx="5"/>
                <a:endCxn id="793" idx="1"/>
              </p:cNvCxnSpPr>
              <p:nvPr/>
            </p:nvCxnSpPr>
            <p:spPr>
              <a:xfrm>
                <a:off x="-140654" y="-106767"/>
                <a:ext cx="412200" cy="489300"/>
              </a:xfrm>
              <a:prstGeom prst="straightConnector1">
                <a:avLst/>
              </a:prstGeom>
              <a:noFill/>
              <a:ln cap="flat" cmpd="sng" w="9525">
                <a:solidFill>
                  <a:schemeClr val="dk2"/>
                </a:solidFill>
                <a:prstDash val="solid"/>
                <a:round/>
                <a:headEnd len="med" w="med" type="none"/>
                <a:tailEnd len="med" w="med" type="none"/>
              </a:ln>
            </p:spPr>
          </p:cxnSp>
          <p:cxnSp>
            <p:nvCxnSpPr>
              <p:cNvPr id="806" name="Google Shape;806;p15"/>
              <p:cNvCxnSpPr>
                <a:stCxn id="795" idx="6"/>
                <a:endCxn id="794" idx="2"/>
              </p:cNvCxnSpPr>
              <p:nvPr/>
            </p:nvCxnSpPr>
            <p:spPr>
              <a:xfrm>
                <a:off x="-126024" y="-142087"/>
                <a:ext cx="1352400" cy="297600"/>
              </a:xfrm>
              <a:prstGeom prst="straightConnector1">
                <a:avLst/>
              </a:prstGeom>
              <a:noFill/>
              <a:ln cap="flat" cmpd="sng" w="9525">
                <a:solidFill>
                  <a:schemeClr val="dk2"/>
                </a:solidFill>
                <a:prstDash val="solid"/>
                <a:round/>
                <a:headEnd len="med" w="med" type="none"/>
                <a:tailEnd len="med" w="med" type="none"/>
              </a:ln>
            </p:spPr>
          </p:cxnSp>
          <p:cxnSp>
            <p:nvCxnSpPr>
              <p:cNvPr id="807" name="Google Shape;807;p15"/>
              <p:cNvCxnSpPr>
                <a:stCxn id="797" idx="2"/>
                <a:endCxn id="795" idx="5"/>
              </p:cNvCxnSpPr>
              <p:nvPr/>
            </p:nvCxnSpPr>
            <p:spPr>
              <a:xfrm rot="10800000">
                <a:off x="-140799" y="-106763"/>
                <a:ext cx="875100" cy="372300"/>
              </a:xfrm>
              <a:prstGeom prst="straightConnector1">
                <a:avLst/>
              </a:prstGeom>
              <a:noFill/>
              <a:ln cap="flat" cmpd="sng" w="9525">
                <a:solidFill>
                  <a:schemeClr val="dk2"/>
                </a:solidFill>
                <a:prstDash val="solid"/>
                <a:round/>
                <a:headEnd len="med" w="med" type="none"/>
                <a:tailEnd len="med" w="med" type="none"/>
              </a:ln>
            </p:spPr>
          </p:cxnSp>
          <p:cxnSp>
            <p:nvCxnSpPr>
              <p:cNvPr id="808" name="Google Shape;808;p15"/>
              <p:cNvCxnSpPr>
                <a:stCxn id="799" idx="0"/>
                <a:endCxn id="793" idx="4"/>
              </p:cNvCxnSpPr>
              <p:nvPr/>
            </p:nvCxnSpPr>
            <p:spPr>
              <a:xfrm rot="10800000">
                <a:off x="302125" y="456569"/>
                <a:ext cx="63900" cy="601500"/>
              </a:xfrm>
              <a:prstGeom prst="straightConnector1">
                <a:avLst/>
              </a:prstGeom>
              <a:noFill/>
              <a:ln cap="flat" cmpd="sng" w="9525">
                <a:solidFill>
                  <a:schemeClr val="dk2"/>
                </a:solidFill>
                <a:prstDash val="solid"/>
                <a:round/>
                <a:headEnd len="med" w="med" type="none"/>
                <a:tailEnd len="med" w="med" type="none"/>
              </a:ln>
            </p:spPr>
          </p:cxnSp>
          <p:cxnSp>
            <p:nvCxnSpPr>
              <p:cNvPr id="809" name="Google Shape;809;p15"/>
              <p:cNvCxnSpPr>
                <a:stCxn id="799" idx="0"/>
                <a:endCxn id="797" idx="3"/>
              </p:cNvCxnSpPr>
              <p:nvPr/>
            </p:nvCxnSpPr>
            <p:spPr>
              <a:xfrm flipH="1" rot="10800000">
                <a:off x="366025" y="296069"/>
                <a:ext cx="381000" cy="762000"/>
              </a:xfrm>
              <a:prstGeom prst="straightConnector1">
                <a:avLst/>
              </a:prstGeom>
              <a:noFill/>
              <a:ln cap="flat" cmpd="sng" w="9525">
                <a:solidFill>
                  <a:schemeClr val="dk2"/>
                </a:solidFill>
                <a:prstDash val="solid"/>
                <a:round/>
                <a:headEnd len="med" w="med" type="none"/>
                <a:tailEnd len="med" w="med" type="none"/>
              </a:ln>
            </p:spPr>
          </p:cxnSp>
          <p:sp>
            <p:nvSpPr>
              <p:cNvPr id="793" name="Google Shape;793;p15"/>
              <p:cNvSpPr/>
              <p:nvPr/>
            </p:nvSpPr>
            <p:spPr>
              <a:xfrm>
                <a:off x="258901" y="369758"/>
                <a:ext cx="86700" cy="8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810" name="Google Shape;810;p15"/>
            <p:cNvGrpSpPr/>
            <p:nvPr/>
          </p:nvGrpSpPr>
          <p:grpSpPr>
            <a:xfrm rot="2030497">
              <a:off x="-2581586" y="1819329"/>
              <a:ext cx="3816850" cy="3612312"/>
              <a:chOff x="-100549" y="47919"/>
              <a:chExt cx="4607849" cy="4360923"/>
            </a:xfrm>
          </p:grpSpPr>
          <p:sp>
            <p:nvSpPr>
              <p:cNvPr id="811" name="Google Shape;811;p15"/>
              <p:cNvSpPr/>
              <p:nvPr/>
            </p:nvSpPr>
            <p:spPr>
              <a:xfrm rot="10800000">
                <a:off x="4076800" y="2467368"/>
                <a:ext cx="234600" cy="23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12" name="Google Shape;812;p15"/>
              <p:cNvSpPr/>
              <p:nvPr/>
            </p:nvSpPr>
            <p:spPr>
              <a:xfrm rot="10800000">
                <a:off x="1137802" y="3577294"/>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13" name="Google Shape;813;p15"/>
              <p:cNvSpPr/>
              <p:nvPr/>
            </p:nvSpPr>
            <p:spPr>
              <a:xfrm rot="10800000">
                <a:off x="1731851" y="997900"/>
                <a:ext cx="484500" cy="484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14" name="Google Shape;814;p15"/>
              <p:cNvSpPr/>
              <p:nvPr/>
            </p:nvSpPr>
            <p:spPr>
              <a:xfrm rot="10800000">
                <a:off x="2254926" y="2505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15" name="Google Shape;815;p15"/>
              <p:cNvSpPr/>
              <p:nvPr/>
            </p:nvSpPr>
            <p:spPr>
              <a:xfrm rot="10800000">
                <a:off x="3685300" y="3636544"/>
                <a:ext cx="116100" cy="116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16" name="Google Shape;816;p15"/>
              <p:cNvSpPr/>
              <p:nvPr/>
            </p:nvSpPr>
            <p:spPr>
              <a:xfrm rot="10800000">
                <a:off x="2254926" y="39039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17" name="Google Shape;817;p15"/>
              <p:cNvSpPr/>
              <p:nvPr/>
            </p:nvSpPr>
            <p:spPr>
              <a:xfrm rot="10800000">
                <a:off x="3125451" y="1436544"/>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18" name="Google Shape;818;p15"/>
              <p:cNvSpPr/>
              <p:nvPr/>
            </p:nvSpPr>
            <p:spPr>
              <a:xfrm rot="10800000">
                <a:off x="447667" y="2351269"/>
                <a:ext cx="116100" cy="116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819" name="Google Shape;819;p15"/>
              <p:cNvCxnSpPr>
                <a:stCxn id="815" idx="5"/>
                <a:endCxn id="814" idx="1"/>
              </p:cNvCxnSpPr>
              <p:nvPr/>
            </p:nvCxnSpPr>
            <p:spPr>
              <a:xfrm rot="8769356">
                <a:off x="2782616" y="2360623"/>
                <a:ext cx="526274" cy="1572747"/>
              </a:xfrm>
              <a:prstGeom prst="straightConnector1">
                <a:avLst/>
              </a:prstGeom>
              <a:noFill/>
              <a:ln cap="flat" cmpd="sng" w="9525">
                <a:solidFill>
                  <a:schemeClr val="dk2"/>
                </a:solidFill>
                <a:prstDash val="solid"/>
                <a:round/>
                <a:headEnd len="med" w="med" type="none"/>
                <a:tailEnd len="med" w="med" type="none"/>
              </a:ln>
            </p:spPr>
          </p:cxnSp>
          <p:cxnSp>
            <p:nvCxnSpPr>
              <p:cNvPr id="820" name="Google Shape;820;p15"/>
              <p:cNvCxnSpPr>
                <a:stCxn id="816" idx="4"/>
                <a:endCxn id="814" idx="0"/>
              </p:cNvCxnSpPr>
              <p:nvPr/>
            </p:nvCxnSpPr>
            <p:spPr>
              <a:xfrm flipH="1" rot="8769075">
                <a:off x="1988166" y="2768320"/>
                <a:ext cx="691020" cy="1030498"/>
              </a:xfrm>
              <a:prstGeom prst="straightConnector1">
                <a:avLst/>
              </a:prstGeom>
              <a:noFill/>
              <a:ln cap="flat" cmpd="sng" w="9525">
                <a:solidFill>
                  <a:schemeClr val="dk2"/>
                </a:solidFill>
                <a:prstDash val="solid"/>
                <a:round/>
                <a:headEnd len="med" w="med" type="none"/>
                <a:tailEnd len="med" w="med" type="none"/>
              </a:ln>
            </p:spPr>
          </p:cxnSp>
          <p:cxnSp>
            <p:nvCxnSpPr>
              <p:cNvPr id="821" name="Google Shape;821;p15"/>
              <p:cNvCxnSpPr>
                <a:stCxn id="811" idx="6"/>
                <a:endCxn id="814" idx="2"/>
              </p:cNvCxnSpPr>
              <p:nvPr/>
            </p:nvCxnSpPr>
            <p:spPr>
              <a:xfrm rot="8769491">
                <a:off x="2553455" y="2121214"/>
                <a:ext cx="1382290" cy="926908"/>
              </a:xfrm>
              <a:prstGeom prst="straightConnector1">
                <a:avLst/>
              </a:prstGeom>
              <a:noFill/>
              <a:ln cap="flat" cmpd="sng" w="9525">
                <a:solidFill>
                  <a:schemeClr val="dk2"/>
                </a:solidFill>
                <a:prstDash val="solid"/>
                <a:round/>
                <a:headEnd len="med" w="med" type="none"/>
                <a:tailEnd len="med" w="med" type="none"/>
              </a:ln>
            </p:spPr>
          </p:cxnSp>
          <p:cxnSp>
            <p:nvCxnSpPr>
              <p:cNvPr id="822" name="Google Shape;822;p15"/>
              <p:cNvCxnSpPr>
                <a:stCxn id="811" idx="0"/>
                <a:endCxn id="815" idx="3"/>
              </p:cNvCxnSpPr>
              <p:nvPr/>
            </p:nvCxnSpPr>
            <p:spPr>
              <a:xfrm flipH="1" rot="-2030280">
                <a:off x="3554311" y="2896576"/>
                <a:ext cx="870078" cy="562385"/>
              </a:xfrm>
              <a:prstGeom prst="straightConnector1">
                <a:avLst/>
              </a:prstGeom>
              <a:noFill/>
              <a:ln cap="flat" cmpd="sng" w="9525">
                <a:solidFill>
                  <a:schemeClr val="dk2"/>
                </a:solidFill>
                <a:prstDash val="solid"/>
                <a:round/>
                <a:headEnd len="med" w="med" type="none"/>
                <a:tailEnd len="med" w="med" type="none"/>
              </a:ln>
            </p:spPr>
          </p:cxnSp>
          <p:cxnSp>
            <p:nvCxnSpPr>
              <p:cNvPr id="823" name="Google Shape;823;p15"/>
              <p:cNvCxnSpPr>
                <a:stCxn id="815" idx="7"/>
                <a:endCxn id="816" idx="2"/>
              </p:cNvCxnSpPr>
              <p:nvPr/>
            </p:nvCxnSpPr>
            <p:spPr>
              <a:xfrm rot="8769605">
                <a:off x="2452857" y="3602445"/>
                <a:ext cx="1208890" cy="513294"/>
              </a:xfrm>
              <a:prstGeom prst="straightConnector1">
                <a:avLst/>
              </a:prstGeom>
              <a:noFill/>
              <a:ln cap="flat" cmpd="sng" w="9525">
                <a:solidFill>
                  <a:schemeClr val="dk2"/>
                </a:solidFill>
                <a:prstDash val="solid"/>
                <a:round/>
                <a:headEnd len="med" w="med" type="none"/>
                <a:tailEnd len="med" w="med" type="none"/>
              </a:ln>
            </p:spPr>
          </p:cxnSp>
          <p:cxnSp>
            <p:nvCxnSpPr>
              <p:cNvPr id="824" name="Google Shape;824;p15"/>
              <p:cNvCxnSpPr>
                <a:stCxn id="816" idx="6"/>
                <a:endCxn id="812" idx="1"/>
              </p:cNvCxnSpPr>
              <p:nvPr/>
            </p:nvCxnSpPr>
            <p:spPr>
              <a:xfrm rot="8768875">
                <a:off x="1472857" y="3539834"/>
                <a:ext cx="647338" cy="680869"/>
              </a:xfrm>
              <a:prstGeom prst="straightConnector1">
                <a:avLst/>
              </a:prstGeom>
              <a:noFill/>
              <a:ln cap="flat" cmpd="sng" w="9525">
                <a:solidFill>
                  <a:schemeClr val="dk2"/>
                </a:solidFill>
                <a:prstDash val="solid"/>
                <a:round/>
                <a:headEnd len="med" w="med" type="none"/>
                <a:tailEnd len="med" w="med" type="none"/>
              </a:ln>
            </p:spPr>
          </p:cxnSp>
          <p:cxnSp>
            <p:nvCxnSpPr>
              <p:cNvPr id="825" name="Google Shape;825;p15"/>
              <p:cNvCxnSpPr>
                <a:stCxn id="814" idx="7"/>
                <a:endCxn id="812" idx="3"/>
              </p:cNvCxnSpPr>
              <p:nvPr/>
            </p:nvCxnSpPr>
            <p:spPr>
              <a:xfrm flipH="1" rot="-2030278">
                <a:off x="1147266" y="2984238"/>
                <a:ext cx="1321550" cy="283231"/>
              </a:xfrm>
              <a:prstGeom prst="straightConnector1">
                <a:avLst/>
              </a:prstGeom>
              <a:noFill/>
              <a:ln cap="flat" cmpd="sng" w="9525">
                <a:solidFill>
                  <a:schemeClr val="dk2"/>
                </a:solidFill>
                <a:prstDash val="solid"/>
                <a:round/>
                <a:headEnd len="med" w="med" type="none"/>
                <a:tailEnd len="med" w="med" type="none"/>
              </a:ln>
            </p:spPr>
          </p:cxnSp>
          <p:cxnSp>
            <p:nvCxnSpPr>
              <p:cNvPr id="826" name="Google Shape;826;p15"/>
              <p:cNvCxnSpPr>
                <a:stCxn id="811" idx="5"/>
                <a:endCxn id="817" idx="1"/>
              </p:cNvCxnSpPr>
              <p:nvPr/>
            </p:nvCxnSpPr>
            <p:spPr>
              <a:xfrm rot="8769493">
                <a:off x="3591334" y="1412692"/>
                <a:ext cx="188543" cy="1247164"/>
              </a:xfrm>
              <a:prstGeom prst="straightConnector1">
                <a:avLst/>
              </a:prstGeom>
              <a:noFill/>
              <a:ln cap="flat" cmpd="sng" w="9525">
                <a:solidFill>
                  <a:schemeClr val="dk2"/>
                </a:solidFill>
                <a:prstDash val="solid"/>
                <a:round/>
                <a:headEnd len="med" w="med" type="none"/>
                <a:tailEnd len="med" w="med" type="none"/>
              </a:ln>
            </p:spPr>
          </p:cxnSp>
          <p:cxnSp>
            <p:nvCxnSpPr>
              <p:cNvPr id="827" name="Google Shape;827;p15"/>
              <p:cNvCxnSpPr>
                <a:stCxn id="817" idx="7"/>
                <a:endCxn id="814" idx="3"/>
              </p:cNvCxnSpPr>
              <p:nvPr/>
            </p:nvCxnSpPr>
            <p:spPr>
              <a:xfrm flipH="1" rot="-2030495">
                <a:off x="2186803" y="1863549"/>
                <a:ext cx="1164126" cy="372760"/>
              </a:xfrm>
              <a:prstGeom prst="straightConnector1">
                <a:avLst/>
              </a:prstGeom>
              <a:noFill/>
              <a:ln cap="flat" cmpd="sng" w="9525">
                <a:solidFill>
                  <a:schemeClr val="dk2"/>
                </a:solidFill>
                <a:prstDash val="solid"/>
                <a:round/>
                <a:headEnd len="med" w="med" type="none"/>
                <a:tailEnd len="med" w="med" type="none"/>
              </a:ln>
            </p:spPr>
          </p:cxnSp>
          <p:cxnSp>
            <p:nvCxnSpPr>
              <p:cNvPr id="828" name="Google Shape;828;p15"/>
              <p:cNvCxnSpPr>
                <a:stCxn id="817" idx="5"/>
                <a:endCxn id="813" idx="2"/>
              </p:cNvCxnSpPr>
              <p:nvPr/>
            </p:nvCxnSpPr>
            <p:spPr>
              <a:xfrm rot="8769821">
                <a:off x="2356510" y="999099"/>
                <a:ext cx="651914" cy="701421"/>
              </a:xfrm>
              <a:prstGeom prst="straightConnector1">
                <a:avLst/>
              </a:prstGeom>
              <a:noFill/>
              <a:ln cap="flat" cmpd="sng" w="9525">
                <a:solidFill>
                  <a:schemeClr val="dk2"/>
                </a:solidFill>
                <a:prstDash val="solid"/>
                <a:round/>
                <a:headEnd len="med" w="med" type="none"/>
                <a:tailEnd len="med" w="med" type="none"/>
              </a:ln>
            </p:spPr>
          </p:cxnSp>
          <p:cxnSp>
            <p:nvCxnSpPr>
              <p:cNvPr id="829" name="Google Shape;829;p15"/>
              <p:cNvCxnSpPr>
                <a:stCxn id="813" idx="0"/>
                <a:endCxn id="814" idx="5"/>
              </p:cNvCxnSpPr>
              <p:nvPr/>
            </p:nvCxnSpPr>
            <p:spPr>
              <a:xfrm flipH="1" rot="-2029195">
                <a:off x="1960847" y="1486358"/>
                <a:ext cx="330408" cy="1038486"/>
              </a:xfrm>
              <a:prstGeom prst="straightConnector1">
                <a:avLst/>
              </a:prstGeom>
              <a:noFill/>
              <a:ln cap="flat" cmpd="sng" w="9525">
                <a:solidFill>
                  <a:schemeClr val="dk2"/>
                </a:solidFill>
                <a:prstDash val="solid"/>
                <a:round/>
                <a:headEnd len="med" w="med" type="none"/>
                <a:tailEnd len="med" w="med" type="none"/>
              </a:ln>
            </p:spPr>
          </p:cxnSp>
          <p:cxnSp>
            <p:nvCxnSpPr>
              <p:cNvPr id="830" name="Google Shape;830;p15"/>
              <p:cNvCxnSpPr>
                <a:stCxn id="813" idx="7"/>
                <a:endCxn id="818" idx="3"/>
              </p:cNvCxnSpPr>
              <p:nvPr/>
            </p:nvCxnSpPr>
            <p:spPr>
              <a:xfrm flipH="1" rot="-2030477">
                <a:off x="386634" y="1842270"/>
                <a:ext cx="1576242" cy="95353"/>
              </a:xfrm>
              <a:prstGeom prst="straightConnector1">
                <a:avLst/>
              </a:prstGeom>
              <a:noFill/>
              <a:ln cap="flat" cmpd="sng" w="9525">
                <a:solidFill>
                  <a:schemeClr val="dk2"/>
                </a:solidFill>
                <a:prstDash val="solid"/>
                <a:round/>
                <a:headEnd len="med" w="med" type="none"/>
                <a:tailEnd len="med" w="med" type="none"/>
              </a:ln>
            </p:spPr>
          </p:cxnSp>
          <p:cxnSp>
            <p:nvCxnSpPr>
              <p:cNvPr id="831" name="Google Shape;831;p15"/>
              <p:cNvCxnSpPr>
                <a:stCxn id="814" idx="6"/>
                <a:endCxn id="818" idx="2"/>
              </p:cNvCxnSpPr>
              <p:nvPr/>
            </p:nvCxnSpPr>
            <p:spPr>
              <a:xfrm rot="8769842">
                <a:off x="755690" y="1953080"/>
                <a:ext cx="1307072" cy="1087577"/>
              </a:xfrm>
              <a:prstGeom prst="straightConnector1">
                <a:avLst/>
              </a:prstGeom>
              <a:noFill/>
              <a:ln cap="flat" cmpd="sng" w="9525">
                <a:solidFill>
                  <a:schemeClr val="dk2"/>
                </a:solidFill>
                <a:prstDash val="solid"/>
                <a:round/>
                <a:headEnd len="med" w="med" type="none"/>
                <a:tailEnd len="med" w="med" type="none"/>
              </a:ln>
            </p:spPr>
          </p:cxnSp>
          <p:cxnSp>
            <p:nvCxnSpPr>
              <p:cNvPr id="832" name="Google Shape;832;p15"/>
              <p:cNvCxnSpPr>
                <a:stCxn id="818" idx="0"/>
                <a:endCxn id="812" idx="5"/>
              </p:cNvCxnSpPr>
              <p:nvPr/>
            </p:nvCxnSpPr>
            <p:spPr>
              <a:xfrm flipH="1" rot="-2024821">
                <a:off x="797015" y="2378694"/>
                <a:ext cx="83704" cy="1321550"/>
              </a:xfrm>
              <a:prstGeom prst="straightConnector1">
                <a:avLst/>
              </a:prstGeom>
              <a:noFill/>
              <a:ln cap="flat" cmpd="sng" w="9525">
                <a:solidFill>
                  <a:schemeClr val="dk2"/>
                </a:solidFill>
                <a:prstDash val="solid"/>
                <a:round/>
                <a:headEnd len="med" w="med" type="none"/>
                <a:tailEnd len="med" w="med" type="none"/>
              </a:ln>
            </p:spPr>
          </p:cxnSp>
          <p:cxnSp>
            <p:nvCxnSpPr>
              <p:cNvPr id="833" name="Google Shape;833;p15"/>
              <p:cNvCxnSpPr>
                <a:stCxn id="815" idx="4"/>
                <a:endCxn id="813" idx="1"/>
              </p:cNvCxnSpPr>
              <p:nvPr/>
            </p:nvCxnSpPr>
            <p:spPr>
              <a:xfrm rot="8775347">
                <a:off x="2900285" y="1155017"/>
                <a:ext cx="88031" cy="2737955"/>
              </a:xfrm>
              <a:prstGeom prst="straightConnector1">
                <a:avLst/>
              </a:prstGeom>
              <a:noFill/>
              <a:ln cap="flat" cmpd="sng" w="9525">
                <a:solidFill>
                  <a:schemeClr val="dk2"/>
                </a:solidFill>
                <a:prstDash val="solid"/>
                <a:round/>
                <a:headEnd len="med" w="med" type="none"/>
                <a:tailEnd len="med" w="med" type="none"/>
              </a:ln>
            </p:spPr>
          </p:cxnSp>
          <p:cxnSp>
            <p:nvCxnSpPr>
              <p:cNvPr id="834" name="Google Shape;834;p15"/>
              <p:cNvCxnSpPr>
                <a:stCxn id="812" idx="4"/>
                <a:endCxn id="813" idx="7"/>
              </p:cNvCxnSpPr>
              <p:nvPr/>
            </p:nvCxnSpPr>
            <p:spPr>
              <a:xfrm flipH="1" rot="8769813">
                <a:off x="698488" y="1747510"/>
                <a:ext cx="1661027" cy="1493868"/>
              </a:xfrm>
              <a:prstGeom prst="straightConnector1">
                <a:avLst/>
              </a:prstGeom>
              <a:noFill/>
              <a:ln cap="flat" cmpd="sng" w="9525">
                <a:solidFill>
                  <a:schemeClr val="dk2"/>
                </a:solidFill>
                <a:prstDash val="solid"/>
                <a:round/>
                <a:headEnd len="med" w="med" type="none"/>
                <a:tailEnd len="med" w="med" type="none"/>
              </a:ln>
            </p:spPr>
          </p:cxnSp>
          <p:cxnSp>
            <p:nvCxnSpPr>
              <p:cNvPr id="835" name="Google Shape;835;p15"/>
              <p:cNvCxnSpPr>
                <a:stCxn id="811" idx="5"/>
                <a:endCxn id="813" idx="1"/>
              </p:cNvCxnSpPr>
              <p:nvPr/>
            </p:nvCxnSpPr>
            <p:spPr>
              <a:xfrm rot="8769113">
                <a:off x="2615603" y="956497"/>
                <a:ext cx="1025506" cy="2000256"/>
              </a:xfrm>
              <a:prstGeom prst="straightConnector1">
                <a:avLst/>
              </a:prstGeom>
              <a:noFill/>
              <a:ln cap="flat" cmpd="sng" w="9525">
                <a:solidFill>
                  <a:schemeClr val="dk2"/>
                </a:solidFill>
                <a:prstDash val="solid"/>
                <a:round/>
                <a:headEnd len="med" w="med" type="none"/>
                <a:tailEnd len="med" w="med" type="none"/>
              </a:ln>
            </p:spPr>
          </p:cxnSp>
          <p:sp>
            <p:nvSpPr>
              <p:cNvPr id="836" name="Google Shape;836;p15"/>
              <p:cNvSpPr/>
              <p:nvPr/>
            </p:nvSpPr>
            <p:spPr>
              <a:xfrm rot="10800000">
                <a:off x="873701" y="691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837" name="Google Shape;837;p15"/>
              <p:cNvCxnSpPr>
                <a:stCxn id="818" idx="4"/>
                <a:endCxn id="836" idx="7"/>
              </p:cNvCxnSpPr>
              <p:nvPr/>
            </p:nvCxnSpPr>
            <p:spPr>
              <a:xfrm flipH="1" rot="8769580">
                <a:off x="114237" y="1064376"/>
                <a:ext cx="1173861" cy="1048886"/>
              </a:xfrm>
              <a:prstGeom prst="straightConnector1">
                <a:avLst/>
              </a:prstGeom>
              <a:noFill/>
              <a:ln cap="flat" cmpd="sng" w="9525">
                <a:solidFill>
                  <a:schemeClr val="dk2"/>
                </a:solidFill>
                <a:prstDash val="solid"/>
                <a:round/>
                <a:headEnd len="med" w="med" type="none"/>
                <a:tailEnd len="med" w="med" type="none"/>
              </a:ln>
            </p:spPr>
          </p:cxnSp>
          <p:cxnSp>
            <p:nvCxnSpPr>
              <p:cNvPr id="838" name="Google Shape;838;p15"/>
              <p:cNvCxnSpPr>
                <a:stCxn id="836" idx="2"/>
                <a:endCxn id="813" idx="5"/>
              </p:cNvCxnSpPr>
              <p:nvPr/>
            </p:nvCxnSpPr>
            <p:spPr>
              <a:xfrm rot="-2029235">
                <a:off x="1179725" y="581031"/>
                <a:ext cx="474852" cy="677375"/>
              </a:xfrm>
              <a:prstGeom prst="straightConnector1">
                <a:avLst/>
              </a:prstGeom>
              <a:noFill/>
              <a:ln cap="flat" cmpd="sng" w="9525">
                <a:solidFill>
                  <a:schemeClr val="dk2"/>
                </a:solidFill>
                <a:prstDash val="solid"/>
                <a:round/>
                <a:headEnd len="med" w="med" type="none"/>
                <a:tailEnd len="med" w="med" type="none"/>
              </a:ln>
            </p:spPr>
          </p:cxnSp>
          <p:cxnSp>
            <p:nvCxnSpPr>
              <p:cNvPr id="839" name="Google Shape;839;p15"/>
              <p:cNvCxnSpPr>
                <a:stCxn id="836" idx="0"/>
                <a:endCxn id="812" idx="4"/>
              </p:cNvCxnSpPr>
              <p:nvPr/>
            </p:nvCxnSpPr>
            <p:spPr>
              <a:xfrm flipH="1" rot="-2030204">
                <a:off x="469943" y="996108"/>
                <a:ext cx="1267716" cy="2434421"/>
              </a:xfrm>
              <a:prstGeom prst="straightConnector1">
                <a:avLst/>
              </a:prstGeom>
              <a:noFill/>
              <a:ln cap="flat" cmpd="sng" w="9525">
                <a:solidFill>
                  <a:schemeClr val="dk2"/>
                </a:solidFill>
                <a:prstDash val="solid"/>
                <a:round/>
                <a:headEnd len="med" w="med" type="none"/>
                <a:tailEnd len="med" w="med" type="none"/>
              </a:ln>
            </p:spPr>
          </p:cxnSp>
          <p:cxnSp>
            <p:nvCxnSpPr>
              <p:cNvPr id="840" name="Google Shape;840;p15"/>
              <p:cNvCxnSpPr>
                <a:stCxn id="836" idx="1"/>
                <a:endCxn id="814" idx="5"/>
              </p:cNvCxnSpPr>
              <p:nvPr/>
            </p:nvCxnSpPr>
            <p:spPr>
              <a:xfrm rot="-2032139">
                <a:off x="1589793" y="616894"/>
                <a:ext cx="106586" cy="2121320"/>
              </a:xfrm>
              <a:prstGeom prst="straightConnector1">
                <a:avLst/>
              </a:prstGeom>
              <a:noFill/>
              <a:ln cap="flat" cmpd="sng" w="9525">
                <a:solidFill>
                  <a:schemeClr val="dk2"/>
                </a:solidFill>
                <a:prstDash val="solid"/>
                <a:round/>
                <a:headEnd len="med" w="med" type="none"/>
                <a:tailEnd len="med" w="med" type="none"/>
              </a:ln>
            </p:spPr>
          </p:cxnSp>
          <p:sp>
            <p:nvSpPr>
              <p:cNvPr id="841" name="Google Shape;841;p15"/>
              <p:cNvSpPr/>
              <p:nvPr/>
            </p:nvSpPr>
            <p:spPr>
              <a:xfrm rot="10800000">
                <a:off x="2346923" y="285337"/>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842" name="Google Shape;842;p15"/>
              <p:cNvCxnSpPr>
                <a:stCxn id="836" idx="2"/>
                <a:endCxn id="841" idx="6"/>
              </p:cNvCxnSpPr>
              <p:nvPr/>
            </p:nvCxnSpPr>
            <p:spPr>
              <a:xfrm rot="-2030441">
                <a:off x="1040224" y="373064"/>
                <a:ext cx="1297753" cy="427010"/>
              </a:xfrm>
              <a:prstGeom prst="straightConnector1">
                <a:avLst/>
              </a:prstGeom>
              <a:noFill/>
              <a:ln cap="flat" cmpd="sng" w="9525">
                <a:solidFill>
                  <a:schemeClr val="dk2"/>
                </a:solidFill>
                <a:prstDash val="solid"/>
                <a:round/>
                <a:headEnd len="med" w="med" type="none"/>
                <a:tailEnd len="med" w="med" type="none"/>
              </a:ln>
            </p:spPr>
          </p:cxnSp>
          <p:cxnSp>
            <p:nvCxnSpPr>
              <p:cNvPr id="843" name="Google Shape;843;p15"/>
              <p:cNvCxnSpPr>
                <a:stCxn id="841" idx="1"/>
                <a:endCxn id="817" idx="5"/>
              </p:cNvCxnSpPr>
              <p:nvPr/>
            </p:nvCxnSpPr>
            <p:spPr>
              <a:xfrm flipH="1" rot="-2034703">
                <a:off x="2826258" y="400719"/>
                <a:ext cx="43017" cy="1143823"/>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1_1_1">
    <p:spTree>
      <p:nvGrpSpPr>
        <p:cNvPr id="844" name="Shape 844"/>
        <p:cNvGrpSpPr/>
        <p:nvPr/>
      </p:nvGrpSpPr>
      <p:grpSpPr>
        <a:xfrm>
          <a:off x="0" y="0"/>
          <a:ext cx="0" cy="0"/>
          <a:chOff x="0" y="0"/>
          <a:chExt cx="0" cy="0"/>
        </a:xfrm>
      </p:grpSpPr>
      <p:sp>
        <p:nvSpPr>
          <p:cNvPr id="845" name="Google Shape;845;p16"/>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846" name="Google Shape;846;p16"/>
          <p:cNvGrpSpPr/>
          <p:nvPr/>
        </p:nvGrpSpPr>
        <p:grpSpPr>
          <a:xfrm>
            <a:off x="3132451" y="3639438"/>
            <a:ext cx="5812012" cy="1415987"/>
            <a:chOff x="3132451" y="3639438"/>
            <a:chExt cx="5812012" cy="1415987"/>
          </a:xfrm>
        </p:grpSpPr>
        <p:grpSp>
          <p:nvGrpSpPr>
            <p:cNvPr id="847" name="Google Shape;847;p16"/>
            <p:cNvGrpSpPr/>
            <p:nvPr/>
          </p:nvGrpSpPr>
          <p:grpSpPr>
            <a:xfrm flipH="1" rot="10800000">
              <a:off x="8538188" y="3639438"/>
              <a:ext cx="406275" cy="563575"/>
              <a:chOff x="140150" y="4340075"/>
              <a:chExt cx="406275" cy="563575"/>
            </a:xfrm>
          </p:grpSpPr>
          <p:sp>
            <p:nvSpPr>
              <p:cNvPr id="848" name="Google Shape;848;p16"/>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49" name="Google Shape;849;p16"/>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50" name="Google Shape;850;p16"/>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51" name="Google Shape;851;p16"/>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852" name="Google Shape;852;p16"/>
            <p:cNvGrpSpPr/>
            <p:nvPr/>
          </p:nvGrpSpPr>
          <p:grpSpPr>
            <a:xfrm rot="10800000">
              <a:off x="3132451" y="4732750"/>
              <a:ext cx="298275" cy="322675"/>
              <a:chOff x="8667225" y="681525"/>
              <a:chExt cx="298275" cy="322675"/>
            </a:xfrm>
          </p:grpSpPr>
          <p:sp>
            <p:nvSpPr>
              <p:cNvPr id="853" name="Google Shape;853;p16"/>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54" name="Google Shape;854;p16"/>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55" name="Google Shape;855;p16"/>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856" name="Google Shape;856;p16"/>
          <p:cNvGrpSpPr/>
          <p:nvPr/>
        </p:nvGrpSpPr>
        <p:grpSpPr>
          <a:xfrm>
            <a:off x="-497962" y="-2402532"/>
            <a:ext cx="9442425" cy="7984626"/>
            <a:chOff x="-497962" y="-2402532"/>
            <a:chExt cx="9442425" cy="7984626"/>
          </a:xfrm>
        </p:grpSpPr>
        <p:grpSp>
          <p:nvGrpSpPr>
            <p:cNvPr id="857" name="Google Shape;857;p16"/>
            <p:cNvGrpSpPr/>
            <p:nvPr/>
          </p:nvGrpSpPr>
          <p:grpSpPr>
            <a:xfrm>
              <a:off x="4589284" y="-2402532"/>
              <a:ext cx="4355179" cy="2890037"/>
              <a:chOff x="4589284" y="-2402532"/>
              <a:chExt cx="4355179" cy="2890037"/>
            </a:xfrm>
          </p:grpSpPr>
          <p:sp>
            <p:nvSpPr>
              <p:cNvPr id="858" name="Google Shape;858;p16"/>
              <p:cNvSpPr/>
              <p:nvPr/>
            </p:nvSpPr>
            <p:spPr>
              <a:xfrm rot="-2040502">
                <a:off x="4627083" y="192930"/>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59" name="Google Shape;859;p16"/>
              <p:cNvSpPr/>
              <p:nvPr/>
            </p:nvSpPr>
            <p:spPr>
              <a:xfrm rot="-2040502">
                <a:off x="7193806" y="-2094369"/>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60" name="Google Shape;860;p16"/>
              <p:cNvSpPr/>
              <p:nvPr/>
            </p:nvSpPr>
            <p:spPr>
              <a:xfrm rot="-2039936">
                <a:off x="7657969" y="-331832"/>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61" name="Google Shape;861;p16"/>
              <p:cNvSpPr/>
              <p:nvPr/>
            </p:nvSpPr>
            <p:spPr>
              <a:xfrm rot="-2047713">
                <a:off x="6999695" y="-80062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62" name="Google Shape;862;p16"/>
              <p:cNvSpPr/>
              <p:nvPr/>
            </p:nvSpPr>
            <p:spPr>
              <a:xfrm rot="-2045153">
                <a:off x="6126796" y="-832163"/>
                <a:ext cx="96354" cy="9635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63" name="Google Shape;863;p16"/>
              <p:cNvSpPr/>
              <p:nvPr/>
            </p:nvSpPr>
            <p:spPr>
              <a:xfrm rot="-2047713">
                <a:off x="6039211" y="-237716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64" name="Google Shape;864;p16"/>
              <p:cNvSpPr/>
              <p:nvPr/>
            </p:nvSpPr>
            <p:spPr>
              <a:xfrm rot="-2047713">
                <a:off x="6268216" y="-105290"/>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65" name="Google Shape;865;p16"/>
              <p:cNvSpPr/>
              <p:nvPr/>
            </p:nvSpPr>
            <p:spPr>
              <a:xfrm rot="-2045153">
                <a:off x="8100376" y="-1339754"/>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866" name="Google Shape;866;p16"/>
              <p:cNvCxnSpPr>
                <a:stCxn id="862" idx="5"/>
                <a:endCxn id="861" idx="1"/>
              </p:cNvCxnSpPr>
              <p:nvPr/>
            </p:nvCxnSpPr>
            <p:spPr>
              <a:xfrm>
                <a:off x="6222278" y="-774864"/>
                <a:ext cx="778500" cy="27300"/>
              </a:xfrm>
              <a:prstGeom prst="straightConnector1">
                <a:avLst/>
              </a:prstGeom>
              <a:noFill/>
              <a:ln cap="flat" cmpd="sng" w="9525">
                <a:solidFill>
                  <a:schemeClr val="dk2"/>
                </a:solidFill>
                <a:prstDash val="solid"/>
                <a:round/>
                <a:headEnd len="med" w="med" type="none"/>
                <a:tailEnd len="med" w="med" type="none"/>
              </a:ln>
            </p:spPr>
          </p:cxnSp>
          <p:cxnSp>
            <p:nvCxnSpPr>
              <p:cNvPr id="867" name="Google Shape;867;p16"/>
              <p:cNvCxnSpPr>
                <a:stCxn id="863" idx="4"/>
                <a:endCxn id="861" idx="0"/>
              </p:cNvCxnSpPr>
              <p:nvPr/>
            </p:nvCxnSpPr>
            <p:spPr>
              <a:xfrm>
                <a:off x="6141046" y="-2257932"/>
                <a:ext cx="887400" cy="1468500"/>
              </a:xfrm>
              <a:prstGeom prst="straightConnector1">
                <a:avLst/>
              </a:prstGeom>
              <a:noFill/>
              <a:ln cap="flat" cmpd="sng" w="9525">
                <a:solidFill>
                  <a:schemeClr val="dk2"/>
                </a:solidFill>
                <a:prstDash val="solid"/>
                <a:round/>
                <a:headEnd len="med" w="med" type="none"/>
                <a:tailEnd len="med" w="med" type="none"/>
              </a:ln>
            </p:spPr>
          </p:cxnSp>
          <p:cxnSp>
            <p:nvCxnSpPr>
              <p:cNvPr id="868" name="Google Shape;868;p16"/>
              <p:cNvCxnSpPr>
                <a:stCxn id="858" idx="6"/>
                <a:endCxn id="862" idx="3"/>
              </p:cNvCxnSpPr>
              <p:nvPr/>
            </p:nvCxnSpPr>
            <p:spPr>
              <a:xfrm flipH="1" rot="10800000">
                <a:off x="4805134" y="-736769"/>
                <a:ext cx="1360800" cy="972600"/>
              </a:xfrm>
              <a:prstGeom prst="straightConnector1">
                <a:avLst/>
              </a:prstGeom>
              <a:noFill/>
              <a:ln cap="flat" cmpd="sng" w="9525">
                <a:solidFill>
                  <a:schemeClr val="dk2"/>
                </a:solidFill>
                <a:prstDash val="solid"/>
                <a:round/>
                <a:headEnd len="med" w="med" type="none"/>
                <a:tailEnd len="med" w="med" type="none"/>
              </a:ln>
            </p:spPr>
          </p:cxnSp>
          <p:cxnSp>
            <p:nvCxnSpPr>
              <p:cNvPr id="869" name="Google Shape;869;p16"/>
              <p:cNvCxnSpPr>
                <a:stCxn id="862" idx="7"/>
                <a:endCxn id="863" idx="2"/>
              </p:cNvCxnSpPr>
              <p:nvPr/>
            </p:nvCxnSpPr>
            <p:spPr>
              <a:xfrm rot="10800000">
                <a:off x="6050594" y="-2275192"/>
                <a:ext cx="133500" cy="1443900"/>
              </a:xfrm>
              <a:prstGeom prst="straightConnector1">
                <a:avLst/>
              </a:prstGeom>
              <a:noFill/>
              <a:ln cap="flat" cmpd="sng" w="9525">
                <a:solidFill>
                  <a:schemeClr val="dk2"/>
                </a:solidFill>
                <a:prstDash val="solid"/>
                <a:round/>
                <a:headEnd len="med" w="med" type="none"/>
                <a:tailEnd len="med" w="med" type="none"/>
              </a:ln>
            </p:spPr>
          </p:cxnSp>
          <p:cxnSp>
            <p:nvCxnSpPr>
              <p:cNvPr id="870" name="Google Shape;870;p16"/>
              <p:cNvCxnSpPr>
                <a:stCxn id="863" idx="6"/>
                <a:endCxn id="859" idx="1"/>
              </p:cNvCxnSpPr>
              <p:nvPr/>
            </p:nvCxnSpPr>
            <p:spPr>
              <a:xfrm>
                <a:off x="6158446" y="-2348532"/>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871" name="Google Shape;871;p16"/>
              <p:cNvCxnSpPr>
                <a:stCxn id="861" idx="7"/>
                <a:endCxn id="859" idx="3"/>
              </p:cNvCxnSpPr>
              <p:nvPr/>
            </p:nvCxnSpPr>
            <p:spPr>
              <a:xfrm flipH="1" rot="10800000">
                <a:off x="7077233" y="-1901356"/>
                <a:ext cx="195300" cy="1101900"/>
              </a:xfrm>
              <a:prstGeom prst="straightConnector1">
                <a:avLst/>
              </a:prstGeom>
              <a:noFill/>
              <a:ln cap="flat" cmpd="sng" w="9525">
                <a:solidFill>
                  <a:schemeClr val="dk2"/>
                </a:solidFill>
                <a:prstDash val="solid"/>
                <a:round/>
                <a:headEnd len="med" w="med" type="none"/>
                <a:tailEnd len="med" w="med" type="none"/>
              </a:ln>
            </p:spPr>
          </p:cxnSp>
          <p:cxnSp>
            <p:nvCxnSpPr>
              <p:cNvPr id="872" name="Google Shape;872;p16"/>
              <p:cNvCxnSpPr>
                <a:stCxn id="858" idx="6"/>
                <a:endCxn id="864" idx="1"/>
              </p:cNvCxnSpPr>
              <p:nvPr/>
            </p:nvCxnSpPr>
            <p:spPr>
              <a:xfrm flipH="1" rot="10800000">
                <a:off x="4805134" y="-52469"/>
                <a:ext cx="1464300" cy="288300"/>
              </a:xfrm>
              <a:prstGeom prst="straightConnector1">
                <a:avLst/>
              </a:prstGeom>
              <a:noFill/>
              <a:ln cap="flat" cmpd="sng" w="9525">
                <a:solidFill>
                  <a:schemeClr val="dk2"/>
                </a:solidFill>
                <a:prstDash val="solid"/>
                <a:round/>
                <a:headEnd len="med" w="med" type="none"/>
                <a:tailEnd len="med" w="med" type="none"/>
              </a:ln>
            </p:spPr>
          </p:cxnSp>
          <p:cxnSp>
            <p:nvCxnSpPr>
              <p:cNvPr id="873" name="Google Shape;873;p16"/>
              <p:cNvCxnSpPr>
                <a:stCxn id="864" idx="6"/>
                <a:endCxn id="861" idx="2"/>
              </p:cNvCxnSpPr>
              <p:nvPr/>
            </p:nvCxnSpPr>
            <p:spPr>
              <a:xfrm flipH="1" rot="10800000">
                <a:off x="6387451" y="-698855"/>
                <a:ext cx="623400" cy="622200"/>
              </a:xfrm>
              <a:prstGeom prst="straightConnector1">
                <a:avLst/>
              </a:prstGeom>
              <a:noFill/>
              <a:ln cap="flat" cmpd="sng" w="9525">
                <a:solidFill>
                  <a:schemeClr val="dk2"/>
                </a:solidFill>
                <a:prstDash val="solid"/>
                <a:round/>
                <a:headEnd len="med" w="med" type="none"/>
                <a:tailEnd len="med" w="med" type="none"/>
              </a:ln>
            </p:spPr>
          </p:cxnSp>
          <p:cxnSp>
            <p:nvCxnSpPr>
              <p:cNvPr id="874" name="Google Shape;874;p16"/>
              <p:cNvCxnSpPr>
                <a:stCxn id="864" idx="5"/>
                <a:endCxn id="860" idx="1"/>
              </p:cNvCxnSpPr>
              <p:nvPr/>
            </p:nvCxnSpPr>
            <p:spPr>
              <a:xfrm flipH="1" rot="10800000">
                <a:off x="6397515" y="-169351"/>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875" name="Google Shape;875;p16"/>
              <p:cNvCxnSpPr>
                <a:stCxn id="860" idx="0"/>
                <a:endCxn id="861" idx="5"/>
              </p:cNvCxnSpPr>
              <p:nvPr/>
            </p:nvCxnSpPr>
            <p:spPr>
              <a:xfrm rot="10800000">
                <a:off x="7129021" y="-723230"/>
                <a:ext cx="617400" cy="425700"/>
              </a:xfrm>
              <a:prstGeom prst="straightConnector1">
                <a:avLst/>
              </a:prstGeom>
              <a:noFill/>
              <a:ln cap="flat" cmpd="sng" w="9525">
                <a:solidFill>
                  <a:schemeClr val="dk2"/>
                </a:solidFill>
                <a:prstDash val="solid"/>
                <a:round/>
                <a:headEnd len="med" w="med" type="none"/>
                <a:tailEnd len="med" w="med" type="none"/>
              </a:ln>
            </p:spPr>
          </p:cxnSp>
          <p:cxnSp>
            <p:nvCxnSpPr>
              <p:cNvPr id="876" name="Google Shape;876;p16"/>
              <p:cNvCxnSpPr>
                <a:stCxn id="860" idx="7"/>
                <a:endCxn id="865" idx="3"/>
              </p:cNvCxnSpPr>
              <p:nvPr/>
            </p:nvCxnSpPr>
            <p:spPr>
              <a:xfrm flipH="1" rot="10800000">
                <a:off x="7896910" y="-1244345"/>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877" name="Google Shape;877;p16"/>
              <p:cNvCxnSpPr>
                <a:stCxn id="861" idx="6"/>
                <a:endCxn id="865" idx="2"/>
              </p:cNvCxnSpPr>
              <p:nvPr/>
            </p:nvCxnSpPr>
            <p:spPr>
              <a:xfrm flipH="1" rot="10800000">
                <a:off x="7118930" y="-1264592"/>
                <a:ext cx="989700" cy="492600"/>
              </a:xfrm>
              <a:prstGeom prst="straightConnector1">
                <a:avLst/>
              </a:prstGeom>
              <a:noFill/>
              <a:ln cap="flat" cmpd="sng" w="9525">
                <a:solidFill>
                  <a:schemeClr val="dk2"/>
                </a:solidFill>
                <a:prstDash val="solid"/>
                <a:round/>
                <a:headEnd len="med" w="med" type="none"/>
                <a:tailEnd len="med" w="med" type="none"/>
              </a:ln>
            </p:spPr>
          </p:cxnSp>
          <p:cxnSp>
            <p:nvCxnSpPr>
              <p:cNvPr id="878" name="Google Shape;878;p16"/>
              <p:cNvCxnSpPr>
                <a:stCxn id="865" idx="0"/>
                <a:endCxn id="859" idx="5"/>
              </p:cNvCxnSpPr>
              <p:nvPr/>
            </p:nvCxnSpPr>
            <p:spPr>
              <a:xfrm rot="10800000">
                <a:off x="7386853" y="-1978577"/>
                <a:ext cx="734700" cy="647100"/>
              </a:xfrm>
              <a:prstGeom prst="straightConnector1">
                <a:avLst/>
              </a:prstGeom>
              <a:noFill/>
              <a:ln cap="flat" cmpd="sng" w="9525">
                <a:solidFill>
                  <a:schemeClr val="dk2"/>
                </a:solidFill>
                <a:prstDash val="solid"/>
                <a:round/>
                <a:headEnd len="med" w="med" type="none"/>
                <a:tailEnd len="med" w="med" type="none"/>
              </a:ln>
            </p:spPr>
          </p:cxnSp>
          <p:cxnSp>
            <p:nvCxnSpPr>
              <p:cNvPr id="879" name="Google Shape;879;p16"/>
              <p:cNvCxnSpPr>
                <a:stCxn id="863" idx="5"/>
                <a:endCxn id="865" idx="1"/>
              </p:cNvCxnSpPr>
              <p:nvPr/>
            </p:nvCxnSpPr>
            <p:spPr>
              <a:xfrm>
                <a:off x="6168510" y="-2299629"/>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880" name="Google Shape;880;p16"/>
              <p:cNvCxnSpPr>
                <a:stCxn id="862" idx="6"/>
                <a:endCxn id="865" idx="1"/>
              </p:cNvCxnSpPr>
              <p:nvPr/>
            </p:nvCxnSpPr>
            <p:spPr>
              <a:xfrm flipH="1" rot="10800000">
                <a:off x="6214873" y="-1300586"/>
                <a:ext cx="1886400" cy="489600"/>
              </a:xfrm>
              <a:prstGeom prst="straightConnector1">
                <a:avLst/>
              </a:prstGeom>
              <a:noFill/>
              <a:ln cap="flat" cmpd="sng" w="9525">
                <a:solidFill>
                  <a:schemeClr val="dk2"/>
                </a:solidFill>
                <a:prstDash val="solid"/>
                <a:round/>
                <a:headEnd len="med" w="med" type="none"/>
                <a:tailEnd len="med" w="med" type="none"/>
              </a:ln>
            </p:spPr>
          </p:cxnSp>
          <p:cxnSp>
            <p:nvCxnSpPr>
              <p:cNvPr id="881" name="Google Shape;881;p16"/>
              <p:cNvCxnSpPr>
                <a:stCxn id="862" idx="4"/>
                <a:endCxn id="860" idx="1"/>
              </p:cNvCxnSpPr>
              <p:nvPr/>
            </p:nvCxnSpPr>
            <p:spPr>
              <a:xfrm>
                <a:off x="6201973" y="-744086"/>
                <a:ext cx="1459800" cy="574500"/>
              </a:xfrm>
              <a:prstGeom prst="straightConnector1">
                <a:avLst/>
              </a:prstGeom>
              <a:noFill/>
              <a:ln cap="flat" cmpd="sng" w="9525">
                <a:solidFill>
                  <a:schemeClr val="dk2"/>
                </a:solidFill>
                <a:prstDash val="solid"/>
                <a:round/>
                <a:headEnd len="med" w="med" type="none"/>
                <a:tailEnd len="med" w="med" type="none"/>
              </a:ln>
            </p:spPr>
          </p:cxnSp>
          <p:cxnSp>
            <p:nvCxnSpPr>
              <p:cNvPr id="882" name="Google Shape;882;p16"/>
              <p:cNvCxnSpPr>
                <a:stCxn id="859" idx="4"/>
                <a:endCxn id="860" idx="7"/>
              </p:cNvCxnSpPr>
              <p:nvPr/>
            </p:nvCxnSpPr>
            <p:spPr>
              <a:xfrm>
                <a:off x="7345607" y="-1916318"/>
                <a:ext cx="551400" cy="1588200"/>
              </a:xfrm>
              <a:prstGeom prst="straightConnector1">
                <a:avLst/>
              </a:prstGeom>
              <a:noFill/>
              <a:ln cap="flat" cmpd="sng" w="9525">
                <a:solidFill>
                  <a:schemeClr val="dk2"/>
                </a:solidFill>
                <a:prstDash val="solid"/>
                <a:round/>
                <a:headEnd len="med" w="med" type="none"/>
                <a:tailEnd len="med" w="med" type="none"/>
              </a:ln>
            </p:spPr>
          </p:cxnSp>
          <p:sp>
            <p:nvSpPr>
              <p:cNvPr id="883" name="Google Shape;883;p16"/>
              <p:cNvSpPr/>
              <p:nvPr/>
            </p:nvSpPr>
            <p:spPr>
              <a:xfrm rot="-2047713">
                <a:off x="8788629" y="-4306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884" name="Google Shape;884;p16"/>
              <p:cNvCxnSpPr>
                <a:stCxn id="865" idx="4"/>
                <a:endCxn id="883" idx="7"/>
              </p:cNvCxnSpPr>
              <p:nvPr/>
            </p:nvCxnSpPr>
            <p:spPr>
              <a:xfrm>
                <a:off x="8175553" y="-1251677"/>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885" name="Google Shape;885;p16"/>
              <p:cNvCxnSpPr>
                <a:stCxn id="883" idx="1"/>
                <a:endCxn id="860" idx="5"/>
              </p:cNvCxnSpPr>
              <p:nvPr/>
            </p:nvCxnSpPr>
            <p:spPr>
              <a:xfrm rot="10800000">
                <a:off x="8055700" y="-93031"/>
                <a:ext cx="734100" cy="102900"/>
              </a:xfrm>
              <a:prstGeom prst="straightConnector1">
                <a:avLst/>
              </a:prstGeom>
              <a:noFill/>
              <a:ln cap="flat" cmpd="sng" w="9525">
                <a:solidFill>
                  <a:schemeClr val="dk2"/>
                </a:solidFill>
                <a:prstDash val="solid"/>
                <a:round/>
                <a:headEnd len="med" w="med" type="none"/>
                <a:tailEnd len="med" w="med" type="none"/>
              </a:ln>
            </p:spPr>
          </p:cxnSp>
          <p:cxnSp>
            <p:nvCxnSpPr>
              <p:cNvPr id="886" name="Google Shape;886;p16"/>
              <p:cNvCxnSpPr>
                <a:stCxn id="883" idx="0"/>
                <a:endCxn id="859" idx="4"/>
              </p:cNvCxnSpPr>
              <p:nvPr/>
            </p:nvCxnSpPr>
            <p:spPr>
              <a:xfrm rot="10800000">
                <a:off x="7345463" y="-1916427"/>
                <a:ext cx="1471800" cy="1884600"/>
              </a:xfrm>
              <a:prstGeom prst="straightConnector1">
                <a:avLst/>
              </a:prstGeom>
              <a:noFill/>
              <a:ln cap="flat" cmpd="sng" w="9525">
                <a:solidFill>
                  <a:schemeClr val="dk2"/>
                </a:solidFill>
                <a:prstDash val="solid"/>
                <a:round/>
                <a:headEnd len="med" w="med" type="none"/>
                <a:tailEnd len="med" w="med" type="none"/>
              </a:ln>
            </p:spPr>
          </p:cxnSp>
          <p:cxnSp>
            <p:nvCxnSpPr>
              <p:cNvPr id="887" name="Google Shape;887;p16"/>
              <p:cNvCxnSpPr>
                <a:stCxn id="883" idx="1"/>
                <a:endCxn id="861" idx="5"/>
              </p:cNvCxnSpPr>
              <p:nvPr/>
            </p:nvCxnSpPr>
            <p:spPr>
              <a:xfrm rot="10800000">
                <a:off x="7129000" y="-723031"/>
                <a:ext cx="1660800" cy="732900"/>
              </a:xfrm>
              <a:prstGeom prst="straightConnector1">
                <a:avLst/>
              </a:prstGeom>
              <a:noFill/>
              <a:ln cap="flat" cmpd="sng" w="9525">
                <a:solidFill>
                  <a:schemeClr val="dk2"/>
                </a:solidFill>
                <a:prstDash val="solid"/>
                <a:round/>
                <a:headEnd len="med" w="med" type="none"/>
                <a:tailEnd len="med" w="med" type="none"/>
              </a:ln>
            </p:spPr>
          </p:cxnSp>
          <p:sp>
            <p:nvSpPr>
              <p:cNvPr id="888" name="Google Shape;888;p16"/>
              <p:cNvSpPr/>
              <p:nvPr/>
            </p:nvSpPr>
            <p:spPr>
              <a:xfrm rot="-2040502">
                <a:off x="7684687" y="255003"/>
                <a:ext cx="194703" cy="19470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889" name="Google Shape;889;p16"/>
              <p:cNvCxnSpPr>
                <a:stCxn id="883" idx="2"/>
                <a:endCxn id="888" idx="5"/>
              </p:cNvCxnSpPr>
              <p:nvPr/>
            </p:nvCxnSpPr>
            <p:spPr>
              <a:xfrm flipH="1">
                <a:off x="7877663" y="58773"/>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890" name="Google Shape;890;p16"/>
              <p:cNvCxnSpPr>
                <a:stCxn id="888" idx="1"/>
                <a:endCxn id="864" idx="5"/>
              </p:cNvCxnSpPr>
              <p:nvPr/>
            </p:nvCxnSpPr>
            <p:spPr>
              <a:xfrm rot="10800000">
                <a:off x="6397373" y="-27707"/>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891" name="Google Shape;891;p16"/>
              <p:cNvCxnSpPr>
                <a:stCxn id="888" idx="7"/>
                <a:endCxn id="860" idx="3"/>
              </p:cNvCxnSpPr>
              <p:nvPr/>
            </p:nvCxnSpPr>
            <p:spPr>
              <a:xfrm flipH="1" rot="10800000">
                <a:off x="7800600" y="65689"/>
                <a:ext cx="19800" cy="191100"/>
              </a:xfrm>
              <a:prstGeom prst="straightConnector1">
                <a:avLst/>
              </a:prstGeom>
              <a:noFill/>
              <a:ln cap="flat" cmpd="sng" w="9525">
                <a:solidFill>
                  <a:schemeClr val="dk2"/>
                </a:solidFill>
                <a:prstDash val="solid"/>
                <a:round/>
                <a:headEnd len="med" w="med" type="none"/>
                <a:tailEnd len="med" w="med" type="none"/>
              </a:ln>
            </p:spPr>
          </p:cxnSp>
        </p:grpSp>
        <p:grpSp>
          <p:nvGrpSpPr>
            <p:cNvPr id="892" name="Google Shape;892;p16"/>
            <p:cNvGrpSpPr/>
            <p:nvPr/>
          </p:nvGrpSpPr>
          <p:grpSpPr>
            <a:xfrm flipH="1" rot="10800000">
              <a:off x="-497962" y="2260383"/>
              <a:ext cx="3063625" cy="3321711"/>
              <a:chOff x="-460575" y="-671217"/>
              <a:chExt cx="3063625" cy="3321711"/>
            </a:xfrm>
          </p:grpSpPr>
          <p:cxnSp>
            <p:nvCxnSpPr>
              <p:cNvPr id="893" name="Google Shape;893;p16"/>
              <p:cNvCxnSpPr>
                <a:stCxn id="894" idx="6"/>
                <a:endCxn id="895" idx="2"/>
              </p:cNvCxnSpPr>
              <p:nvPr/>
            </p:nvCxnSpPr>
            <p:spPr>
              <a:xfrm flipH="1" rot="10800000">
                <a:off x="421801" y="-63292"/>
                <a:ext cx="2023800" cy="476400"/>
              </a:xfrm>
              <a:prstGeom prst="straightConnector1">
                <a:avLst/>
              </a:prstGeom>
              <a:noFill/>
              <a:ln cap="flat" cmpd="sng" w="9525">
                <a:solidFill>
                  <a:schemeClr val="dk2"/>
                </a:solidFill>
                <a:prstDash val="solid"/>
                <a:round/>
                <a:headEnd len="med" w="med" type="none"/>
                <a:tailEnd len="med" w="med" type="none"/>
              </a:ln>
            </p:spPr>
          </p:cxnSp>
          <p:sp>
            <p:nvSpPr>
              <p:cNvPr id="895" name="Google Shape;895;p16"/>
              <p:cNvSpPr/>
              <p:nvPr/>
            </p:nvSpPr>
            <p:spPr>
              <a:xfrm>
                <a:off x="2445550" y="-142081"/>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96" name="Google Shape;896;p16"/>
              <p:cNvSpPr/>
              <p:nvPr/>
            </p:nvSpPr>
            <p:spPr>
              <a:xfrm>
                <a:off x="61646" y="-671217"/>
                <a:ext cx="1575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97" name="Google Shape;897;p16"/>
              <p:cNvSpPr/>
              <p:nvPr/>
            </p:nvSpPr>
            <p:spPr>
              <a:xfrm>
                <a:off x="90425" y="2492994"/>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98" name="Google Shape;898;p16"/>
              <p:cNvSpPr/>
              <p:nvPr/>
            </p:nvSpPr>
            <p:spPr>
              <a:xfrm>
                <a:off x="125826" y="88673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99" name="Google Shape;899;p16"/>
              <p:cNvSpPr/>
              <p:nvPr/>
            </p:nvSpPr>
            <p:spPr>
              <a:xfrm>
                <a:off x="382937" y="1317277"/>
                <a:ext cx="1569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00" name="Google Shape;900;p16"/>
              <p:cNvCxnSpPr>
                <a:stCxn id="899" idx="4"/>
                <a:endCxn id="897" idx="0"/>
              </p:cNvCxnSpPr>
              <p:nvPr/>
            </p:nvCxnSpPr>
            <p:spPr>
              <a:xfrm flipH="1">
                <a:off x="169187" y="1474777"/>
                <a:ext cx="292200" cy="1018200"/>
              </a:xfrm>
              <a:prstGeom prst="straightConnector1">
                <a:avLst/>
              </a:prstGeom>
              <a:noFill/>
              <a:ln cap="flat" cmpd="sng" w="9525">
                <a:solidFill>
                  <a:schemeClr val="dk2"/>
                </a:solidFill>
                <a:prstDash val="solid"/>
                <a:round/>
                <a:headEnd len="med" w="med" type="none"/>
                <a:tailEnd len="med" w="med" type="none"/>
              </a:ln>
            </p:spPr>
          </p:cxnSp>
          <p:cxnSp>
            <p:nvCxnSpPr>
              <p:cNvPr id="901" name="Google Shape;901;p16"/>
              <p:cNvCxnSpPr>
                <a:stCxn id="898" idx="4"/>
                <a:endCxn id="897" idx="0"/>
              </p:cNvCxnSpPr>
              <p:nvPr/>
            </p:nvCxnSpPr>
            <p:spPr>
              <a:xfrm>
                <a:off x="169176" y="973437"/>
                <a:ext cx="0" cy="1519500"/>
              </a:xfrm>
              <a:prstGeom prst="straightConnector1">
                <a:avLst/>
              </a:prstGeom>
              <a:noFill/>
              <a:ln cap="flat" cmpd="sng" w="9525">
                <a:solidFill>
                  <a:schemeClr val="dk2"/>
                </a:solidFill>
                <a:prstDash val="solid"/>
                <a:round/>
                <a:headEnd len="med" w="med" type="none"/>
                <a:tailEnd len="med" w="med" type="none"/>
              </a:ln>
            </p:spPr>
          </p:cxnSp>
          <p:cxnSp>
            <p:nvCxnSpPr>
              <p:cNvPr id="902" name="Google Shape;902;p16"/>
              <p:cNvCxnSpPr>
                <a:stCxn id="898" idx="5"/>
                <a:endCxn id="899" idx="1"/>
              </p:cNvCxnSpPr>
              <p:nvPr/>
            </p:nvCxnSpPr>
            <p:spPr>
              <a:xfrm>
                <a:off x="199829" y="960741"/>
                <a:ext cx="206100" cy="379500"/>
              </a:xfrm>
              <a:prstGeom prst="straightConnector1">
                <a:avLst/>
              </a:prstGeom>
              <a:noFill/>
              <a:ln cap="flat" cmpd="sng" w="9525">
                <a:solidFill>
                  <a:schemeClr val="dk2"/>
                </a:solidFill>
                <a:prstDash val="solid"/>
                <a:round/>
                <a:headEnd len="med" w="med" type="none"/>
                <a:tailEnd len="med" w="med" type="none"/>
              </a:ln>
            </p:spPr>
          </p:cxnSp>
          <p:cxnSp>
            <p:nvCxnSpPr>
              <p:cNvPr id="903" name="Google Shape;903;p16"/>
              <p:cNvCxnSpPr>
                <a:stCxn id="898" idx="0"/>
                <a:endCxn id="896" idx="4"/>
              </p:cNvCxnSpPr>
              <p:nvPr/>
            </p:nvCxnSpPr>
            <p:spPr>
              <a:xfrm rot="10800000">
                <a:off x="140376" y="-513663"/>
                <a:ext cx="28800" cy="1400400"/>
              </a:xfrm>
              <a:prstGeom prst="straightConnector1">
                <a:avLst/>
              </a:prstGeom>
              <a:noFill/>
              <a:ln cap="flat" cmpd="sng" w="9525">
                <a:solidFill>
                  <a:schemeClr val="dk2"/>
                </a:solidFill>
                <a:prstDash val="solid"/>
                <a:round/>
                <a:headEnd len="med" w="med" type="none"/>
                <a:tailEnd len="med" w="med" type="none"/>
              </a:ln>
            </p:spPr>
          </p:cxnSp>
          <p:cxnSp>
            <p:nvCxnSpPr>
              <p:cNvPr id="904" name="Google Shape;904;p16"/>
              <p:cNvCxnSpPr>
                <a:stCxn id="898" idx="7"/>
                <a:endCxn id="894" idx="3"/>
              </p:cNvCxnSpPr>
              <p:nvPr/>
            </p:nvCxnSpPr>
            <p:spPr>
              <a:xfrm flipH="1" rot="10800000">
                <a:off x="1998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905" name="Google Shape;905;p16"/>
              <p:cNvCxnSpPr>
                <a:stCxn id="896" idx="5"/>
                <a:endCxn id="894" idx="0"/>
              </p:cNvCxnSpPr>
              <p:nvPr/>
            </p:nvCxnSpPr>
            <p:spPr>
              <a:xfrm>
                <a:off x="196080" y="-536782"/>
                <a:ext cx="182400" cy="906600"/>
              </a:xfrm>
              <a:prstGeom prst="straightConnector1">
                <a:avLst/>
              </a:prstGeom>
              <a:noFill/>
              <a:ln cap="flat" cmpd="sng" w="9525">
                <a:solidFill>
                  <a:schemeClr val="dk2"/>
                </a:solidFill>
                <a:prstDash val="solid"/>
                <a:round/>
                <a:headEnd len="med" w="med" type="none"/>
                <a:tailEnd len="med" w="med" type="none"/>
              </a:ln>
            </p:spPr>
          </p:cxnSp>
          <p:cxnSp>
            <p:nvCxnSpPr>
              <p:cNvPr id="906" name="Google Shape;906;p16"/>
              <p:cNvCxnSpPr>
                <a:stCxn id="896" idx="6"/>
                <a:endCxn id="895" idx="2"/>
              </p:cNvCxnSpPr>
              <p:nvPr/>
            </p:nvCxnSpPr>
            <p:spPr>
              <a:xfrm>
                <a:off x="219146" y="-592467"/>
                <a:ext cx="2226300" cy="529200"/>
              </a:xfrm>
              <a:prstGeom prst="straightConnector1">
                <a:avLst/>
              </a:prstGeom>
              <a:noFill/>
              <a:ln cap="flat" cmpd="sng" w="9525">
                <a:solidFill>
                  <a:schemeClr val="dk2"/>
                </a:solidFill>
                <a:prstDash val="solid"/>
                <a:round/>
                <a:headEnd len="med" w="med" type="none"/>
                <a:tailEnd len="med" w="med" type="none"/>
              </a:ln>
            </p:spPr>
          </p:cxnSp>
          <p:cxnSp>
            <p:nvCxnSpPr>
              <p:cNvPr id="907" name="Google Shape;907;p16"/>
              <p:cNvCxnSpPr>
                <a:stCxn id="908" idx="1"/>
                <a:endCxn id="896" idx="5"/>
              </p:cNvCxnSpPr>
              <p:nvPr/>
            </p:nvCxnSpPr>
            <p:spPr>
              <a:xfrm rot="10800000">
                <a:off x="195958" y="-536780"/>
                <a:ext cx="600600" cy="723900"/>
              </a:xfrm>
              <a:prstGeom prst="straightConnector1">
                <a:avLst/>
              </a:prstGeom>
              <a:noFill/>
              <a:ln cap="flat" cmpd="sng" w="9525">
                <a:solidFill>
                  <a:schemeClr val="dk2"/>
                </a:solidFill>
                <a:prstDash val="solid"/>
                <a:round/>
                <a:headEnd len="med" w="med" type="none"/>
                <a:tailEnd len="med" w="med" type="none"/>
              </a:ln>
            </p:spPr>
          </p:cxnSp>
          <p:cxnSp>
            <p:nvCxnSpPr>
              <p:cNvPr id="909" name="Google Shape;909;p16"/>
              <p:cNvCxnSpPr>
                <a:stCxn id="899" idx="0"/>
                <a:endCxn id="894" idx="4"/>
              </p:cNvCxnSpPr>
              <p:nvPr/>
            </p:nvCxnSpPr>
            <p:spPr>
              <a:xfrm rot="10800000">
                <a:off x="378587" y="456577"/>
                <a:ext cx="82800" cy="860700"/>
              </a:xfrm>
              <a:prstGeom prst="straightConnector1">
                <a:avLst/>
              </a:prstGeom>
              <a:noFill/>
              <a:ln cap="flat" cmpd="sng" w="9525">
                <a:solidFill>
                  <a:schemeClr val="dk2"/>
                </a:solidFill>
                <a:prstDash val="solid"/>
                <a:round/>
                <a:headEnd len="med" w="med" type="none"/>
                <a:tailEnd len="med" w="med" type="none"/>
              </a:ln>
            </p:spPr>
          </p:cxnSp>
          <p:cxnSp>
            <p:nvCxnSpPr>
              <p:cNvPr id="910" name="Google Shape;910;p16"/>
              <p:cNvCxnSpPr>
                <a:stCxn id="899" idx="0"/>
                <a:endCxn id="908" idx="3"/>
              </p:cNvCxnSpPr>
              <p:nvPr/>
            </p:nvCxnSpPr>
            <p:spPr>
              <a:xfrm flipH="1" rot="10800000">
                <a:off x="461387" y="268177"/>
                <a:ext cx="335100" cy="1049100"/>
              </a:xfrm>
              <a:prstGeom prst="straightConnector1">
                <a:avLst/>
              </a:prstGeom>
              <a:noFill/>
              <a:ln cap="flat" cmpd="sng" w="9525">
                <a:solidFill>
                  <a:schemeClr val="dk2"/>
                </a:solidFill>
                <a:prstDash val="solid"/>
                <a:round/>
                <a:headEnd len="med" w="med" type="none"/>
                <a:tailEnd len="med" w="med" type="none"/>
              </a:ln>
            </p:spPr>
          </p:cxnSp>
          <p:sp>
            <p:nvSpPr>
              <p:cNvPr id="911" name="Google Shape;911;p16"/>
              <p:cNvSpPr/>
              <p:nvPr/>
            </p:nvSpPr>
            <p:spPr>
              <a:xfrm>
                <a:off x="987225" y="-92131"/>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12" name="Google Shape;912;p16"/>
              <p:cNvCxnSpPr>
                <a:stCxn id="896" idx="5"/>
                <a:endCxn id="911" idx="1"/>
              </p:cNvCxnSpPr>
              <p:nvPr/>
            </p:nvCxnSpPr>
            <p:spPr>
              <a:xfrm>
                <a:off x="196080" y="-536782"/>
                <a:ext cx="814200" cy="467700"/>
              </a:xfrm>
              <a:prstGeom prst="straightConnector1">
                <a:avLst/>
              </a:prstGeom>
              <a:noFill/>
              <a:ln cap="flat" cmpd="sng" w="9525">
                <a:solidFill>
                  <a:schemeClr val="dk2"/>
                </a:solidFill>
                <a:prstDash val="solid"/>
                <a:round/>
                <a:headEnd len="med" w="med" type="none"/>
                <a:tailEnd len="med" w="med" type="none"/>
              </a:ln>
            </p:spPr>
          </p:cxnSp>
          <p:cxnSp>
            <p:nvCxnSpPr>
              <p:cNvPr id="913" name="Google Shape;913;p16"/>
              <p:cNvCxnSpPr>
                <a:stCxn id="908" idx="7"/>
                <a:endCxn id="911" idx="3"/>
              </p:cNvCxnSpPr>
              <p:nvPr/>
            </p:nvCxnSpPr>
            <p:spPr>
              <a:xfrm flipH="1" rot="10800000">
                <a:off x="877592" y="42220"/>
                <a:ext cx="132600" cy="144900"/>
              </a:xfrm>
              <a:prstGeom prst="straightConnector1">
                <a:avLst/>
              </a:prstGeom>
              <a:noFill/>
              <a:ln cap="flat" cmpd="sng" w="9525">
                <a:solidFill>
                  <a:schemeClr val="dk2"/>
                </a:solidFill>
                <a:prstDash val="solid"/>
                <a:round/>
                <a:headEnd len="med" w="med" type="none"/>
                <a:tailEnd len="med" w="med" type="none"/>
              </a:ln>
            </p:spPr>
          </p:cxnSp>
          <p:cxnSp>
            <p:nvCxnSpPr>
              <p:cNvPr id="914" name="Google Shape;914;p16"/>
              <p:cNvCxnSpPr>
                <a:stCxn id="911" idx="6"/>
                <a:endCxn id="895" idx="2"/>
              </p:cNvCxnSpPr>
              <p:nvPr/>
            </p:nvCxnSpPr>
            <p:spPr>
              <a:xfrm flipH="1" rot="10800000">
                <a:off x="1144725" y="-63481"/>
                <a:ext cx="1300800" cy="50100"/>
              </a:xfrm>
              <a:prstGeom prst="straightConnector1">
                <a:avLst/>
              </a:prstGeom>
              <a:noFill/>
              <a:ln cap="flat" cmpd="sng" w="9525">
                <a:solidFill>
                  <a:schemeClr val="dk2"/>
                </a:solidFill>
                <a:prstDash val="solid"/>
                <a:round/>
                <a:headEnd len="med" w="med" type="none"/>
                <a:tailEnd len="med" w="med" type="none"/>
              </a:ln>
            </p:spPr>
          </p:cxnSp>
          <p:sp>
            <p:nvSpPr>
              <p:cNvPr id="915" name="Google Shape;915;p16"/>
              <p:cNvSpPr/>
              <p:nvPr/>
            </p:nvSpPr>
            <p:spPr>
              <a:xfrm>
                <a:off x="-460575" y="540519"/>
                <a:ext cx="157500" cy="157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16" name="Google Shape;916;p16"/>
              <p:cNvCxnSpPr>
                <a:stCxn id="915" idx="0"/>
                <a:endCxn id="896" idx="3"/>
              </p:cNvCxnSpPr>
              <p:nvPr/>
            </p:nvCxnSpPr>
            <p:spPr>
              <a:xfrm flipH="1" rot="10800000">
                <a:off x="-381825" y="-536781"/>
                <a:ext cx="466500" cy="1077300"/>
              </a:xfrm>
              <a:prstGeom prst="straightConnector1">
                <a:avLst/>
              </a:prstGeom>
              <a:noFill/>
              <a:ln cap="flat" cmpd="sng" w="9525">
                <a:solidFill>
                  <a:schemeClr val="dk2"/>
                </a:solidFill>
                <a:prstDash val="solid"/>
                <a:round/>
                <a:headEnd len="med" w="med" type="none"/>
                <a:tailEnd len="med" w="med" type="none"/>
              </a:ln>
            </p:spPr>
          </p:cxnSp>
          <p:cxnSp>
            <p:nvCxnSpPr>
              <p:cNvPr id="917" name="Google Shape;917;p16"/>
              <p:cNvCxnSpPr>
                <a:stCxn id="915" idx="6"/>
                <a:endCxn id="894" idx="3"/>
              </p:cNvCxnSpPr>
              <p:nvPr/>
            </p:nvCxnSpPr>
            <p:spPr>
              <a:xfrm flipH="1" rot="10800000">
                <a:off x="-303075" y="443769"/>
                <a:ext cx="651000" cy="175500"/>
              </a:xfrm>
              <a:prstGeom prst="straightConnector1">
                <a:avLst/>
              </a:prstGeom>
              <a:noFill/>
              <a:ln cap="flat" cmpd="sng" w="9525">
                <a:solidFill>
                  <a:schemeClr val="dk2"/>
                </a:solidFill>
                <a:prstDash val="solid"/>
                <a:round/>
                <a:headEnd len="med" w="med" type="none"/>
                <a:tailEnd len="med" w="med" type="none"/>
              </a:ln>
            </p:spPr>
          </p:cxnSp>
          <p:cxnSp>
            <p:nvCxnSpPr>
              <p:cNvPr id="918" name="Google Shape;918;p16"/>
              <p:cNvCxnSpPr>
                <a:stCxn id="915" idx="5"/>
                <a:endCxn id="898" idx="1"/>
              </p:cNvCxnSpPr>
              <p:nvPr/>
            </p:nvCxnSpPr>
            <p:spPr>
              <a:xfrm>
                <a:off x="-326140" y="674953"/>
                <a:ext cx="464700" cy="224400"/>
              </a:xfrm>
              <a:prstGeom prst="straightConnector1">
                <a:avLst/>
              </a:prstGeom>
              <a:noFill/>
              <a:ln cap="flat" cmpd="sng" w="9525">
                <a:solidFill>
                  <a:schemeClr val="dk2"/>
                </a:solidFill>
                <a:prstDash val="solid"/>
                <a:round/>
                <a:headEnd len="med" w="med" type="none"/>
                <a:tailEnd len="med" w="med" type="none"/>
              </a:ln>
            </p:spPr>
          </p:cxnSp>
          <p:cxnSp>
            <p:nvCxnSpPr>
              <p:cNvPr id="919" name="Google Shape;919;p16"/>
              <p:cNvCxnSpPr>
                <a:stCxn id="915" idx="5"/>
                <a:endCxn id="897" idx="1"/>
              </p:cNvCxnSpPr>
              <p:nvPr/>
            </p:nvCxnSpPr>
            <p:spPr>
              <a:xfrm>
                <a:off x="-326140" y="674953"/>
                <a:ext cx="439500" cy="1841100"/>
              </a:xfrm>
              <a:prstGeom prst="straightConnector1">
                <a:avLst/>
              </a:prstGeom>
              <a:noFill/>
              <a:ln cap="flat" cmpd="sng" w="9525">
                <a:solidFill>
                  <a:schemeClr val="dk2"/>
                </a:solidFill>
                <a:prstDash val="solid"/>
                <a:round/>
                <a:headEnd len="med" w="med" type="none"/>
                <a:tailEnd len="med" w="med" type="none"/>
              </a:ln>
            </p:spPr>
          </p:cxnSp>
          <p:sp>
            <p:nvSpPr>
              <p:cNvPr id="908" name="Google Shape;908;p16"/>
              <p:cNvSpPr/>
              <p:nvPr/>
            </p:nvSpPr>
            <p:spPr>
              <a:xfrm>
                <a:off x="779775" y="170338"/>
                <a:ext cx="114600" cy="11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894" name="Google Shape;894;p16"/>
              <p:cNvSpPr/>
              <p:nvPr/>
            </p:nvSpPr>
            <p:spPr>
              <a:xfrm>
                <a:off x="335101" y="369758"/>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2">
    <p:spTree>
      <p:nvGrpSpPr>
        <p:cNvPr id="920" name="Shape 920"/>
        <p:cNvGrpSpPr/>
        <p:nvPr/>
      </p:nvGrpSpPr>
      <p:grpSpPr>
        <a:xfrm>
          <a:off x="0" y="0"/>
          <a:ext cx="0" cy="0"/>
          <a:chOff x="0" y="0"/>
          <a:chExt cx="0" cy="0"/>
        </a:xfrm>
      </p:grpSpPr>
      <p:sp>
        <p:nvSpPr>
          <p:cNvPr id="921" name="Google Shape;92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22" name="Google Shape;922;p17"/>
          <p:cNvSpPr txBox="1"/>
          <p:nvPr>
            <p:ph idx="1" type="body"/>
          </p:nvPr>
        </p:nvSpPr>
        <p:spPr>
          <a:xfrm>
            <a:off x="720000" y="1215751"/>
            <a:ext cx="7704000" cy="450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grpSp>
        <p:nvGrpSpPr>
          <p:cNvPr id="923" name="Google Shape;923;p17"/>
          <p:cNvGrpSpPr/>
          <p:nvPr/>
        </p:nvGrpSpPr>
        <p:grpSpPr>
          <a:xfrm>
            <a:off x="119476" y="1141150"/>
            <a:ext cx="7318880" cy="3862644"/>
            <a:chOff x="119476" y="1141150"/>
            <a:chExt cx="7318880" cy="3862644"/>
          </a:xfrm>
        </p:grpSpPr>
        <p:grpSp>
          <p:nvGrpSpPr>
            <p:cNvPr id="924" name="Google Shape;924;p17"/>
            <p:cNvGrpSpPr/>
            <p:nvPr/>
          </p:nvGrpSpPr>
          <p:grpSpPr>
            <a:xfrm rot="10800000">
              <a:off x="119476" y="1141150"/>
              <a:ext cx="298275" cy="322675"/>
              <a:chOff x="8667225" y="681525"/>
              <a:chExt cx="298275" cy="322675"/>
            </a:xfrm>
          </p:grpSpPr>
          <p:sp>
            <p:nvSpPr>
              <p:cNvPr id="925" name="Google Shape;925;p17"/>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26" name="Google Shape;926;p17"/>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27" name="Google Shape;927;p17"/>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928" name="Google Shape;928;p17"/>
            <p:cNvGrpSpPr/>
            <p:nvPr/>
          </p:nvGrpSpPr>
          <p:grpSpPr>
            <a:xfrm rot="-5139163">
              <a:off x="6960991" y="4509560"/>
              <a:ext cx="254304" cy="683114"/>
              <a:chOff x="140150" y="4353245"/>
              <a:chExt cx="254310" cy="683130"/>
            </a:xfrm>
          </p:grpSpPr>
          <p:sp>
            <p:nvSpPr>
              <p:cNvPr id="929" name="Google Shape;929;p17"/>
              <p:cNvSpPr/>
              <p:nvPr/>
            </p:nvSpPr>
            <p:spPr>
              <a:xfrm rot="10800000">
                <a:off x="140150" y="49496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30" name="Google Shape;930;p17"/>
              <p:cNvSpPr/>
              <p:nvPr/>
            </p:nvSpPr>
            <p:spPr>
              <a:xfrm rot="10800000">
                <a:off x="146360" y="4668727"/>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31" name="Google Shape;931;p17"/>
              <p:cNvSpPr/>
              <p:nvPr/>
            </p:nvSpPr>
            <p:spPr>
              <a:xfrm rot="10800000">
                <a:off x="343160" y="4863902"/>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32" name="Google Shape;932;p17"/>
              <p:cNvSpPr/>
              <p:nvPr/>
            </p:nvSpPr>
            <p:spPr>
              <a:xfrm rot="10800000">
                <a:off x="141945" y="435324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933" name="Google Shape;933;p17"/>
          <p:cNvGrpSpPr/>
          <p:nvPr/>
        </p:nvGrpSpPr>
        <p:grpSpPr>
          <a:xfrm>
            <a:off x="-3264108" y="1062527"/>
            <a:ext cx="12699758" cy="5125916"/>
            <a:chOff x="-3264108" y="1062527"/>
            <a:chExt cx="12699758" cy="5125916"/>
          </a:xfrm>
        </p:grpSpPr>
        <p:grpSp>
          <p:nvGrpSpPr>
            <p:cNvPr id="934" name="Google Shape;934;p17"/>
            <p:cNvGrpSpPr/>
            <p:nvPr/>
          </p:nvGrpSpPr>
          <p:grpSpPr>
            <a:xfrm rot="10800000">
              <a:off x="7825876" y="2716263"/>
              <a:ext cx="1609774" cy="2641456"/>
              <a:chOff x="-225924" y="-192037"/>
              <a:chExt cx="1609774" cy="2641456"/>
            </a:xfrm>
          </p:grpSpPr>
          <p:cxnSp>
            <p:nvCxnSpPr>
              <p:cNvPr id="935" name="Google Shape;935;p17"/>
              <p:cNvCxnSpPr>
                <a:stCxn id="936" idx="7"/>
                <a:endCxn id="937" idx="2"/>
              </p:cNvCxnSpPr>
              <p:nvPr/>
            </p:nvCxnSpPr>
            <p:spPr>
              <a:xfrm flipH="1" rot="10800000">
                <a:off x="332904" y="155655"/>
                <a:ext cx="893400" cy="226800"/>
              </a:xfrm>
              <a:prstGeom prst="straightConnector1">
                <a:avLst/>
              </a:prstGeom>
              <a:noFill/>
              <a:ln cap="flat" cmpd="sng" w="9525">
                <a:solidFill>
                  <a:schemeClr val="dk2"/>
                </a:solidFill>
                <a:prstDash val="solid"/>
                <a:round/>
                <a:headEnd len="med" w="med" type="none"/>
                <a:tailEnd len="med" w="med" type="none"/>
              </a:ln>
            </p:spPr>
          </p:cxnSp>
          <p:sp>
            <p:nvSpPr>
              <p:cNvPr id="937" name="Google Shape;937;p17"/>
              <p:cNvSpPr/>
              <p:nvPr/>
            </p:nvSpPr>
            <p:spPr>
              <a:xfrm>
                <a:off x="1226350" y="767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38" name="Google Shape;938;p17"/>
              <p:cNvSpPr/>
              <p:nvPr/>
            </p:nvSpPr>
            <p:spPr>
              <a:xfrm>
                <a:off x="-225924" y="-192037"/>
                <a:ext cx="99900" cy="9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39" name="Google Shape;939;p17"/>
              <p:cNvSpPr/>
              <p:nvPr/>
            </p:nvSpPr>
            <p:spPr>
              <a:xfrm>
                <a:off x="177600" y="229191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40" name="Google Shape;940;p17"/>
              <p:cNvSpPr/>
              <p:nvPr/>
            </p:nvSpPr>
            <p:spPr>
              <a:xfrm>
                <a:off x="734301" y="22218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41" name="Google Shape;941;p17"/>
              <p:cNvSpPr/>
              <p:nvPr/>
            </p:nvSpPr>
            <p:spPr>
              <a:xfrm>
                <a:off x="49626" y="886737"/>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42" name="Google Shape;942;p17"/>
              <p:cNvSpPr/>
              <p:nvPr/>
            </p:nvSpPr>
            <p:spPr>
              <a:xfrm>
                <a:off x="292075" y="1058069"/>
                <a:ext cx="147900" cy="147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43" name="Google Shape;943;p17"/>
              <p:cNvCxnSpPr>
                <a:stCxn id="942" idx="4"/>
                <a:endCxn id="939" idx="0"/>
              </p:cNvCxnSpPr>
              <p:nvPr/>
            </p:nvCxnSpPr>
            <p:spPr>
              <a:xfrm flipH="1">
                <a:off x="256225" y="1205969"/>
                <a:ext cx="109800" cy="1086000"/>
              </a:xfrm>
              <a:prstGeom prst="straightConnector1">
                <a:avLst/>
              </a:prstGeom>
              <a:noFill/>
              <a:ln cap="flat" cmpd="sng" w="9525">
                <a:solidFill>
                  <a:schemeClr val="dk2"/>
                </a:solidFill>
                <a:prstDash val="solid"/>
                <a:round/>
                <a:headEnd len="med" w="med" type="none"/>
                <a:tailEnd len="med" w="med" type="none"/>
              </a:ln>
            </p:spPr>
          </p:cxnSp>
          <p:cxnSp>
            <p:nvCxnSpPr>
              <p:cNvPr id="944" name="Google Shape;944;p17"/>
              <p:cNvCxnSpPr>
                <a:stCxn id="941" idx="4"/>
                <a:endCxn id="939" idx="0"/>
              </p:cNvCxnSpPr>
              <p:nvPr/>
            </p:nvCxnSpPr>
            <p:spPr>
              <a:xfrm>
                <a:off x="92976" y="973437"/>
                <a:ext cx="163500" cy="1318500"/>
              </a:xfrm>
              <a:prstGeom prst="straightConnector1">
                <a:avLst/>
              </a:prstGeom>
              <a:noFill/>
              <a:ln cap="flat" cmpd="sng" w="9525">
                <a:solidFill>
                  <a:schemeClr val="dk2"/>
                </a:solidFill>
                <a:prstDash val="solid"/>
                <a:round/>
                <a:headEnd len="med" w="med" type="none"/>
                <a:tailEnd len="med" w="med" type="none"/>
              </a:ln>
            </p:spPr>
          </p:cxnSp>
          <p:cxnSp>
            <p:nvCxnSpPr>
              <p:cNvPr id="945" name="Google Shape;945;p17"/>
              <p:cNvCxnSpPr>
                <a:stCxn id="941" idx="5"/>
                <a:endCxn id="942" idx="1"/>
              </p:cNvCxnSpPr>
              <p:nvPr/>
            </p:nvCxnSpPr>
            <p:spPr>
              <a:xfrm>
                <a:off x="123629" y="960741"/>
                <a:ext cx="190200" cy="119100"/>
              </a:xfrm>
              <a:prstGeom prst="straightConnector1">
                <a:avLst/>
              </a:prstGeom>
              <a:noFill/>
              <a:ln cap="flat" cmpd="sng" w="9525">
                <a:solidFill>
                  <a:schemeClr val="dk2"/>
                </a:solidFill>
                <a:prstDash val="solid"/>
                <a:round/>
                <a:headEnd len="med" w="med" type="none"/>
                <a:tailEnd len="med" w="med" type="none"/>
              </a:ln>
            </p:spPr>
          </p:cxnSp>
          <p:cxnSp>
            <p:nvCxnSpPr>
              <p:cNvPr id="946" name="Google Shape;946;p17"/>
              <p:cNvCxnSpPr>
                <a:stCxn id="941" idx="0"/>
                <a:endCxn id="938" idx="4"/>
              </p:cNvCxnSpPr>
              <p:nvPr/>
            </p:nvCxnSpPr>
            <p:spPr>
              <a:xfrm rot="10800000">
                <a:off x="-176124" y="-92163"/>
                <a:ext cx="269100" cy="978900"/>
              </a:xfrm>
              <a:prstGeom prst="straightConnector1">
                <a:avLst/>
              </a:prstGeom>
              <a:noFill/>
              <a:ln cap="flat" cmpd="sng" w="9525">
                <a:solidFill>
                  <a:schemeClr val="dk2"/>
                </a:solidFill>
                <a:prstDash val="solid"/>
                <a:round/>
                <a:headEnd len="med" w="med" type="none"/>
                <a:tailEnd len="med" w="med" type="none"/>
              </a:ln>
            </p:spPr>
          </p:cxnSp>
          <p:cxnSp>
            <p:nvCxnSpPr>
              <p:cNvPr id="947" name="Google Shape;947;p17"/>
              <p:cNvCxnSpPr>
                <a:stCxn id="941" idx="7"/>
                <a:endCxn id="936" idx="3"/>
              </p:cNvCxnSpPr>
              <p:nvPr/>
            </p:nvCxnSpPr>
            <p:spPr>
              <a:xfrm flipH="1" rot="10800000">
                <a:off x="1236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948" name="Google Shape;948;p17"/>
              <p:cNvCxnSpPr>
                <a:stCxn id="938" idx="5"/>
                <a:endCxn id="936" idx="1"/>
              </p:cNvCxnSpPr>
              <p:nvPr/>
            </p:nvCxnSpPr>
            <p:spPr>
              <a:xfrm>
                <a:off x="-140654" y="-106767"/>
                <a:ext cx="412200" cy="489300"/>
              </a:xfrm>
              <a:prstGeom prst="straightConnector1">
                <a:avLst/>
              </a:prstGeom>
              <a:noFill/>
              <a:ln cap="flat" cmpd="sng" w="9525">
                <a:solidFill>
                  <a:schemeClr val="dk2"/>
                </a:solidFill>
                <a:prstDash val="solid"/>
                <a:round/>
                <a:headEnd len="med" w="med" type="none"/>
                <a:tailEnd len="med" w="med" type="none"/>
              </a:ln>
            </p:spPr>
          </p:cxnSp>
          <p:cxnSp>
            <p:nvCxnSpPr>
              <p:cNvPr id="949" name="Google Shape;949;p17"/>
              <p:cNvCxnSpPr>
                <a:stCxn id="938" idx="6"/>
                <a:endCxn id="937" idx="2"/>
              </p:cNvCxnSpPr>
              <p:nvPr/>
            </p:nvCxnSpPr>
            <p:spPr>
              <a:xfrm>
                <a:off x="-126024" y="-142087"/>
                <a:ext cx="1352400" cy="297600"/>
              </a:xfrm>
              <a:prstGeom prst="straightConnector1">
                <a:avLst/>
              </a:prstGeom>
              <a:noFill/>
              <a:ln cap="flat" cmpd="sng" w="9525">
                <a:solidFill>
                  <a:schemeClr val="dk2"/>
                </a:solidFill>
                <a:prstDash val="solid"/>
                <a:round/>
                <a:headEnd len="med" w="med" type="none"/>
                <a:tailEnd len="med" w="med" type="none"/>
              </a:ln>
            </p:spPr>
          </p:cxnSp>
          <p:cxnSp>
            <p:nvCxnSpPr>
              <p:cNvPr id="950" name="Google Shape;950;p17"/>
              <p:cNvCxnSpPr>
                <a:stCxn id="940" idx="2"/>
                <a:endCxn id="938" idx="5"/>
              </p:cNvCxnSpPr>
              <p:nvPr/>
            </p:nvCxnSpPr>
            <p:spPr>
              <a:xfrm rot="10800000">
                <a:off x="-140799" y="-106763"/>
                <a:ext cx="875100" cy="372300"/>
              </a:xfrm>
              <a:prstGeom prst="straightConnector1">
                <a:avLst/>
              </a:prstGeom>
              <a:noFill/>
              <a:ln cap="flat" cmpd="sng" w="9525">
                <a:solidFill>
                  <a:schemeClr val="dk2"/>
                </a:solidFill>
                <a:prstDash val="solid"/>
                <a:round/>
                <a:headEnd len="med" w="med" type="none"/>
                <a:tailEnd len="med" w="med" type="none"/>
              </a:ln>
            </p:spPr>
          </p:cxnSp>
          <p:cxnSp>
            <p:nvCxnSpPr>
              <p:cNvPr id="951" name="Google Shape;951;p17"/>
              <p:cNvCxnSpPr>
                <a:stCxn id="942" idx="0"/>
                <a:endCxn id="936" idx="4"/>
              </p:cNvCxnSpPr>
              <p:nvPr/>
            </p:nvCxnSpPr>
            <p:spPr>
              <a:xfrm rot="10800000">
                <a:off x="302125" y="456569"/>
                <a:ext cx="63900" cy="601500"/>
              </a:xfrm>
              <a:prstGeom prst="straightConnector1">
                <a:avLst/>
              </a:prstGeom>
              <a:noFill/>
              <a:ln cap="flat" cmpd="sng" w="9525">
                <a:solidFill>
                  <a:schemeClr val="dk2"/>
                </a:solidFill>
                <a:prstDash val="solid"/>
                <a:round/>
                <a:headEnd len="med" w="med" type="none"/>
                <a:tailEnd len="med" w="med" type="none"/>
              </a:ln>
            </p:spPr>
          </p:cxnSp>
          <p:cxnSp>
            <p:nvCxnSpPr>
              <p:cNvPr id="952" name="Google Shape;952;p17"/>
              <p:cNvCxnSpPr>
                <a:stCxn id="942" idx="0"/>
                <a:endCxn id="940" idx="3"/>
              </p:cNvCxnSpPr>
              <p:nvPr/>
            </p:nvCxnSpPr>
            <p:spPr>
              <a:xfrm flipH="1" rot="10800000">
                <a:off x="366025" y="296069"/>
                <a:ext cx="381000" cy="762000"/>
              </a:xfrm>
              <a:prstGeom prst="straightConnector1">
                <a:avLst/>
              </a:prstGeom>
              <a:noFill/>
              <a:ln cap="flat" cmpd="sng" w="9525">
                <a:solidFill>
                  <a:schemeClr val="dk2"/>
                </a:solidFill>
                <a:prstDash val="solid"/>
                <a:round/>
                <a:headEnd len="med" w="med" type="none"/>
                <a:tailEnd len="med" w="med" type="none"/>
              </a:ln>
            </p:spPr>
          </p:cxnSp>
          <p:sp>
            <p:nvSpPr>
              <p:cNvPr id="936" name="Google Shape;936;p17"/>
              <p:cNvSpPr/>
              <p:nvPr/>
            </p:nvSpPr>
            <p:spPr>
              <a:xfrm>
                <a:off x="258901" y="369758"/>
                <a:ext cx="86700" cy="8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953" name="Google Shape;953;p17"/>
            <p:cNvGrpSpPr/>
            <p:nvPr/>
          </p:nvGrpSpPr>
          <p:grpSpPr>
            <a:xfrm rot="2030497">
              <a:off x="-2581586" y="1819329"/>
              <a:ext cx="3816850" cy="3612312"/>
              <a:chOff x="-100549" y="47919"/>
              <a:chExt cx="4607849" cy="4360923"/>
            </a:xfrm>
          </p:grpSpPr>
          <p:sp>
            <p:nvSpPr>
              <p:cNvPr id="954" name="Google Shape;954;p17"/>
              <p:cNvSpPr/>
              <p:nvPr/>
            </p:nvSpPr>
            <p:spPr>
              <a:xfrm rot="10800000">
                <a:off x="4076800" y="2467368"/>
                <a:ext cx="234600" cy="23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55" name="Google Shape;955;p17"/>
              <p:cNvSpPr/>
              <p:nvPr/>
            </p:nvSpPr>
            <p:spPr>
              <a:xfrm rot="10800000">
                <a:off x="1137802" y="3577294"/>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56" name="Google Shape;956;p17"/>
              <p:cNvSpPr/>
              <p:nvPr/>
            </p:nvSpPr>
            <p:spPr>
              <a:xfrm rot="10800000">
                <a:off x="1731851" y="997900"/>
                <a:ext cx="484500" cy="484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57" name="Google Shape;957;p17"/>
              <p:cNvSpPr/>
              <p:nvPr/>
            </p:nvSpPr>
            <p:spPr>
              <a:xfrm rot="10800000">
                <a:off x="2254926" y="2505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58" name="Google Shape;958;p17"/>
              <p:cNvSpPr/>
              <p:nvPr/>
            </p:nvSpPr>
            <p:spPr>
              <a:xfrm rot="10800000">
                <a:off x="3685300" y="3636544"/>
                <a:ext cx="116100" cy="116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59" name="Google Shape;959;p17"/>
              <p:cNvSpPr/>
              <p:nvPr/>
            </p:nvSpPr>
            <p:spPr>
              <a:xfrm rot="10800000">
                <a:off x="2254926" y="39039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60" name="Google Shape;960;p17"/>
              <p:cNvSpPr/>
              <p:nvPr/>
            </p:nvSpPr>
            <p:spPr>
              <a:xfrm rot="10800000">
                <a:off x="3125451" y="1436544"/>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61" name="Google Shape;961;p17"/>
              <p:cNvSpPr/>
              <p:nvPr/>
            </p:nvSpPr>
            <p:spPr>
              <a:xfrm rot="10800000">
                <a:off x="447667" y="2351269"/>
                <a:ext cx="116100" cy="116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62" name="Google Shape;962;p17"/>
              <p:cNvCxnSpPr>
                <a:stCxn id="958" idx="5"/>
                <a:endCxn id="957" idx="1"/>
              </p:cNvCxnSpPr>
              <p:nvPr/>
            </p:nvCxnSpPr>
            <p:spPr>
              <a:xfrm rot="8769356">
                <a:off x="2782616" y="2360623"/>
                <a:ext cx="526274" cy="1572747"/>
              </a:xfrm>
              <a:prstGeom prst="straightConnector1">
                <a:avLst/>
              </a:prstGeom>
              <a:noFill/>
              <a:ln cap="flat" cmpd="sng" w="9525">
                <a:solidFill>
                  <a:schemeClr val="dk2"/>
                </a:solidFill>
                <a:prstDash val="solid"/>
                <a:round/>
                <a:headEnd len="med" w="med" type="none"/>
                <a:tailEnd len="med" w="med" type="none"/>
              </a:ln>
            </p:spPr>
          </p:cxnSp>
          <p:cxnSp>
            <p:nvCxnSpPr>
              <p:cNvPr id="963" name="Google Shape;963;p17"/>
              <p:cNvCxnSpPr>
                <a:stCxn id="959" idx="4"/>
                <a:endCxn id="957" idx="0"/>
              </p:cNvCxnSpPr>
              <p:nvPr/>
            </p:nvCxnSpPr>
            <p:spPr>
              <a:xfrm flipH="1" rot="8769075">
                <a:off x="1988166" y="2768320"/>
                <a:ext cx="691020" cy="1030498"/>
              </a:xfrm>
              <a:prstGeom prst="straightConnector1">
                <a:avLst/>
              </a:prstGeom>
              <a:noFill/>
              <a:ln cap="flat" cmpd="sng" w="9525">
                <a:solidFill>
                  <a:schemeClr val="dk2"/>
                </a:solidFill>
                <a:prstDash val="solid"/>
                <a:round/>
                <a:headEnd len="med" w="med" type="none"/>
                <a:tailEnd len="med" w="med" type="none"/>
              </a:ln>
            </p:spPr>
          </p:cxnSp>
          <p:cxnSp>
            <p:nvCxnSpPr>
              <p:cNvPr id="964" name="Google Shape;964;p17"/>
              <p:cNvCxnSpPr>
                <a:stCxn id="954" idx="6"/>
                <a:endCxn id="957" idx="2"/>
              </p:cNvCxnSpPr>
              <p:nvPr/>
            </p:nvCxnSpPr>
            <p:spPr>
              <a:xfrm rot="8769491">
                <a:off x="2553455" y="2121214"/>
                <a:ext cx="1382290" cy="926908"/>
              </a:xfrm>
              <a:prstGeom prst="straightConnector1">
                <a:avLst/>
              </a:prstGeom>
              <a:noFill/>
              <a:ln cap="flat" cmpd="sng" w="9525">
                <a:solidFill>
                  <a:schemeClr val="dk2"/>
                </a:solidFill>
                <a:prstDash val="solid"/>
                <a:round/>
                <a:headEnd len="med" w="med" type="none"/>
                <a:tailEnd len="med" w="med" type="none"/>
              </a:ln>
            </p:spPr>
          </p:cxnSp>
          <p:cxnSp>
            <p:nvCxnSpPr>
              <p:cNvPr id="965" name="Google Shape;965;p17"/>
              <p:cNvCxnSpPr>
                <a:stCxn id="954" idx="0"/>
                <a:endCxn id="958" idx="3"/>
              </p:cNvCxnSpPr>
              <p:nvPr/>
            </p:nvCxnSpPr>
            <p:spPr>
              <a:xfrm flipH="1" rot="-2030280">
                <a:off x="3554311" y="2896576"/>
                <a:ext cx="870078" cy="562385"/>
              </a:xfrm>
              <a:prstGeom prst="straightConnector1">
                <a:avLst/>
              </a:prstGeom>
              <a:noFill/>
              <a:ln cap="flat" cmpd="sng" w="9525">
                <a:solidFill>
                  <a:schemeClr val="dk2"/>
                </a:solidFill>
                <a:prstDash val="solid"/>
                <a:round/>
                <a:headEnd len="med" w="med" type="none"/>
                <a:tailEnd len="med" w="med" type="none"/>
              </a:ln>
            </p:spPr>
          </p:cxnSp>
          <p:cxnSp>
            <p:nvCxnSpPr>
              <p:cNvPr id="966" name="Google Shape;966;p17"/>
              <p:cNvCxnSpPr>
                <a:stCxn id="958" idx="7"/>
                <a:endCxn id="959" idx="2"/>
              </p:cNvCxnSpPr>
              <p:nvPr/>
            </p:nvCxnSpPr>
            <p:spPr>
              <a:xfrm rot="8769605">
                <a:off x="2452857" y="3602445"/>
                <a:ext cx="1208890" cy="513294"/>
              </a:xfrm>
              <a:prstGeom prst="straightConnector1">
                <a:avLst/>
              </a:prstGeom>
              <a:noFill/>
              <a:ln cap="flat" cmpd="sng" w="9525">
                <a:solidFill>
                  <a:schemeClr val="dk2"/>
                </a:solidFill>
                <a:prstDash val="solid"/>
                <a:round/>
                <a:headEnd len="med" w="med" type="none"/>
                <a:tailEnd len="med" w="med" type="none"/>
              </a:ln>
            </p:spPr>
          </p:cxnSp>
          <p:cxnSp>
            <p:nvCxnSpPr>
              <p:cNvPr id="967" name="Google Shape;967;p17"/>
              <p:cNvCxnSpPr>
                <a:stCxn id="959" idx="6"/>
                <a:endCxn id="955" idx="1"/>
              </p:cNvCxnSpPr>
              <p:nvPr/>
            </p:nvCxnSpPr>
            <p:spPr>
              <a:xfrm rot="8768875">
                <a:off x="1472857" y="3539834"/>
                <a:ext cx="647338" cy="680869"/>
              </a:xfrm>
              <a:prstGeom prst="straightConnector1">
                <a:avLst/>
              </a:prstGeom>
              <a:noFill/>
              <a:ln cap="flat" cmpd="sng" w="9525">
                <a:solidFill>
                  <a:schemeClr val="dk2"/>
                </a:solidFill>
                <a:prstDash val="solid"/>
                <a:round/>
                <a:headEnd len="med" w="med" type="none"/>
                <a:tailEnd len="med" w="med" type="none"/>
              </a:ln>
            </p:spPr>
          </p:cxnSp>
          <p:cxnSp>
            <p:nvCxnSpPr>
              <p:cNvPr id="968" name="Google Shape;968;p17"/>
              <p:cNvCxnSpPr>
                <a:stCxn id="957" idx="7"/>
                <a:endCxn id="955" idx="3"/>
              </p:cNvCxnSpPr>
              <p:nvPr/>
            </p:nvCxnSpPr>
            <p:spPr>
              <a:xfrm flipH="1" rot="-2030278">
                <a:off x="1147266" y="2984238"/>
                <a:ext cx="1321550" cy="283231"/>
              </a:xfrm>
              <a:prstGeom prst="straightConnector1">
                <a:avLst/>
              </a:prstGeom>
              <a:noFill/>
              <a:ln cap="flat" cmpd="sng" w="9525">
                <a:solidFill>
                  <a:schemeClr val="dk2"/>
                </a:solidFill>
                <a:prstDash val="solid"/>
                <a:round/>
                <a:headEnd len="med" w="med" type="none"/>
                <a:tailEnd len="med" w="med" type="none"/>
              </a:ln>
            </p:spPr>
          </p:cxnSp>
          <p:cxnSp>
            <p:nvCxnSpPr>
              <p:cNvPr id="969" name="Google Shape;969;p17"/>
              <p:cNvCxnSpPr>
                <a:stCxn id="954" idx="5"/>
                <a:endCxn id="960" idx="1"/>
              </p:cNvCxnSpPr>
              <p:nvPr/>
            </p:nvCxnSpPr>
            <p:spPr>
              <a:xfrm rot="8769493">
                <a:off x="3591334" y="1412692"/>
                <a:ext cx="188543" cy="1247164"/>
              </a:xfrm>
              <a:prstGeom prst="straightConnector1">
                <a:avLst/>
              </a:prstGeom>
              <a:noFill/>
              <a:ln cap="flat" cmpd="sng" w="9525">
                <a:solidFill>
                  <a:schemeClr val="dk2"/>
                </a:solidFill>
                <a:prstDash val="solid"/>
                <a:round/>
                <a:headEnd len="med" w="med" type="none"/>
                <a:tailEnd len="med" w="med" type="none"/>
              </a:ln>
            </p:spPr>
          </p:cxnSp>
          <p:cxnSp>
            <p:nvCxnSpPr>
              <p:cNvPr id="970" name="Google Shape;970;p17"/>
              <p:cNvCxnSpPr>
                <a:stCxn id="960" idx="7"/>
                <a:endCxn id="957" idx="3"/>
              </p:cNvCxnSpPr>
              <p:nvPr/>
            </p:nvCxnSpPr>
            <p:spPr>
              <a:xfrm flipH="1" rot="-2030495">
                <a:off x="2186803" y="1863549"/>
                <a:ext cx="1164126" cy="372760"/>
              </a:xfrm>
              <a:prstGeom prst="straightConnector1">
                <a:avLst/>
              </a:prstGeom>
              <a:noFill/>
              <a:ln cap="flat" cmpd="sng" w="9525">
                <a:solidFill>
                  <a:schemeClr val="dk2"/>
                </a:solidFill>
                <a:prstDash val="solid"/>
                <a:round/>
                <a:headEnd len="med" w="med" type="none"/>
                <a:tailEnd len="med" w="med" type="none"/>
              </a:ln>
            </p:spPr>
          </p:cxnSp>
          <p:cxnSp>
            <p:nvCxnSpPr>
              <p:cNvPr id="971" name="Google Shape;971;p17"/>
              <p:cNvCxnSpPr>
                <a:stCxn id="960" idx="5"/>
                <a:endCxn id="956" idx="2"/>
              </p:cNvCxnSpPr>
              <p:nvPr/>
            </p:nvCxnSpPr>
            <p:spPr>
              <a:xfrm rot="8769821">
                <a:off x="2356510" y="999099"/>
                <a:ext cx="651914" cy="701421"/>
              </a:xfrm>
              <a:prstGeom prst="straightConnector1">
                <a:avLst/>
              </a:prstGeom>
              <a:noFill/>
              <a:ln cap="flat" cmpd="sng" w="9525">
                <a:solidFill>
                  <a:schemeClr val="dk2"/>
                </a:solidFill>
                <a:prstDash val="solid"/>
                <a:round/>
                <a:headEnd len="med" w="med" type="none"/>
                <a:tailEnd len="med" w="med" type="none"/>
              </a:ln>
            </p:spPr>
          </p:cxnSp>
          <p:cxnSp>
            <p:nvCxnSpPr>
              <p:cNvPr id="972" name="Google Shape;972;p17"/>
              <p:cNvCxnSpPr>
                <a:stCxn id="956" idx="0"/>
                <a:endCxn id="957" idx="5"/>
              </p:cNvCxnSpPr>
              <p:nvPr/>
            </p:nvCxnSpPr>
            <p:spPr>
              <a:xfrm flipH="1" rot="-2029195">
                <a:off x="1960847" y="1486358"/>
                <a:ext cx="330408" cy="1038486"/>
              </a:xfrm>
              <a:prstGeom prst="straightConnector1">
                <a:avLst/>
              </a:prstGeom>
              <a:noFill/>
              <a:ln cap="flat" cmpd="sng" w="9525">
                <a:solidFill>
                  <a:schemeClr val="dk2"/>
                </a:solidFill>
                <a:prstDash val="solid"/>
                <a:round/>
                <a:headEnd len="med" w="med" type="none"/>
                <a:tailEnd len="med" w="med" type="none"/>
              </a:ln>
            </p:spPr>
          </p:cxnSp>
          <p:cxnSp>
            <p:nvCxnSpPr>
              <p:cNvPr id="973" name="Google Shape;973;p17"/>
              <p:cNvCxnSpPr>
                <a:stCxn id="956" idx="7"/>
                <a:endCxn id="961" idx="3"/>
              </p:cNvCxnSpPr>
              <p:nvPr/>
            </p:nvCxnSpPr>
            <p:spPr>
              <a:xfrm flipH="1" rot="-2030477">
                <a:off x="386634" y="1842270"/>
                <a:ext cx="1576242" cy="95353"/>
              </a:xfrm>
              <a:prstGeom prst="straightConnector1">
                <a:avLst/>
              </a:prstGeom>
              <a:noFill/>
              <a:ln cap="flat" cmpd="sng" w="9525">
                <a:solidFill>
                  <a:schemeClr val="dk2"/>
                </a:solidFill>
                <a:prstDash val="solid"/>
                <a:round/>
                <a:headEnd len="med" w="med" type="none"/>
                <a:tailEnd len="med" w="med" type="none"/>
              </a:ln>
            </p:spPr>
          </p:cxnSp>
          <p:cxnSp>
            <p:nvCxnSpPr>
              <p:cNvPr id="974" name="Google Shape;974;p17"/>
              <p:cNvCxnSpPr>
                <a:stCxn id="957" idx="6"/>
                <a:endCxn id="961" idx="2"/>
              </p:cNvCxnSpPr>
              <p:nvPr/>
            </p:nvCxnSpPr>
            <p:spPr>
              <a:xfrm rot="8769842">
                <a:off x="755690" y="1953080"/>
                <a:ext cx="1307072" cy="1087577"/>
              </a:xfrm>
              <a:prstGeom prst="straightConnector1">
                <a:avLst/>
              </a:prstGeom>
              <a:noFill/>
              <a:ln cap="flat" cmpd="sng" w="9525">
                <a:solidFill>
                  <a:schemeClr val="dk2"/>
                </a:solidFill>
                <a:prstDash val="solid"/>
                <a:round/>
                <a:headEnd len="med" w="med" type="none"/>
                <a:tailEnd len="med" w="med" type="none"/>
              </a:ln>
            </p:spPr>
          </p:cxnSp>
          <p:cxnSp>
            <p:nvCxnSpPr>
              <p:cNvPr id="975" name="Google Shape;975;p17"/>
              <p:cNvCxnSpPr>
                <a:stCxn id="961" idx="0"/>
                <a:endCxn id="955" idx="5"/>
              </p:cNvCxnSpPr>
              <p:nvPr/>
            </p:nvCxnSpPr>
            <p:spPr>
              <a:xfrm flipH="1" rot="-2024821">
                <a:off x="797015" y="2378694"/>
                <a:ext cx="83704" cy="1321550"/>
              </a:xfrm>
              <a:prstGeom prst="straightConnector1">
                <a:avLst/>
              </a:prstGeom>
              <a:noFill/>
              <a:ln cap="flat" cmpd="sng" w="9525">
                <a:solidFill>
                  <a:schemeClr val="dk2"/>
                </a:solidFill>
                <a:prstDash val="solid"/>
                <a:round/>
                <a:headEnd len="med" w="med" type="none"/>
                <a:tailEnd len="med" w="med" type="none"/>
              </a:ln>
            </p:spPr>
          </p:cxnSp>
          <p:cxnSp>
            <p:nvCxnSpPr>
              <p:cNvPr id="976" name="Google Shape;976;p17"/>
              <p:cNvCxnSpPr>
                <a:stCxn id="958" idx="4"/>
                <a:endCxn id="956" idx="1"/>
              </p:cNvCxnSpPr>
              <p:nvPr/>
            </p:nvCxnSpPr>
            <p:spPr>
              <a:xfrm rot="8775347">
                <a:off x="2900285" y="1155017"/>
                <a:ext cx="88031" cy="2737955"/>
              </a:xfrm>
              <a:prstGeom prst="straightConnector1">
                <a:avLst/>
              </a:prstGeom>
              <a:noFill/>
              <a:ln cap="flat" cmpd="sng" w="9525">
                <a:solidFill>
                  <a:schemeClr val="dk2"/>
                </a:solidFill>
                <a:prstDash val="solid"/>
                <a:round/>
                <a:headEnd len="med" w="med" type="none"/>
                <a:tailEnd len="med" w="med" type="none"/>
              </a:ln>
            </p:spPr>
          </p:cxnSp>
          <p:cxnSp>
            <p:nvCxnSpPr>
              <p:cNvPr id="977" name="Google Shape;977;p17"/>
              <p:cNvCxnSpPr>
                <a:stCxn id="955" idx="4"/>
                <a:endCxn id="956" idx="7"/>
              </p:cNvCxnSpPr>
              <p:nvPr/>
            </p:nvCxnSpPr>
            <p:spPr>
              <a:xfrm flipH="1" rot="8769813">
                <a:off x="698488" y="1747510"/>
                <a:ext cx="1661027" cy="1493868"/>
              </a:xfrm>
              <a:prstGeom prst="straightConnector1">
                <a:avLst/>
              </a:prstGeom>
              <a:noFill/>
              <a:ln cap="flat" cmpd="sng" w="9525">
                <a:solidFill>
                  <a:schemeClr val="dk2"/>
                </a:solidFill>
                <a:prstDash val="solid"/>
                <a:round/>
                <a:headEnd len="med" w="med" type="none"/>
                <a:tailEnd len="med" w="med" type="none"/>
              </a:ln>
            </p:spPr>
          </p:cxnSp>
          <p:cxnSp>
            <p:nvCxnSpPr>
              <p:cNvPr id="978" name="Google Shape;978;p17"/>
              <p:cNvCxnSpPr>
                <a:stCxn id="954" idx="5"/>
                <a:endCxn id="956" idx="1"/>
              </p:cNvCxnSpPr>
              <p:nvPr/>
            </p:nvCxnSpPr>
            <p:spPr>
              <a:xfrm rot="8769113">
                <a:off x="2615603" y="956497"/>
                <a:ext cx="1025506" cy="2000256"/>
              </a:xfrm>
              <a:prstGeom prst="straightConnector1">
                <a:avLst/>
              </a:prstGeom>
              <a:noFill/>
              <a:ln cap="flat" cmpd="sng" w="9525">
                <a:solidFill>
                  <a:schemeClr val="dk2"/>
                </a:solidFill>
                <a:prstDash val="solid"/>
                <a:round/>
                <a:headEnd len="med" w="med" type="none"/>
                <a:tailEnd len="med" w="med" type="none"/>
              </a:ln>
            </p:spPr>
          </p:cxnSp>
          <p:sp>
            <p:nvSpPr>
              <p:cNvPr id="979" name="Google Shape;979;p17"/>
              <p:cNvSpPr/>
              <p:nvPr/>
            </p:nvSpPr>
            <p:spPr>
              <a:xfrm rot="10800000">
                <a:off x="873701" y="691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80" name="Google Shape;980;p17"/>
              <p:cNvCxnSpPr>
                <a:stCxn id="961" idx="4"/>
                <a:endCxn id="979" idx="7"/>
              </p:cNvCxnSpPr>
              <p:nvPr/>
            </p:nvCxnSpPr>
            <p:spPr>
              <a:xfrm flipH="1" rot="8769580">
                <a:off x="114237" y="1064376"/>
                <a:ext cx="1173861" cy="1048886"/>
              </a:xfrm>
              <a:prstGeom prst="straightConnector1">
                <a:avLst/>
              </a:prstGeom>
              <a:noFill/>
              <a:ln cap="flat" cmpd="sng" w="9525">
                <a:solidFill>
                  <a:schemeClr val="dk2"/>
                </a:solidFill>
                <a:prstDash val="solid"/>
                <a:round/>
                <a:headEnd len="med" w="med" type="none"/>
                <a:tailEnd len="med" w="med" type="none"/>
              </a:ln>
            </p:spPr>
          </p:cxnSp>
          <p:cxnSp>
            <p:nvCxnSpPr>
              <p:cNvPr id="981" name="Google Shape;981;p17"/>
              <p:cNvCxnSpPr>
                <a:stCxn id="979" idx="2"/>
                <a:endCxn id="956" idx="5"/>
              </p:cNvCxnSpPr>
              <p:nvPr/>
            </p:nvCxnSpPr>
            <p:spPr>
              <a:xfrm rot="-2029235">
                <a:off x="1179725" y="581031"/>
                <a:ext cx="474852" cy="677375"/>
              </a:xfrm>
              <a:prstGeom prst="straightConnector1">
                <a:avLst/>
              </a:prstGeom>
              <a:noFill/>
              <a:ln cap="flat" cmpd="sng" w="9525">
                <a:solidFill>
                  <a:schemeClr val="dk2"/>
                </a:solidFill>
                <a:prstDash val="solid"/>
                <a:round/>
                <a:headEnd len="med" w="med" type="none"/>
                <a:tailEnd len="med" w="med" type="none"/>
              </a:ln>
            </p:spPr>
          </p:cxnSp>
          <p:cxnSp>
            <p:nvCxnSpPr>
              <p:cNvPr id="982" name="Google Shape;982;p17"/>
              <p:cNvCxnSpPr>
                <a:stCxn id="979" idx="0"/>
                <a:endCxn id="955" idx="4"/>
              </p:cNvCxnSpPr>
              <p:nvPr/>
            </p:nvCxnSpPr>
            <p:spPr>
              <a:xfrm flipH="1" rot="-2030204">
                <a:off x="469943" y="996108"/>
                <a:ext cx="1267716" cy="2434421"/>
              </a:xfrm>
              <a:prstGeom prst="straightConnector1">
                <a:avLst/>
              </a:prstGeom>
              <a:noFill/>
              <a:ln cap="flat" cmpd="sng" w="9525">
                <a:solidFill>
                  <a:schemeClr val="dk2"/>
                </a:solidFill>
                <a:prstDash val="solid"/>
                <a:round/>
                <a:headEnd len="med" w="med" type="none"/>
                <a:tailEnd len="med" w="med" type="none"/>
              </a:ln>
            </p:spPr>
          </p:cxnSp>
          <p:cxnSp>
            <p:nvCxnSpPr>
              <p:cNvPr id="983" name="Google Shape;983;p17"/>
              <p:cNvCxnSpPr>
                <a:stCxn id="979" idx="1"/>
                <a:endCxn id="957" idx="5"/>
              </p:cNvCxnSpPr>
              <p:nvPr/>
            </p:nvCxnSpPr>
            <p:spPr>
              <a:xfrm rot="-2032139">
                <a:off x="1589793" y="616894"/>
                <a:ext cx="106586" cy="2121320"/>
              </a:xfrm>
              <a:prstGeom prst="straightConnector1">
                <a:avLst/>
              </a:prstGeom>
              <a:noFill/>
              <a:ln cap="flat" cmpd="sng" w="9525">
                <a:solidFill>
                  <a:schemeClr val="dk2"/>
                </a:solidFill>
                <a:prstDash val="solid"/>
                <a:round/>
                <a:headEnd len="med" w="med" type="none"/>
                <a:tailEnd len="med" w="med" type="none"/>
              </a:ln>
            </p:spPr>
          </p:cxnSp>
          <p:sp>
            <p:nvSpPr>
              <p:cNvPr id="984" name="Google Shape;984;p17"/>
              <p:cNvSpPr/>
              <p:nvPr/>
            </p:nvSpPr>
            <p:spPr>
              <a:xfrm rot="10800000">
                <a:off x="2346923" y="285337"/>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985" name="Google Shape;985;p17"/>
              <p:cNvCxnSpPr>
                <a:stCxn id="979" idx="2"/>
                <a:endCxn id="984" idx="6"/>
              </p:cNvCxnSpPr>
              <p:nvPr/>
            </p:nvCxnSpPr>
            <p:spPr>
              <a:xfrm rot="-2030441">
                <a:off x="1040224" y="373064"/>
                <a:ext cx="1297753" cy="427010"/>
              </a:xfrm>
              <a:prstGeom prst="straightConnector1">
                <a:avLst/>
              </a:prstGeom>
              <a:noFill/>
              <a:ln cap="flat" cmpd="sng" w="9525">
                <a:solidFill>
                  <a:schemeClr val="dk2"/>
                </a:solidFill>
                <a:prstDash val="solid"/>
                <a:round/>
                <a:headEnd len="med" w="med" type="none"/>
                <a:tailEnd len="med" w="med" type="none"/>
              </a:ln>
            </p:spPr>
          </p:cxnSp>
          <p:cxnSp>
            <p:nvCxnSpPr>
              <p:cNvPr id="986" name="Google Shape;986;p17"/>
              <p:cNvCxnSpPr>
                <a:stCxn id="984" idx="1"/>
                <a:endCxn id="960" idx="5"/>
              </p:cNvCxnSpPr>
              <p:nvPr/>
            </p:nvCxnSpPr>
            <p:spPr>
              <a:xfrm flipH="1" rot="-2034703">
                <a:off x="2826258" y="400719"/>
                <a:ext cx="43017" cy="1143823"/>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987" name="Shape 987"/>
        <p:cNvGrpSpPr/>
        <p:nvPr/>
      </p:nvGrpSpPr>
      <p:grpSpPr>
        <a:xfrm>
          <a:off x="0" y="0"/>
          <a:ext cx="0" cy="0"/>
          <a:chOff x="0" y="0"/>
          <a:chExt cx="0" cy="0"/>
        </a:xfrm>
      </p:grpSpPr>
      <p:sp>
        <p:nvSpPr>
          <p:cNvPr id="988" name="Google Shape;988;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89" name="Google Shape;989;p18"/>
          <p:cNvSpPr txBox="1"/>
          <p:nvPr>
            <p:ph idx="1" type="subTitle"/>
          </p:nvPr>
        </p:nvSpPr>
        <p:spPr>
          <a:xfrm>
            <a:off x="1200900" y="1706552"/>
            <a:ext cx="6742200" cy="439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90" name="Google Shape;990;p18"/>
          <p:cNvSpPr txBox="1"/>
          <p:nvPr>
            <p:ph idx="2" type="subTitle"/>
          </p:nvPr>
        </p:nvSpPr>
        <p:spPr>
          <a:xfrm>
            <a:off x="1200900" y="2775802"/>
            <a:ext cx="6742200" cy="439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91" name="Google Shape;991;p18"/>
          <p:cNvSpPr txBox="1"/>
          <p:nvPr>
            <p:ph idx="3" type="subTitle"/>
          </p:nvPr>
        </p:nvSpPr>
        <p:spPr>
          <a:xfrm>
            <a:off x="1200900" y="3845049"/>
            <a:ext cx="6742200" cy="439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92" name="Google Shape;992;p18"/>
          <p:cNvSpPr txBox="1"/>
          <p:nvPr>
            <p:ph idx="4" type="subTitle"/>
          </p:nvPr>
        </p:nvSpPr>
        <p:spPr>
          <a:xfrm>
            <a:off x="1200900" y="1243900"/>
            <a:ext cx="67422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993" name="Google Shape;993;p18"/>
          <p:cNvSpPr txBox="1"/>
          <p:nvPr>
            <p:ph idx="5" type="subTitle"/>
          </p:nvPr>
        </p:nvSpPr>
        <p:spPr>
          <a:xfrm>
            <a:off x="1200900" y="2313150"/>
            <a:ext cx="67422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994" name="Google Shape;994;p18"/>
          <p:cNvSpPr txBox="1"/>
          <p:nvPr>
            <p:ph idx="6" type="subTitle"/>
          </p:nvPr>
        </p:nvSpPr>
        <p:spPr>
          <a:xfrm>
            <a:off x="1200900" y="3382388"/>
            <a:ext cx="67422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995" name="Google Shape;995;p18"/>
          <p:cNvGrpSpPr/>
          <p:nvPr/>
        </p:nvGrpSpPr>
        <p:grpSpPr>
          <a:xfrm>
            <a:off x="190301" y="174004"/>
            <a:ext cx="8808974" cy="4007621"/>
            <a:chOff x="190301" y="174004"/>
            <a:chExt cx="8808974" cy="4007621"/>
          </a:xfrm>
        </p:grpSpPr>
        <p:grpSp>
          <p:nvGrpSpPr>
            <p:cNvPr id="996" name="Google Shape;996;p18"/>
            <p:cNvGrpSpPr/>
            <p:nvPr/>
          </p:nvGrpSpPr>
          <p:grpSpPr>
            <a:xfrm rot="10800000">
              <a:off x="190301" y="3858950"/>
              <a:ext cx="298275" cy="322675"/>
              <a:chOff x="8667225" y="681525"/>
              <a:chExt cx="298275" cy="322675"/>
            </a:xfrm>
          </p:grpSpPr>
          <p:sp>
            <p:nvSpPr>
              <p:cNvPr id="997" name="Google Shape;997;p18"/>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98" name="Google Shape;998;p18"/>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999" name="Google Shape;999;p18"/>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000" name="Google Shape;1000;p18"/>
            <p:cNvGrpSpPr/>
            <p:nvPr/>
          </p:nvGrpSpPr>
          <p:grpSpPr>
            <a:xfrm rot="-5139163">
              <a:off x="8591694" y="201328"/>
              <a:ext cx="406266" cy="379191"/>
              <a:chOff x="140150" y="4657175"/>
              <a:chExt cx="406275" cy="379200"/>
            </a:xfrm>
          </p:grpSpPr>
          <p:sp>
            <p:nvSpPr>
              <p:cNvPr id="1001" name="Google Shape;1001;p18"/>
              <p:cNvSpPr/>
              <p:nvPr/>
            </p:nvSpPr>
            <p:spPr>
              <a:xfrm rot="10800000">
                <a:off x="140150" y="49496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02" name="Google Shape;1002;p18"/>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03" name="Google Shape;1003;p18"/>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04" name="Google Shape;1004;p18"/>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1005" name="Google Shape;1005;p18"/>
          <p:cNvGrpSpPr/>
          <p:nvPr/>
        </p:nvGrpSpPr>
        <p:grpSpPr>
          <a:xfrm>
            <a:off x="115024" y="-2374836"/>
            <a:ext cx="8971639" cy="9886184"/>
            <a:chOff x="115024" y="-2374836"/>
            <a:chExt cx="8971639" cy="9886184"/>
          </a:xfrm>
        </p:grpSpPr>
        <p:grpSp>
          <p:nvGrpSpPr>
            <p:cNvPr id="1006" name="Google Shape;1006;p18"/>
            <p:cNvGrpSpPr/>
            <p:nvPr/>
          </p:nvGrpSpPr>
          <p:grpSpPr>
            <a:xfrm flipH="1">
              <a:off x="115024" y="-2374836"/>
              <a:ext cx="3687215" cy="3485542"/>
              <a:chOff x="5337386" y="-2374836"/>
              <a:chExt cx="3687215" cy="3485542"/>
            </a:xfrm>
          </p:grpSpPr>
          <p:sp>
            <p:nvSpPr>
              <p:cNvPr id="1007" name="Google Shape;1007;p18"/>
              <p:cNvSpPr/>
              <p:nvPr/>
            </p:nvSpPr>
            <p:spPr>
              <a:xfrm rot="9698973">
                <a:off x="8256504" y="-2357857"/>
                <a:ext cx="128642" cy="128642"/>
              </a:xfrm>
              <a:prstGeom prst="ellipse">
                <a:avLst/>
              </a:prstGeom>
              <a:solidFill>
                <a:srgbClr val="FFD9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08" name="Google Shape;1008;p18"/>
              <p:cNvSpPr/>
              <p:nvPr/>
            </p:nvSpPr>
            <p:spPr>
              <a:xfrm rot="9699868">
                <a:off x="6325487" y="-94127"/>
                <a:ext cx="164028" cy="164028"/>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09" name="Google Shape;1009;p18"/>
              <p:cNvSpPr/>
              <p:nvPr/>
            </p:nvSpPr>
            <p:spPr>
              <a:xfrm rot="9695130">
                <a:off x="7230532" y="-1291785"/>
                <a:ext cx="265916" cy="265916"/>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10" name="Google Shape;1010;p18"/>
              <p:cNvSpPr/>
              <p:nvPr/>
            </p:nvSpPr>
            <p:spPr>
              <a:xfrm rot="9708981">
                <a:off x="8013809" y="-151576"/>
                <a:ext cx="86521" cy="86521"/>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11" name="Google Shape;1011;p18"/>
              <p:cNvSpPr/>
              <p:nvPr/>
            </p:nvSpPr>
            <p:spPr>
              <a:xfrm rot="9699377">
                <a:off x="8889724" y="131264"/>
                <a:ext cx="119155" cy="119155"/>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12" name="Google Shape;1012;p18"/>
              <p:cNvSpPr/>
              <p:nvPr/>
            </p:nvSpPr>
            <p:spPr>
              <a:xfrm rot="-9307649">
                <a:off x="7169475" y="191656"/>
                <a:ext cx="86305" cy="8630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13" name="Google Shape;1013;p18"/>
              <p:cNvSpPr/>
              <p:nvPr/>
            </p:nvSpPr>
            <p:spPr>
              <a:xfrm rot="9708981">
                <a:off x="7609568" y="-1824766"/>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14" name="Google Shape;1014;p18"/>
              <p:cNvSpPr/>
              <p:nvPr/>
            </p:nvSpPr>
            <p:spPr>
              <a:xfrm rot="9698900">
                <a:off x="5354617" y="277974"/>
                <a:ext cx="130539" cy="13053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015" name="Google Shape;1015;p18"/>
              <p:cNvCxnSpPr>
                <a:stCxn id="1011" idx="5"/>
                <a:endCxn id="1010" idx="1"/>
              </p:cNvCxnSpPr>
              <p:nvPr/>
            </p:nvCxnSpPr>
            <p:spPr>
              <a:xfrm rot="10800000">
                <a:off x="8095656" y="-88788"/>
                <a:ext cx="800400" cy="252900"/>
              </a:xfrm>
              <a:prstGeom prst="straightConnector1">
                <a:avLst/>
              </a:prstGeom>
              <a:noFill/>
              <a:ln cap="flat" cmpd="sng" w="9525">
                <a:solidFill>
                  <a:schemeClr val="dk2"/>
                </a:solidFill>
                <a:prstDash val="solid"/>
                <a:round/>
                <a:headEnd len="med" w="med" type="none"/>
                <a:tailEnd len="med" w="med" type="none"/>
              </a:ln>
            </p:spPr>
          </p:cxnSp>
          <p:cxnSp>
            <p:nvCxnSpPr>
              <p:cNvPr id="1016" name="Google Shape;1016;p18"/>
              <p:cNvCxnSpPr>
                <a:stCxn id="1012" idx="4"/>
                <a:endCxn id="1010" idx="6"/>
              </p:cNvCxnSpPr>
              <p:nvPr/>
            </p:nvCxnSpPr>
            <p:spPr>
              <a:xfrm flipH="1" rot="10800000">
                <a:off x="7230777" y="-94742"/>
                <a:ext cx="785100" cy="290400"/>
              </a:xfrm>
              <a:prstGeom prst="straightConnector1">
                <a:avLst/>
              </a:prstGeom>
              <a:noFill/>
              <a:ln cap="flat" cmpd="sng" w="9525">
                <a:solidFill>
                  <a:schemeClr val="dk2"/>
                </a:solidFill>
                <a:prstDash val="solid"/>
                <a:round/>
                <a:headEnd len="med" w="med" type="none"/>
                <a:tailEnd len="med" w="med" type="none"/>
              </a:ln>
            </p:spPr>
          </p:cxnSp>
          <p:cxnSp>
            <p:nvCxnSpPr>
              <p:cNvPr id="1017" name="Google Shape;1017;p18"/>
              <p:cNvCxnSpPr>
                <a:stCxn id="1007" idx="0"/>
                <a:endCxn id="1011" idx="4"/>
              </p:cNvCxnSpPr>
              <p:nvPr/>
            </p:nvCxnSpPr>
            <p:spPr>
              <a:xfrm>
                <a:off x="8341075" y="-2232486"/>
                <a:ext cx="589500" cy="2366700"/>
              </a:xfrm>
              <a:prstGeom prst="straightConnector1">
                <a:avLst/>
              </a:prstGeom>
              <a:noFill/>
              <a:ln cap="flat" cmpd="sng" w="9525">
                <a:solidFill>
                  <a:schemeClr val="dk2"/>
                </a:solidFill>
                <a:prstDash val="solid"/>
                <a:round/>
                <a:headEnd len="med" w="med" type="none"/>
                <a:tailEnd len="med" w="med" type="none"/>
              </a:ln>
            </p:spPr>
          </p:cxnSp>
          <p:cxnSp>
            <p:nvCxnSpPr>
              <p:cNvPr id="1018" name="Google Shape;1018;p18"/>
              <p:cNvCxnSpPr>
                <a:stCxn id="1011" idx="6"/>
                <a:endCxn id="1012" idx="2"/>
              </p:cNvCxnSpPr>
              <p:nvPr/>
            </p:nvCxnSpPr>
            <p:spPr>
              <a:xfrm flipH="1">
                <a:off x="7251752" y="209591"/>
                <a:ext cx="1641000" cy="43500"/>
              </a:xfrm>
              <a:prstGeom prst="straightConnector1">
                <a:avLst/>
              </a:prstGeom>
              <a:noFill/>
              <a:ln cap="flat" cmpd="sng" w="9525">
                <a:solidFill>
                  <a:schemeClr val="dk2"/>
                </a:solidFill>
                <a:prstDash val="solid"/>
                <a:round/>
                <a:headEnd len="med" w="med" type="none"/>
                <a:tailEnd len="med" w="med" type="none"/>
              </a:ln>
            </p:spPr>
          </p:cxnSp>
          <p:cxnSp>
            <p:nvCxnSpPr>
              <p:cNvPr id="1019" name="Google Shape;1019;p18"/>
              <p:cNvCxnSpPr>
                <a:stCxn id="1012" idx="6"/>
                <a:endCxn id="1008" idx="1"/>
              </p:cNvCxnSpPr>
              <p:nvPr/>
            </p:nvCxnSpPr>
            <p:spPr>
              <a:xfrm rot="10800000">
                <a:off x="6480777" y="24658"/>
                <a:ext cx="692700" cy="192000"/>
              </a:xfrm>
              <a:prstGeom prst="straightConnector1">
                <a:avLst/>
              </a:prstGeom>
              <a:noFill/>
              <a:ln cap="flat" cmpd="sng" w="9525">
                <a:solidFill>
                  <a:schemeClr val="dk2"/>
                </a:solidFill>
                <a:prstDash val="solid"/>
                <a:round/>
                <a:headEnd len="med" w="med" type="none"/>
                <a:tailEnd len="med" w="med" type="none"/>
              </a:ln>
            </p:spPr>
          </p:cxnSp>
          <p:cxnSp>
            <p:nvCxnSpPr>
              <p:cNvPr id="1020" name="Google Shape;1020;p18"/>
              <p:cNvCxnSpPr>
                <a:stCxn id="1010" idx="6"/>
                <a:endCxn id="1008" idx="1"/>
              </p:cNvCxnSpPr>
              <p:nvPr/>
            </p:nvCxnSpPr>
            <p:spPr>
              <a:xfrm flipH="1">
                <a:off x="6480870" y="-94816"/>
                <a:ext cx="1535100" cy="119400"/>
              </a:xfrm>
              <a:prstGeom prst="straightConnector1">
                <a:avLst/>
              </a:prstGeom>
              <a:noFill/>
              <a:ln cap="flat" cmpd="sng" w="9525">
                <a:solidFill>
                  <a:schemeClr val="dk2"/>
                </a:solidFill>
                <a:prstDash val="solid"/>
                <a:round/>
                <a:headEnd len="med" w="med" type="none"/>
                <a:tailEnd len="med" w="med" type="none"/>
              </a:ln>
            </p:spPr>
          </p:cxnSp>
          <p:cxnSp>
            <p:nvCxnSpPr>
              <p:cNvPr id="1021" name="Google Shape;1021;p18"/>
              <p:cNvCxnSpPr>
                <a:stCxn id="1007" idx="6"/>
                <a:endCxn id="1013" idx="3"/>
              </p:cNvCxnSpPr>
              <p:nvPr/>
            </p:nvCxnSpPr>
            <p:spPr>
              <a:xfrm flipH="1">
                <a:off x="7672375" y="-2273286"/>
                <a:ext cx="587400" cy="453300"/>
              </a:xfrm>
              <a:prstGeom prst="straightConnector1">
                <a:avLst/>
              </a:prstGeom>
              <a:noFill/>
              <a:ln cap="flat" cmpd="sng" w="9525">
                <a:solidFill>
                  <a:schemeClr val="dk2"/>
                </a:solidFill>
                <a:prstDash val="solid"/>
                <a:round/>
                <a:headEnd len="med" w="med" type="none"/>
                <a:tailEnd len="med" w="med" type="none"/>
              </a:ln>
            </p:spPr>
          </p:cxnSp>
          <p:cxnSp>
            <p:nvCxnSpPr>
              <p:cNvPr id="1022" name="Google Shape;1022;p18"/>
              <p:cNvCxnSpPr>
                <a:stCxn id="1007" idx="7"/>
                <a:endCxn id="1010" idx="4"/>
              </p:cNvCxnSpPr>
              <p:nvPr/>
            </p:nvCxnSpPr>
            <p:spPr>
              <a:xfrm flipH="1">
                <a:off x="8043575" y="-2236048"/>
                <a:ext cx="248400" cy="2086500"/>
              </a:xfrm>
              <a:prstGeom prst="straightConnector1">
                <a:avLst/>
              </a:prstGeom>
              <a:noFill/>
              <a:ln cap="flat" cmpd="sng" w="9525">
                <a:solidFill>
                  <a:schemeClr val="dk2"/>
                </a:solidFill>
                <a:prstDash val="solid"/>
                <a:round/>
                <a:headEnd len="med" w="med" type="none"/>
                <a:tailEnd len="med" w="med" type="none"/>
              </a:ln>
            </p:spPr>
          </p:cxnSp>
          <p:cxnSp>
            <p:nvCxnSpPr>
              <p:cNvPr id="1023" name="Google Shape;1023;p18"/>
              <p:cNvCxnSpPr>
                <a:stCxn id="1013" idx="7"/>
                <a:endCxn id="1009" idx="3"/>
              </p:cNvCxnSpPr>
              <p:nvPr/>
            </p:nvCxnSpPr>
            <p:spPr>
              <a:xfrm flipH="1">
                <a:off x="7423012" y="-1742897"/>
                <a:ext cx="210300" cy="465300"/>
              </a:xfrm>
              <a:prstGeom prst="straightConnector1">
                <a:avLst/>
              </a:prstGeom>
              <a:noFill/>
              <a:ln cap="flat" cmpd="sng" w="9525">
                <a:solidFill>
                  <a:schemeClr val="dk2"/>
                </a:solidFill>
                <a:prstDash val="solid"/>
                <a:round/>
                <a:headEnd len="med" w="med" type="none"/>
                <a:tailEnd len="med" w="med" type="none"/>
              </a:ln>
            </p:spPr>
          </p:cxnSp>
          <p:cxnSp>
            <p:nvCxnSpPr>
              <p:cNvPr id="1024" name="Google Shape;1024;p18"/>
              <p:cNvCxnSpPr>
                <a:stCxn id="1009" idx="0"/>
                <a:endCxn id="1010" idx="4"/>
              </p:cNvCxnSpPr>
              <p:nvPr/>
            </p:nvCxnSpPr>
            <p:spPr>
              <a:xfrm>
                <a:off x="7405490" y="-1032677"/>
                <a:ext cx="638100" cy="883200"/>
              </a:xfrm>
              <a:prstGeom prst="straightConnector1">
                <a:avLst/>
              </a:prstGeom>
              <a:noFill/>
              <a:ln cap="flat" cmpd="sng" w="9525">
                <a:solidFill>
                  <a:schemeClr val="dk2"/>
                </a:solidFill>
                <a:prstDash val="solid"/>
                <a:round/>
                <a:headEnd len="med" w="med" type="none"/>
                <a:tailEnd len="med" w="med" type="none"/>
              </a:ln>
            </p:spPr>
          </p:cxnSp>
          <p:cxnSp>
            <p:nvCxnSpPr>
              <p:cNvPr id="1025" name="Google Shape;1025;p18"/>
              <p:cNvCxnSpPr>
                <a:stCxn id="1014" idx="2"/>
                <a:endCxn id="1008" idx="6"/>
              </p:cNvCxnSpPr>
              <p:nvPr/>
            </p:nvCxnSpPr>
            <p:spPr>
              <a:xfrm flipH="1" rot="10800000">
                <a:off x="5481836" y="13694"/>
                <a:ext cx="847800" cy="309000"/>
              </a:xfrm>
              <a:prstGeom prst="straightConnector1">
                <a:avLst/>
              </a:prstGeom>
              <a:noFill/>
              <a:ln cap="flat" cmpd="sng" w="9525">
                <a:solidFill>
                  <a:schemeClr val="dk2"/>
                </a:solidFill>
                <a:prstDash val="solid"/>
                <a:round/>
                <a:headEnd len="med" w="med" type="none"/>
                <a:tailEnd len="med" w="med" type="none"/>
              </a:ln>
            </p:spPr>
          </p:cxnSp>
          <p:cxnSp>
            <p:nvCxnSpPr>
              <p:cNvPr id="1026" name="Google Shape;1026;p18"/>
              <p:cNvCxnSpPr>
                <a:stCxn id="1012" idx="7"/>
                <a:endCxn id="1014" idx="1"/>
              </p:cNvCxnSpPr>
              <p:nvPr/>
            </p:nvCxnSpPr>
            <p:spPr>
              <a:xfrm flipH="1">
                <a:off x="5478310" y="249658"/>
                <a:ext cx="1693800" cy="123000"/>
              </a:xfrm>
              <a:prstGeom prst="straightConnector1">
                <a:avLst/>
              </a:prstGeom>
              <a:noFill/>
              <a:ln cap="flat" cmpd="sng" w="9525">
                <a:solidFill>
                  <a:schemeClr val="dk2"/>
                </a:solidFill>
                <a:prstDash val="solid"/>
                <a:round/>
                <a:headEnd len="med" w="med" type="none"/>
                <a:tailEnd len="med" w="med" type="none"/>
              </a:ln>
            </p:spPr>
          </p:cxnSp>
          <p:sp>
            <p:nvSpPr>
              <p:cNvPr id="1027" name="Google Shape;1027;p18"/>
              <p:cNvSpPr/>
              <p:nvPr/>
            </p:nvSpPr>
            <p:spPr>
              <a:xfrm rot="9708981">
                <a:off x="6280042" y="-655695"/>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028" name="Google Shape;1028;p18"/>
              <p:cNvCxnSpPr>
                <a:stCxn id="1014" idx="3"/>
                <a:endCxn id="1027" idx="6"/>
              </p:cNvCxnSpPr>
              <p:nvPr/>
            </p:nvCxnSpPr>
            <p:spPr>
              <a:xfrm flipH="1" rot="10800000">
                <a:off x="5449161" y="-598892"/>
                <a:ext cx="833100" cy="883800"/>
              </a:xfrm>
              <a:prstGeom prst="straightConnector1">
                <a:avLst/>
              </a:prstGeom>
              <a:noFill/>
              <a:ln cap="flat" cmpd="sng" w="9525">
                <a:solidFill>
                  <a:schemeClr val="dk2"/>
                </a:solidFill>
                <a:prstDash val="solid"/>
                <a:round/>
                <a:headEnd len="med" w="med" type="none"/>
                <a:tailEnd len="med" w="med" type="none"/>
              </a:ln>
            </p:spPr>
          </p:cxnSp>
          <p:cxnSp>
            <p:nvCxnSpPr>
              <p:cNvPr id="1029" name="Google Shape;1029;p18"/>
              <p:cNvCxnSpPr>
                <a:stCxn id="1027" idx="2"/>
                <a:endCxn id="1009" idx="6"/>
              </p:cNvCxnSpPr>
              <p:nvPr/>
            </p:nvCxnSpPr>
            <p:spPr>
              <a:xfrm flipH="1" rot="10800000">
                <a:off x="6364402" y="-1116735"/>
                <a:ext cx="873000" cy="490800"/>
              </a:xfrm>
              <a:prstGeom prst="straightConnector1">
                <a:avLst/>
              </a:prstGeom>
              <a:noFill/>
              <a:ln cap="flat" cmpd="sng" w="9525">
                <a:solidFill>
                  <a:schemeClr val="dk2"/>
                </a:solidFill>
                <a:prstDash val="solid"/>
                <a:round/>
                <a:headEnd len="med" w="med" type="none"/>
                <a:tailEnd len="med" w="med" type="none"/>
              </a:ln>
            </p:spPr>
          </p:cxnSp>
          <p:cxnSp>
            <p:nvCxnSpPr>
              <p:cNvPr id="1030" name="Google Shape;1030;p18"/>
              <p:cNvCxnSpPr>
                <a:stCxn id="1027" idx="0"/>
                <a:endCxn id="1008" idx="4"/>
              </p:cNvCxnSpPr>
              <p:nvPr/>
            </p:nvCxnSpPr>
            <p:spPr>
              <a:xfrm>
                <a:off x="6336802" y="-571335"/>
                <a:ext cx="45000" cy="481500"/>
              </a:xfrm>
              <a:prstGeom prst="straightConnector1">
                <a:avLst/>
              </a:prstGeom>
              <a:noFill/>
              <a:ln cap="flat" cmpd="sng" w="9525">
                <a:solidFill>
                  <a:schemeClr val="dk2"/>
                </a:solidFill>
                <a:prstDash val="solid"/>
                <a:round/>
                <a:headEnd len="med" w="med" type="none"/>
                <a:tailEnd len="med" w="med" type="none"/>
              </a:ln>
            </p:spPr>
          </p:cxnSp>
          <p:cxnSp>
            <p:nvCxnSpPr>
              <p:cNvPr id="1031" name="Google Shape;1031;p18"/>
              <p:cNvCxnSpPr>
                <a:stCxn id="1027" idx="1"/>
                <a:endCxn id="1010" idx="5"/>
              </p:cNvCxnSpPr>
              <p:nvPr/>
            </p:nvCxnSpPr>
            <p:spPr>
              <a:xfrm>
                <a:off x="6361911" y="-592919"/>
                <a:ext cx="1656600" cy="465000"/>
              </a:xfrm>
              <a:prstGeom prst="straightConnector1">
                <a:avLst/>
              </a:prstGeom>
              <a:noFill/>
              <a:ln cap="flat" cmpd="sng" w="9525">
                <a:solidFill>
                  <a:schemeClr val="dk2"/>
                </a:solidFill>
                <a:prstDash val="solid"/>
                <a:round/>
                <a:headEnd len="med" w="med" type="none"/>
                <a:tailEnd len="med" w="med" type="none"/>
              </a:ln>
            </p:spPr>
          </p:cxnSp>
          <p:sp>
            <p:nvSpPr>
              <p:cNvPr id="1032" name="Google Shape;1032;p18"/>
              <p:cNvSpPr/>
              <p:nvPr/>
            </p:nvSpPr>
            <p:spPr>
              <a:xfrm rot="9698973">
                <a:off x="7912582" y="-1816833"/>
                <a:ext cx="128642" cy="128642"/>
              </a:xfrm>
              <a:prstGeom prst="ellipse">
                <a:avLst/>
              </a:prstGeom>
              <a:solidFill>
                <a:srgbClr val="86CF6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033" name="Google Shape;1033;p18"/>
              <p:cNvCxnSpPr>
                <a:stCxn id="1009" idx="2"/>
                <a:endCxn id="1032" idx="7"/>
              </p:cNvCxnSpPr>
              <p:nvPr/>
            </p:nvCxnSpPr>
            <p:spPr>
              <a:xfrm flipH="1" rot="10800000">
                <a:off x="7489640" y="-1694927"/>
                <a:ext cx="458400" cy="494100"/>
              </a:xfrm>
              <a:prstGeom prst="straightConnector1">
                <a:avLst/>
              </a:prstGeom>
              <a:noFill/>
              <a:ln cap="flat" cmpd="sng" w="9525">
                <a:solidFill>
                  <a:schemeClr val="dk2"/>
                </a:solidFill>
                <a:prstDash val="solid"/>
                <a:round/>
                <a:headEnd len="med" w="med" type="none"/>
                <a:tailEnd len="med" w="med" type="none"/>
              </a:ln>
            </p:spPr>
          </p:cxnSp>
          <p:cxnSp>
            <p:nvCxnSpPr>
              <p:cNvPr id="1034" name="Google Shape;1034;p18"/>
              <p:cNvCxnSpPr>
                <a:stCxn id="1032" idx="3"/>
                <a:endCxn id="1007" idx="7"/>
              </p:cNvCxnSpPr>
              <p:nvPr/>
            </p:nvCxnSpPr>
            <p:spPr>
              <a:xfrm flipH="1" rot="10800000">
                <a:off x="8005753" y="-2236000"/>
                <a:ext cx="286200" cy="426000"/>
              </a:xfrm>
              <a:prstGeom prst="straightConnector1">
                <a:avLst/>
              </a:prstGeom>
              <a:noFill/>
              <a:ln cap="flat" cmpd="sng" w="9525">
                <a:solidFill>
                  <a:schemeClr val="dk2"/>
                </a:solidFill>
                <a:prstDash val="solid"/>
                <a:round/>
                <a:headEnd len="med" w="med" type="none"/>
                <a:tailEnd len="med" w="med" type="none"/>
              </a:ln>
            </p:spPr>
          </p:cxnSp>
          <p:cxnSp>
            <p:nvCxnSpPr>
              <p:cNvPr id="1035" name="Google Shape;1035;p18"/>
              <p:cNvCxnSpPr>
                <a:stCxn id="1010" idx="4"/>
                <a:endCxn id="1032" idx="0"/>
              </p:cNvCxnSpPr>
              <p:nvPr/>
            </p:nvCxnSpPr>
            <p:spPr>
              <a:xfrm rot="10800000">
                <a:off x="7997070" y="-1691416"/>
                <a:ext cx="46500" cy="1542000"/>
              </a:xfrm>
              <a:prstGeom prst="straightConnector1">
                <a:avLst/>
              </a:prstGeom>
              <a:noFill/>
              <a:ln cap="flat" cmpd="sng" w="9525">
                <a:solidFill>
                  <a:schemeClr val="dk2"/>
                </a:solidFill>
                <a:prstDash val="solid"/>
                <a:round/>
                <a:headEnd len="med" w="med" type="none"/>
                <a:tailEnd len="med" w="med" type="none"/>
              </a:ln>
            </p:spPr>
          </p:cxnSp>
          <p:sp>
            <p:nvSpPr>
              <p:cNvPr id="1036" name="Google Shape;1036;p18"/>
              <p:cNvSpPr/>
              <p:nvPr/>
            </p:nvSpPr>
            <p:spPr>
              <a:xfrm rot="9700738">
                <a:off x="8739027" y="840659"/>
                <a:ext cx="238594" cy="23859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037" name="Google Shape;1037;p18"/>
              <p:cNvCxnSpPr>
                <a:stCxn id="1010" idx="0"/>
                <a:endCxn id="1036" idx="4"/>
              </p:cNvCxnSpPr>
              <p:nvPr/>
            </p:nvCxnSpPr>
            <p:spPr>
              <a:xfrm>
                <a:off x="8070570" y="-67216"/>
                <a:ext cx="750300" cy="913800"/>
              </a:xfrm>
              <a:prstGeom prst="straightConnector1">
                <a:avLst/>
              </a:prstGeom>
              <a:noFill/>
              <a:ln cap="flat" cmpd="sng" w="9525">
                <a:solidFill>
                  <a:schemeClr val="dk2"/>
                </a:solidFill>
                <a:prstDash val="solid"/>
                <a:round/>
                <a:headEnd len="med" w="med" type="none"/>
                <a:tailEnd len="med" w="med" type="none"/>
              </a:ln>
            </p:spPr>
          </p:cxnSp>
          <p:cxnSp>
            <p:nvCxnSpPr>
              <p:cNvPr id="1038" name="Google Shape;1038;p18"/>
              <p:cNvCxnSpPr>
                <a:stCxn id="1011" idx="7"/>
                <a:endCxn id="1036" idx="3"/>
              </p:cNvCxnSpPr>
              <p:nvPr/>
            </p:nvCxnSpPr>
            <p:spPr>
              <a:xfrm flipH="1">
                <a:off x="8911773" y="244086"/>
                <a:ext cx="10800" cy="609300"/>
              </a:xfrm>
              <a:prstGeom prst="straightConnector1">
                <a:avLst/>
              </a:prstGeom>
              <a:noFill/>
              <a:ln cap="flat" cmpd="sng" w="9525">
                <a:solidFill>
                  <a:schemeClr val="dk2"/>
                </a:solidFill>
                <a:prstDash val="solid"/>
                <a:round/>
                <a:headEnd len="med" w="med" type="none"/>
                <a:tailEnd len="med" w="med" type="none"/>
              </a:ln>
            </p:spPr>
          </p:cxnSp>
        </p:grpSp>
        <p:grpSp>
          <p:nvGrpSpPr>
            <p:cNvPr id="1039" name="Google Shape;1039;p18"/>
            <p:cNvGrpSpPr/>
            <p:nvPr/>
          </p:nvGrpSpPr>
          <p:grpSpPr>
            <a:xfrm>
              <a:off x="4731484" y="3997585"/>
              <a:ext cx="4355179" cy="3513764"/>
              <a:chOff x="720009" y="3852908"/>
              <a:chExt cx="4355179" cy="3513764"/>
            </a:xfrm>
          </p:grpSpPr>
          <p:sp>
            <p:nvSpPr>
              <p:cNvPr id="1040" name="Google Shape;1040;p18"/>
              <p:cNvSpPr/>
              <p:nvPr/>
            </p:nvSpPr>
            <p:spPr>
              <a:xfrm rot="8759498">
                <a:off x="4842687" y="3890706"/>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1" name="Google Shape;1041;p18"/>
              <p:cNvSpPr/>
              <p:nvPr/>
            </p:nvSpPr>
            <p:spPr>
              <a:xfrm rot="8759498">
                <a:off x="2275964" y="6863806"/>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2" name="Google Shape;1042;p18"/>
              <p:cNvSpPr/>
              <p:nvPr/>
            </p:nvSpPr>
            <p:spPr>
              <a:xfrm rot="8760064">
                <a:off x="1605200" y="4894668"/>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3" name="Google Shape;1043;p18"/>
              <p:cNvSpPr/>
              <p:nvPr/>
            </p:nvSpPr>
            <p:spPr>
              <a:xfrm rot="8752287">
                <a:off x="3601108" y="609149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4" name="Google Shape;1044;p18"/>
              <p:cNvSpPr/>
              <p:nvPr/>
            </p:nvSpPr>
            <p:spPr>
              <a:xfrm rot="8754177">
                <a:off x="4682827" y="4819876"/>
                <a:ext cx="210847" cy="21084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5" name="Google Shape;1045;p18"/>
              <p:cNvSpPr/>
              <p:nvPr/>
            </p:nvSpPr>
            <p:spPr>
              <a:xfrm rot="8752287">
                <a:off x="3494792" y="721083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6" name="Google Shape;1046;p18"/>
              <p:cNvSpPr/>
              <p:nvPr/>
            </p:nvSpPr>
            <p:spPr>
              <a:xfrm rot="8752287">
                <a:off x="3265787" y="4938959"/>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7" name="Google Shape;1047;p18"/>
              <p:cNvSpPr/>
              <p:nvPr/>
            </p:nvSpPr>
            <p:spPr>
              <a:xfrm rot="8754847">
                <a:off x="1467743" y="6207539"/>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048" name="Google Shape;1048;p18"/>
              <p:cNvCxnSpPr>
                <a:stCxn id="1045" idx="4"/>
                <a:endCxn id="1043" idx="0"/>
              </p:cNvCxnSpPr>
              <p:nvPr/>
            </p:nvCxnSpPr>
            <p:spPr>
              <a:xfrm flipH="1" rot="10800000">
                <a:off x="3523426" y="6210771"/>
                <a:ext cx="179400" cy="1011300"/>
              </a:xfrm>
              <a:prstGeom prst="straightConnector1">
                <a:avLst/>
              </a:prstGeom>
              <a:noFill/>
              <a:ln cap="flat" cmpd="sng" w="9525">
                <a:solidFill>
                  <a:schemeClr val="dk2"/>
                </a:solidFill>
                <a:prstDash val="solid"/>
                <a:round/>
                <a:headEnd len="med" w="med" type="none"/>
                <a:tailEnd len="med" w="med" type="none"/>
              </a:ln>
            </p:spPr>
          </p:cxnSp>
          <p:cxnSp>
            <p:nvCxnSpPr>
              <p:cNvPr id="1049" name="Google Shape;1049;p18"/>
              <p:cNvCxnSpPr>
                <a:stCxn id="1040" idx="7"/>
                <a:endCxn id="1044" idx="3"/>
              </p:cNvCxnSpPr>
              <p:nvPr/>
            </p:nvCxnSpPr>
            <p:spPr>
              <a:xfrm flipH="1">
                <a:off x="4808077" y="4083623"/>
                <a:ext cx="113400" cy="738300"/>
              </a:xfrm>
              <a:prstGeom prst="straightConnector1">
                <a:avLst/>
              </a:prstGeom>
              <a:noFill/>
              <a:ln cap="flat" cmpd="sng" w="9525">
                <a:solidFill>
                  <a:schemeClr val="dk2"/>
                </a:solidFill>
                <a:prstDash val="solid"/>
                <a:round/>
                <a:headEnd len="med" w="med" type="none"/>
                <a:tailEnd len="med" w="med" type="none"/>
              </a:ln>
            </p:spPr>
          </p:cxnSp>
          <p:cxnSp>
            <p:nvCxnSpPr>
              <p:cNvPr id="1050" name="Google Shape;1050;p18"/>
              <p:cNvCxnSpPr>
                <a:stCxn id="1044" idx="7"/>
                <a:endCxn id="1045" idx="2"/>
              </p:cNvCxnSpPr>
              <p:nvPr/>
            </p:nvCxnSpPr>
            <p:spPr>
              <a:xfrm flipH="1">
                <a:off x="3613910" y="5028820"/>
                <a:ext cx="1154400" cy="2210700"/>
              </a:xfrm>
              <a:prstGeom prst="straightConnector1">
                <a:avLst/>
              </a:prstGeom>
              <a:noFill/>
              <a:ln cap="flat" cmpd="sng" w="9525">
                <a:solidFill>
                  <a:schemeClr val="dk2"/>
                </a:solidFill>
                <a:prstDash val="solid"/>
                <a:round/>
                <a:headEnd len="med" w="med" type="none"/>
                <a:tailEnd len="med" w="med" type="none"/>
              </a:ln>
            </p:spPr>
          </p:cxnSp>
          <p:cxnSp>
            <p:nvCxnSpPr>
              <p:cNvPr id="1051" name="Google Shape;1051;p18"/>
              <p:cNvCxnSpPr>
                <a:stCxn id="1045" idx="6"/>
                <a:endCxn id="1041" idx="1"/>
              </p:cNvCxnSpPr>
              <p:nvPr/>
            </p:nvCxnSpPr>
            <p:spPr>
              <a:xfrm rot="10800000">
                <a:off x="2468926" y="6979671"/>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1052" name="Google Shape;1052;p18"/>
              <p:cNvCxnSpPr>
                <a:stCxn id="1043" idx="7"/>
                <a:endCxn id="1041" idx="3"/>
              </p:cNvCxnSpPr>
              <p:nvPr/>
            </p:nvCxnSpPr>
            <p:spPr>
              <a:xfrm flipH="1">
                <a:off x="2391939" y="6220795"/>
                <a:ext cx="1262100" cy="644700"/>
              </a:xfrm>
              <a:prstGeom prst="straightConnector1">
                <a:avLst/>
              </a:prstGeom>
              <a:noFill/>
              <a:ln cap="flat" cmpd="sng" w="9525">
                <a:solidFill>
                  <a:schemeClr val="dk2"/>
                </a:solidFill>
                <a:prstDash val="solid"/>
                <a:round/>
                <a:headEnd len="med" w="med" type="none"/>
                <a:tailEnd len="med" w="med" type="none"/>
              </a:ln>
            </p:spPr>
          </p:cxnSp>
          <p:cxnSp>
            <p:nvCxnSpPr>
              <p:cNvPr id="1053" name="Google Shape;1053;p18"/>
              <p:cNvCxnSpPr>
                <a:stCxn id="1040" idx="6"/>
                <a:endCxn id="1046" idx="2"/>
              </p:cNvCxnSpPr>
              <p:nvPr/>
            </p:nvCxnSpPr>
            <p:spPr>
              <a:xfrm flipH="1">
                <a:off x="3385138" y="4042508"/>
                <a:ext cx="1474200" cy="925200"/>
              </a:xfrm>
              <a:prstGeom prst="straightConnector1">
                <a:avLst/>
              </a:prstGeom>
              <a:noFill/>
              <a:ln cap="flat" cmpd="sng" w="9525">
                <a:solidFill>
                  <a:schemeClr val="dk2"/>
                </a:solidFill>
                <a:prstDash val="solid"/>
                <a:round/>
                <a:headEnd len="med" w="med" type="none"/>
                <a:tailEnd len="med" w="med" type="none"/>
              </a:ln>
            </p:spPr>
          </p:cxnSp>
          <p:cxnSp>
            <p:nvCxnSpPr>
              <p:cNvPr id="1054" name="Google Shape;1054;p18"/>
              <p:cNvCxnSpPr>
                <a:stCxn id="1046" idx="0"/>
                <a:endCxn id="1043" idx="2"/>
              </p:cNvCxnSpPr>
              <p:nvPr/>
            </p:nvCxnSpPr>
            <p:spPr>
              <a:xfrm>
                <a:off x="3367622" y="5058194"/>
                <a:ext cx="352800" cy="1062000"/>
              </a:xfrm>
              <a:prstGeom prst="straightConnector1">
                <a:avLst/>
              </a:prstGeom>
              <a:noFill/>
              <a:ln cap="flat" cmpd="sng" w="9525">
                <a:solidFill>
                  <a:schemeClr val="dk2"/>
                </a:solidFill>
                <a:prstDash val="solid"/>
                <a:round/>
                <a:headEnd len="med" w="med" type="none"/>
                <a:tailEnd len="med" w="med" type="none"/>
              </a:ln>
            </p:spPr>
          </p:cxnSp>
          <p:cxnSp>
            <p:nvCxnSpPr>
              <p:cNvPr id="1055" name="Google Shape;1055;p18"/>
              <p:cNvCxnSpPr>
                <a:stCxn id="1046" idx="5"/>
                <a:endCxn id="1042" idx="1"/>
              </p:cNvCxnSpPr>
              <p:nvPr/>
            </p:nvCxnSpPr>
            <p:spPr>
              <a:xfrm flipH="1">
                <a:off x="2002758" y="4991890"/>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1056" name="Google Shape;1056;p18"/>
              <p:cNvCxnSpPr>
                <a:stCxn id="1042" idx="0"/>
                <a:endCxn id="1043" idx="5"/>
              </p:cNvCxnSpPr>
              <p:nvPr/>
            </p:nvCxnSpPr>
            <p:spPr>
              <a:xfrm>
                <a:off x="1918052" y="5261670"/>
                <a:ext cx="1684200" cy="882900"/>
              </a:xfrm>
              <a:prstGeom prst="straightConnector1">
                <a:avLst/>
              </a:prstGeom>
              <a:noFill/>
              <a:ln cap="flat" cmpd="sng" w="9525">
                <a:solidFill>
                  <a:schemeClr val="dk2"/>
                </a:solidFill>
                <a:prstDash val="solid"/>
                <a:round/>
                <a:headEnd len="med" w="med" type="none"/>
                <a:tailEnd len="med" w="med" type="none"/>
              </a:ln>
            </p:spPr>
          </p:cxnSp>
          <p:cxnSp>
            <p:nvCxnSpPr>
              <p:cNvPr id="1057" name="Google Shape;1057;p18"/>
              <p:cNvCxnSpPr>
                <a:stCxn id="1042" idx="7"/>
                <a:endCxn id="1047" idx="3"/>
              </p:cNvCxnSpPr>
              <p:nvPr/>
            </p:nvCxnSpPr>
            <p:spPr>
              <a:xfrm flipH="1">
                <a:off x="1525162" y="5292284"/>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1058" name="Google Shape;1058;p18"/>
              <p:cNvCxnSpPr>
                <a:stCxn id="1043" idx="6"/>
                <a:endCxn id="1047" idx="2"/>
              </p:cNvCxnSpPr>
              <p:nvPr/>
            </p:nvCxnSpPr>
            <p:spPr>
              <a:xfrm flipH="1">
                <a:off x="1555843" y="6193331"/>
                <a:ext cx="2056500" cy="35400"/>
              </a:xfrm>
              <a:prstGeom prst="straightConnector1">
                <a:avLst/>
              </a:prstGeom>
              <a:noFill/>
              <a:ln cap="flat" cmpd="sng" w="9525">
                <a:solidFill>
                  <a:schemeClr val="dk2"/>
                </a:solidFill>
                <a:prstDash val="solid"/>
                <a:round/>
                <a:headEnd len="med" w="med" type="none"/>
                <a:tailEnd len="med" w="med" type="none"/>
              </a:ln>
            </p:spPr>
          </p:cxnSp>
          <p:cxnSp>
            <p:nvCxnSpPr>
              <p:cNvPr id="1059" name="Google Shape;1059;p18"/>
              <p:cNvCxnSpPr>
                <a:stCxn id="1047" idx="0"/>
                <a:endCxn id="1041" idx="4"/>
              </p:cNvCxnSpPr>
              <p:nvPr/>
            </p:nvCxnSpPr>
            <p:spPr>
              <a:xfrm>
                <a:off x="1542920" y="6295616"/>
                <a:ext cx="775800" cy="584700"/>
              </a:xfrm>
              <a:prstGeom prst="straightConnector1">
                <a:avLst/>
              </a:prstGeom>
              <a:noFill/>
              <a:ln cap="flat" cmpd="sng" w="9525">
                <a:solidFill>
                  <a:schemeClr val="dk2"/>
                </a:solidFill>
                <a:prstDash val="solid"/>
                <a:round/>
                <a:headEnd len="med" w="med" type="none"/>
                <a:tailEnd len="med" w="med" type="none"/>
              </a:ln>
            </p:spPr>
          </p:cxnSp>
          <p:cxnSp>
            <p:nvCxnSpPr>
              <p:cNvPr id="1060" name="Google Shape;1060;p18"/>
              <p:cNvCxnSpPr>
                <a:stCxn id="1045" idx="5"/>
                <a:endCxn id="1047" idx="1"/>
              </p:cNvCxnSpPr>
              <p:nvPr/>
            </p:nvCxnSpPr>
            <p:spPr>
              <a:xfrm rot="10800000">
                <a:off x="1563363" y="6264768"/>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1061" name="Google Shape;1061;p18"/>
              <p:cNvCxnSpPr>
                <a:stCxn id="1044" idx="6"/>
                <a:endCxn id="1047" idx="1"/>
              </p:cNvCxnSpPr>
              <p:nvPr/>
            </p:nvCxnSpPr>
            <p:spPr>
              <a:xfrm flipH="1">
                <a:off x="1563250" y="4984400"/>
                <a:ext cx="3137700" cy="1280400"/>
              </a:xfrm>
              <a:prstGeom prst="straightConnector1">
                <a:avLst/>
              </a:prstGeom>
              <a:noFill/>
              <a:ln cap="flat" cmpd="sng" w="9525">
                <a:solidFill>
                  <a:schemeClr val="dk2"/>
                </a:solidFill>
                <a:prstDash val="solid"/>
                <a:round/>
                <a:headEnd len="med" w="med" type="none"/>
                <a:tailEnd len="med" w="med" type="none"/>
              </a:ln>
            </p:spPr>
          </p:cxnSp>
          <p:cxnSp>
            <p:nvCxnSpPr>
              <p:cNvPr id="1062" name="Google Shape;1062;p18"/>
              <p:cNvCxnSpPr>
                <a:stCxn id="1044" idx="5"/>
                <a:endCxn id="1046" idx="2"/>
              </p:cNvCxnSpPr>
              <p:nvPr/>
            </p:nvCxnSpPr>
            <p:spPr>
              <a:xfrm flipH="1">
                <a:off x="3385130" y="4905359"/>
                <a:ext cx="1299600" cy="62100"/>
              </a:xfrm>
              <a:prstGeom prst="straightConnector1">
                <a:avLst/>
              </a:prstGeom>
              <a:noFill/>
              <a:ln cap="flat" cmpd="sng" w="9525">
                <a:solidFill>
                  <a:schemeClr val="dk2"/>
                </a:solidFill>
                <a:prstDash val="solid"/>
                <a:round/>
                <a:headEnd len="med" w="med" type="none"/>
                <a:tailEnd len="med" w="med" type="none"/>
              </a:ln>
            </p:spPr>
          </p:cxnSp>
          <p:cxnSp>
            <p:nvCxnSpPr>
              <p:cNvPr id="1063" name="Google Shape;1063;p18"/>
              <p:cNvCxnSpPr>
                <a:stCxn id="1041" idx="4"/>
                <a:endCxn id="1042" idx="7"/>
              </p:cNvCxnSpPr>
              <p:nvPr/>
            </p:nvCxnSpPr>
            <p:spPr>
              <a:xfrm rot="10800000">
                <a:off x="1767465" y="5292257"/>
                <a:ext cx="551400" cy="1588200"/>
              </a:xfrm>
              <a:prstGeom prst="straightConnector1">
                <a:avLst/>
              </a:prstGeom>
              <a:noFill/>
              <a:ln cap="flat" cmpd="sng" w="9525">
                <a:solidFill>
                  <a:schemeClr val="dk2"/>
                </a:solidFill>
                <a:prstDash val="solid"/>
                <a:round/>
                <a:headEnd len="med" w="med" type="none"/>
                <a:tailEnd len="med" w="med" type="none"/>
              </a:ln>
            </p:spPr>
          </p:cxnSp>
          <p:sp>
            <p:nvSpPr>
              <p:cNvPr id="1064" name="Google Shape;1064;p18"/>
              <p:cNvSpPr/>
              <p:nvPr/>
            </p:nvSpPr>
            <p:spPr>
              <a:xfrm rot="8752287">
                <a:off x="745374" y="487673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065" name="Google Shape;1065;p18"/>
              <p:cNvCxnSpPr>
                <a:stCxn id="1047" idx="4"/>
                <a:endCxn id="1064" idx="7"/>
              </p:cNvCxnSpPr>
              <p:nvPr/>
            </p:nvCxnSpPr>
            <p:spPr>
              <a:xfrm rot="10800000">
                <a:off x="798320" y="5005916"/>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1066" name="Google Shape;1066;p18"/>
              <p:cNvCxnSpPr>
                <a:stCxn id="1064" idx="1"/>
                <a:endCxn id="1042" idx="5"/>
              </p:cNvCxnSpPr>
              <p:nvPr/>
            </p:nvCxnSpPr>
            <p:spPr>
              <a:xfrm>
                <a:off x="874673" y="4954270"/>
                <a:ext cx="734100" cy="102900"/>
              </a:xfrm>
              <a:prstGeom prst="straightConnector1">
                <a:avLst/>
              </a:prstGeom>
              <a:noFill/>
              <a:ln cap="flat" cmpd="sng" w="9525">
                <a:solidFill>
                  <a:schemeClr val="dk2"/>
                </a:solidFill>
                <a:prstDash val="solid"/>
                <a:round/>
                <a:headEnd len="med" w="med" type="none"/>
                <a:tailEnd len="med" w="med" type="none"/>
              </a:ln>
            </p:spPr>
          </p:cxnSp>
          <p:sp>
            <p:nvSpPr>
              <p:cNvPr id="1067" name="Google Shape;1067;p18"/>
              <p:cNvSpPr/>
              <p:nvPr/>
            </p:nvSpPr>
            <p:spPr>
              <a:xfrm rot="8759498">
                <a:off x="1785083" y="4514433"/>
                <a:ext cx="194703" cy="19470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068" name="Google Shape;1068;p18"/>
              <p:cNvCxnSpPr>
                <a:stCxn id="1064" idx="2"/>
                <a:endCxn id="1067" idx="5"/>
              </p:cNvCxnSpPr>
              <p:nvPr/>
            </p:nvCxnSpPr>
            <p:spPr>
              <a:xfrm flipH="1" rot="10800000">
                <a:off x="864609" y="4593367"/>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1069" name="Google Shape;1069;p18"/>
              <p:cNvCxnSpPr>
                <a:stCxn id="1067" idx="1"/>
                <a:endCxn id="1046" idx="5"/>
              </p:cNvCxnSpPr>
              <p:nvPr/>
            </p:nvCxnSpPr>
            <p:spPr>
              <a:xfrm>
                <a:off x="1977999" y="4630346"/>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1070" name="Google Shape;1070;p18"/>
              <p:cNvCxnSpPr>
                <a:stCxn id="1067" idx="7"/>
                <a:endCxn id="1042" idx="3"/>
              </p:cNvCxnSpPr>
              <p:nvPr/>
            </p:nvCxnSpPr>
            <p:spPr>
              <a:xfrm flipH="1">
                <a:off x="1844072" y="4707350"/>
                <a:ext cx="19800" cy="1911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071" name="Shape 1071"/>
        <p:cNvGrpSpPr/>
        <p:nvPr/>
      </p:nvGrpSpPr>
      <p:grpSpPr>
        <a:xfrm>
          <a:off x="0" y="0"/>
          <a:ext cx="0" cy="0"/>
          <a:chOff x="0" y="0"/>
          <a:chExt cx="0" cy="0"/>
        </a:xfrm>
      </p:grpSpPr>
      <p:sp>
        <p:nvSpPr>
          <p:cNvPr id="1072" name="Google Shape;1072;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73" name="Google Shape;1073;p19"/>
          <p:cNvSpPr txBox="1"/>
          <p:nvPr>
            <p:ph idx="1" type="subTitle"/>
          </p:nvPr>
        </p:nvSpPr>
        <p:spPr>
          <a:xfrm>
            <a:off x="1574375" y="2056793"/>
            <a:ext cx="2884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4" name="Google Shape;1074;p19"/>
          <p:cNvSpPr txBox="1"/>
          <p:nvPr>
            <p:ph idx="2" type="subTitle"/>
          </p:nvPr>
        </p:nvSpPr>
        <p:spPr>
          <a:xfrm>
            <a:off x="5500976" y="2056793"/>
            <a:ext cx="2884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5" name="Google Shape;1075;p19"/>
          <p:cNvSpPr txBox="1"/>
          <p:nvPr>
            <p:ph idx="3" type="subTitle"/>
          </p:nvPr>
        </p:nvSpPr>
        <p:spPr>
          <a:xfrm>
            <a:off x="1574375" y="3713775"/>
            <a:ext cx="2884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6" name="Google Shape;1076;p19"/>
          <p:cNvSpPr txBox="1"/>
          <p:nvPr>
            <p:ph idx="4" type="subTitle"/>
          </p:nvPr>
        </p:nvSpPr>
        <p:spPr>
          <a:xfrm>
            <a:off x="5500976" y="3713775"/>
            <a:ext cx="2884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7" name="Google Shape;1077;p19"/>
          <p:cNvSpPr txBox="1"/>
          <p:nvPr>
            <p:ph hasCustomPrompt="1" idx="5" type="title"/>
          </p:nvPr>
        </p:nvSpPr>
        <p:spPr>
          <a:xfrm>
            <a:off x="758225" y="1277225"/>
            <a:ext cx="816600" cy="7800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78" name="Google Shape;1078;p19"/>
          <p:cNvSpPr txBox="1"/>
          <p:nvPr>
            <p:ph hasCustomPrompt="1" idx="6" type="title"/>
          </p:nvPr>
        </p:nvSpPr>
        <p:spPr>
          <a:xfrm>
            <a:off x="758225" y="2933700"/>
            <a:ext cx="816600" cy="7800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79" name="Google Shape;1079;p19"/>
          <p:cNvSpPr txBox="1"/>
          <p:nvPr>
            <p:ph hasCustomPrompt="1" idx="7" type="title"/>
          </p:nvPr>
        </p:nvSpPr>
        <p:spPr>
          <a:xfrm>
            <a:off x="4685025" y="1277225"/>
            <a:ext cx="816600" cy="7800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0" name="Google Shape;1080;p19"/>
          <p:cNvSpPr txBox="1"/>
          <p:nvPr>
            <p:ph hasCustomPrompt="1" idx="8" type="title"/>
          </p:nvPr>
        </p:nvSpPr>
        <p:spPr>
          <a:xfrm>
            <a:off x="4685025" y="2933700"/>
            <a:ext cx="816600" cy="7800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1" name="Google Shape;1081;p19"/>
          <p:cNvSpPr txBox="1"/>
          <p:nvPr>
            <p:ph idx="9" type="subTitle"/>
          </p:nvPr>
        </p:nvSpPr>
        <p:spPr>
          <a:xfrm>
            <a:off x="1574375" y="1277225"/>
            <a:ext cx="2884800" cy="903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082" name="Google Shape;1082;p19"/>
          <p:cNvSpPr txBox="1"/>
          <p:nvPr>
            <p:ph idx="13" type="subTitle"/>
          </p:nvPr>
        </p:nvSpPr>
        <p:spPr>
          <a:xfrm>
            <a:off x="5500975" y="1277225"/>
            <a:ext cx="2884800" cy="903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083" name="Google Shape;1083;p19"/>
          <p:cNvSpPr txBox="1"/>
          <p:nvPr>
            <p:ph idx="14" type="subTitle"/>
          </p:nvPr>
        </p:nvSpPr>
        <p:spPr>
          <a:xfrm>
            <a:off x="1574375" y="2933701"/>
            <a:ext cx="2884800" cy="903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084" name="Google Shape;1084;p19"/>
          <p:cNvSpPr txBox="1"/>
          <p:nvPr>
            <p:ph idx="15" type="subTitle"/>
          </p:nvPr>
        </p:nvSpPr>
        <p:spPr>
          <a:xfrm>
            <a:off x="5500975" y="2933701"/>
            <a:ext cx="2884800" cy="903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085" name="Google Shape;1085;p19"/>
          <p:cNvGrpSpPr/>
          <p:nvPr/>
        </p:nvGrpSpPr>
        <p:grpSpPr>
          <a:xfrm>
            <a:off x="119288" y="163238"/>
            <a:ext cx="8837200" cy="4388712"/>
            <a:chOff x="119288" y="163238"/>
            <a:chExt cx="8837200" cy="4388712"/>
          </a:xfrm>
        </p:grpSpPr>
        <p:grpSp>
          <p:nvGrpSpPr>
            <p:cNvPr id="1086" name="Google Shape;1086;p19"/>
            <p:cNvGrpSpPr/>
            <p:nvPr/>
          </p:nvGrpSpPr>
          <p:grpSpPr>
            <a:xfrm flipH="1" rot="10800000">
              <a:off x="8658213" y="4229275"/>
              <a:ext cx="298275" cy="322675"/>
              <a:chOff x="8667225" y="681525"/>
              <a:chExt cx="298275" cy="322675"/>
            </a:xfrm>
          </p:grpSpPr>
          <p:sp>
            <p:nvSpPr>
              <p:cNvPr id="1087" name="Google Shape;1087;p19"/>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88" name="Google Shape;1088;p19"/>
              <p:cNvSpPr/>
              <p:nvPr/>
            </p:nvSpPr>
            <p:spPr>
              <a:xfrm rot="10800000">
                <a:off x="8825400" y="68152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89" name="Google Shape;1089;p19"/>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090" name="Google Shape;1090;p19"/>
            <p:cNvGrpSpPr/>
            <p:nvPr/>
          </p:nvGrpSpPr>
          <p:grpSpPr>
            <a:xfrm flipH="1" rot="10800000">
              <a:off x="119288" y="163238"/>
              <a:ext cx="406275" cy="563575"/>
              <a:chOff x="140150" y="4340075"/>
              <a:chExt cx="406275" cy="563575"/>
            </a:xfrm>
          </p:grpSpPr>
          <p:sp>
            <p:nvSpPr>
              <p:cNvPr id="1091" name="Google Shape;1091;p19"/>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92" name="Google Shape;1092;p19"/>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93" name="Google Shape;1093;p19"/>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94" name="Google Shape;1094;p19"/>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1095" name="Google Shape;1095;p19"/>
          <p:cNvGrpSpPr/>
          <p:nvPr/>
        </p:nvGrpSpPr>
        <p:grpSpPr>
          <a:xfrm>
            <a:off x="-977947" y="-671217"/>
            <a:ext cx="10532835" cy="7946710"/>
            <a:chOff x="-977947" y="-671217"/>
            <a:chExt cx="10532835" cy="7946710"/>
          </a:xfrm>
        </p:grpSpPr>
        <p:grpSp>
          <p:nvGrpSpPr>
            <p:cNvPr id="1096" name="Google Shape;1096;p19"/>
            <p:cNvGrpSpPr/>
            <p:nvPr/>
          </p:nvGrpSpPr>
          <p:grpSpPr>
            <a:xfrm flipH="1">
              <a:off x="6491263" y="-671217"/>
              <a:ext cx="3063625" cy="3321711"/>
              <a:chOff x="-460575" y="-671217"/>
              <a:chExt cx="3063625" cy="3321711"/>
            </a:xfrm>
          </p:grpSpPr>
          <p:cxnSp>
            <p:nvCxnSpPr>
              <p:cNvPr id="1097" name="Google Shape;1097;p19"/>
              <p:cNvCxnSpPr>
                <a:stCxn id="1098" idx="6"/>
                <a:endCxn id="1099" idx="2"/>
              </p:cNvCxnSpPr>
              <p:nvPr/>
            </p:nvCxnSpPr>
            <p:spPr>
              <a:xfrm flipH="1" rot="10800000">
                <a:off x="421801" y="-63292"/>
                <a:ext cx="2023800" cy="476400"/>
              </a:xfrm>
              <a:prstGeom prst="straightConnector1">
                <a:avLst/>
              </a:prstGeom>
              <a:noFill/>
              <a:ln cap="flat" cmpd="sng" w="9525">
                <a:solidFill>
                  <a:schemeClr val="dk2"/>
                </a:solidFill>
                <a:prstDash val="solid"/>
                <a:round/>
                <a:headEnd len="med" w="med" type="none"/>
                <a:tailEnd len="med" w="med" type="none"/>
              </a:ln>
            </p:spPr>
          </p:cxnSp>
          <p:sp>
            <p:nvSpPr>
              <p:cNvPr id="1099" name="Google Shape;1099;p19"/>
              <p:cNvSpPr/>
              <p:nvPr/>
            </p:nvSpPr>
            <p:spPr>
              <a:xfrm>
                <a:off x="2445550" y="-142081"/>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00" name="Google Shape;1100;p19"/>
              <p:cNvSpPr/>
              <p:nvPr/>
            </p:nvSpPr>
            <p:spPr>
              <a:xfrm>
                <a:off x="61646" y="-671217"/>
                <a:ext cx="1575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01" name="Google Shape;1101;p19"/>
              <p:cNvSpPr/>
              <p:nvPr/>
            </p:nvSpPr>
            <p:spPr>
              <a:xfrm>
                <a:off x="90425" y="2492994"/>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02" name="Google Shape;1102;p19"/>
              <p:cNvSpPr/>
              <p:nvPr/>
            </p:nvSpPr>
            <p:spPr>
              <a:xfrm>
                <a:off x="125826" y="88673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03" name="Google Shape;1103;p19"/>
              <p:cNvSpPr/>
              <p:nvPr/>
            </p:nvSpPr>
            <p:spPr>
              <a:xfrm>
                <a:off x="382949" y="1317288"/>
                <a:ext cx="1434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04" name="Google Shape;1104;p19"/>
              <p:cNvCxnSpPr>
                <a:stCxn id="1103" idx="4"/>
                <a:endCxn id="1101" idx="0"/>
              </p:cNvCxnSpPr>
              <p:nvPr/>
            </p:nvCxnSpPr>
            <p:spPr>
              <a:xfrm flipH="1">
                <a:off x="169049" y="1474788"/>
                <a:ext cx="285600" cy="1018200"/>
              </a:xfrm>
              <a:prstGeom prst="straightConnector1">
                <a:avLst/>
              </a:prstGeom>
              <a:noFill/>
              <a:ln cap="flat" cmpd="sng" w="9525">
                <a:solidFill>
                  <a:schemeClr val="dk2"/>
                </a:solidFill>
                <a:prstDash val="solid"/>
                <a:round/>
                <a:headEnd len="med" w="med" type="none"/>
                <a:tailEnd len="med" w="med" type="none"/>
              </a:ln>
            </p:spPr>
          </p:cxnSp>
          <p:cxnSp>
            <p:nvCxnSpPr>
              <p:cNvPr id="1105" name="Google Shape;1105;p19"/>
              <p:cNvCxnSpPr>
                <a:stCxn id="1102" idx="4"/>
                <a:endCxn id="1101" idx="0"/>
              </p:cNvCxnSpPr>
              <p:nvPr/>
            </p:nvCxnSpPr>
            <p:spPr>
              <a:xfrm>
                <a:off x="169176" y="973437"/>
                <a:ext cx="0" cy="1519500"/>
              </a:xfrm>
              <a:prstGeom prst="straightConnector1">
                <a:avLst/>
              </a:prstGeom>
              <a:noFill/>
              <a:ln cap="flat" cmpd="sng" w="9525">
                <a:solidFill>
                  <a:schemeClr val="dk2"/>
                </a:solidFill>
                <a:prstDash val="solid"/>
                <a:round/>
                <a:headEnd len="med" w="med" type="none"/>
                <a:tailEnd len="med" w="med" type="none"/>
              </a:ln>
            </p:spPr>
          </p:cxnSp>
          <p:cxnSp>
            <p:nvCxnSpPr>
              <p:cNvPr id="1106" name="Google Shape;1106;p19"/>
              <p:cNvCxnSpPr>
                <a:stCxn id="1102" idx="5"/>
                <a:endCxn id="1103" idx="1"/>
              </p:cNvCxnSpPr>
              <p:nvPr/>
            </p:nvCxnSpPr>
            <p:spPr>
              <a:xfrm>
                <a:off x="199829" y="960741"/>
                <a:ext cx="204000" cy="379500"/>
              </a:xfrm>
              <a:prstGeom prst="straightConnector1">
                <a:avLst/>
              </a:prstGeom>
              <a:noFill/>
              <a:ln cap="flat" cmpd="sng" w="9525">
                <a:solidFill>
                  <a:schemeClr val="dk2"/>
                </a:solidFill>
                <a:prstDash val="solid"/>
                <a:round/>
                <a:headEnd len="med" w="med" type="none"/>
                <a:tailEnd len="med" w="med" type="none"/>
              </a:ln>
            </p:spPr>
          </p:cxnSp>
          <p:cxnSp>
            <p:nvCxnSpPr>
              <p:cNvPr id="1107" name="Google Shape;1107;p19"/>
              <p:cNvCxnSpPr>
                <a:stCxn id="1102" idx="0"/>
                <a:endCxn id="1100" idx="4"/>
              </p:cNvCxnSpPr>
              <p:nvPr/>
            </p:nvCxnSpPr>
            <p:spPr>
              <a:xfrm rot="10800000">
                <a:off x="140376" y="-513663"/>
                <a:ext cx="28800" cy="1400400"/>
              </a:xfrm>
              <a:prstGeom prst="straightConnector1">
                <a:avLst/>
              </a:prstGeom>
              <a:noFill/>
              <a:ln cap="flat" cmpd="sng" w="9525">
                <a:solidFill>
                  <a:schemeClr val="dk2"/>
                </a:solidFill>
                <a:prstDash val="solid"/>
                <a:round/>
                <a:headEnd len="med" w="med" type="none"/>
                <a:tailEnd len="med" w="med" type="none"/>
              </a:ln>
            </p:spPr>
          </p:cxnSp>
          <p:cxnSp>
            <p:nvCxnSpPr>
              <p:cNvPr id="1108" name="Google Shape;1108;p19"/>
              <p:cNvCxnSpPr>
                <a:stCxn id="1102" idx="7"/>
                <a:endCxn id="1098" idx="3"/>
              </p:cNvCxnSpPr>
              <p:nvPr/>
            </p:nvCxnSpPr>
            <p:spPr>
              <a:xfrm flipH="1" rot="10800000">
                <a:off x="1998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1109" name="Google Shape;1109;p19"/>
              <p:cNvCxnSpPr>
                <a:stCxn id="1100" idx="5"/>
                <a:endCxn id="1098" idx="0"/>
              </p:cNvCxnSpPr>
              <p:nvPr/>
            </p:nvCxnSpPr>
            <p:spPr>
              <a:xfrm>
                <a:off x="196080" y="-536782"/>
                <a:ext cx="182400" cy="906600"/>
              </a:xfrm>
              <a:prstGeom prst="straightConnector1">
                <a:avLst/>
              </a:prstGeom>
              <a:noFill/>
              <a:ln cap="flat" cmpd="sng" w="9525">
                <a:solidFill>
                  <a:schemeClr val="dk2"/>
                </a:solidFill>
                <a:prstDash val="solid"/>
                <a:round/>
                <a:headEnd len="med" w="med" type="none"/>
                <a:tailEnd len="med" w="med" type="none"/>
              </a:ln>
            </p:spPr>
          </p:cxnSp>
          <p:cxnSp>
            <p:nvCxnSpPr>
              <p:cNvPr id="1110" name="Google Shape;1110;p19"/>
              <p:cNvCxnSpPr>
                <a:stCxn id="1100" idx="6"/>
                <a:endCxn id="1099" idx="2"/>
              </p:cNvCxnSpPr>
              <p:nvPr/>
            </p:nvCxnSpPr>
            <p:spPr>
              <a:xfrm>
                <a:off x="219146" y="-592467"/>
                <a:ext cx="2226300" cy="529200"/>
              </a:xfrm>
              <a:prstGeom prst="straightConnector1">
                <a:avLst/>
              </a:prstGeom>
              <a:noFill/>
              <a:ln cap="flat" cmpd="sng" w="9525">
                <a:solidFill>
                  <a:schemeClr val="dk2"/>
                </a:solidFill>
                <a:prstDash val="solid"/>
                <a:round/>
                <a:headEnd len="med" w="med" type="none"/>
                <a:tailEnd len="med" w="med" type="none"/>
              </a:ln>
            </p:spPr>
          </p:cxnSp>
          <p:cxnSp>
            <p:nvCxnSpPr>
              <p:cNvPr id="1111" name="Google Shape;1111;p19"/>
              <p:cNvCxnSpPr>
                <a:stCxn id="1112" idx="1"/>
                <a:endCxn id="1100" idx="5"/>
              </p:cNvCxnSpPr>
              <p:nvPr/>
            </p:nvCxnSpPr>
            <p:spPr>
              <a:xfrm rot="10800000">
                <a:off x="195958" y="-536780"/>
                <a:ext cx="600600" cy="723900"/>
              </a:xfrm>
              <a:prstGeom prst="straightConnector1">
                <a:avLst/>
              </a:prstGeom>
              <a:noFill/>
              <a:ln cap="flat" cmpd="sng" w="9525">
                <a:solidFill>
                  <a:schemeClr val="dk2"/>
                </a:solidFill>
                <a:prstDash val="solid"/>
                <a:round/>
                <a:headEnd len="med" w="med" type="none"/>
                <a:tailEnd len="med" w="med" type="none"/>
              </a:ln>
            </p:spPr>
          </p:cxnSp>
          <p:cxnSp>
            <p:nvCxnSpPr>
              <p:cNvPr id="1113" name="Google Shape;1113;p19"/>
              <p:cNvCxnSpPr>
                <a:stCxn id="1103" idx="0"/>
                <a:endCxn id="1098" idx="4"/>
              </p:cNvCxnSpPr>
              <p:nvPr/>
            </p:nvCxnSpPr>
            <p:spPr>
              <a:xfrm rot="10800000">
                <a:off x="378449" y="456588"/>
                <a:ext cx="76200" cy="860700"/>
              </a:xfrm>
              <a:prstGeom prst="straightConnector1">
                <a:avLst/>
              </a:prstGeom>
              <a:noFill/>
              <a:ln cap="flat" cmpd="sng" w="9525">
                <a:solidFill>
                  <a:schemeClr val="dk2"/>
                </a:solidFill>
                <a:prstDash val="solid"/>
                <a:round/>
                <a:headEnd len="med" w="med" type="none"/>
                <a:tailEnd len="med" w="med" type="none"/>
              </a:ln>
            </p:spPr>
          </p:cxnSp>
          <p:cxnSp>
            <p:nvCxnSpPr>
              <p:cNvPr id="1114" name="Google Shape;1114;p19"/>
              <p:cNvCxnSpPr>
                <a:stCxn id="1103" idx="0"/>
                <a:endCxn id="1112" idx="3"/>
              </p:cNvCxnSpPr>
              <p:nvPr/>
            </p:nvCxnSpPr>
            <p:spPr>
              <a:xfrm flipH="1" rot="10800000">
                <a:off x="454649" y="268188"/>
                <a:ext cx="342000" cy="1049100"/>
              </a:xfrm>
              <a:prstGeom prst="straightConnector1">
                <a:avLst/>
              </a:prstGeom>
              <a:noFill/>
              <a:ln cap="flat" cmpd="sng" w="9525">
                <a:solidFill>
                  <a:schemeClr val="dk2"/>
                </a:solidFill>
                <a:prstDash val="solid"/>
                <a:round/>
                <a:headEnd len="med" w="med" type="none"/>
                <a:tailEnd len="med" w="med" type="none"/>
              </a:ln>
            </p:spPr>
          </p:cxnSp>
          <p:sp>
            <p:nvSpPr>
              <p:cNvPr id="1115" name="Google Shape;1115;p19"/>
              <p:cNvSpPr/>
              <p:nvPr/>
            </p:nvSpPr>
            <p:spPr>
              <a:xfrm>
                <a:off x="987225" y="-92131"/>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16" name="Google Shape;1116;p19"/>
              <p:cNvCxnSpPr>
                <a:stCxn id="1100" idx="5"/>
                <a:endCxn id="1115" idx="1"/>
              </p:cNvCxnSpPr>
              <p:nvPr/>
            </p:nvCxnSpPr>
            <p:spPr>
              <a:xfrm>
                <a:off x="196080" y="-536782"/>
                <a:ext cx="814200" cy="467700"/>
              </a:xfrm>
              <a:prstGeom prst="straightConnector1">
                <a:avLst/>
              </a:prstGeom>
              <a:noFill/>
              <a:ln cap="flat" cmpd="sng" w="9525">
                <a:solidFill>
                  <a:schemeClr val="dk2"/>
                </a:solidFill>
                <a:prstDash val="solid"/>
                <a:round/>
                <a:headEnd len="med" w="med" type="none"/>
                <a:tailEnd len="med" w="med" type="none"/>
              </a:ln>
            </p:spPr>
          </p:cxnSp>
          <p:cxnSp>
            <p:nvCxnSpPr>
              <p:cNvPr id="1117" name="Google Shape;1117;p19"/>
              <p:cNvCxnSpPr>
                <a:stCxn id="1112" idx="7"/>
                <a:endCxn id="1115" idx="3"/>
              </p:cNvCxnSpPr>
              <p:nvPr/>
            </p:nvCxnSpPr>
            <p:spPr>
              <a:xfrm flipH="1" rot="10800000">
                <a:off x="877592" y="42220"/>
                <a:ext cx="132600" cy="144900"/>
              </a:xfrm>
              <a:prstGeom prst="straightConnector1">
                <a:avLst/>
              </a:prstGeom>
              <a:noFill/>
              <a:ln cap="flat" cmpd="sng" w="9525">
                <a:solidFill>
                  <a:schemeClr val="dk2"/>
                </a:solidFill>
                <a:prstDash val="solid"/>
                <a:round/>
                <a:headEnd len="med" w="med" type="none"/>
                <a:tailEnd len="med" w="med" type="none"/>
              </a:ln>
            </p:spPr>
          </p:cxnSp>
          <p:cxnSp>
            <p:nvCxnSpPr>
              <p:cNvPr id="1118" name="Google Shape;1118;p19"/>
              <p:cNvCxnSpPr>
                <a:stCxn id="1115" idx="6"/>
                <a:endCxn id="1099" idx="2"/>
              </p:cNvCxnSpPr>
              <p:nvPr/>
            </p:nvCxnSpPr>
            <p:spPr>
              <a:xfrm flipH="1" rot="10800000">
                <a:off x="1144725" y="-63481"/>
                <a:ext cx="1300800" cy="50100"/>
              </a:xfrm>
              <a:prstGeom prst="straightConnector1">
                <a:avLst/>
              </a:prstGeom>
              <a:noFill/>
              <a:ln cap="flat" cmpd="sng" w="9525">
                <a:solidFill>
                  <a:schemeClr val="dk2"/>
                </a:solidFill>
                <a:prstDash val="solid"/>
                <a:round/>
                <a:headEnd len="med" w="med" type="none"/>
                <a:tailEnd len="med" w="med" type="none"/>
              </a:ln>
            </p:spPr>
          </p:cxnSp>
          <p:sp>
            <p:nvSpPr>
              <p:cNvPr id="1119" name="Google Shape;1119;p19"/>
              <p:cNvSpPr/>
              <p:nvPr/>
            </p:nvSpPr>
            <p:spPr>
              <a:xfrm>
                <a:off x="-460575" y="540519"/>
                <a:ext cx="157500" cy="157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20" name="Google Shape;1120;p19"/>
              <p:cNvCxnSpPr>
                <a:stCxn id="1119" idx="0"/>
                <a:endCxn id="1100" idx="3"/>
              </p:cNvCxnSpPr>
              <p:nvPr/>
            </p:nvCxnSpPr>
            <p:spPr>
              <a:xfrm flipH="1" rot="10800000">
                <a:off x="-381825" y="-536781"/>
                <a:ext cx="466500" cy="1077300"/>
              </a:xfrm>
              <a:prstGeom prst="straightConnector1">
                <a:avLst/>
              </a:prstGeom>
              <a:noFill/>
              <a:ln cap="flat" cmpd="sng" w="9525">
                <a:solidFill>
                  <a:schemeClr val="dk2"/>
                </a:solidFill>
                <a:prstDash val="solid"/>
                <a:round/>
                <a:headEnd len="med" w="med" type="none"/>
                <a:tailEnd len="med" w="med" type="none"/>
              </a:ln>
            </p:spPr>
          </p:cxnSp>
          <p:cxnSp>
            <p:nvCxnSpPr>
              <p:cNvPr id="1121" name="Google Shape;1121;p19"/>
              <p:cNvCxnSpPr>
                <a:stCxn id="1119" idx="6"/>
                <a:endCxn id="1098" idx="3"/>
              </p:cNvCxnSpPr>
              <p:nvPr/>
            </p:nvCxnSpPr>
            <p:spPr>
              <a:xfrm flipH="1" rot="10800000">
                <a:off x="-303075" y="443769"/>
                <a:ext cx="651000" cy="175500"/>
              </a:xfrm>
              <a:prstGeom prst="straightConnector1">
                <a:avLst/>
              </a:prstGeom>
              <a:noFill/>
              <a:ln cap="flat" cmpd="sng" w="9525">
                <a:solidFill>
                  <a:schemeClr val="dk2"/>
                </a:solidFill>
                <a:prstDash val="solid"/>
                <a:round/>
                <a:headEnd len="med" w="med" type="none"/>
                <a:tailEnd len="med" w="med" type="none"/>
              </a:ln>
            </p:spPr>
          </p:cxnSp>
          <p:cxnSp>
            <p:nvCxnSpPr>
              <p:cNvPr id="1122" name="Google Shape;1122;p19"/>
              <p:cNvCxnSpPr>
                <a:stCxn id="1119" idx="5"/>
                <a:endCxn id="1102" idx="1"/>
              </p:cNvCxnSpPr>
              <p:nvPr/>
            </p:nvCxnSpPr>
            <p:spPr>
              <a:xfrm>
                <a:off x="-326140" y="674953"/>
                <a:ext cx="464700" cy="224400"/>
              </a:xfrm>
              <a:prstGeom prst="straightConnector1">
                <a:avLst/>
              </a:prstGeom>
              <a:noFill/>
              <a:ln cap="flat" cmpd="sng" w="9525">
                <a:solidFill>
                  <a:schemeClr val="dk2"/>
                </a:solidFill>
                <a:prstDash val="solid"/>
                <a:round/>
                <a:headEnd len="med" w="med" type="none"/>
                <a:tailEnd len="med" w="med" type="none"/>
              </a:ln>
            </p:spPr>
          </p:cxnSp>
          <p:cxnSp>
            <p:nvCxnSpPr>
              <p:cNvPr id="1123" name="Google Shape;1123;p19"/>
              <p:cNvCxnSpPr>
                <a:stCxn id="1119" idx="5"/>
                <a:endCxn id="1101" idx="1"/>
              </p:cNvCxnSpPr>
              <p:nvPr/>
            </p:nvCxnSpPr>
            <p:spPr>
              <a:xfrm>
                <a:off x="-326140" y="674953"/>
                <a:ext cx="439500" cy="1841100"/>
              </a:xfrm>
              <a:prstGeom prst="straightConnector1">
                <a:avLst/>
              </a:prstGeom>
              <a:noFill/>
              <a:ln cap="flat" cmpd="sng" w="9525">
                <a:solidFill>
                  <a:schemeClr val="dk2"/>
                </a:solidFill>
                <a:prstDash val="solid"/>
                <a:round/>
                <a:headEnd len="med" w="med" type="none"/>
                <a:tailEnd len="med" w="med" type="none"/>
              </a:ln>
            </p:spPr>
          </p:cxnSp>
          <p:sp>
            <p:nvSpPr>
              <p:cNvPr id="1112" name="Google Shape;1112;p19"/>
              <p:cNvSpPr/>
              <p:nvPr/>
            </p:nvSpPr>
            <p:spPr>
              <a:xfrm>
                <a:off x="779775" y="170338"/>
                <a:ext cx="114600" cy="11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98" name="Google Shape;1098;p19"/>
              <p:cNvSpPr/>
              <p:nvPr/>
            </p:nvSpPr>
            <p:spPr>
              <a:xfrm>
                <a:off x="335101" y="369758"/>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124" name="Google Shape;1124;p19"/>
            <p:cNvGrpSpPr/>
            <p:nvPr/>
          </p:nvGrpSpPr>
          <p:grpSpPr>
            <a:xfrm rot="339523">
              <a:off x="-863991" y="4569268"/>
              <a:ext cx="4061023" cy="2512132"/>
              <a:chOff x="720013" y="4616655"/>
              <a:chExt cx="4061133" cy="2512200"/>
            </a:xfrm>
          </p:grpSpPr>
          <p:sp>
            <p:nvSpPr>
              <p:cNvPr id="1125" name="Google Shape;1125;p19"/>
              <p:cNvSpPr/>
              <p:nvPr/>
            </p:nvSpPr>
            <p:spPr>
              <a:xfrm rot="-9417549">
                <a:off x="4549660" y="4701311"/>
                <a:ext cx="128773" cy="12877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26" name="Google Shape;1126;p19"/>
              <p:cNvSpPr/>
              <p:nvPr/>
            </p:nvSpPr>
            <p:spPr>
              <a:xfrm rot="-9417549">
                <a:off x="1761182" y="4936441"/>
                <a:ext cx="128773" cy="12877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27" name="Google Shape;1127;p19"/>
              <p:cNvSpPr/>
              <p:nvPr/>
            </p:nvSpPr>
            <p:spPr>
              <a:xfrm rot="-9421326">
                <a:off x="3012797" y="4851722"/>
                <a:ext cx="265897" cy="265897"/>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28" name="Google Shape;1128;p19"/>
              <p:cNvSpPr/>
              <p:nvPr/>
            </p:nvSpPr>
            <p:spPr>
              <a:xfrm rot="-9414352">
                <a:off x="2945862" y="6000076"/>
                <a:ext cx="86426" cy="86426"/>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29" name="Google Shape;1129;p19"/>
              <p:cNvSpPr/>
              <p:nvPr/>
            </p:nvSpPr>
            <p:spPr>
              <a:xfrm rot="-9422930">
                <a:off x="3430718" y="6873877"/>
                <a:ext cx="63855" cy="63855"/>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30" name="Google Shape;1130;p19"/>
              <p:cNvSpPr/>
              <p:nvPr/>
            </p:nvSpPr>
            <p:spPr>
              <a:xfrm rot="-9414352">
                <a:off x="1807960" y="6172505"/>
                <a:ext cx="86426" cy="86426"/>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31" name="Google Shape;1131;p19"/>
              <p:cNvSpPr/>
              <p:nvPr/>
            </p:nvSpPr>
            <p:spPr>
              <a:xfrm rot="-9414352">
                <a:off x="3731053" y="4665484"/>
                <a:ext cx="86426" cy="86426"/>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32" name="Google Shape;1132;p19"/>
              <p:cNvSpPr/>
              <p:nvPr/>
            </p:nvSpPr>
            <p:spPr>
              <a:xfrm rot="-9421558">
                <a:off x="740331" y="4726434"/>
                <a:ext cx="130664" cy="130664"/>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33" name="Google Shape;1133;p19"/>
              <p:cNvCxnSpPr>
                <a:stCxn id="1129" idx="5"/>
                <a:endCxn id="1128" idx="1"/>
              </p:cNvCxnSpPr>
              <p:nvPr/>
            </p:nvCxnSpPr>
            <p:spPr>
              <a:xfrm rot="10460456">
                <a:off x="3045371" y="6063279"/>
                <a:ext cx="365079" cy="832966"/>
              </a:xfrm>
              <a:prstGeom prst="straightConnector1">
                <a:avLst/>
              </a:prstGeom>
              <a:noFill/>
              <a:ln cap="flat" cmpd="sng" w="9525">
                <a:solidFill>
                  <a:schemeClr val="dk2"/>
                </a:solidFill>
                <a:prstDash val="solid"/>
                <a:round/>
                <a:headEnd len="med" w="med" type="none"/>
                <a:tailEnd len="med" w="med" type="none"/>
              </a:ln>
            </p:spPr>
          </p:cxnSp>
          <p:cxnSp>
            <p:nvCxnSpPr>
              <p:cNvPr id="1134" name="Google Shape;1134;p19"/>
              <p:cNvCxnSpPr>
                <a:stCxn id="1130" idx="4"/>
                <a:endCxn id="1128" idx="7"/>
              </p:cNvCxnSpPr>
              <p:nvPr/>
            </p:nvCxnSpPr>
            <p:spPr>
              <a:xfrm flipH="1" rot="10460763">
                <a:off x="1865029" y="6113097"/>
                <a:ext cx="1087089" cy="9343"/>
              </a:xfrm>
              <a:prstGeom prst="straightConnector1">
                <a:avLst/>
              </a:prstGeom>
              <a:noFill/>
              <a:ln cap="flat" cmpd="sng" w="9525">
                <a:solidFill>
                  <a:schemeClr val="dk2"/>
                </a:solidFill>
                <a:prstDash val="solid"/>
                <a:round/>
                <a:headEnd len="med" w="med" type="none"/>
                <a:tailEnd len="med" w="med" type="none"/>
              </a:ln>
            </p:spPr>
          </p:cxnSp>
          <p:cxnSp>
            <p:nvCxnSpPr>
              <p:cNvPr id="1135" name="Google Shape;1135;p19"/>
              <p:cNvCxnSpPr>
                <a:stCxn id="1125" idx="0"/>
                <a:endCxn id="1129" idx="3"/>
              </p:cNvCxnSpPr>
              <p:nvPr/>
            </p:nvCxnSpPr>
            <p:spPr>
              <a:xfrm flipH="1" rot="-339783">
                <a:off x="3393035" y="4884097"/>
                <a:ext cx="1295121" cy="1950801"/>
              </a:xfrm>
              <a:prstGeom prst="straightConnector1">
                <a:avLst/>
              </a:prstGeom>
              <a:noFill/>
              <a:ln cap="flat" cmpd="sng" w="9525">
                <a:solidFill>
                  <a:schemeClr val="dk2"/>
                </a:solidFill>
                <a:prstDash val="solid"/>
                <a:round/>
                <a:headEnd len="med" w="med" type="none"/>
                <a:tailEnd len="med" w="med" type="none"/>
              </a:ln>
            </p:spPr>
          </p:cxnSp>
          <p:cxnSp>
            <p:nvCxnSpPr>
              <p:cNvPr id="1136" name="Google Shape;1136;p19"/>
              <p:cNvCxnSpPr>
                <a:stCxn id="1129" idx="7"/>
                <a:endCxn id="1130" idx="2"/>
              </p:cNvCxnSpPr>
              <p:nvPr/>
            </p:nvCxnSpPr>
            <p:spPr>
              <a:xfrm rot="10460582">
                <a:off x="1928581" y="6158259"/>
                <a:ext cx="1466944" cy="833861"/>
              </a:xfrm>
              <a:prstGeom prst="straightConnector1">
                <a:avLst/>
              </a:prstGeom>
              <a:noFill/>
              <a:ln cap="flat" cmpd="sng" w="9525">
                <a:solidFill>
                  <a:schemeClr val="dk2"/>
                </a:solidFill>
                <a:prstDash val="solid"/>
                <a:round/>
                <a:headEnd len="med" w="med" type="none"/>
                <a:tailEnd len="med" w="med" type="none"/>
              </a:ln>
            </p:spPr>
          </p:cxnSp>
          <p:cxnSp>
            <p:nvCxnSpPr>
              <p:cNvPr id="1137" name="Google Shape;1137;p19"/>
              <p:cNvCxnSpPr>
                <a:stCxn id="1130" idx="6"/>
                <a:endCxn id="1126" idx="1"/>
              </p:cNvCxnSpPr>
              <p:nvPr/>
            </p:nvCxnSpPr>
            <p:spPr>
              <a:xfrm flipH="1" rot="10462833">
                <a:off x="1755412" y="5065169"/>
                <a:ext cx="150121" cy="1129000"/>
              </a:xfrm>
              <a:prstGeom prst="straightConnector1">
                <a:avLst/>
              </a:prstGeom>
              <a:noFill/>
              <a:ln cap="flat" cmpd="sng" w="9525">
                <a:solidFill>
                  <a:schemeClr val="dk2"/>
                </a:solidFill>
                <a:prstDash val="solid"/>
                <a:round/>
                <a:headEnd len="med" w="med" type="none"/>
                <a:tailEnd len="med" w="med" type="none"/>
              </a:ln>
            </p:spPr>
          </p:cxnSp>
          <p:cxnSp>
            <p:nvCxnSpPr>
              <p:cNvPr id="1138" name="Google Shape;1138;p19"/>
              <p:cNvCxnSpPr>
                <a:stCxn id="1128" idx="5"/>
                <a:endCxn id="1126" idx="1"/>
              </p:cNvCxnSpPr>
              <p:nvPr/>
            </p:nvCxnSpPr>
            <p:spPr>
              <a:xfrm rot="10460368">
                <a:off x="1898704" y="5007487"/>
                <a:ext cx="1024998" cy="1048819"/>
              </a:xfrm>
              <a:prstGeom prst="straightConnector1">
                <a:avLst/>
              </a:prstGeom>
              <a:noFill/>
              <a:ln cap="flat" cmpd="sng" w="9525">
                <a:solidFill>
                  <a:schemeClr val="dk2"/>
                </a:solidFill>
                <a:prstDash val="solid"/>
                <a:round/>
                <a:headEnd len="med" w="med" type="none"/>
                <a:tailEnd len="med" w="med" type="none"/>
              </a:ln>
            </p:spPr>
          </p:cxnSp>
          <p:cxnSp>
            <p:nvCxnSpPr>
              <p:cNvPr id="1139" name="Google Shape;1139;p19"/>
              <p:cNvCxnSpPr>
                <a:stCxn id="1125" idx="6"/>
                <a:endCxn id="1131" idx="3"/>
              </p:cNvCxnSpPr>
              <p:nvPr/>
            </p:nvCxnSpPr>
            <p:spPr>
              <a:xfrm rot="10459888">
                <a:off x="3818606" y="4656348"/>
                <a:ext cx="731979" cy="120599"/>
              </a:xfrm>
              <a:prstGeom prst="straightConnector1">
                <a:avLst/>
              </a:prstGeom>
              <a:noFill/>
              <a:ln cap="flat" cmpd="sng" w="9525">
                <a:solidFill>
                  <a:schemeClr val="dk2"/>
                </a:solidFill>
                <a:prstDash val="solid"/>
                <a:round/>
                <a:headEnd len="med" w="med" type="none"/>
                <a:tailEnd len="med" w="med" type="none"/>
              </a:ln>
            </p:spPr>
          </p:cxnSp>
          <p:cxnSp>
            <p:nvCxnSpPr>
              <p:cNvPr id="1140" name="Google Shape;1140;p19"/>
              <p:cNvCxnSpPr>
                <a:stCxn id="1125" idx="7"/>
                <a:endCxn id="1128" idx="3"/>
              </p:cNvCxnSpPr>
              <p:nvPr/>
            </p:nvCxnSpPr>
            <p:spPr>
              <a:xfrm flipH="1" rot="-339569">
                <a:off x="2971884" y="4867995"/>
                <a:ext cx="1639693" cy="1081059"/>
              </a:xfrm>
              <a:prstGeom prst="straightConnector1">
                <a:avLst/>
              </a:prstGeom>
              <a:noFill/>
              <a:ln cap="flat" cmpd="sng" w="9525">
                <a:solidFill>
                  <a:schemeClr val="dk2"/>
                </a:solidFill>
                <a:prstDash val="solid"/>
                <a:round/>
                <a:headEnd len="med" w="med" type="none"/>
                <a:tailEnd len="med" w="med" type="none"/>
              </a:ln>
            </p:spPr>
          </p:cxnSp>
          <p:cxnSp>
            <p:nvCxnSpPr>
              <p:cNvPr id="1141" name="Google Shape;1141;p19"/>
              <p:cNvCxnSpPr>
                <a:stCxn id="1131" idx="7"/>
                <a:endCxn id="1127" idx="3"/>
              </p:cNvCxnSpPr>
              <p:nvPr/>
            </p:nvCxnSpPr>
            <p:spPr>
              <a:xfrm flipH="1" rot="-339665">
                <a:off x="3259894" y="4748265"/>
                <a:ext cx="483558" cy="163106"/>
              </a:xfrm>
              <a:prstGeom prst="straightConnector1">
                <a:avLst/>
              </a:prstGeom>
              <a:noFill/>
              <a:ln cap="flat" cmpd="sng" w="9525">
                <a:solidFill>
                  <a:schemeClr val="dk2"/>
                </a:solidFill>
                <a:prstDash val="solid"/>
                <a:round/>
                <a:headEnd len="med" w="med" type="none"/>
                <a:tailEnd len="med" w="med" type="none"/>
              </a:ln>
            </p:spPr>
          </p:cxnSp>
          <p:cxnSp>
            <p:nvCxnSpPr>
              <p:cNvPr id="1142" name="Google Shape;1142;p19"/>
              <p:cNvCxnSpPr>
                <a:stCxn id="1127" idx="0"/>
                <a:endCxn id="1128" idx="5"/>
              </p:cNvCxnSpPr>
              <p:nvPr/>
            </p:nvCxnSpPr>
            <p:spPr>
              <a:xfrm flipH="1" rot="-341652">
                <a:off x="2929081" y="5115280"/>
                <a:ext cx="208629" cy="879981"/>
              </a:xfrm>
              <a:prstGeom prst="straightConnector1">
                <a:avLst/>
              </a:prstGeom>
              <a:noFill/>
              <a:ln cap="flat" cmpd="sng" w="9525">
                <a:solidFill>
                  <a:schemeClr val="dk2"/>
                </a:solidFill>
                <a:prstDash val="solid"/>
                <a:round/>
                <a:headEnd len="med" w="med" type="none"/>
                <a:tailEnd len="med" w="med" type="none"/>
              </a:ln>
            </p:spPr>
          </p:cxnSp>
          <p:cxnSp>
            <p:nvCxnSpPr>
              <p:cNvPr id="1143" name="Google Shape;1143;p19"/>
              <p:cNvCxnSpPr>
                <a:stCxn id="1132" idx="2"/>
                <a:endCxn id="1126" idx="6"/>
              </p:cNvCxnSpPr>
              <p:nvPr/>
            </p:nvCxnSpPr>
            <p:spPr>
              <a:xfrm rot="-339023">
                <a:off x="875824" y="4773316"/>
                <a:ext cx="880579" cy="246302"/>
              </a:xfrm>
              <a:prstGeom prst="straightConnector1">
                <a:avLst/>
              </a:prstGeom>
              <a:noFill/>
              <a:ln cap="flat" cmpd="sng" w="9525">
                <a:solidFill>
                  <a:schemeClr val="dk2"/>
                </a:solidFill>
                <a:prstDash val="solid"/>
                <a:round/>
                <a:headEnd len="med" w="med" type="none"/>
                <a:tailEnd len="med" w="med" type="none"/>
              </a:ln>
            </p:spPr>
          </p:cxnSp>
          <p:cxnSp>
            <p:nvCxnSpPr>
              <p:cNvPr id="1144" name="Google Shape;1144;p19"/>
              <p:cNvCxnSpPr>
                <a:stCxn id="1129" idx="6"/>
                <a:endCxn id="1132" idx="1"/>
              </p:cNvCxnSpPr>
              <p:nvPr/>
            </p:nvCxnSpPr>
            <p:spPr>
              <a:xfrm rot="10460586">
                <a:off x="937128" y="4728830"/>
                <a:ext cx="2389135" cy="2287850"/>
              </a:xfrm>
              <a:prstGeom prst="straightConnector1">
                <a:avLst/>
              </a:prstGeom>
              <a:noFill/>
              <a:ln cap="flat" cmpd="sng" w="9525">
                <a:solidFill>
                  <a:schemeClr val="dk2"/>
                </a:solidFill>
                <a:prstDash val="solid"/>
                <a:round/>
                <a:headEnd len="med" w="med" type="none"/>
                <a:tailEnd len="med" w="med" type="none"/>
              </a:ln>
            </p:spPr>
          </p:cxnSp>
          <p:sp>
            <p:nvSpPr>
              <p:cNvPr id="1145" name="Google Shape;1145;p19"/>
              <p:cNvSpPr/>
              <p:nvPr/>
            </p:nvSpPr>
            <p:spPr>
              <a:xfrm rot="-9414352">
                <a:off x="1960639" y="4664187"/>
                <a:ext cx="86426" cy="86426"/>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46" name="Google Shape;1146;p19"/>
              <p:cNvCxnSpPr>
                <a:stCxn id="1132" idx="3"/>
                <a:endCxn id="1145" idx="7"/>
              </p:cNvCxnSpPr>
              <p:nvPr/>
            </p:nvCxnSpPr>
            <p:spPr>
              <a:xfrm rot="-339173">
                <a:off x="866711" y="4713112"/>
                <a:ext cx="1096432" cy="64807"/>
              </a:xfrm>
              <a:prstGeom prst="straightConnector1">
                <a:avLst/>
              </a:prstGeom>
              <a:noFill/>
              <a:ln cap="flat" cmpd="sng" w="9525">
                <a:solidFill>
                  <a:schemeClr val="dk2"/>
                </a:solidFill>
                <a:prstDash val="solid"/>
                <a:round/>
                <a:headEnd len="med" w="med" type="none"/>
                <a:tailEnd len="med" w="med" type="none"/>
              </a:ln>
            </p:spPr>
          </p:cxnSp>
          <p:cxnSp>
            <p:nvCxnSpPr>
              <p:cNvPr id="1147" name="Google Shape;1147;p19"/>
              <p:cNvCxnSpPr>
                <a:stCxn id="1145" idx="2"/>
                <a:endCxn id="1127" idx="6"/>
              </p:cNvCxnSpPr>
              <p:nvPr/>
            </p:nvCxnSpPr>
            <p:spPr>
              <a:xfrm rot="-339840">
                <a:off x="2056272" y="4676508"/>
                <a:ext cx="954460" cy="303884"/>
              </a:xfrm>
              <a:prstGeom prst="straightConnector1">
                <a:avLst/>
              </a:prstGeom>
              <a:noFill/>
              <a:ln cap="flat" cmpd="sng" w="9525">
                <a:solidFill>
                  <a:schemeClr val="dk2"/>
                </a:solidFill>
                <a:prstDash val="solid"/>
                <a:round/>
                <a:headEnd len="med" w="med" type="none"/>
                <a:tailEnd len="med" w="med" type="none"/>
              </a:ln>
            </p:spPr>
          </p:cxnSp>
          <p:cxnSp>
            <p:nvCxnSpPr>
              <p:cNvPr id="1148" name="Google Shape;1148;p19"/>
              <p:cNvCxnSpPr>
                <a:stCxn id="1145" idx="0"/>
                <a:endCxn id="1126" idx="4"/>
              </p:cNvCxnSpPr>
              <p:nvPr/>
            </p:nvCxnSpPr>
            <p:spPr>
              <a:xfrm flipH="1" rot="-340645">
                <a:off x="1841473" y="4754364"/>
                <a:ext cx="154659" cy="179972"/>
              </a:xfrm>
              <a:prstGeom prst="straightConnector1">
                <a:avLst/>
              </a:prstGeom>
              <a:noFill/>
              <a:ln cap="flat" cmpd="sng" w="9525">
                <a:solidFill>
                  <a:schemeClr val="dk2"/>
                </a:solidFill>
                <a:prstDash val="solid"/>
                <a:round/>
                <a:headEnd len="med" w="med" type="none"/>
                <a:tailEnd len="med" w="med" type="none"/>
              </a:ln>
            </p:spPr>
          </p:cxnSp>
          <p:cxnSp>
            <p:nvCxnSpPr>
              <p:cNvPr id="1149" name="Google Shape;1149;p19"/>
              <p:cNvCxnSpPr>
                <a:stCxn id="1145" idx="1"/>
                <a:endCxn id="1128" idx="5"/>
              </p:cNvCxnSpPr>
              <p:nvPr/>
            </p:nvCxnSpPr>
            <p:spPr>
              <a:xfrm rot="-339524">
                <a:off x="2084265" y="4703564"/>
                <a:ext cx="824518" cy="1343659"/>
              </a:xfrm>
              <a:prstGeom prst="straightConnector1">
                <a:avLst/>
              </a:prstGeom>
              <a:noFill/>
              <a:ln cap="flat" cmpd="sng" w="9525">
                <a:solidFill>
                  <a:schemeClr val="dk2"/>
                </a:solidFill>
                <a:prstDash val="solid"/>
                <a:round/>
                <a:headEnd len="med" w="med" type="none"/>
                <a:tailEnd len="med" w="med" type="none"/>
              </a:ln>
            </p:spPr>
          </p:cxnSp>
          <p:sp>
            <p:nvSpPr>
              <p:cNvPr id="1150" name="Google Shape;1150;p19"/>
              <p:cNvSpPr/>
              <p:nvPr/>
            </p:nvSpPr>
            <p:spPr>
              <a:xfrm rot="-9417549">
                <a:off x="3933996" y="4880048"/>
                <a:ext cx="128773" cy="12877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51" name="Google Shape;1151;p19"/>
              <p:cNvCxnSpPr>
                <a:stCxn id="1127" idx="2"/>
                <a:endCxn id="1150" idx="7"/>
              </p:cNvCxnSpPr>
              <p:nvPr/>
            </p:nvCxnSpPr>
            <p:spPr>
              <a:xfrm flipH="1" rot="10459800">
                <a:off x="3266347" y="5001756"/>
                <a:ext cx="674098" cy="1530"/>
              </a:xfrm>
              <a:prstGeom prst="straightConnector1">
                <a:avLst/>
              </a:prstGeom>
              <a:noFill/>
              <a:ln cap="flat" cmpd="sng" w="9525">
                <a:solidFill>
                  <a:schemeClr val="dk2"/>
                </a:solidFill>
                <a:prstDash val="solid"/>
                <a:round/>
                <a:headEnd len="med" w="med" type="none"/>
                <a:tailEnd len="med" w="med" type="none"/>
              </a:ln>
            </p:spPr>
          </p:cxnSp>
          <p:cxnSp>
            <p:nvCxnSpPr>
              <p:cNvPr id="1152" name="Google Shape;1152;p19"/>
              <p:cNvCxnSpPr>
                <a:stCxn id="1150" idx="3"/>
                <a:endCxn id="1125" idx="7"/>
              </p:cNvCxnSpPr>
              <p:nvPr/>
            </p:nvCxnSpPr>
            <p:spPr>
              <a:xfrm flipH="1" rot="10459592">
                <a:off x="4052806" y="4814404"/>
                <a:ext cx="506782" cy="81105"/>
              </a:xfrm>
              <a:prstGeom prst="straightConnector1">
                <a:avLst/>
              </a:prstGeom>
              <a:noFill/>
              <a:ln cap="flat" cmpd="sng" w="9525">
                <a:solidFill>
                  <a:schemeClr val="dk2"/>
                </a:solidFill>
                <a:prstDash val="solid"/>
                <a:round/>
                <a:headEnd len="med" w="med" type="none"/>
                <a:tailEnd len="med" w="med" type="none"/>
              </a:ln>
            </p:spPr>
          </p:cxnSp>
          <p:cxnSp>
            <p:nvCxnSpPr>
              <p:cNvPr id="1153" name="Google Shape;1153;p19"/>
              <p:cNvCxnSpPr>
                <a:stCxn id="1128" idx="4"/>
                <a:endCxn id="1150" idx="0"/>
              </p:cNvCxnSpPr>
              <p:nvPr/>
            </p:nvCxnSpPr>
            <p:spPr>
              <a:xfrm flipH="1" rot="10460266">
                <a:off x="2959037" y="5053792"/>
                <a:ext cx="1061178" cy="899594"/>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154" name="Shape 1154"/>
        <p:cNvGrpSpPr/>
        <p:nvPr/>
      </p:nvGrpSpPr>
      <p:grpSpPr>
        <a:xfrm>
          <a:off x="0" y="0"/>
          <a:ext cx="0" cy="0"/>
          <a:chOff x="0" y="0"/>
          <a:chExt cx="0" cy="0"/>
        </a:xfrm>
      </p:grpSpPr>
      <p:sp>
        <p:nvSpPr>
          <p:cNvPr id="1155" name="Google Shape;1155;p20"/>
          <p:cNvSpPr txBox="1"/>
          <p:nvPr>
            <p:ph type="title"/>
          </p:nvPr>
        </p:nvSpPr>
        <p:spPr>
          <a:xfrm>
            <a:off x="720000" y="44445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56" name="Google Shape;1156;p20"/>
          <p:cNvSpPr txBox="1"/>
          <p:nvPr>
            <p:ph idx="1" type="subTitle"/>
          </p:nvPr>
        </p:nvSpPr>
        <p:spPr>
          <a:xfrm>
            <a:off x="720000" y="1741417"/>
            <a:ext cx="2387700" cy="103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7" name="Google Shape;1157;p20"/>
          <p:cNvSpPr txBox="1"/>
          <p:nvPr>
            <p:ph idx="2" type="subTitle"/>
          </p:nvPr>
        </p:nvSpPr>
        <p:spPr>
          <a:xfrm>
            <a:off x="3378225" y="1741417"/>
            <a:ext cx="2387700" cy="103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8" name="Google Shape;1158;p20"/>
          <p:cNvSpPr txBox="1"/>
          <p:nvPr>
            <p:ph idx="3" type="subTitle"/>
          </p:nvPr>
        </p:nvSpPr>
        <p:spPr>
          <a:xfrm>
            <a:off x="720000" y="3565400"/>
            <a:ext cx="2387700" cy="103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9" name="Google Shape;1159;p20"/>
          <p:cNvSpPr txBox="1"/>
          <p:nvPr>
            <p:ph idx="4" type="subTitle"/>
          </p:nvPr>
        </p:nvSpPr>
        <p:spPr>
          <a:xfrm>
            <a:off x="3378225" y="3565400"/>
            <a:ext cx="2387700" cy="103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0" name="Google Shape;1160;p20"/>
          <p:cNvSpPr txBox="1"/>
          <p:nvPr>
            <p:ph idx="5" type="subTitle"/>
          </p:nvPr>
        </p:nvSpPr>
        <p:spPr>
          <a:xfrm>
            <a:off x="6036450" y="1741417"/>
            <a:ext cx="2387700" cy="103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1" name="Google Shape;1161;p20"/>
          <p:cNvSpPr txBox="1"/>
          <p:nvPr>
            <p:ph idx="6" type="subTitle"/>
          </p:nvPr>
        </p:nvSpPr>
        <p:spPr>
          <a:xfrm>
            <a:off x="6036450" y="3565400"/>
            <a:ext cx="2387700" cy="103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2" name="Google Shape;1162;p20"/>
          <p:cNvSpPr txBox="1"/>
          <p:nvPr>
            <p:ph idx="7" type="subTitle"/>
          </p:nvPr>
        </p:nvSpPr>
        <p:spPr>
          <a:xfrm>
            <a:off x="721075" y="1083767"/>
            <a:ext cx="23853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163" name="Google Shape;1163;p20"/>
          <p:cNvSpPr txBox="1"/>
          <p:nvPr>
            <p:ph idx="8" type="subTitle"/>
          </p:nvPr>
        </p:nvSpPr>
        <p:spPr>
          <a:xfrm>
            <a:off x="3379300" y="1083767"/>
            <a:ext cx="23853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164" name="Google Shape;1164;p20"/>
          <p:cNvSpPr txBox="1"/>
          <p:nvPr>
            <p:ph idx="9" type="subTitle"/>
          </p:nvPr>
        </p:nvSpPr>
        <p:spPr>
          <a:xfrm>
            <a:off x="6037525" y="1083767"/>
            <a:ext cx="23853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165" name="Google Shape;1165;p20"/>
          <p:cNvSpPr txBox="1"/>
          <p:nvPr>
            <p:ph idx="13" type="subTitle"/>
          </p:nvPr>
        </p:nvSpPr>
        <p:spPr>
          <a:xfrm>
            <a:off x="721075" y="2907850"/>
            <a:ext cx="23853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166" name="Google Shape;1166;p20"/>
          <p:cNvSpPr txBox="1"/>
          <p:nvPr>
            <p:ph idx="14" type="subTitle"/>
          </p:nvPr>
        </p:nvSpPr>
        <p:spPr>
          <a:xfrm>
            <a:off x="3379300" y="2907850"/>
            <a:ext cx="23853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167" name="Google Shape;1167;p20"/>
          <p:cNvSpPr txBox="1"/>
          <p:nvPr>
            <p:ph idx="15" type="subTitle"/>
          </p:nvPr>
        </p:nvSpPr>
        <p:spPr>
          <a:xfrm>
            <a:off x="6037525" y="2907850"/>
            <a:ext cx="23853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Albert Sans"/>
                <a:ea typeface="Albert Sans"/>
                <a:cs typeface="Albert Sans"/>
                <a:sym typeface="Albert Sa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1168" name="Google Shape;1168;p20"/>
          <p:cNvGrpSpPr/>
          <p:nvPr/>
        </p:nvGrpSpPr>
        <p:grpSpPr>
          <a:xfrm>
            <a:off x="-204864" y="-2449186"/>
            <a:ext cx="10500633" cy="8002629"/>
            <a:chOff x="-204864" y="-2449186"/>
            <a:chExt cx="10500633" cy="8002629"/>
          </a:xfrm>
        </p:grpSpPr>
        <p:grpSp>
          <p:nvGrpSpPr>
            <p:cNvPr id="1169" name="Google Shape;1169;p20"/>
            <p:cNvGrpSpPr/>
            <p:nvPr/>
          </p:nvGrpSpPr>
          <p:grpSpPr>
            <a:xfrm flipH="1" rot="10800000">
              <a:off x="-204864" y="-2449186"/>
              <a:ext cx="3687215" cy="3485542"/>
              <a:chOff x="80886" y="4084964"/>
              <a:chExt cx="3687215" cy="3485542"/>
            </a:xfrm>
          </p:grpSpPr>
          <p:sp>
            <p:nvSpPr>
              <p:cNvPr id="1170" name="Google Shape;1170;p20"/>
              <p:cNvSpPr/>
              <p:nvPr/>
            </p:nvSpPr>
            <p:spPr>
              <a:xfrm rot="-1101027">
                <a:off x="720342" y="7424885"/>
                <a:ext cx="128642" cy="128642"/>
              </a:xfrm>
              <a:prstGeom prst="ellipse">
                <a:avLst/>
              </a:prstGeom>
              <a:solidFill>
                <a:srgbClr val="FFD9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1" name="Google Shape;1171;p20"/>
              <p:cNvSpPr/>
              <p:nvPr/>
            </p:nvSpPr>
            <p:spPr>
              <a:xfrm rot="-1100132">
                <a:off x="2615973" y="5125770"/>
                <a:ext cx="164028" cy="164028"/>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2" name="Google Shape;1172;p20"/>
              <p:cNvSpPr/>
              <p:nvPr/>
            </p:nvSpPr>
            <p:spPr>
              <a:xfrm rot="-1104870">
                <a:off x="1609040" y="6221539"/>
                <a:ext cx="265916" cy="265916"/>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3" name="Google Shape;1173;p20"/>
              <p:cNvSpPr/>
              <p:nvPr/>
            </p:nvSpPr>
            <p:spPr>
              <a:xfrm rot="-1091019">
                <a:off x="1005158" y="5260726"/>
                <a:ext cx="86521" cy="86521"/>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4" name="Google Shape;1174;p20"/>
              <p:cNvSpPr/>
              <p:nvPr/>
            </p:nvSpPr>
            <p:spPr>
              <a:xfrm rot="-1100623">
                <a:off x="96609" y="4792852"/>
                <a:ext cx="119155" cy="119155"/>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5" name="Google Shape;1175;p20"/>
              <p:cNvSpPr/>
              <p:nvPr/>
            </p:nvSpPr>
            <p:spPr>
              <a:xfrm rot="1492351">
                <a:off x="1849708" y="4917709"/>
                <a:ext cx="86305" cy="8630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6" name="Google Shape;1176;p20"/>
              <p:cNvSpPr/>
              <p:nvPr/>
            </p:nvSpPr>
            <p:spPr>
              <a:xfrm rot="-1091019">
                <a:off x="1409399" y="6933915"/>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77" name="Google Shape;1177;p20"/>
              <p:cNvSpPr/>
              <p:nvPr/>
            </p:nvSpPr>
            <p:spPr>
              <a:xfrm rot="-1101100">
                <a:off x="3620332" y="4787157"/>
                <a:ext cx="130539" cy="13053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78" name="Google Shape;1178;p20"/>
              <p:cNvCxnSpPr>
                <a:stCxn id="1174" idx="5"/>
                <a:endCxn id="1173" idx="1"/>
              </p:cNvCxnSpPr>
              <p:nvPr/>
            </p:nvCxnSpPr>
            <p:spPr>
              <a:xfrm>
                <a:off x="209432" y="4879158"/>
                <a:ext cx="800400" cy="405300"/>
              </a:xfrm>
              <a:prstGeom prst="straightConnector1">
                <a:avLst/>
              </a:prstGeom>
              <a:noFill/>
              <a:ln cap="flat" cmpd="sng" w="9525">
                <a:solidFill>
                  <a:schemeClr val="dk2"/>
                </a:solidFill>
                <a:prstDash val="solid"/>
                <a:round/>
                <a:headEnd len="med" w="med" type="none"/>
                <a:tailEnd len="med" w="med" type="none"/>
              </a:ln>
            </p:spPr>
          </p:cxnSp>
          <p:cxnSp>
            <p:nvCxnSpPr>
              <p:cNvPr id="1179" name="Google Shape;1179;p20"/>
              <p:cNvCxnSpPr>
                <a:stCxn id="1175" idx="4"/>
                <a:endCxn id="1173" idx="6"/>
              </p:cNvCxnSpPr>
              <p:nvPr/>
            </p:nvCxnSpPr>
            <p:spPr>
              <a:xfrm flipH="1">
                <a:off x="1089610" y="5000012"/>
                <a:ext cx="785100" cy="290400"/>
              </a:xfrm>
              <a:prstGeom prst="straightConnector1">
                <a:avLst/>
              </a:prstGeom>
              <a:noFill/>
              <a:ln cap="flat" cmpd="sng" w="9525">
                <a:solidFill>
                  <a:schemeClr val="dk2"/>
                </a:solidFill>
                <a:prstDash val="solid"/>
                <a:round/>
                <a:headEnd len="med" w="med" type="none"/>
                <a:tailEnd len="med" w="med" type="none"/>
              </a:ln>
            </p:spPr>
          </p:cxnSp>
          <p:cxnSp>
            <p:nvCxnSpPr>
              <p:cNvPr id="1180" name="Google Shape;1180;p20"/>
              <p:cNvCxnSpPr>
                <a:stCxn id="1170" idx="0"/>
                <a:endCxn id="1174" idx="4"/>
              </p:cNvCxnSpPr>
              <p:nvPr/>
            </p:nvCxnSpPr>
            <p:spPr>
              <a:xfrm rot="10800000">
                <a:off x="174913" y="4909056"/>
                <a:ext cx="589500" cy="2519100"/>
              </a:xfrm>
              <a:prstGeom prst="straightConnector1">
                <a:avLst/>
              </a:prstGeom>
              <a:noFill/>
              <a:ln cap="flat" cmpd="sng" w="9525">
                <a:solidFill>
                  <a:schemeClr val="dk2"/>
                </a:solidFill>
                <a:prstDash val="solid"/>
                <a:round/>
                <a:headEnd len="med" w="med" type="none"/>
                <a:tailEnd len="med" w="med" type="none"/>
              </a:ln>
            </p:spPr>
          </p:cxnSp>
          <p:cxnSp>
            <p:nvCxnSpPr>
              <p:cNvPr id="1181" name="Google Shape;1181;p20"/>
              <p:cNvCxnSpPr>
                <a:stCxn id="1174" idx="6"/>
                <a:endCxn id="1175" idx="2"/>
              </p:cNvCxnSpPr>
              <p:nvPr/>
            </p:nvCxnSpPr>
            <p:spPr>
              <a:xfrm>
                <a:off x="212736" y="4833679"/>
                <a:ext cx="1641000" cy="108900"/>
              </a:xfrm>
              <a:prstGeom prst="straightConnector1">
                <a:avLst/>
              </a:prstGeom>
              <a:noFill/>
              <a:ln cap="flat" cmpd="sng" w="9525">
                <a:solidFill>
                  <a:schemeClr val="dk2"/>
                </a:solidFill>
                <a:prstDash val="solid"/>
                <a:round/>
                <a:headEnd len="med" w="med" type="none"/>
                <a:tailEnd len="med" w="med" type="none"/>
              </a:ln>
            </p:spPr>
          </p:cxnSp>
          <p:cxnSp>
            <p:nvCxnSpPr>
              <p:cNvPr id="1182" name="Google Shape;1182;p20"/>
              <p:cNvCxnSpPr>
                <a:stCxn id="1175" idx="6"/>
                <a:endCxn id="1171" idx="1"/>
              </p:cNvCxnSpPr>
              <p:nvPr/>
            </p:nvCxnSpPr>
            <p:spPr>
              <a:xfrm>
                <a:off x="1932010" y="4979012"/>
                <a:ext cx="692700" cy="192000"/>
              </a:xfrm>
              <a:prstGeom prst="straightConnector1">
                <a:avLst/>
              </a:prstGeom>
              <a:noFill/>
              <a:ln cap="flat" cmpd="sng" w="9525">
                <a:solidFill>
                  <a:schemeClr val="dk2"/>
                </a:solidFill>
                <a:prstDash val="solid"/>
                <a:round/>
                <a:headEnd len="med" w="med" type="none"/>
                <a:tailEnd len="med" w="med" type="none"/>
              </a:ln>
            </p:spPr>
          </p:cxnSp>
          <p:cxnSp>
            <p:nvCxnSpPr>
              <p:cNvPr id="1183" name="Google Shape;1183;p20"/>
              <p:cNvCxnSpPr>
                <a:stCxn id="1173" idx="6"/>
                <a:endCxn id="1171" idx="1"/>
              </p:cNvCxnSpPr>
              <p:nvPr/>
            </p:nvCxnSpPr>
            <p:spPr>
              <a:xfrm flipH="1" rot="10800000">
                <a:off x="1089518" y="5171086"/>
                <a:ext cx="1535100" cy="119400"/>
              </a:xfrm>
              <a:prstGeom prst="straightConnector1">
                <a:avLst/>
              </a:prstGeom>
              <a:noFill/>
              <a:ln cap="flat" cmpd="sng" w="9525">
                <a:solidFill>
                  <a:srgbClr val="434343"/>
                </a:solidFill>
                <a:prstDash val="solid"/>
                <a:round/>
                <a:headEnd len="med" w="med" type="none"/>
                <a:tailEnd len="med" w="med" type="none"/>
              </a:ln>
            </p:spPr>
          </p:cxnSp>
          <p:cxnSp>
            <p:nvCxnSpPr>
              <p:cNvPr id="1184" name="Google Shape;1184;p20"/>
              <p:cNvCxnSpPr>
                <a:stCxn id="1170" idx="6"/>
                <a:endCxn id="1176" idx="3"/>
              </p:cNvCxnSpPr>
              <p:nvPr/>
            </p:nvCxnSpPr>
            <p:spPr>
              <a:xfrm flipH="1" rot="10800000">
                <a:off x="845713" y="7015656"/>
                <a:ext cx="587400" cy="453300"/>
              </a:xfrm>
              <a:prstGeom prst="straightConnector1">
                <a:avLst/>
              </a:prstGeom>
              <a:noFill/>
              <a:ln cap="flat" cmpd="sng" w="9525">
                <a:solidFill>
                  <a:schemeClr val="dk2"/>
                </a:solidFill>
                <a:prstDash val="solid"/>
                <a:round/>
                <a:headEnd len="med" w="med" type="none"/>
                <a:tailEnd len="med" w="med" type="none"/>
              </a:ln>
            </p:spPr>
          </p:cxnSp>
          <p:cxnSp>
            <p:nvCxnSpPr>
              <p:cNvPr id="1185" name="Google Shape;1185;p20"/>
              <p:cNvCxnSpPr>
                <a:stCxn id="1170" idx="7"/>
                <a:endCxn id="1173" idx="4"/>
              </p:cNvCxnSpPr>
              <p:nvPr/>
            </p:nvCxnSpPr>
            <p:spPr>
              <a:xfrm flipH="1" rot="10800000">
                <a:off x="813513" y="5345218"/>
                <a:ext cx="248400" cy="2086500"/>
              </a:xfrm>
              <a:prstGeom prst="straightConnector1">
                <a:avLst/>
              </a:prstGeom>
              <a:noFill/>
              <a:ln cap="flat" cmpd="sng" w="9525">
                <a:solidFill>
                  <a:schemeClr val="dk2"/>
                </a:solidFill>
                <a:prstDash val="solid"/>
                <a:round/>
                <a:headEnd len="med" w="med" type="none"/>
                <a:tailEnd len="med" w="med" type="none"/>
              </a:ln>
            </p:spPr>
          </p:cxnSp>
          <p:cxnSp>
            <p:nvCxnSpPr>
              <p:cNvPr id="1186" name="Google Shape;1186;p20"/>
              <p:cNvCxnSpPr>
                <a:stCxn id="1176" idx="7"/>
                <a:endCxn id="1172" idx="3"/>
              </p:cNvCxnSpPr>
              <p:nvPr/>
            </p:nvCxnSpPr>
            <p:spPr>
              <a:xfrm flipH="1" rot="10800000">
                <a:off x="1472176" y="6473267"/>
                <a:ext cx="210300" cy="465300"/>
              </a:xfrm>
              <a:prstGeom prst="straightConnector1">
                <a:avLst/>
              </a:prstGeom>
              <a:noFill/>
              <a:ln cap="flat" cmpd="sng" w="9525">
                <a:solidFill>
                  <a:schemeClr val="dk2"/>
                </a:solidFill>
                <a:prstDash val="solid"/>
                <a:round/>
                <a:headEnd len="med" w="med" type="none"/>
                <a:tailEnd len="med" w="med" type="none"/>
              </a:ln>
            </p:spPr>
          </p:cxnSp>
          <p:cxnSp>
            <p:nvCxnSpPr>
              <p:cNvPr id="1187" name="Google Shape;1187;p20"/>
              <p:cNvCxnSpPr>
                <a:stCxn id="1172" idx="0"/>
                <a:endCxn id="1173" idx="4"/>
              </p:cNvCxnSpPr>
              <p:nvPr/>
            </p:nvCxnSpPr>
            <p:spPr>
              <a:xfrm rot="10800000">
                <a:off x="1061898" y="5345147"/>
                <a:ext cx="638100" cy="883200"/>
              </a:xfrm>
              <a:prstGeom prst="straightConnector1">
                <a:avLst/>
              </a:prstGeom>
              <a:noFill/>
              <a:ln cap="flat" cmpd="sng" w="9525">
                <a:solidFill>
                  <a:schemeClr val="dk2"/>
                </a:solidFill>
                <a:prstDash val="solid"/>
                <a:round/>
                <a:headEnd len="med" w="med" type="none"/>
                <a:tailEnd len="med" w="med" type="none"/>
              </a:ln>
            </p:spPr>
          </p:cxnSp>
          <p:cxnSp>
            <p:nvCxnSpPr>
              <p:cNvPr id="1188" name="Google Shape;1188;p20"/>
              <p:cNvCxnSpPr>
                <a:stCxn id="1177" idx="2"/>
                <a:endCxn id="1171" idx="6"/>
              </p:cNvCxnSpPr>
              <p:nvPr/>
            </p:nvCxnSpPr>
            <p:spPr>
              <a:xfrm flipH="1">
                <a:off x="2775852" y="4872976"/>
                <a:ext cx="847800" cy="309000"/>
              </a:xfrm>
              <a:prstGeom prst="straightConnector1">
                <a:avLst/>
              </a:prstGeom>
              <a:noFill/>
              <a:ln cap="flat" cmpd="sng" w="9525">
                <a:solidFill>
                  <a:schemeClr val="dk2"/>
                </a:solidFill>
                <a:prstDash val="solid"/>
                <a:round/>
                <a:headEnd len="med" w="med" type="none"/>
                <a:tailEnd len="med" w="med" type="none"/>
              </a:ln>
            </p:spPr>
          </p:cxnSp>
          <p:cxnSp>
            <p:nvCxnSpPr>
              <p:cNvPr id="1189" name="Google Shape;1189;p20"/>
              <p:cNvCxnSpPr>
                <a:stCxn id="1175" idx="7"/>
                <a:endCxn id="1177" idx="1"/>
              </p:cNvCxnSpPr>
              <p:nvPr/>
            </p:nvCxnSpPr>
            <p:spPr>
              <a:xfrm flipH="1" rot="10800000">
                <a:off x="1933378" y="4823012"/>
                <a:ext cx="1693800" cy="123000"/>
              </a:xfrm>
              <a:prstGeom prst="straightConnector1">
                <a:avLst/>
              </a:prstGeom>
              <a:noFill/>
              <a:ln cap="flat" cmpd="sng" w="9525">
                <a:solidFill>
                  <a:schemeClr val="dk2"/>
                </a:solidFill>
                <a:prstDash val="solid"/>
                <a:round/>
                <a:headEnd len="med" w="med" type="none"/>
                <a:tailEnd len="med" w="med" type="none"/>
              </a:ln>
            </p:spPr>
          </p:cxnSp>
          <p:sp>
            <p:nvSpPr>
              <p:cNvPr id="1190" name="Google Shape;1190;p20"/>
              <p:cNvSpPr/>
              <p:nvPr/>
            </p:nvSpPr>
            <p:spPr>
              <a:xfrm rot="-1091019">
                <a:off x="2738925" y="5764844"/>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91" name="Google Shape;1191;p20"/>
              <p:cNvCxnSpPr>
                <a:stCxn id="1177" idx="3"/>
                <a:endCxn id="1190" idx="6"/>
              </p:cNvCxnSpPr>
              <p:nvPr/>
            </p:nvCxnSpPr>
            <p:spPr>
              <a:xfrm flipH="1">
                <a:off x="2823227" y="4910762"/>
                <a:ext cx="833100" cy="883800"/>
              </a:xfrm>
              <a:prstGeom prst="straightConnector1">
                <a:avLst/>
              </a:prstGeom>
              <a:noFill/>
              <a:ln cap="flat" cmpd="sng" w="9525">
                <a:solidFill>
                  <a:schemeClr val="dk2"/>
                </a:solidFill>
                <a:prstDash val="solid"/>
                <a:round/>
                <a:headEnd len="med" w="med" type="none"/>
                <a:tailEnd len="med" w="med" type="none"/>
              </a:ln>
            </p:spPr>
          </p:cxnSp>
          <p:cxnSp>
            <p:nvCxnSpPr>
              <p:cNvPr id="1192" name="Google Shape;1192;p20"/>
              <p:cNvCxnSpPr>
                <a:stCxn id="1190" idx="2"/>
                <a:endCxn id="1172" idx="6"/>
              </p:cNvCxnSpPr>
              <p:nvPr/>
            </p:nvCxnSpPr>
            <p:spPr>
              <a:xfrm flipH="1">
                <a:off x="1868085" y="5821605"/>
                <a:ext cx="873000" cy="490800"/>
              </a:xfrm>
              <a:prstGeom prst="straightConnector1">
                <a:avLst/>
              </a:prstGeom>
              <a:noFill/>
              <a:ln cap="flat" cmpd="sng" w="9525">
                <a:solidFill>
                  <a:schemeClr val="dk2"/>
                </a:solidFill>
                <a:prstDash val="solid"/>
                <a:round/>
                <a:headEnd len="med" w="med" type="none"/>
                <a:tailEnd len="med" w="med" type="none"/>
              </a:ln>
            </p:spPr>
          </p:cxnSp>
          <p:cxnSp>
            <p:nvCxnSpPr>
              <p:cNvPr id="1193" name="Google Shape;1193;p20"/>
              <p:cNvCxnSpPr>
                <a:stCxn id="1190" idx="0"/>
                <a:endCxn id="1171" idx="4"/>
              </p:cNvCxnSpPr>
              <p:nvPr/>
            </p:nvCxnSpPr>
            <p:spPr>
              <a:xfrm rot="10800000">
                <a:off x="2723685" y="5285505"/>
                <a:ext cx="45000" cy="481500"/>
              </a:xfrm>
              <a:prstGeom prst="straightConnector1">
                <a:avLst/>
              </a:prstGeom>
              <a:noFill/>
              <a:ln cap="flat" cmpd="sng" w="9525">
                <a:solidFill>
                  <a:schemeClr val="dk2"/>
                </a:solidFill>
                <a:prstDash val="solid"/>
                <a:round/>
                <a:headEnd len="med" w="med" type="none"/>
                <a:tailEnd len="med" w="med" type="none"/>
              </a:ln>
            </p:spPr>
          </p:cxnSp>
          <p:cxnSp>
            <p:nvCxnSpPr>
              <p:cNvPr id="1194" name="Google Shape;1194;p20"/>
              <p:cNvCxnSpPr>
                <a:stCxn id="1190" idx="1"/>
                <a:endCxn id="1173" idx="5"/>
              </p:cNvCxnSpPr>
              <p:nvPr/>
            </p:nvCxnSpPr>
            <p:spPr>
              <a:xfrm rot="10800000">
                <a:off x="1086977" y="5323589"/>
                <a:ext cx="1656600" cy="465000"/>
              </a:xfrm>
              <a:prstGeom prst="straightConnector1">
                <a:avLst/>
              </a:prstGeom>
              <a:noFill/>
              <a:ln cap="flat" cmpd="sng" w="9525">
                <a:solidFill>
                  <a:schemeClr val="dk2"/>
                </a:solidFill>
                <a:prstDash val="solid"/>
                <a:round/>
                <a:headEnd len="med" w="med" type="none"/>
                <a:tailEnd len="med" w="med" type="none"/>
              </a:ln>
            </p:spPr>
          </p:cxnSp>
          <p:sp>
            <p:nvSpPr>
              <p:cNvPr id="1195" name="Google Shape;1195;p20"/>
              <p:cNvSpPr/>
              <p:nvPr/>
            </p:nvSpPr>
            <p:spPr>
              <a:xfrm rot="-1101027">
                <a:off x="1064264" y="6883862"/>
                <a:ext cx="128642" cy="128642"/>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196" name="Google Shape;1196;p20"/>
              <p:cNvCxnSpPr>
                <a:stCxn id="1172" idx="2"/>
                <a:endCxn id="1195" idx="7"/>
              </p:cNvCxnSpPr>
              <p:nvPr/>
            </p:nvCxnSpPr>
            <p:spPr>
              <a:xfrm flipH="1">
                <a:off x="1157448" y="6396497"/>
                <a:ext cx="458400" cy="494100"/>
              </a:xfrm>
              <a:prstGeom prst="straightConnector1">
                <a:avLst/>
              </a:prstGeom>
              <a:noFill/>
              <a:ln cap="flat" cmpd="sng" w="9525">
                <a:solidFill>
                  <a:schemeClr val="dk2"/>
                </a:solidFill>
                <a:prstDash val="solid"/>
                <a:round/>
                <a:headEnd len="med" w="med" type="none"/>
                <a:tailEnd len="med" w="med" type="none"/>
              </a:ln>
            </p:spPr>
          </p:cxnSp>
          <p:cxnSp>
            <p:nvCxnSpPr>
              <p:cNvPr id="1197" name="Google Shape;1197;p20"/>
              <p:cNvCxnSpPr>
                <a:stCxn id="1195" idx="3"/>
                <a:endCxn id="1170" idx="7"/>
              </p:cNvCxnSpPr>
              <p:nvPr/>
            </p:nvCxnSpPr>
            <p:spPr>
              <a:xfrm flipH="1">
                <a:off x="813535" y="7005670"/>
                <a:ext cx="286200" cy="426000"/>
              </a:xfrm>
              <a:prstGeom prst="straightConnector1">
                <a:avLst/>
              </a:prstGeom>
              <a:noFill/>
              <a:ln cap="flat" cmpd="sng" w="9525">
                <a:solidFill>
                  <a:schemeClr val="dk2"/>
                </a:solidFill>
                <a:prstDash val="solid"/>
                <a:round/>
                <a:headEnd len="med" w="med" type="none"/>
                <a:tailEnd len="med" w="med" type="none"/>
              </a:ln>
            </p:spPr>
          </p:cxnSp>
          <p:cxnSp>
            <p:nvCxnSpPr>
              <p:cNvPr id="1198" name="Google Shape;1198;p20"/>
              <p:cNvCxnSpPr>
                <a:stCxn id="1173" idx="4"/>
                <a:endCxn id="1195" idx="0"/>
              </p:cNvCxnSpPr>
              <p:nvPr/>
            </p:nvCxnSpPr>
            <p:spPr>
              <a:xfrm>
                <a:off x="1061918" y="5345086"/>
                <a:ext cx="46500" cy="1542000"/>
              </a:xfrm>
              <a:prstGeom prst="straightConnector1">
                <a:avLst/>
              </a:prstGeom>
              <a:noFill/>
              <a:ln cap="flat" cmpd="sng" w="9525">
                <a:solidFill>
                  <a:schemeClr val="dk2"/>
                </a:solidFill>
                <a:prstDash val="solid"/>
                <a:round/>
                <a:headEnd len="med" w="med" type="none"/>
                <a:tailEnd len="med" w="med" type="none"/>
              </a:ln>
            </p:spPr>
          </p:cxnSp>
          <p:sp>
            <p:nvSpPr>
              <p:cNvPr id="1199" name="Google Shape;1199;p20"/>
              <p:cNvSpPr/>
              <p:nvPr/>
            </p:nvSpPr>
            <p:spPr>
              <a:xfrm rot="-1099262">
                <a:off x="127866" y="4116417"/>
                <a:ext cx="238594" cy="23859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00" name="Google Shape;1200;p20"/>
              <p:cNvCxnSpPr>
                <a:stCxn id="1173" idx="0"/>
                <a:endCxn id="1199" idx="5"/>
              </p:cNvCxnSpPr>
              <p:nvPr/>
            </p:nvCxnSpPr>
            <p:spPr>
              <a:xfrm rot="10800000">
                <a:off x="353618" y="4289386"/>
                <a:ext cx="681300" cy="973500"/>
              </a:xfrm>
              <a:prstGeom prst="straightConnector1">
                <a:avLst/>
              </a:prstGeom>
              <a:noFill/>
              <a:ln cap="flat" cmpd="sng" w="9525">
                <a:solidFill>
                  <a:schemeClr val="dk2"/>
                </a:solidFill>
                <a:prstDash val="solid"/>
                <a:round/>
                <a:headEnd len="med" w="med" type="none"/>
                <a:tailEnd len="med" w="med" type="none"/>
              </a:ln>
            </p:spPr>
          </p:cxnSp>
          <p:cxnSp>
            <p:nvCxnSpPr>
              <p:cNvPr id="1201" name="Google Shape;1201;p20"/>
              <p:cNvCxnSpPr>
                <a:stCxn id="1199" idx="3"/>
                <a:endCxn id="1174" idx="7"/>
              </p:cNvCxnSpPr>
              <p:nvPr/>
            </p:nvCxnSpPr>
            <p:spPr>
              <a:xfrm flipH="1">
                <a:off x="182800" y="4342310"/>
                <a:ext cx="10800" cy="456900"/>
              </a:xfrm>
              <a:prstGeom prst="straightConnector1">
                <a:avLst/>
              </a:prstGeom>
              <a:noFill/>
              <a:ln cap="flat" cmpd="sng" w="9525">
                <a:solidFill>
                  <a:schemeClr val="dk2"/>
                </a:solidFill>
                <a:prstDash val="solid"/>
                <a:round/>
                <a:headEnd len="med" w="med" type="none"/>
                <a:tailEnd len="med" w="med" type="none"/>
              </a:ln>
            </p:spPr>
          </p:cxnSp>
        </p:grpSp>
        <p:grpSp>
          <p:nvGrpSpPr>
            <p:cNvPr id="1202" name="Google Shape;1202;p20"/>
            <p:cNvGrpSpPr/>
            <p:nvPr/>
          </p:nvGrpSpPr>
          <p:grpSpPr>
            <a:xfrm rot="-421830">
              <a:off x="8598623" y="3360541"/>
              <a:ext cx="1574274" cy="2104471"/>
              <a:chOff x="9029676" y="1522075"/>
              <a:chExt cx="1574244" cy="2104431"/>
            </a:xfrm>
          </p:grpSpPr>
          <p:sp>
            <p:nvSpPr>
              <p:cNvPr id="1203" name="Google Shape;1203;p20"/>
              <p:cNvSpPr/>
              <p:nvPr/>
            </p:nvSpPr>
            <p:spPr>
              <a:xfrm rot="-7641847">
                <a:off x="10370037" y="3392622"/>
                <a:ext cx="194767" cy="19476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04" name="Google Shape;1204;p20"/>
              <p:cNvSpPr/>
              <p:nvPr/>
            </p:nvSpPr>
            <p:spPr>
              <a:xfrm rot="-7638918">
                <a:off x="9590149" y="1602649"/>
                <a:ext cx="401352" cy="401352"/>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05" name="Google Shape;1205;p20"/>
              <p:cNvSpPr/>
              <p:nvPr/>
            </p:nvSpPr>
            <p:spPr>
              <a:xfrm rot="-7645431">
                <a:off x="9064532" y="1872415"/>
                <a:ext cx="130326" cy="130326"/>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06" name="Google Shape;1206;p20"/>
              <p:cNvSpPr/>
              <p:nvPr/>
            </p:nvSpPr>
            <p:spPr>
              <a:xfrm rot="-7642235">
                <a:off x="9124887" y="2772190"/>
                <a:ext cx="254050" cy="25405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07" name="Google Shape;1207;p20"/>
              <p:cNvSpPr/>
              <p:nvPr/>
            </p:nvSpPr>
            <p:spPr>
              <a:xfrm rot="-8032821">
                <a:off x="10277840" y="2872634"/>
                <a:ext cx="130274" cy="13027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08" name="Google Shape;1208;p20"/>
              <p:cNvCxnSpPr>
                <a:stCxn id="1206" idx="5"/>
                <a:endCxn id="1205" idx="1"/>
              </p:cNvCxnSpPr>
              <p:nvPr/>
            </p:nvCxnSpPr>
            <p:spPr>
              <a:xfrm rot="-10379402">
                <a:off x="9074526" y="2014202"/>
                <a:ext cx="240901" cy="747223"/>
              </a:xfrm>
              <a:prstGeom prst="straightConnector1">
                <a:avLst/>
              </a:prstGeom>
              <a:noFill/>
              <a:ln cap="flat" cmpd="sng" w="9525">
                <a:solidFill>
                  <a:schemeClr val="dk2"/>
                </a:solidFill>
                <a:prstDash val="solid"/>
                <a:round/>
                <a:headEnd len="med" w="med" type="none"/>
                <a:tailEnd len="med" w="med" type="none"/>
              </a:ln>
            </p:spPr>
          </p:cxnSp>
          <p:cxnSp>
            <p:nvCxnSpPr>
              <p:cNvPr id="1209" name="Google Shape;1209;p20"/>
              <p:cNvCxnSpPr>
                <a:stCxn id="1203" idx="6"/>
                <a:endCxn id="1206" idx="3"/>
              </p:cNvCxnSpPr>
              <p:nvPr/>
            </p:nvCxnSpPr>
            <p:spPr>
              <a:xfrm rot="-10378283">
                <a:off x="9351249" y="2981020"/>
                <a:ext cx="1083643" cy="366672"/>
              </a:xfrm>
              <a:prstGeom prst="straightConnector1">
                <a:avLst/>
              </a:prstGeom>
              <a:noFill/>
              <a:ln cap="flat" cmpd="sng" w="9525">
                <a:solidFill>
                  <a:schemeClr val="dk2"/>
                </a:solidFill>
                <a:prstDash val="solid"/>
                <a:round/>
                <a:headEnd len="med" w="med" type="none"/>
                <a:tailEnd len="med" w="med" type="none"/>
              </a:ln>
            </p:spPr>
          </p:cxnSp>
          <p:cxnSp>
            <p:nvCxnSpPr>
              <p:cNvPr id="1210" name="Google Shape;1210;p20"/>
              <p:cNvCxnSpPr>
                <a:stCxn id="1203" idx="6"/>
                <a:endCxn id="1207" idx="1"/>
              </p:cNvCxnSpPr>
              <p:nvPr/>
            </p:nvCxnSpPr>
            <p:spPr>
              <a:xfrm rot="-10382393">
                <a:off x="10316842" y="3008650"/>
                <a:ext cx="116357" cy="398412"/>
              </a:xfrm>
              <a:prstGeom prst="straightConnector1">
                <a:avLst/>
              </a:prstGeom>
              <a:noFill/>
              <a:ln cap="flat" cmpd="sng" w="9525">
                <a:solidFill>
                  <a:schemeClr val="dk2"/>
                </a:solidFill>
                <a:prstDash val="solid"/>
                <a:round/>
                <a:headEnd len="med" w="med" type="none"/>
                <a:tailEnd len="med" w="med" type="none"/>
              </a:ln>
            </p:spPr>
          </p:cxnSp>
          <p:cxnSp>
            <p:nvCxnSpPr>
              <p:cNvPr id="1211" name="Google Shape;1211;p20"/>
              <p:cNvCxnSpPr>
                <a:stCxn id="1207" idx="6"/>
                <a:endCxn id="1205" idx="2"/>
              </p:cNvCxnSpPr>
              <p:nvPr/>
            </p:nvCxnSpPr>
            <p:spPr>
              <a:xfrm rot="-10378114">
                <a:off x="9118550" y="2061771"/>
                <a:ext cx="1230253" cy="756600"/>
              </a:xfrm>
              <a:prstGeom prst="straightConnector1">
                <a:avLst/>
              </a:prstGeom>
              <a:noFill/>
              <a:ln cap="flat" cmpd="sng" w="9525">
                <a:solidFill>
                  <a:schemeClr val="dk2"/>
                </a:solidFill>
                <a:prstDash val="solid"/>
                <a:round/>
                <a:headEnd len="med" w="med" type="none"/>
                <a:tailEnd len="med" w="med" type="none"/>
              </a:ln>
            </p:spPr>
          </p:cxnSp>
          <p:cxnSp>
            <p:nvCxnSpPr>
              <p:cNvPr id="1212" name="Google Shape;1212;p20"/>
              <p:cNvCxnSpPr>
                <a:stCxn id="1207" idx="6"/>
                <a:endCxn id="1204" idx="2"/>
              </p:cNvCxnSpPr>
              <p:nvPr/>
            </p:nvCxnSpPr>
            <p:spPr>
              <a:xfrm rot="-10378946">
                <a:off x="9857069" y="1989946"/>
                <a:ext cx="496016" cy="873851"/>
              </a:xfrm>
              <a:prstGeom prst="straightConnector1">
                <a:avLst/>
              </a:prstGeom>
              <a:noFill/>
              <a:ln cap="flat" cmpd="sng" w="9525">
                <a:solidFill>
                  <a:schemeClr val="dk2"/>
                </a:solidFill>
                <a:prstDash val="solid"/>
                <a:round/>
                <a:headEnd len="med" w="med" type="none"/>
                <a:tailEnd len="med" w="med" type="none"/>
              </a:ln>
            </p:spPr>
          </p:cxnSp>
          <p:cxnSp>
            <p:nvCxnSpPr>
              <p:cNvPr id="1213" name="Google Shape;1213;p20"/>
              <p:cNvCxnSpPr>
                <a:stCxn id="1206" idx="4"/>
                <a:endCxn id="1204" idx="1"/>
              </p:cNvCxnSpPr>
              <p:nvPr/>
            </p:nvCxnSpPr>
            <p:spPr>
              <a:xfrm flipH="1" rot="-10376656">
                <a:off x="9404647" y="1980058"/>
                <a:ext cx="307730" cy="864213"/>
              </a:xfrm>
              <a:prstGeom prst="straightConnector1">
                <a:avLst/>
              </a:prstGeom>
              <a:noFill/>
              <a:ln cap="flat" cmpd="sng" w="9525">
                <a:solidFill>
                  <a:schemeClr val="dk2"/>
                </a:solidFill>
                <a:prstDash val="solid"/>
                <a:round/>
                <a:headEnd len="med" w="med" type="none"/>
                <a:tailEnd len="med" w="med" type="none"/>
              </a:ln>
            </p:spPr>
          </p:cxnSp>
          <p:cxnSp>
            <p:nvCxnSpPr>
              <p:cNvPr id="1214" name="Google Shape;1214;p20"/>
              <p:cNvCxnSpPr>
                <a:stCxn id="1204" idx="7"/>
                <a:endCxn id="1205" idx="4"/>
              </p:cNvCxnSpPr>
              <p:nvPr/>
            </p:nvCxnSpPr>
            <p:spPr>
              <a:xfrm flipH="1" rot="421311">
                <a:off x="9190279" y="1751843"/>
                <a:ext cx="392645" cy="170796"/>
              </a:xfrm>
              <a:prstGeom prst="straightConnector1">
                <a:avLst/>
              </a:prstGeom>
              <a:noFill/>
              <a:ln cap="flat" cmpd="sng" w="9525">
                <a:solidFill>
                  <a:schemeClr val="dk2"/>
                </a:solidFill>
                <a:prstDash val="solid"/>
                <a:round/>
                <a:headEnd len="med" w="med" type="none"/>
                <a:tailEnd len="med" w="med" type="none"/>
              </a:ln>
            </p:spPr>
          </p:cxnSp>
        </p:grpSp>
      </p:grpSp>
      <p:grpSp>
        <p:nvGrpSpPr>
          <p:cNvPr id="1215" name="Google Shape;1215;p20"/>
          <p:cNvGrpSpPr/>
          <p:nvPr/>
        </p:nvGrpSpPr>
        <p:grpSpPr>
          <a:xfrm>
            <a:off x="1055213" y="2247839"/>
            <a:ext cx="7966392" cy="2919030"/>
            <a:chOff x="1055213" y="2247839"/>
            <a:chExt cx="7966392" cy="2919030"/>
          </a:xfrm>
        </p:grpSpPr>
        <p:grpSp>
          <p:nvGrpSpPr>
            <p:cNvPr id="1216" name="Google Shape;1216;p20"/>
            <p:cNvGrpSpPr/>
            <p:nvPr/>
          </p:nvGrpSpPr>
          <p:grpSpPr>
            <a:xfrm rot="6922716">
              <a:off x="8564424" y="2352598"/>
              <a:ext cx="435969" cy="322677"/>
              <a:chOff x="8529533" y="681525"/>
              <a:chExt cx="435967" cy="322675"/>
            </a:xfrm>
          </p:grpSpPr>
          <p:sp>
            <p:nvSpPr>
              <p:cNvPr id="1217" name="Google Shape;1217;p20"/>
              <p:cNvSpPr/>
              <p:nvPr/>
            </p:nvSpPr>
            <p:spPr>
              <a:xfrm rot="10800000">
                <a:off x="8529533" y="886943"/>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18" name="Google Shape;1218;p20"/>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19" name="Google Shape;1219;p20"/>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220" name="Google Shape;1220;p20"/>
            <p:cNvGrpSpPr/>
            <p:nvPr/>
          </p:nvGrpSpPr>
          <p:grpSpPr>
            <a:xfrm rot="-4339891">
              <a:off x="1182221" y="4606017"/>
              <a:ext cx="406263" cy="563558"/>
              <a:chOff x="-4893474" y="4104039"/>
              <a:chExt cx="406275" cy="563575"/>
            </a:xfrm>
          </p:grpSpPr>
          <p:sp>
            <p:nvSpPr>
              <p:cNvPr id="1221" name="Google Shape;1221;p20"/>
              <p:cNvSpPr/>
              <p:nvPr/>
            </p:nvSpPr>
            <p:spPr>
              <a:xfrm rot="10800000">
                <a:off x="-4893474" y="4104039"/>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22" name="Google Shape;1222;p20"/>
              <p:cNvSpPr/>
              <p:nvPr/>
            </p:nvSpPr>
            <p:spPr>
              <a:xfrm rot="10800000">
                <a:off x="-4735299" y="4421139"/>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23" name="Google Shape;1223;p20"/>
              <p:cNvSpPr/>
              <p:nvPr/>
            </p:nvSpPr>
            <p:spPr>
              <a:xfrm rot="10800000">
                <a:off x="-4538499" y="4616314"/>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24" name="Google Shape;1224;p20"/>
              <p:cNvSpPr/>
              <p:nvPr/>
            </p:nvSpPr>
            <p:spPr>
              <a:xfrm rot="10800000">
                <a:off x="-4868574" y="4421139"/>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225" name="Shape 1225"/>
        <p:cNvGrpSpPr/>
        <p:nvPr/>
      </p:nvGrpSpPr>
      <p:grpSpPr>
        <a:xfrm>
          <a:off x="0" y="0"/>
          <a:ext cx="0" cy="0"/>
          <a:chOff x="0" y="0"/>
          <a:chExt cx="0" cy="0"/>
        </a:xfrm>
      </p:grpSpPr>
      <p:sp>
        <p:nvSpPr>
          <p:cNvPr id="1226" name="Google Shape;1226;p21"/>
          <p:cNvSpPr txBox="1"/>
          <p:nvPr>
            <p:ph type="title"/>
          </p:nvPr>
        </p:nvSpPr>
        <p:spPr>
          <a:xfrm>
            <a:off x="2347938" y="564625"/>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27" name="Google Shape;1227;p21"/>
          <p:cNvSpPr txBox="1"/>
          <p:nvPr>
            <p:ph idx="1" type="subTitle"/>
          </p:nvPr>
        </p:nvSpPr>
        <p:spPr>
          <a:xfrm>
            <a:off x="2347900" y="1652350"/>
            <a:ext cx="4448100" cy="105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8" name="Google Shape;1228;p21"/>
          <p:cNvSpPr txBox="1"/>
          <p:nvPr/>
        </p:nvSpPr>
        <p:spPr>
          <a:xfrm>
            <a:off x="2741050" y="3413130"/>
            <a:ext cx="3661800" cy="7890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Mulish"/>
                <a:ea typeface="Mulish"/>
                <a:cs typeface="Mulish"/>
                <a:sym typeface="Mulish"/>
              </a:rPr>
              <a:t>CREDITS:</a:t>
            </a:r>
            <a:r>
              <a:rPr lang="en" sz="1200">
                <a:solidFill>
                  <a:schemeClr val="dk1"/>
                </a:solidFill>
                <a:latin typeface="Mulish"/>
                <a:ea typeface="Mulish"/>
                <a:cs typeface="Mulish"/>
                <a:sym typeface="Mulish"/>
              </a:rPr>
              <a:t> This presentation template was created by </a:t>
            </a:r>
            <a:r>
              <a:rPr b="1" lang="en" sz="1200" u="sng">
                <a:solidFill>
                  <a:schemeClr val="dk1"/>
                </a:solidFill>
                <a:latin typeface="Mulish"/>
                <a:ea typeface="Mulish"/>
                <a:cs typeface="Mulish"/>
                <a:sym typeface="Mulish"/>
                <a:hlinkClick r:id="rId2">
                  <a:extLst>
                    <a:ext uri="{A12FA001-AC4F-418D-AE19-62706E023703}">
                      <ahyp:hlinkClr val="tx"/>
                    </a:ext>
                  </a:extLst>
                </a:hlinkClick>
              </a:rPr>
              <a:t>Slidesgo</a:t>
            </a:r>
            <a:r>
              <a:rPr lang="en" sz="1200">
                <a:solidFill>
                  <a:schemeClr val="dk1"/>
                </a:solidFill>
                <a:latin typeface="Mulish"/>
                <a:ea typeface="Mulish"/>
                <a:cs typeface="Mulish"/>
                <a:sym typeface="Mulish"/>
              </a:rPr>
              <a:t>, and includes icons by </a:t>
            </a:r>
            <a:r>
              <a:rPr b="1" lang="en" sz="1200" u="sng">
                <a:solidFill>
                  <a:schemeClr val="dk1"/>
                </a:solidFill>
                <a:latin typeface="Mulish"/>
                <a:ea typeface="Mulish"/>
                <a:cs typeface="Mulish"/>
                <a:sym typeface="Mulish"/>
                <a:hlinkClick r:id="rId3">
                  <a:extLst>
                    <a:ext uri="{A12FA001-AC4F-418D-AE19-62706E023703}">
                      <ahyp:hlinkClr val="tx"/>
                    </a:ext>
                  </a:extLst>
                </a:hlinkClick>
              </a:rPr>
              <a:t>Flaticon</a:t>
            </a:r>
            <a:r>
              <a:rPr lang="en" sz="1200">
                <a:solidFill>
                  <a:schemeClr val="dk1"/>
                </a:solidFill>
                <a:latin typeface="Mulish"/>
                <a:ea typeface="Mulish"/>
                <a:cs typeface="Mulish"/>
                <a:sym typeface="Mulish"/>
              </a:rPr>
              <a:t>, and infographics &amp; images by </a:t>
            </a:r>
            <a:r>
              <a:rPr b="1" lang="en" sz="1200" u="sng">
                <a:solidFill>
                  <a:schemeClr val="dk1"/>
                </a:solidFill>
                <a:latin typeface="Mulish"/>
                <a:ea typeface="Mulish"/>
                <a:cs typeface="Mulish"/>
                <a:sym typeface="Mulish"/>
                <a:hlinkClick r:id="rId4">
                  <a:extLst>
                    <a:ext uri="{A12FA001-AC4F-418D-AE19-62706E023703}">
                      <ahyp:hlinkClr val="tx"/>
                    </a:ext>
                  </a:extLst>
                </a:hlinkClick>
              </a:rPr>
              <a:t>Freepik</a:t>
            </a:r>
            <a:r>
              <a:rPr lang="en" sz="1200" u="sng">
                <a:solidFill>
                  <a:schemeClr val="dk1"/>
                </a:solidFill>
                <a:latin typeface="Mulish"/>
                <a:ea typeface="Mulish"/>
                <a:cs typeface="Mulish"/>
                <a:sym typeface="Mulish"/>
              </a:rPr>
              <a:t> </a:t>
            </a:r>
            <a:endParaRPr b="1" sz="1200" u="sng">
              <a:solidFill>
                <a:schemeClr val="dk1"/>
              </a:solidFill>
              <a:latin typeface="Mulish"/>
              <a:ea typeface="Mulish"/>
              <a:cs typeface="Mulish"/>
              <a:sym typeface="Mulish"/>
            </a:endParaRPr>
          </a:p>
        </p:txBody>
      </p:sp>
      <p:grpSp>
        <p:nvGrpSpPr>
          <p:cNvPr id="1229" name="Google Shape;1229;p21"/>
          <p:cNvGrpSpPr/>
          <p:nvPr/>
        </p:nvGrpSpPr>
        <p:grpSpPr>
          <a:xfrm>
            <a:off x="-1196147" y="-548842"/>
            <a:ext cx="13880920" cy="6874700"/>
            <a:chOff x="-1196147" y="-548842"/>
            <a:chExt cx="13880920" cy="6874700"/>
          </a:xfrm>
        </p:grpSpPr>
        <p:grpSp>
          <p:nvGrpSpPr>
            <p:cNvPr id="1230" name="Google Shape;1230;p21"/>
            <p:cNvGrpSpPr/>
            <p:nvPr/>
          </p:nvGrpSpPr>
          <p:grpSpPr>
            <a:xfrm>
              <a:off x="-1196147" y="-548842"/>
              <a:ext cx="3657841" cy="4417628"/>
              <a:chOff x="-1196147" y="-548842"/>
              <a:chExt cx="3657841" cy="4417628"/>
            </a:xfrm>
          </p:grpSpPr>
          <p:sp>
            <p:nvSpPr>
              <p:cNvPr id="1231" name="Google Shape;1231;p21"/>
              <p:cNvSpPr/>
              <p:nvPr/>
            </p:nvSpPr>
            <p:spPr>
              <a:xfrm rot="10359365">
                <a:off x="2255245" y="146021"/>
                <a:ext cx="194798" cy="194798"/>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2" name="Google Shape;1232;p21"/>
              <p:cNvSpPr/>
              <p:nvPr/>
            </p:nvSpPr>
            <p:spPr>
              <a:xfrm rot="10359365">
                <a:off x="-841304" y="2200605"/>
                <a:ext cx="194798" cy="194798"/>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3" name="Google Shape;1233;p21"/>
              <p:cNvSpPr/>
              <p:nvPr/>
            </p:nvSpPr>
            <p:spPr>
              <a:xfrm rot="10361981">
                <a:off x="352993" y="-214656"/>
                <a:ext cx="401353" cy="40135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4" name="Google Shape;1234;p21"/>
              <p:cNvSpPr/>
              <p:nvPr/>
            </p:nvSpPr>
            <p:spPr>
              <a:xfrm rot="10355821">
                <a:off x="274120" y="560515"/>
                <a:ext cx="130387" cy="130387"/>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5" name="Google Shape;1235;p21"/>
              <p:cNvSpPr/>
              <p:nvPr/>
            </p:nvSpPr>
            <p:spPr>
              <a:xfrm rot="10360416">
                <a:off x="1106270" y="873580"/>
                <a:ext cx="254074" cy="25407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6" name="Google Shape;1236;p21"/>
              <p:cNvSpPr/>
              <p:nvPr/>
            </p:nvSpPr>
            <p:spPr>
              <a:xfrm rot="10355821">
                <a:off x="424057" y="2400495"/>
                <a:ext cx="130387" cy="130387"/>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7" name="Google Shape;1237;p21"/>
              <p:cNvSpPr/>
              <p:nvPr/>
            </p:nvSpPr>
            <p:spPr>
              <a:xfrm rot="9969336">
                <a:off x="1746927" y="9840"/>
                <a:ext cx="130388" cy="130388"/>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38" name="Google Shape;1238;p21"/>
              <p:cNvSpPr/>
              <p:nvPr/>
            </p:nvSpPr>
            <p:spPr>
              <a:xfrm rot="10360567">
                <a:off x="-737089" y="906043"/>
                <a:ext cx="96487" cy="96487"/>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39" name="Google Shape;1239;p21"/>
              <p:cNvCxnSpPr>
                <a:stCxn id="1235" idx="5"/>
                <a:endCxn id="1234" idx="1"/>
              </p:cNvCxnSpPr>
              <p:nvPr/>
            </p:nvCxnSpPr>
            <p:spPr>
              <a:xfrm rot="10800000">
                <a:off x="390857" y="665576"/>
                <a:ext cx="741900" cy="257400"/>
              </a:xfrm>
              <a:prstGeom prst="straightConnector1">
                <a:avLst/>
              </a:prstGeom>
              <a:noFill/>
              <a:ln cap="flat" cmpd="sng" w="9525">
                <a:solidFill>
                  <a:schemeClr val="dk2"/>
                </a:solidFill>
                <a:prstDash val="solid"/>
                <a:round/>
                <a:headEnd len="med" w="med" type="none"/>
                <a:tailEnd len="med" w="med" type="none"/>
              </a:ln>
            </p:spPr>
          </p:cxnSp>
          <p:cxnSp>
            <p:nvCxnSpPr>
              <p:cNvPr id="1240" name="Google Shape;1240;p21"/>
              <p:cNvCxnSpPr>
                <a:stCxn id="1236" idx="4"/>
                <a:endCxn id="1234" idx="0"/>
              </p:cNvCxnSpPr>
              <p:nvPr/>
            </p:nvCxnSpPr>
            <p:spPr>
              <a:xfrm rot="10800000">
                <a:off x="347650" y="690439"/>
                <a:ext cx="133200" cy="1710600"/>
              </a:xfrm>
              <a:prstGeom prst="straightConnector1">
                <a:avLst/>
              </a:prstGeom>
              <a:noFill/>
              <a:ln cap="flat" cmpd="sng" w="9525">
                <a:solidFill>
                  <a:schemeClr val="dk2"/>
                </a:solidFill>
                <a:prstDash val="solid"/>
                <a:round/>
                <a:headEnd len="med" w="med" type="none"/>
                <a:tailEnd len="med" w="med" type="none"/>
              </a:ln>
            </p:spPr>
          </p:cxnSp>
          <p:cxnSp>
            <p:nvCxnSpPr>
              <p:cNvPr id="1241" name="Google Shape;1241;p21"/>
              <p:cNvCxnSpPr>
                <a:stCxn id="1231" idx="6"/>
                <a:endCxn id="1235" idx="3"/>
              </p:cNvCxnSpPr>
              <p:nvPr/>
            </p:nvCxnSpPr>
            <p:spPr>
              <a:xfrm flipH="1">
                <a:off x="1311044" y="255870"/>
                <a:ext cx="945000" cy="644100"/>
              </a:xfrm>
              <a:prstGeom prst="straightConnector1">
                <a:avLst/>
              </a:prstGeom>
              <a:noFill/>
              <a:ln cap="flat" cmpd="sng" w="9525">
                <a:solidFill>
                  <a:schemeClr val="dk2"/>
                </a:solidFill>
                <a:prstDash val="solid"/>
                <a:round/>
                <a:headEnd len="med" w="med" type="none"/>
                <a:tailEnd len="med" w="med" type="none"/>
              </a:ln>
            </p:spPr>
          </p:cxnSp>
          <p:cxnSp>
            <p:nvCxnSpPr>
              <p:cNvPr id="1242" name="Google Shape;1242;p21"/>
              <p:cNvCxnSpPr>
                <a:stCxn id="1235" idx="7"/>
                <a:endCxn id="1236" idx="2"/>
              </p:cNvCxnSpPr>
              <p:nvPr/>
            </p:nvCxnSpPr>
            <p:spPr>
              <a:xfrm flipH="1">
                <a:off x="553867" y="1101167"/>
                <a:ext cx="601800" cy="1356000"/>
              </a:xfrm>
              <a:prstGeom prst="straightConnector1">
                <a:avLst/>
              </a:prstGeom>
              <a:noFill/>
              <a:ln cap="flat" cmpd="sng" w="9525">
                <a:solidFill>
                  <a:schemeClr val="dk2"/>
                </a:solidFill>
                <a:prstDash val="solid"/>
                <a:round/>
                <a:headEnd len="med" w="med" type="none"/>
                <a:tailEnd len="med" w="med" type="none"/>
              </a:ln>
            </p:spPr>
          </p:cxnSp>
          <p:cxnSp>
            <p:nvCxnSpPr>
              <p:cNvPr id="1243" name="Google Shape;1243;p21"/>
              <p:cNvCxnSpPr>
                <a:stCxn id="1236" idx="6"/>
                <a:endCxn id="1232" idx="1"/>
              </p:cNvCxnSpPr>
              <p:nvPr/>
            </p:nvCxnSpPr>
            <p:spPr>
              <a:xfrm rot="10800000">
                <a:off x="-666800" y="2357389"/>
                <a:ext cx="1091400" cy="116700"/>
              </a:xfrm>
              <a:prstGeom prst="straightConnector1">
                <a:avLst/>
              </a:prstGeom>
              <a:noFill/>
              <a:ln cap="flat" cmpd="sng" w="9525">
                <a:solidFill>
                  <a:schemeClr val="dk2"/>
                </a:solidFill>
                <a:prstDash val="solid"/>
                <a:round/>
                <a:headEnd len="med" w="med" type="none"/>
                <a:tailEnd len="med" w="med" type="none"/>
              </a:ln>
            </p:spPr>
          </p:cxnSp>
          <p:cxnSp>
            <p:nvCxnSpPr>
              <p:cNvPr id="1244" name="Google Shape;1244;p21"/>
              <p:cNvCxnSpPr>
                <a:stCxn id="1234" idx="7"/>
                <a:endCxn id="1232" idx="3"/>
              </p:cNvCxnSpPr>
              <p:nvPr/>
            </p:nvCxnSpPr>
            <p:spPr>
              <a:xfrm flipH="1">
                <a:off x="-684462" y="677363"/>
                <a:ext cx="984000" cy="1543500"/>
              </a:xfrm>
              <a:prstGeom prst="straightConnector1">
                <a:avLst/>
              </a:prstGeom>
              <a:noFill/>
              <a:ln cap="flat" cmpd="sng" w="9525">
                <a:solidFill>
                  <a:schemeClr val="dk2"/>
                </a:solidFill>
                <a:prstDash val="solid"/>
                <a:round/>
                <a:headEnd len="med" w="med" type="none"/>
                <a:tailEnd len="med" w="med" type="none"/>
              </a:ln>
            </p:spPr>
          </p:cxnSp>
          <p:cxnSp>
            <p:nvCxnSpPr>
              <p:cNvPr id="1245" name="Google Shape;1245;p21"/>
              <p:cNvCxnSpPr>
                <a:stCxn id="1231" idx="6"/>
                <a:endCxn id="1237" idx="1"/>
              </p:cNvCxnSpPr>
              <p:nvPr/>
            </p:nvCxnSpPr>
            <p:spPr>
              <a:xfrm rot="10800000">
                <a:off x="1867844" y="108870"/>
                <a:ext cx="388200" cy="147000"/>
              </a:xfrm>
              <a:prstGeom prst="straightConnector1">
                <a:avLst/>
              </a:prstGeom>
              <a:noFill/>
              <a:ln cap="flat" cmpd="sng" w="9525">
                <a:solidFill>
                  <a:schemeClr val="dk2"/>
                </a:solidFill>
                <a:prstDash val="solid"/>
                <a:round/>
                <a:headEnd len="med" w="med" type="none"/>
                <a:tailEnd len="med" w="med" type="none"/>
              </a:ln>
            </p:spPr>
          </p:cxnSp>
          <p:cxnSp>
            <p:nvCxnSpPr>
              <p:cNvPr id="1246" name="Google Shape;1246;p21"/>
              <p:cNvCxnSpPr>
                <a:stCxn id="1237" idx="6"/>
                <a:endCxn id="1234" idx="2"/>
              </p:cNvCxnSpPr>
              <p:nvPr/>
            </p:nvCxnSpPr>
            <p:spPr>
              <a:xfrm flipH="1">
                <a:off x="403921" y="90634"/>
                <a:ext cx="1344900" cy="526800"/>
              </a:xfrm>
              <a:prstGeom prst="straightConnector1">
                <a:avLst/>
              </a:prstGeom>
              <a:noFill/>
              <a:ln cap="flat" cmpd="sng" w="9525">
                <a:solidFill>
                  <a:schemeClr val="dk2"/>
                </a:solidFill>
                <a:prstDash val="solid"/>
                <a:round/>
                <a:headEnd len="med" w="med" type="none"/>
                <a:tailEnd len="med" w="med" type="none"/>
              </a:ln>
            </p:spPr>
          </p:cxnSp>
          <p:cxnSp>
            <p:nvCxnSpPr>
              <p:cNvPr id="1247" name="Google Shape;1247;p21"/>
              <p:cNvCxnSpPr>
                <a:stCxn id="1237" idx="6"/>
                <a:endCxn id="1233" idx="1"/>
              </p:cNvCxnSpPr>
              <p:nvPr/>
            </p:nvCxnSpPr>
            <p:spPr>
              <a:xfrm flipH="1">
                <a:off x="712321" y="90634"/>
                <a:ext cx="1036500" cy="18000"/>
              </a:xfrm>
              <a:prstGeom prst="straightConnector1">
                <a:avLst/>
              </a:prstGeom>
              <a:noFill/>
              <a:ln cap="flat" cmpd="sng" w="9525">
                <a:solidFill>
                  <a:schemeClr val="dk2"/>
                </a:solidFill>
                <a:prstDash val="solid"/>
                <a:round/>
                <a:headEnd len="med" w="med" type="none"/>
                <a:tailEnd len="med" w="med" type="none"/>
              </a:ln>
            </p:spPr>
          </p:cxnSp>
          <p:cxnSp>
            <p:nvCxnSpPr>
              <p:cNvPr id="1248" name="Google Shape;1248;p21"/>
              <p:cNvCxnSpPr>
                <a:stCxn id="1233" idx="7"/>
                <a:endCxn id="1238" idx="3"/>
              </p:cNvCxnSpPr>
              <p:nvPr/>
            </p:nvCxnSpPr>
            <p:spPr>
              <a:xfrm flipH="1">
                <a:off x="-659248" y="144801"/>
                <a:ext cx="1090200" cy="771300"/>
              </a:xfrm>
              <a:prstGeom prst="straightConnector1">
                <a:avLst/>
              </a:prstGeom>
              <a:noFill/>
              <a:ln cap="flat" cmpd="sng" w="9525">
                <a:solidFill>
                  <a:schemeClr val="dk2"/>
                </a:solidFill>
                <a:prstDash val="solid"/>
                <a:round/>
                <a:headEnd len="med" w="med" type="none"/>
                <a:tailEnd len="med" w="med" type="none"/>
              </a:ln>
            </p:spPr>
          </p:cxnSp>
          <p:cxnSp>
            <p:nvCxnSpPr>
              <p:cNvPr id="1249" name="Google Shape;1249;p21"/>
              <p:cNvCxnSpPr>
                <a:stCxn id="1234" idx="6"/>
                <a:endCxn id="1238" idx="2"/>
              </p:cNvCxnSpPr>
              <p:nvPr/>
            </p:nvCxnSpPr>
            <p:spPr>
              <a:xfrm flipH="1">
                <a:off x="-640937" y="634109"/>
                <a:ext cx="915600" cy="314100"/>
              </a:xfrm>
              <a:prstGeom prst="straightConnector1">
                <a:avLst/>
              </a:prstGeom>
              <a:noFill/>
              <a:ln cap="flat" cmpd="sng" w="9525">
                <a:solidFill>
                  <a:schemeClr val="dk2"/>
                </a:solidFill>
                <a:prstDash val="solid"/>
                <a:round/>
                <a:headEnd len="med" w="med" type="none"/>
                <a:tailEnd len="med" w="med" type="none"/>
              </a:ln>
            </p:spPr>
          </p:cxnSp>
          <p:cxnSp>
            <p:nvCxnSpPr>
              <p:cNvPr id="1250" name="Google Shape;1250;p21"/>
              <p:cNvCxnSpPr>
                <a:stCxn id="1238" idx="0"/>
                <a:endCxn id="1232" idx="5"/>
              </p:cNvCxnSpPr>
              <p:nvPr/>
            </p:nvCxnSpPr>
            <p:spPr>
              <a:xfrm flipH="1">
                <a:off x="-820996" y="1002137"/>
                <a:ext cx="138300" cy="1236300"/>
              </a:xfrm>
              <a:prstGeom prst="straightConnector1">
                <a:avLst/>
              </a:prstGeom>
              <a:noFill/>
              <a:ln cap="flat" cmpd="sng" w="9525">
                <a:solidFill>
                  <a:schemeClr val="dk2"/>
                </a:solidFill>
                <a:prstDash val="solid"/>
                <a:round/>
                <a:headEnd len="med" w="med" type="none"/>
                <a:tailEnd len="med" w="med" type="none"/>
              </a:ln>
            </p:spPr>
          </p:cxnSp>
          <p:cxnSp>
            <p:nvCxnSpPr>
              <p:cNvPr id="1251" name="Google Shape;1251;p21"/>
              <p:cNvCxnSpPr>
                <a:stCxn id="1236" idx="5"/>
                <a:endCxn id="1238" idx="1"/>
              </p:cNvCxnSpPr>
              <p:nvPr/>
            </p:nvCxnSpPr>
            <p:spPr>
              <a:xfrm rot="10800000">
                <a:off x="-650804" y="983814"/>
                <a:ext cx="1088400" cy="1442100"/>
              </a:xfrm>
              <a:prstGeom prst="straightConnector1">
                <a:avLst/>
              </a:prstGeom>
              <a:noFill/>
              <a:ln cap="flat" cmpd="sng" w="9525">
                <a:solidFill>
                  <a:schemeClr val="dk2"/>
                </a:solidFill>
                <a:prstDash val="solid"/>
                <a:round/>
                <a:headEnd len="med" w="med" type="none"/>
                <a:tailEnd len="med" w="med" type="none"/>
              </a:ln>
            </p:spPr>
          </p:cxnSp>
          <p:cxnSp>
            <p:nvCxnSpPr>
              <p:cNvPr id="1252" name="Google Shape;1252;p21"/>
              <p:cNvCxnSpPr>
                <a:stCxn id="1235" idx="6"/>
                <a:endCxn id="1238" idx="1"/>
              </p:cNvCxnSpPr>
              <p:nvPr/>
            </p:nvCxnSpPr>
            <p:spPr>
              <a:xfrm rot="10800000">
                <a:off x="-650693" y="983817"/>
                <a:ext cx="1758000" cy="33000"/>
              </a:xfrm>
              <a:prstGeom prst="straightConnector1">
                <a:avLst/>
              </a:prstGeom>
              <a:noFill/>
              <a:ln cap="flat" cmpd="sng" w="9525">
                <a:solidFill>
                  <a:schemeClr val="dk2"/>
                </a:solidFill>
                <a:prstDash val="solid"/>
                <a:round/>
                <a:headEnd len="med" w="med" type="none"/>
                <a:tailEnd len="med" w="med" type="none"/>
              </a:ln>
            </p:spPr>
          </p:cxnSp>
          <p:cxnSp>
            <p:nvCxnSpPr>
              <p:cNvPr id="1253" name="Google Shape;1253;p21"/>
              <p:cNvCxnSpPr>
                <a:stCxn id="1235" idx="4"/>
                <a:endCxn id="1233" idx="1"/>
              </p:cNvCxnSpPr>
              <p:nvPr/>
            </p:nvCxnSpPr>
            <p:spPr>
              <a:xfrm rot="10800000">
                <a:off x="712507" y="108717"/>
                <a:ext cx="504600" cy="765900"/>
              </a:xfrm>
              <a:prstGeom prst="straightConnector1">
                <a:avLst/>
              </a:prstGeom>
              <a:noFill/>
              <a:ln cap="flat" cmpd="sng" w="9525">
                <a:solidFill>
                  <a:schemeClr val="dk2"/>
                </a:solidFill>
                <a:prstDash val="solid"/>
                <a:round/>
                <a:headEnd len="med" w="med" type="none"/>
                <a:tailEnd len="med" w="med" type="none"/>
              </a:ln>
            </p:spPr>
          </p:cxnSp>
          <p:sp>
            <p:nvSpPr>
              <p:cNvPr id="1254" name="Google Shape;1254;p21"/>
              <p:cNvSpPr/>
              <p:nvPr/>
            </p:nvSpPr>
            <p:spPr>
              <a:xfrm rot="10355821">
                <a:off x="-1188290" y="-540986"/>
                <a:ext cx="130387" cy="130387"/>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55" name="Google Shape;1255;p21"/>
              <p:cNvCxnSpPr>
                <a:stCxn id="1238" idx="4"/>
                <a:endCxn id="1254" idx="1"/>
              </p:cNvCxnSpPr>
              <p:nvPr/>
            </p:nvCxnSpPr>
            <p:spPr>
              <a:xfrm rot="10800000">
                <a:off x="-1071496" y="-436063"/>
                <a:ext cx="376500" cy="1342500"/>
              </a:xfrm>
              <a:prstGeom prst="straightConnector1">
                <a:avLst/>
              </a:prstGeom>
              <a:noFill/>
              <a:ln cap="flat" cmpd="sng" w="9525">
                <a:solidFill>
                  <a:schemeClr val="dk2"/>
                </a:solidFill>
                <a:prstDash val="solid"/>
                <a:round/>
                <a:headEnd len="med" w="med" type="none"/>
                <a:tailEnd len="med" w="med" type="none"/>
              </a:ln>
            </p:spPr>
          </p:cxnSp>
          <p:cxnSp>
            <p:nvCxnSpPr>
              <p:cNvPr id="1256" name="Google Shape;1256;p21"/>
              <p:cNvCxnSpPr>
                <a:stCxn id="1254" idx="1"/>
                <a:endCxn id="1233" idx="5"/>
              </p:cNvCxnSpPr>
              <p:nvPr/>
            </p:nvCxnSpPr>
            <p:spPr>
              <a:xfrm>
                <a:off x="-1071443" y="-436018"/>
                <a:ext cx="1466400" cy="299400"/>
              </a:xfrm>
              <a:prstGeom prst="straightConnector1">
                <a:avLst/>
              </a:prstGeom>
              <a:noFill/>
              <a:ln cap="flat" cmpd="sng" w="9525">
                <a:solidFill>
                  <a:schemeClr val="dk2"/>
                </a:solidFill>
                <a:prstDash val="solid"/>
                <a:round/>
                <a:headEnd len="med" w="med" type="none"/>
                <a:tailEnd len="med" w="med" type="none"/>
              </a:ln>
            </p:spPr>
          </p:cxnSp>
          <p:cxnSp>
            <p:nvCxnSpPr>
              <p:cNvPr id="1257" name="Google Shape;1257;p21"/>
              <p:cNvCxnSpPr>
                <a:stCxn id="1254" idx="1"/>
                <a:endCxn id="1234" idx="5"/>
              </p:cNvCxnSpPr>
              <p:nvPr/>
            </p:nvCxnSpPr>
            <p:spPr>
              <a:xfrm>
                <a:off x="-1071443" y="-436018"/>
                <a:ext cx="1359000" cy="1022100"/>
              </a:xfrm>
              <a:prstGeom prst="straightConnector1">
                <a:avLst/>
              </a:prstGeom>
              <a:noFill/>
              <a:ln cap="flat" cmpd="sng" w="9525">
                <a:solidFill>
                  <a:schemeClr val="dk2"/>
                </a:solidFill>
                <a:prstDash val="solid"/>
                <a:round/>
                <a:headEnd len="med" w="med" type="none"/>
                <a:tailEnd len="med" w="med" type="none"/>
              </a:ln>
            </p:spPr>
          </p:cxnSp>
          <p:sp>
            <p:nvSpPr>
              <p:cNvPr id="1258" name="Google Shape;1258;p21"/>
              <p:cNvSpPr/>
              <p:nvPr/>
            </p:nvSpPr>
            <p:spPr>
              <a:xfrm rot="10361165">
                <a:off x="-233691" y="3414341"/>
                <a:ext cx="428890" cy="42889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59" name="Google Shape;1259;p21"/>
              <p:cNvCxnSpPr>
                <a:stCxn id="1236" idx="0"/>
                <a:endCxn id="1258" idx="3"/>
              </p:cNvCxnSpPr>
              <p:nvPr/>
            </p:nvCxnSpPr>
            <p:spPr>
              <a:xfrm flipH="1">
                <a:off x="111850" y="2530339"/>
                <a:ext cx="385800" cy="928800"/>
              </a:xfrm>
              <a:prstGeom prst="straightConnector1">
                <a:avLst/>
              </a:prstGeom>
              <a:noFill/>
              <a:ln cap="flat" cmpd="sng" w="9525">
                <a:solidFill>
                  <a:schemeClr val="dk2"/>
                </a:solidFill>
                <a:prstDash val="solid"/>
                <a:round/>
                <a:headEnd len="med" w="med" type="none"/>
                <a:tailEnd len="med" w="med" type="none"/>
              </a:ln>
            </p:spPr>
          </p:cxnSp>
          <p:cxnSp>
            <p:nvCxnSpPr>
              <p:cNvPr id="1260" name="Google Shape;1260;p21"/>
              <p:cNvCxnSpPr>
                <a:stCxn id="1232" idx="0"/>
                <a:endCxn id="1258" idx="5"/>
              </p:cNvCxnSpPr>
              <p:nvPr/>
            </p:nvCxnSpPr>
            <p:spPr>
              <a:xfrm>
                <a:off x="-731455" y="2394604"/>
                <a:ext cx="542400" cy="1103100"/>
              </a:xfrm>
              <a:prstGeom prst="straightConnector1">
                <a:avLst/>
              </a:prstGeom>
              <a:noFill/>
              <a:ln cap="flat" cmpd="sng" w="9525">
                <a:solidFill>
                  <a:schemeClr val="dk2"/>
                </a:solidFill>
                <a:prstDash val="solid"/>
                <a:round/>
                <a:headEnd len="med" w="med" type="none"/>
                <a:tailEnd len="med" w="med" type="none"/>
              </a:ln>
            </p:spPr>
          </p:cxnSp>
        </p:grpSp>
        <p:grpSp>
          <p:nvGrpSpPr>
            <p:cNvPr id="1261" name="Google Shape;1261;p21"/>
            <p:cNvGrpSpPr/>
            <p:nvPr/>
          </p:nvGrpSpPr>
          <p:grpSpPr>
            <a:xfrm>
              <a:off x="6988759" y="2308882"/>
              <a:ext cx="5696014" cy="4016976"/>
              <a:chOff x="6988759" y="2308882"/>
              <a:chExt cx="5696014" cy="4016976"/>
            </a:xfrm>
          </p:grpSpPr>
          <p:sp>
            <p:nvSpPr>
              <p:cNvPr id="1262" name="Google Shape;1262;p21"/>
              <p:cNvSpPr/>
              <p:nvPr/>
            </p:nvSpPr>
            <p:spPr>
              <a:xfrm flipH="1" rot="10800000">
                <a:off x="6988759" y="4811408"/>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63" name="Google Shape;1263;p21"/>
              <p:cNvSpPr/>
              <p:nvPr/>
            </p:nvSpPr>
            <p:spPr>
              <a:xfrm flipH="1" rot="10800000">
                <a:off x="9708881" y="5924735"/>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64" name="Google Shape;1264;p21"/>
              <p:cNvSpPr/>
              <p:nvPr/>
            </p:nvSpPr>
            <p:spPr>
              <a:xfrm flipH="1" rot="10800000">
                <a:off x="9274463" y="3379603"/>
                <a:ext cx="401400" cy="401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65" name="Google Shape;1265;p21"/>
              <p:cNvSpPr/>
              <p:nvPr/>
            </p:nvSpPr>
            <p:spPr>
              <a:xfrm flipH="1" rot="10800000">
                <a:off x="8847429" y="5037312"/>
                <a:ext cx="130500" cy="13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66" name="Google Shape;1266;p21"/>
              <p:cNvSpPr/>
              <p:nvPr/>
            </p:nvSpPr>
            <p:spPr>
              <a:xfrm flipH="1" rot="10800000">
                <a:off x="7696942" y="5973758"/>
                <a:ext cx="96300" cy="96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67" name="Google Shape;1267;p21"/>
              <p:cNvSpPr/>
              <p:nvPr/>
            </p:nvSpPr>
            <p:spPr>
              <a:xfrm flipH="1" rot="10800000">
                <a:off x="8847429" y="6195358"/>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68" name="Google Shape;1268;p21"/>
              <p:cNvSpPr/>
              <p:nvPr/>
            </p:nvSpPr>
            <p:spPr>
              <a:xfrm flipH="1" rot="10800000">
                <a:off x="7958998" y="409569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269" name="Google Shape;1269;p21"/>
              <p:cNvSpPr/>
              <p:nvPr/>
            </p:nvSpPr>
            <p:spPr>
              <a:xfrm flipH="1" rot="10800000">
                <a:off x="12588473" y="4375765"/>
                <a:ext cx="96300" cy="96300"/>
              </a:xfrm>
              <a:prstGeom prst="ellipse">
                <a:avLst/>
              </a:prstGeom>
              <a:solidFill>
                <a:srgbClr val="86CF6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70" name="Google Shape;1270;p21"/>
              <p:cNvCxnSpPr>
                <a:stCxn id="1266" idx="5"/>
                <a:endCxn id="1265" idx="1"/>
              </p:cNvCxnSpPr>
              <p:nvPr/>
            </p:nvCxnSpPr>
            <p:spPr>
              <a:xfrm flipH="1" rot="10800000">
                <a:off x="7779139" y="5148761"/>
                <a:ext cx="1087500" cy="839100"/>
              </a:xfrm>
              <a:prstGeom prst="straightConnector1">
                <a:avLst/>
              </a:prstGeom>
              <a:noFill/>
              <a:ln cap="flat" cmpd="sng" w="9525">
                <a:solidFill>
                  <a:schemeClr val="dk2"/>
                </a:solidFill>
                <a:prstDash val="solid"/>
                <a:round/>
                <a:headEnd len="med" w="med" type="none"/>
                <a:tailEnd len="med" w="med" type="none"/>
              </a:ln>
            </p:spPr>
          </p:cxnSp>
          <p:cxnSp>
            <p:nvCxnSpPr>
              <p:cNvPr id="1271" name="Google Shape;1271;p21"/>
              <p:cNvCxnSpPr>
                <a:stCxn id="1267" idx="4"/>
                <a:endCxn id="1265" idx="0"/>
              </p:cNvCxnSpPr>
              <p:nvPr/>
            </p:nvCxnSpPr>
            <p:spPr>
              <a:xfrm rot="10800000">
                <a:off x="8912679" y="5167858"/>
                <a:ext cx="0" cy="1027500"/>
              </a:xfrm>
              <a:prstGeom prst="straightConnector1">
                <a:avLst/>
              </a:prstGeom>
              <a:noFill/>
              <a:ln cap="flat" cmpd="sng" w="9525">
                <a:solidFill>
                  <a:schemeClr val="dk2"/>
                </a:solidFill>
                <a:prstDash val="solid"/>
                <a:round/>
                <a:headEnd len="med" w="med" type="none"/>
                <a:tailEnd len="med" w="med" type="none"/>
              </a:ln>
            </p:spPr>
          </p:cxnSp>
          <p:cxnSp>
            <p:nvCxnSpPr>
              <p:cNvPr id="1272" name="Google Shape;1272;p21"/>
              <p:cNvCxnSpPr>
                <a:stCxn id="1262" idx="6"/>
                <a:endCxn id="1265" idx="2"/>
              </p:cNvCxnSpPr>
              <p:nvPr/>
            </p:nvCxnSpPr>
            <p:spPr>
              <a:xfrm>
                <a:off x="7183159" y="4908608"/>
                <a:ext cx="1664400" cy="194100"/>
              </a:xfrm>
              <a:prstGeom prst="straightConnector1">
                <a:avLst/>
              </a:prstGeom>
              <a:noFill/>
              <a:ln cap="flat" cmpd="sng" w="9525">
                <a:solidFill>
                  <a:schemeClr val="dk2"/>
                </a:solidFill>
                <a:prstDash val="solid"/>
                <a:round/>
                <a:headEnd len="med" w="med" type="none"/>
                <a:tailEnd len="med" w="med" type="none"/>
              </a:ln>
            </p:spPr>
          </p:cxnSp>
          <p:cxnSp>
            <p:nvCxnSpPr>
              <p:cNvPr id="1273" name="Google Shape;1273;p21"/>
              <p:cNvCxnSpPr>
                <a:stCxn id="1262" idx="0"/>
                <a:endCxn id="1266" idx="3"/>
              </p:cNvCxnSpPr>
              <p:nvPr/>
            </p:nvCxnSpPr>
            <p:spPr>
              <a:xfrm>
                <a:off x="7085959" y="5005808"/>
                <a:ext cx="625200" cy="982200"/>
              </a:xfrm>
              <a:prstGeom prst="straightConnector1">
                <a:avLst/>
              </a:prstGeom>
              <a:noFill/>
              <a:ln cap="flat" cmpd="sng" w="9525">
                <a:solidFill>
                  <a:schemeClr val="dk2"/>
                </a:solidFill>
                <a:prstDash val="solid"/>
                <a:round/>
                <a:headEnd len="med" w="med" type="none"/>
                <a:tailEnd len="med" w="med" type="none"/>
              </a:ln>
            </p:spPr>
          </p:cxnSp>
          <p:cxnSp>
            <p:nvCxnSpPr>
              <p:cNvPr id="1274" name="Google Shape;1274;p21"/>
              <p:cNvCxnSpPr>
                <a:stCxn id="1266" idx="7"/>
                <a:endCxn id="1267" idx="2"/>
              </p:cNvCxnSpPr>
              <p:nvPr/>
            </p:nvCxnSpPr>
            <p:spPr>
              <a:xfrm>
                <a:off x="7779139" y="6055955"/>
                <a:ext cx="1068300" cy="204600"/>
              </a:xfrm>
              <a:prstGeom prst="straightConnector1">
                <a:avLst/>
              </a:prstGeom>
              <a:noFill/>
              <a:ln cap="flat" cmpd="sng" w="9525">
                <a:solidFill>
                  <a:schemeClr val="dk2"/>
                </a:solidFill>
                <a:prstDash val="solid"/>
                <a:round/>
                <a:headEnd len="med" w="med" type="none"/>
                <a:tailEnd len="med" w="med" type="none"/>
              </a:ln>
            </p:spPr>
          </p:cxnSp>
          <p:cxnSp>
            <p:nvCxnSpPr>
              <p:cNvPr id="1275" name="Google Shape;1275;p21"/>
              <p:cNvCxnSpPr>
                <a:stCxn id="1267" idx="6"/>
                <a:endCxn id="1263" idx="2"/>
              </p:cNvCxnSpPr>
              <p:nvPr/>
            </p:nvCxnSpPr>
            <p:spPr>
              <a:xfrm flipH="1" rot="10800000">
                <a:off x="8977929" y="6021808"/>
                <a:ext cx="731100" cy="238800"/>
              </a:xfrm>
              <a:prstGeom prst="straightConnector1">
                <a:avLst/>
              </a:prstGeom>
              <a:noFill/>
              <a:ln cap="flat" cmpd="sng" w="9525">
                <a:solidFill>
                  <a:schemeClr val="dk2"/>
                </a:solidFill>
                <a:prstDash val="solid"/>
                <a:round/>
                <a:headEnd len="med" w="med" type="none"/>
                <a:tailEnd len="med" w="med" type="none"/>
              </a:ln>
            </p:spPr>
          </p:cxnSp>
          <p:cxnSp>
            <p:nvCxnSpPr>
              <p:cNvPr id="1276" name="Google Shape;1276;p21"/>
              <p:cNvCxnSpPr>
                <a:stCxn id="1265" idx="7"/>
                <a:endCxn id="1263" idx="3"/>
              </p:cNvCxnSpPr>
              <p:nvPr/>
            </p:nvCxnSpPr>
            <p:spPr>
              <a:xfrm>
                <a:off x="8958818" y="5148700"/>
                <a:ext cx="778500" cy="804600"/>
              </a:xfrm>
              <a:prstGeom prst="straightConnector1">
                <a:avLst/>
              </a:prstGeom>
              <a:noFill/>
              <a:ln cap="flat" cmpd="sng" w="9525">
                <a:solidFill>
                  <a:schemeClr val="dk2"/>
                </a:solidFill>
                <a:prstDash val="solid"/>
                <a:round/>
                <a:headEnd len="med" w="med" type="none"/>
                <a:tailEnd len="med" w="med" type="none"/>
              </a:ln>
            </p:spPr>
          </p:cxnSp>
          <p:cxnSp>
            <p:nvCxnSpPr>
              <p:cNvPr id="1277" name="Google Shape;1277;p21"/>
              <p:cNvCxnSpPr>
                <a:stCxn id="1262" idx="5"/>
                <a:endCxn id="1268" idx="1"/>
              </p:cNvCxnSpPr>
              <p:nvPr/>
            </p:nvCxnSpPr>
            <p:spPr>
              <a:xfrm flipH="1" rot="10800000">
                <a:off x="7154690" y="4207177"/>
                <a:ext cx="823500" cy="632700"/>
              </a:xfrm>
              <a:prstGeom prst="straightConnector1">
                <a:avLst/>
              </a:prstGeom>
              <a:noFill/>
              <a:ln cap="flat" cmpd="sng" w="9525">
                <a:solidFill>
                  <a:schemeClr val="dk2"/>
                </a:solidFill>
                <a:prstDash val="solid"/>
                <a:round/>
                <a:headEnd len="med" w="med" type="none"/>
                <a:tailEnd len="med" w="med" type="none"/>
              </a:ln>
            </p:spPr>
          </p:cxnSp>
          <p:cxnSp>
            <p:nvCxnSpPr>
              <p:cNvPr id="1278" name="Google Shape;1278;p21"/>
              <p:cNvCxnSpPr>
                <a:stCxn id="1268" idx="7"/>
                <a:endCxn id="1265" idx="3"/>
              </p:cNvCxnSpPr>
              <p:nvPr/>
            </p:nvCxnSpPr>
            <p:spPr>
              <a:xfrm>
                <a:off x="8070387" y="4207078"/>
                <a:ext cx="796200" cy="849300"/>
              </a:xfrm>
              <a:prstGeom prst="straightConnector1">
                <a:avLst/>
              </a:prstGeom>
              <a:noFill/>
              <a:ln cap="flat" cmpd="sng" w="9525">
                <a:solidFill>
                  <a:schemeClr val="dk2"/>
                </a:solidFill>
                <a:prstDash val="solid"/>
                <a:round/>
                <a:headEnd len="med" w="med" type="none"/>
                <a:tailEnd len="med" w="med" type="none"/>
              </a:ln>
            </p:spPr>
          </p:cxnSp>
          <p:cxnSp>
            <p:nvCxnSpPr>
              <p:cNvPr id="1279" name="Google Shape;1279;p21"/>
              <p:cNvCxnSpPr>
                <a:stCxn id="1268" idx="7"/>
                <a:endCxn id="1264" idx="1"/>
              </p:cNvCxnSpPr>
              <p:nvPr/>
            </p:nvCxnSpPr>
            <p:spPr>
              <a:xfrm flipH="1" rot="10800000">
                <a:off x="8070387" y="3722278"/>
                <a:ext cx="1263000" cy="484800"/>
              </a:xfrm>
              <a:prstGeom prst="straightConnector1">
                <a:avLst/>
              </a:prstGeom>
              <a:noFill/>
              <a:ln cap="flat" cmpd="sng" w="9525">
                <a:solidFill>
                  <a:schemeClr val="dk2"/>
                </a:solidFill>
                <a:prstDash val="solid"/>
                <a:round/>
                <a:headEnd len="med" w="med" type="none"/>
                <a:tailEnd len="med" w="med" type="none"/>
              </a:ln>
            </p:spPr>
          </p:cxnSp>
          <p:cxnSp>
            <p:nvCxnSpPr>
              <p:cNvPr id="1280" name="Google Shape;1280;p21"/>
              <p:cNvCxnSpPr>
                <a:stCxn id="1264" idx="0"/>
                <a:endCxn id="1265" idx="5"/>
              </p:cNvCxnSpPr>
              <p:nvPr/>
            </p:nvCxnSpPr>
            <p:spPr>
              <a:xfrm flipH="1">
                <a:off x="8958863" y="3781003"/>
                <a:ext cx="516300" cy="1275300"/>
              </a:xfrm>
              <a:prstGeom prst="straightConnector1">
                <a:avLst/>
              </a:prstGeom>
              <a:noFill/>
              <a:ln cap="flat" cmpd="sng" w="9525">
                <a:solidFill>
                  <a:schemeClr val="dk2"/>
                </a:solidFill>
                <a:prstDash val="solid"/>
                <a:round/>
                <a:headEnd len="med" w="med" type="none"/>
                <a:tailEnd len="med" w="med" type="none"/>
              </a:ln>
            </p:spPr>
          </p:cxnSp>
          <p:cxnSp>
            <p:nvCxnSpPr>
              <p:cNvPr id="1281" name="Google Shape;1281;p21"/>
              <p:cNvCxnSpPr>
                <a:stCxn id="1269" idx="1"/>
                <a:endCxn id="1263" idx="5"/>
              </p:cNvCxnSpPr>
              <p:nvPr/>
            </p:nvCxnSpPr>
            <p:spPr>
              <a:xfrm flipH="1">
                <a:off x="9874676" y="4457962"/>
                <a:ext cx="2727900" cy="1495200"/>
              </a:xfrm>
              <a:prstGeom prst="straightConnector1">
                <a:avLst/>
              </a:prstGeom>
              <a:noFill/>
              <a:ln cap="flat" cmpd="sng" w="9525">
                <a:solidFill>
                  <a:schemeClr val="dk2"/>
                </a:solidFill>
                <a:prstDash val="solid"/>
                <a:round/>
                <a:headEnd len="med" w="med" type="none"/>
                <a:tailEnd len="med" w="med" type="none"/>
              </a:ln>
            </p:spPr>
          </p:cxnSp>
          <p:cxnSp>
            <p:nvCxnSpPr>
              <p:cNvPr id="1282" name="Google Shape;1282;p21"/>
              <p:cNvCxnSpPr>
                <a:stCxn id="1266" idx="6"/>
                <a:endCxn id="1269" idx="1"/>
              </p:cNvCxnSpPr>
              <p:nvPr/>
            </p:nvCxnSpPr>
            <p:spPr>
              <a:xfrm flipH="1" rot="10800000">
                <a:off x="7793242" y="4458008"/>
                <a:ext cx="4809300" cy="1563900"/>
              </a:xfrm>
              <a:prstGeom prst="straightConnector1">
                <a:avLst/>
              </a:prstGeom>
              <a:noFill/>
              <a:ln cap="flat" cmpd="sng" w="9525">
                <a:solidFill>
                  <a:schemeClr val="dk2"/>
                </a:solidFill>
                <a:prstDash val="solid"/>
                <a:round/>
                <a:headEnd len="med" w="med" type="none"/>
                <a:tailEnd len="med" w="med" type="none"/>
              </a:ln>
            </p:spPr>
          </p:cxnSp>
          <p:cxnSp>
            <p:nvCxnSpPr>
              <p:cNvPr id="1283" name="Google Shape;1283;p21"/>
              <p:cNvCxnSpPr>
                <a:stCxn id="1263" idx="4"/>
                <a:endCxn id="1264" idx="0"/>
              </p:cNvCxnSpPr>
              <p:nvPr/>
            </p:nvCxnSpPr>
            <p:spPr>
              <a:xfrm rot="10800000">
                <a:off x="9475181" y="3780935"/>
                <a:ext cx="330900" cy="2143800"/>
              </a:xfrm>
              <a:prstGeom prst="straightConnector1">
                <a:avLst/>
              </a:prstGeom>
              <a:noFill/>
              <a:ln cap="flat" cmpd="sng" w="9525">
                <a:solidFill>
                  <a:schemeClr val="dk2"/>
                </a:solidFill>
                <a:prstDash val="solid"/>
                <a:round/>
                <a:headEnd len="med" w="med" type="none"/>
                <a:tailEnd len="med" w="med" type="none"/>
              </a:ln>
            </p:spPr>
          </p:cxnSp>
          <p:sp>
            <p:nvSpPr>
              <p:cNvPr id="1284" name="Google Shape;1284;p21"/>
              <p:cNvSpPr/>
              <p:nvPr/>
            </p:nvSpPr>
            <p:spPr>
              <a:xfrm flipH="1" rot="10800000">
                <a:off x="11005448" y="3761850"/>
                <a:ext cx="130500" cy="13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85" name="Google Shape;1285;p21"/>
              <p:cNvCxnSpPr>
                <a:stCxn id="1269" idx="2"/>
                <a:endCxn id="1284" idx="7"/>
              </p:cNvCxnSpPr>
              <p:nvPr/>
            </p:nvCxnSpPr>
            <p:spPr>
              <a:xfrm rot="10800000">
                <a:off x="11116973" y="3873115"/>
                <a:ext cx="1471500" cy="550800"/>
              </a:xfrm>
              <a:prstGeom prst="straightConnector1">
                <a:avLst/>
              </a:prstGeom>
              <a:noFill/>
              <a:ln cap="flat" cmpd="sng" w="9525">
                <a:solidFill>
                  <a:schemeClr val="dk2"/>
                </a:solidFill>
                <a:prstDash val="solid"/>
                <a:round/>
                <a:headEnd len="med" w="med" type="none"/>
                <a:tailEnd len="med" w="med" type="none"/>
              </a:ln>
            </p:spPr>
          </p:cxnSp>
          <p:cxnSp>
            <p:nvCxnSpPr>
              <p:cNvPr id="1286" name="Google Shape;1286;p21"/>
              <p:cNvCxnSpPr>
                <a:stCxn id="1284" idx="2"/>
                <a:endCxn id="1264" idx="6"/>
              </p:cNvCxnSpPr>
              <p:nvPr/>
            </p:nvCxnSpPr>
            <p:spPr>
              <a:xfrm rot="10800000">
                <a:off x="9675848" y="3580200"/>
                <a:ext cx="1329600" cy="246900"/>
              </a:xfrm>
              <a:prstGeom prst="straightConnector1">
                <a:avLst/>
              </a:prstGeom>
              <a:noFill/>
              <a:ln cap="flat" cmpd="sng" w="9525">
                <a:solidFill>
                  <a:schemeClr val="dk2"/>
                </a:solidFill>
                <a:prstDash val="solid"/>
                <a:round/>
                <a:headEnd len="med" w="med" type="none"/>
                <a:tailEnd len="med" w="med" type="none"/>
              </a:ln>
            </p:spPr>
          </p:cxnSp>
          <p:cxnSp>
            <p:nvCxnSpPr>
              <p:cNvPr id="1287" name="Google Shape;1287;p21"/>
              <p:cNvCxnSpPr>
                <a:stCxn id="1284" idx="0"/>
                <a:endCxn id="1263" idx="4"/>
              </p:cNvCxnSpPr>
              <p:nvPr/>
            </p:nvCxnSpPr>
            <p:spPr>
              <a:xfrm flipH="1">
                <a:off x="9806198" y="3892350"/>
                <a:ext cx="1264500" cy="2032500"/>
              </a:xfrm>
              <a:prstGeom prst="straightConnector1">
                <a:avLst/>
              </a:prstGeom>
              <a:noFill/>
              <a:ln cap="flat" cmpd="sng" w="9525">
                <a:solidFill>
                  <a:schemeClr val="dk2"/>
                </a:solidFill>
                <a:prstDash val="solid"/>
                <a:round/>
                <a:headEnd len="med" w="med" type="none"/>
                <a:tailEnd len="med" w="med" type="none"/>
              </a:ln>
            </p:spPr>
          </p:cxnSp>
          <p:cxnSp>
            <p:nvCxnSpPr>
              <p:cNvPr id="1288" name="Google Shape;1288;p21"/>
              <p:cNvCxnSpPr>
                <a:stCxn id="1284" idx="1"/>
                <a:endCxn id="1265" idx="5"/>
              </p:cNvCxnSpPr>
              <p:nvPr/>
            </p:nvCxnSpPr>
            <p:spPr>
              <a:xfrm flipH="1">
                <a:off x="8958759" y="3873239"/>
                <a:ext cx="2065800" cy="1183200"/>
              </a:xfrm>
              <a:prstGeom prst="straightConnector1">
                <a:avLst/>
              </a:prstGeom>
              <a:noFill/>
              <a:ln cap="flat" cmpd="sng" w="9525">
                <a:solidFill>
                  <a:schemeClr val="dk2"/>
                </a:solidFill>
                <a:prstDash val="solid"/>
                <a:round/>
                <a:headEnd len="med" w="med" type="none"/>
                <a:tailEnd len="med" w="med" type="none"/>
              </a:ln>
            </p:spPr>
          </p:cxnSp>
          <p:sp>
            <p:nvSpPr>
              <p:cNvPr id="1289" name="Google Shape;1289;p21"/>
              <p:cNvSpPr/>
              <p:nvPr/>
            </p:nvSpPr>
            <p:spPr>
              <a:xfrm flipH="1" rot="10800000">
                <a:off x="8260191" y="2787257"/>
                <a:ext cx="194400" cy="194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90" name="Google Shape;1290;p21"/>
              <p:cNvCxnSpPr>
                <a:stCxn id="1264" idx="3"/>
                <a:endCxn id="1289" idx="7"/>
              </p:cNvCxnSpPr>
              <p:nvPr/>
            </p:nvCxnSpPr>
            <p:spPr>
              <a:xfrm rot="10800000">
                <a:off x="8426047" y="2953287"/>
                <a:ext cx="907200" cy="485100"/>
              </a:xfrm>
              <a:prstGeom prst="straightConnector1">
                <a:avLst/>
              </a:prstGeom>
              <a:noFill/>
              <a:ln cap="flat" cmpd="sng" w="9525">
                <a:solidFill>
                  <a:schemeClr val="dk2"/>
                </a:solidFill>
                <a:prstDash val="solid"/>
                <a:round/>
                <a:headEnd len="med" w="med" type="none"/>
                <a:tailEnd len="med" w="med" type="none"/>
              </a:ln>
            </p:spPr>
          </p:cxnSp>
          <p:cxnSp>
            <p:nvCxnSpPr>
              <p:cNvPr id="1291" name="Google Shape;1291;p21"/>
              <p:cNvCxnSpPr>
                <a:stCxn id="1289" idx="0"/>
                <a:endCxn id="1268" idx="4"/>
              </p:cNvCxnSpPr>
              <p:nvPr/>
            </p:nvCxnSpPr>
            <p:spPr>
              <a:xfrm flipH="1">
                <a:off x="8024391" y="2981657"/>
                <a:ext cx="333000" cy="1113900"/>
              </a:xfrm>
              <a:prstGeom prst="straightConnector1">
                <a:avLst/>
              </a:prstGeom>
              <a:noFill/>
              <a:ln cap="flat" cmpd="sng" w="9525">
                <a:solidFill>
                  <a:schemeClr val="dk2"/>
                </a:solidFill>
                <a:prstDash val="solid"/>
                <a:round/>
                <a:headEnd len="med" w="med" type="none"/>
                <a:tailEnd len="med" w="med" type="none"/>
              </a:ln>
            </p:spPr>
          </p:cxnSp>
          <p:sp>
            <p:nvSpPr>
              <p:cNvPr id="1292" name="Google Shape;1292;p21"/>
              <p:cNvSpPr/>
              <p:nvPr/>
            </p:nvSpPr>
            <p:spPr>
              <a:xfrm flipH="1" rot="10800000">
                <a:off x="7973826" y="4652423"/>
                <a:ext cx="249300" cy="249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93" name="Google Shape;1293;p21"/>
              <p:cNvCxnSpPr>
                <a:stCxn id="1262" idx="6"/>
                <a:endCxn id="1292" idx="2"/>
              </p:cNvCxnSpPr>
              <p:nvPr/>
            </p:nvCxnSpPr>
            <p:spPr>
              <a:xfrm flipH="1" rot="10800000">
                <a:off x="7183159" y="4777208"/>
                <a:ext cx="790800" cy="131400"/>
              </a:xfrm>
              <a:prstGeom prst="straightConnector1">
                <a:avLst/>
              </a:prstGeom>
              <a:noFill/>
              <a:ln cap="flat" cmpd="sng" w="9525">
                <a:solidFill>
                  <a:schemeClr val="dk2"/>
                </a:solidFill>
                <a:prstDash val="solid"/>
                <a:round/>
                <a:headEnd len="med" w="med" type="none"/>
                <a:tailEnd len="med" w="med" type="none"/>
              </a:ln>
            </p:spPr>
          </p:cxnSp>
          <p:cxnSp>
            <p:nvCxnSpPr>
              <p:cNvPr id="1294" name="Google Shape;1294;p21"/>
              <p:cNvCxnSpPr>
                <a:stCxn id="1268" idx="0"/>
                <a:endCxn id="1292" idx="4"/>
              </p:cNvCxnSpPr>
              <p:nvPr/>
            </p:nvCxnSpPr>
            <p:spPr>
              <a:xfrm>
                <a:off x="8024248" y="4226190"/>
                <a:ext cx="74100" cy="426300"/>
              </a:xfrm>
              <a:prstGeom prst="straightConnector1">
                <a:avLst/>
              </a:prstGeom>
              <a:noFill/>
              <a:ln cap="flat" cmpd="sng" w="9525">
                <a:solidFill>
                  <a:schemeClr val="dk2"/>
                </a:solidFill>
                <a:prstDash val="solid"/>
                <a:round/>
                <a:headEnd len="med" w="med" type="none"/>
                <a:tailEnd len="med" w="med" type="none"/>
              </a:ln>
            </p:spPr>
          </p:cxnSp>
          <p:cxnSp>
            <p:nvCxnSpPr>
              <p:cNvPr id="1295" name="Google Shape;1295;p21"/>
              <p:cNvCxnSpPr>
                <a:stCxn id="1292" idx="6"/>
                <a:endCxn id="1265" idx="3"/>
              </p:cNvCxnSpPr>
              <p:nvPr/>
            </p:nvCxnSpPr>
            <p:spPr>
              <a:xfrm>
                <a:off x="8223126" y="4777073"/>
                <a:ext cx="643500" cy="279300"/>
              </a:xfrm>
              <a:prstGeom prst="straightConnector1">
                <a:avLst/>
              </a:prstGeom>
              <a:noFill/>
              <a:ln cap="flat" cmpd="sng" w="9525">
                <a:solidFill>
                  <a:schemeClr val="dk2"/>
                </a:solidFill>
                <a:prstDash val="solid"/>
                <a:round/>
                <a:headEnd len="med" w="med" type="none"/>
                <a:tailEnd len="med" w="med" type="none"/>
              </a:ln>
            </p:spPr>
          </p:cxnSp>
          <p:sp>
            <p:nvSpPr>
              <p:cNvPr id="1296" name="Google Shape;1296;p21"/>
              <p:cNvSpPr/>
              <p:nvPr/>
            </p:nvSpPr>
            <p:spPr>
              <a:xfrm flipH="1" rot="10800000">
                <a:off x="8782441" y="2308882"/>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297" name="Google Shape;1297;p21"/>
              <p:cNvCxnSpPr>
                <a:stCxn id="1289" idx="5"/>
                <a:endCxn id="1296" idx="1"/>
              </p:cNvCxnSpPr>
              <p:nvPr/>
            </p:nvCxnSpPr>
            <p:spPr>
              <a:xfrm flipH="1" rot="10800000">
                <a:off x="8426122" y="2474926"/>
                <a:ext cx="384900" cy="340800"/>
              </a:xfrm>
              <a:prstGeom prst="straightConnector1">
                <a:avLst/>
              </a:prstGeom>
              <a:noFill/>
              <a:ln cap="flat" cmpd="sng" w="9525">
                <a:solidFill>
                  <a:schemeClr val="dk2"/>
                </a:solidFill>
                <a:prstDash val="solid"/>
                <a:round/>
                <a:headEnd len="med" w="med" type="none"/>
                <a:tailEnd len="med" w="med" type="none"/>
              </a:ln>
            </p:spPr>
          </p:cxnSp>
          <p:cxnSp>
            <p:nvCxnSpPr>
              <p:cNvPr id="1298" name="Google Shape;1298;p21"/>
              <p:cNvCxnSpPr>
                <a:stCxn id="1296" idx="7"/>
                <a:endCxn id="1264" idx="3"/>
              </p:cNvCxnSpPr>
              <p:nvPr/>
            </p:nvCxnSpPr>
            <p:spPr>
              <a:xfrm>
                <a:off x="8948372" y="2474812"/>
                <a:ext cx="384900" cy="963600"/>
              </a:xfrm>
              <a:prstGeom prst="straightConnector1">
                <a:avLst/>
              </a:prstGeom>
              <a:noFill/>
              <a:ln cap="flat" cmpd="sng" w="9525">
                <a:solidFill>
                  <a:schemeClr val="dk2"/>
                </a:solidFill>
                <a:prstDash val="solid"/>
                <a:round/>
                <a:headEnd len="med" w="med" type="none"/>
                <a:tailEnd len="med" w="med" type="none"/>
              </a:ln>
            </p:spPr>
          </p:cxnSp>
          <p:sp>
            <p:nvSpPr>
              <p:cNvPr id="1299" name="Google Shape;1299;p21"/>
              <p:cNvSpPr/>
              <p:nvPr/>
            </p:nvSpPr>
            <p:spPr>
              <a:xfrm flipH="1" rot="10800000">
                <a:off x="8521366" y="3414207"/>
                <a:ext cx="194400" cy="19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300" name="Google Shape;1300;p21"/>
              <p:cNvCxnSpPr>
                <a:stCxn id="1289" idx="0"/>
                <a:endCxn id="1299" idx="3"/>
              </p:cNvCxnSpPr>
              <p:nvPr/>
            </p:nvCxnSpPr>
            <p:spPr>
              <a:xfrm>
                <a:off x="8357391" y="2981657"/>
                <a:ext cx="192300" cy="461100"/>
              </a:xfrm>
              <a:prstGeom prst="straightConnector1">
                <a:avLst/>
              </a:prstGeom>
              <a:noFill/>
              <a:ln cap="flat" cmpd="sng" w="9525">
                <a:solidFill>
                  <a:schemeClr val="dk2"/>
                </a:solidFill>
                <a:prstDash val="solid"/>
                <a:round/>
                <a:headEnd len="med" w="med" type="none"/>
                <a:tailEnd len="med" w="med" type="none"/>
              </a:ln>
            </p:spPr>
          </p:cxnSp>
          <p:cxnSp>
            <p:nvCxnSpPr>
              <p:cNvPr id="1301" name="Google Shape;1301;p21"/>
              <p:cNvCxnSpPr>
                <a:stCxn id="1299" idx="1"/>
                <a:endCxn id="1268" idx="5"/>
              </p:cNvCxnSpPr>
              <p:nvPr/>
            </p:nvCxnSpPr>
            <p:spPr>
              <a:xfrm flipH="1">
                <a:off x="8070435" y="3580137"/>
                <a:ext cx="479400" cy="534600"/>
              </a:xfrm>
              <a:prstGeom prst="straightConnector1">
                <a:avLst/>
              </a:prstGeom>
              <a:noFill/>
              <a:ln cap="flat" cmpd="sng" w="9525">
                <a:solidFill>
                  <a:schemeClr val="dk2"/>
                </a:solidFill>
                <a:prstDash val="solid"/>
                <a:round/>
                <a:headEnd len="med" w="med" type="none"/>
                <a:tailEnd len="med" w="med" type="none"/>
              </a:ln>
            </p:spPr>
          </p:cxnSp>
          <p:cxnSp>
            <p:nvCxnSpPr>
              <p:cNvPr id="1302" name="Google Shape;1302;p21"/>
              <p:cNvCxnSpPr>
                <a:stCxn id="1299" idx="6"/>
                <a:endCxn id="1264" idx="2"/>
              </p:cNvCxnSpPr>
              <p:nvPr/>
            </p:nvCxnSpPr>
            <p:spPr>
              <a:xfrm>
                <a:off x="8715766" y="3511407"/>
                <a:ext cx="558600" cy="690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303" name="Shape 1303"/>
        <p:cNvGrpSpPr/>
        <p:nvPr/>
      </p:nvGrpSpPr>
      <p:grpSpPr>
        <a:xfrm>
          <a:off x="0" y="0"/>
          <a:ext cx="0" cy="0"/>
          <a:chOff x="0" y="0"/>
          <a:chExt cx="0" cy="0"/>
        </a:xfrm>
      </p:grpSpPr>
      <p:grpSp>
        <p:nvGrpSpPr>
          <p:cNvPr id="1304" name="Google Shape;1304;p22"/>
          <p:cNvGrpSpPr/>
          <p:nvPr/>
        </p:nvGrpSpPr>
        <p:grpSpPr>
          <a:xfrm>
            <a:off x="119476" y="1141150"/>
            <a:ext cx="7318880" cy="3862644"/>
            <a:chOff x="119476" y="1141150"/>
            <a:chExt cx="7318880" cy="3862644"/>
          </a:xfrm>
        </p:grpSpPr>
        <p:grpSp>
          <p:nvGrpSpPr>
            <p:cNvPr id="1305" name="Google Shape;1305;p22"/>
            <p:cNvGrpSpPr/>
            <p:nvPr/>
          </p:nvGrpSpPr>
          <p:grpSpPr>
            <a:xfrm rot="10800000">
              <a:off x="119476" y="1141150"/>
              <a:ext cx="298275" cy="322675"/>
              <a:chOff x="8667225" y="681525"/>
              <a:chExt cx="298275" cy="322675"/>
            </a:xfrm>
          </p:grpSpPr>
          <p:sp>
            <p:nvSpPr>
              <p:cNvPr id="1306" name="Google Shape;1306;p22"/>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07" name="Google Shape;1307;p22"/>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08" name="Google Shape;1308;p22"/>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309" name="Google Shape;1309;p22"/>
            <p:cNvGrpSpPr/>
            <p:nvPr/>
          </p:nvGrpSpPr>
          <p:grpSpPr>
            <a:xfrm rot="-5139163">
              <a:off x="6960991" y="4509560"/>
              <a:ext cx="254304" cy="683114"/>
              <a:chOff x="140150" y="4353245"/>
              <a:chExt cx="254310" cy="683130"/>
            </a:xfrm>
          </p:grpSpPr>
          <p:sp>
            <p:nvSpPr>
              <p:cNvPr id="1310" name="Google Shape;1310;p22"/>
              <p:cNvSpPr/>
              <p:nvPr/>
            </p:nvSpPr>
            <p:spPr>
              <a:xfrm rot="10800000">
                <a:off x="140150" y="49496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11" name="Google Shape;1311;p22"/>
              <p:cNvSpPr/>
              <p:nvPr/>
            </p:nvSpPr>
            <p:spPr>
              <a:xfrm rot="10800000">
                <a:off x="146360" y="4668727"/>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12" name="Google Shape;1312;p22"/>
              <p:cNvSpPr/>
              <p:nvPr/>
            </p:nvSpPr>
            <p:spPr>
              <a:xfrm rot="10800000">
                <a:off x="343160" y="4863902"/>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13" name="Google Shape;1313;p22"/>
              <p:cNvSpPr/>
              <p:nvPr/>
            </p:nvSpPr>
            <p:spPr>
              <a:xfrm rot="10800000">
                <a:off x="141945" y="435324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1314" name="Google Shape;1314;p22"/>
          <p:cNvGrpSpPr/>
          <p:nvPr/>
        </p:nvGrpSpPr>
        <p:grpSpPr>
          <a:xfrm>
            <a:off x="-3264108" y="1062527"/>
            <a:ext cx="12699758" cy="5125916"/>
            <a:chOff x="-3264108" y="1062527"/>
            <a:chExt cx="12699758" cy="5125916"/>
          </a:xfrm>
        </p:grpSpPr>
        <p:grpSp>
          <p:nvGrpSpPr>
            <p:cNvPr id="1315" name="Google Shape;1315;p22"/>
            <p:cNvGrpSpPr/>
            <p:nvPr/>
          </p:nvGrpSpPr>
          <p:grpSpPr>
            <a:xfrm rot="10800000">
              <a:off x="7825876" y="2716263"/>
              <a:ext cx="1609774" cy="2641456"/>
              <a:chOff x="-225924" y="-192037"/>
              <a:chExt cx="1609774" cy="2641456"/>
            </a:xfrm>
          </p:grpSpPr>
          <p:cxnSp>
            <p:nvCxnSpPr>
              <p:cNvPr id="1316" name="Google Shape;1316;p22"/>
              <p:cNvCxnSpPr>
                <a:stCxn id="1317" idx="7"/>
                <a:endCxn id="1318" idx="2"/>
              </p:cNvCxnSpPr>
              <p:nvPr/>
            </p:nvCxnSpPr>
            <p:spPr>
              <a:xfrm flipH="1" rot="10800000">
                <a:off x="332904" y="155655"/>
                <a:ext cx="893400" cy="226800"/>
              </a:xfrm>
              <a:prstGeom prst="straightConnector1">
                <a:avLst/>
              </a:prstGeom>
              <a:noFill/>
              <a:ln cap="flat" cmpd="sng" w="9525">
                <a:solidFill>
                  <a:schemeClr val="dk2"/>
                </a:solidFill>
                <a:prstDash val="solid"/>
                <a:round/>
                <a:headEnd len="med" w="med" type="none"/>
                <a:tailEnd len="med" w="med" type="none"/>
              </a:ln>
            </p:spPr>
          </p:cxnSp>
          <p:sp>
            <p:nvSpPr>
              <p:cNvPr id="1318" name="Google Shape;1318;p22"/>
              <p:cNvSpPr/>
              <p:nvPr/>
            </p:nvSpPr>
            <p:spPr>
              <a:xfrm>
                <a:off x="1226350" y="767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19" name="Google Shape;1319;p22"/>
              <p:cNvSpPr/>
              <p:nvPr/>
            </p:nvSpPr>
            <p:spPr>
              <a:xfrm>
                <a:off x="-225924" y="-192037"/>
                <a:ext cx="99900" cy="9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20" name="Google Shape;1320;p22"/>
              <p:cNvSpPr/>
              <p:nvPr/>
            </p:nvSpPr>
            <p:spPr>
              <a:xfrm>
                <a:off x="177600" y="229191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21" name="Google Shape;1321;p22"/>
              <p:cNvSpPr/>
              <p:nvPr/>
            </p:nvSpPr>
            <p:spPr>
              <a:xfrm>
                <a:off x="734301" y="22218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22" name="Google Shape;1322;p22"/>
              <p:cNvSpPr/>
              <p:nvPr/>
            </p:nvSpPr>
            <p:spPr>
              <a:xfrm>
                <a:off x="49626" y="886737"/>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23" name="Google Shape;1323;p22"/>
              <p:cNvSpPr/>
              <p:nvPr/>
            </p:nvSpPr>
            <p:spPr>
              <a:xfrm>
                <a:off x="292075" y="1058069"/>
                <a:ext cx="147900" cy="147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324" name="Google Shape;1324;p22"/>
              <p:cNvCxnSpPr>
                <a:stCxn id="1323" idx="4"/>
                <a:endCxn id="1320" idx="0"/>
              </p:cNvCxnSpPr>
              <p:nvPr/>
            </p:nvCxnSpPr>
            <p:spPr>
              <a:xfrm flipH="1">
                <a:off x="256225" y="1205969"/>
                <a:ext cx="109800" cy="1086000"/>
              </a:xfrm>
              <a:prstGeom prst="straightConnector1">
                <a:avLst/>
              </a:prstGeom>
              <a:noFill/>
              <a:ln cap="flat" cmpd="sng" w="9525">
                <a:solidFill>
                  <a:schemeClr val="dk2"/>
                </a:solidFill>
                <a:prstDash val="solid"/>
                <a:round/>
                <a:headEnd len="med" w="med" type="none"/>
                <a:tailEnd len="med" w="med" type="none"/>
              </a:ln>
            </p:spPr>
          </p:cxnSp>
          <p:cxnSp>
            <p:nvCxnSpPr>
              <p:cNvPr id="1325" name="Google Shape;1325;p22"/>
              <p:cNvCxnSpPr>
                <a:stCxn id="1322" idx="4"/>
                <a:endCxn id="1320" idx="0"/>
              </p:cNvCxnSpPr>
              <p:nvPr/>
            </p:nvCxnSpPr>
            <p:spPr>
              <a:xfrm>
                <a:off x="92976" y="973437"/>
                <a:ext cx="163500" cy="1318500"/>
              </a:xfrm>
              <a:prstGeom prst="straightConnector1">
                <a:avLst/>
              </a:prstGeom>
              <a:noFill/>
              <a:ln cap="flat" cmpd="sng" w="9525">
                <a:solidFill>
                  <a:schemeClr val="dk2"/>
                </a:solidFill>
                <a:prstDash val="solid"/>
                <a:round/>
                <a:headEnd len="med" w="med" type="none"/>
                <a:tailEnd len="med" w="med" type="none"/>
              </a:ln>
            </p:spPr>
          </p:cxnSp>
          <p:cxnSp>
            <p:nvCxnSpPr>
              <p:cNvPr id="1326" name="Google Shape;1326;p22"/>
              <p:cNvCxnSpPr>
                <a:stCxn id="1322" idx="5"/>
                <a:endCxn id="1323" idx="1"/>
              </p:cNvCxnSpPr>
              <p:nvPr/>
            </p:nvCxnSpPr>
            <p:spPr>
              <a:xfrm>
                <a:off x="123629" y="960741"/>
                <a:ext cx="190200" cy="119100"/>
              </a:xfrm>
              <a:prstGeom prst="straightConnector1">
                <a:avLst/>
              </a:prstGeom>
              <a:noFill/>
              <a:ln cap="flat" cmpd="sng" w="9525">
                <a:solidFill>
                  <a:schemeClr val="dk2"/>
                </a:solidFill>
                <a:prstDash val="solid"/>
                <a:round/>
                <a:headEnd len="med" w="med" type="none"/>
                <a:tailEnd len="med" w="med" type="none"/>
              </a:ln>
            </p:spPr>
          </p:cxnSp>
          <p:cxnSp>
            <p:nvCxnSpPr>
              <p:cNvPr id="1327" name="Google Shape;1327;p22"/>
              <p:cNvCxnSpPr>
                <a:stCxn id="1322" idx="0"/>
                <a:endCxn id="1319" idx="4"/>
              </p:cNvCxnSpPr>
              <p:nvPr/>
            </p:nvCxnSpPr>
            <p:spPr>
              <a:xfrm rot="10800000">
                <a:off x="-176124" y="-92163"/>
                <a:ext cx="269100" cy="978900"/>
              </a:xfrm>
              <a:prstGeom prst="straightConnector1">
                <a:avLst/>
              </a:prstGeom>
              <a:noFill/>
              <a:ln cap="flat" cmpd="sng" w="9525">
                <a:solidFill>
                  <a:schemeClr val="dk2"/>
                </a:solidFill>
                <a:prstDash val="solid"/>
                <a:round/>
                <a:headEnd len="med" w="med" type="none"/>
                <a:tailEnd len="med" w="med" type="none"/>
              </a:ln>
            </p:spPr>
          </p:cxnSp>
          <p:cxnSp>
            <p:nvCxnSpPr>
              <p:cNvPr id="1328" name="Google Shape;1328;p22"/>
              <p:cNvCxnSpPr>
                <a:stCxn id="1322" idx="7"/>
                <a:endCxn id="1317" idx="3"/>
              </p:cNvCxnSpPr>
              <p:nvPr/>
            </p:nvCxnSpPr>
            <p:spPr>
              <a:xfrm flipH="1" rot="10800000">
                <a:off x="1236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1329" name="Google Shape;1329;p22"/>
              <p:cNvCxnSpPr>
                <a:stCxn id="1319" idx="5"/>
                <a:endCxn id="1317" idx="1"/>
              </p:cNvCxnSpPr>
              <p:nvPr/>
            </p:nvCxnSpPr>
            <p:spPr>
              <a:xfrm>
                <a:off x="-140654" y="-106767"/>
                <a:ext cx="412200" cy="489300"/>
              </a:xfrm>
              <a:prstGeom prst="straightConnector1">
                <a:avLst/>
              </a:prstGeom>
              <a:noFill/>
              <a:ln cap="flat" cmpd="sng" w="9525">
                <a:solidFill>
                  <a:schemeClr val="dk2"/>
                </a:solidFill>
                <a:prstDash val="solid"/>
                <a:round/>
                <a:headEnd len="med" w="med" type="none"/>
                <a:tailEnd len="med" w="med" type="none"/>
              </a:ln>
            </p:spPr>
          </p:cxnSp>
          <p:cxnSp>
            <p:nvCxnSpPr>
              <p:cNvPr id="1330" name="Google Shape;1330;p22"/>
              <p:cNvCxnSpPr>
                <a:stCxn id="1319" idx="6"/>
                <a:endCxn id="1318" idx="2"/>
              </p:cNvCxnSpPr>
              <p:nvPr/>
            </p:nvCxnSpPr>
            <p:spPr>
              <a:xfrm>
                <a:off x="-126024" y="-142087"/>
                <a:ext cx="1352400" cy="297600"/>
              </a:xfrm>
              <a:prstGeom prst="straightConnector1">
                <a:avLst/>
              </a:prstGeom>
              <a:noFill/>
              <a:ln cap="flat" cmpd="sng" w="9525">
                <a:solidFill>
                  <a:schemeClr val="dk2"/>
                </a:solidFill>
                <a:prstDash val="solid"/>
                <a:round/>
                <a:headEnd len="med" w="med" type="none"/>
                <a:tailEnd len="med" w="med" type="none"/>
              </a:ln>
            </p:spPr>
          </p:cxnSp>
          <p:cxnSp>
            <p:nvCxnSpPr>
              <p:cNvPr id="1331" name="Google Shape;1331;p22"/>
              <p:cNvCxnSpPr>
                <a:stCxn id="1321" idx="2"/>
                <a:endCxn id="1319" idx="5"/>
              </p:cNvCxnSpPr>
              <p:nvPr/>
            </p:nvCxnSpPr>
            <p:spPr>
              <a:xfrm rot="10800000">
                <a:off x="-140799" y="-106763"/>
                <a:ext cx="875100" cy="372300"/>
              </a:xfrm>
              <a:prstGeom prst="straightConnector1">
                <a:avLst/>
              </a:prstGeom>
              <a:noFill/>
              <a:ln cap="flat" cmpd="sng" w="9525">
                <a:solidFill>
                  <a:schemeClr val="dk2"/>
                </a:solidFill>
                <a:prstDash val="solid"/>
                <a:round/>
                <a:headEnd len="med" w="med" type="none"/>
                <a:tailEnd len="med" w="med" type="none"/>
              </a:ln>
            </p:spPr>
          </p:cxnSp>
          <p:cxnSp>
            <p:nvCxnSpPr>
              <p:cNvPr id="1332" name="Google Shape;1332;p22"/>
              <p:cNvCxnSpPr>
                <a:stCxn id="1323" idx="0"/>
                <a:endCxn id="1317" idx="4"/>
              </p:cNvCxnSpPr>
              <p:nvPr/>
            </p:nvCxnSpPr>
            <p:spPr>
              <a:xfrm rot="10800000">
                <a:off x="302125" y="456569"/>
                <a:ext cx="63900" cy="601500"/>
              </a:xfrm>
              <a:prstGeom prst="straightConnector1">
                <a:avLst/>
              </a:prstGeom>
              <a:noFill/>
              <a:ln cap="flat" cmpd="sng" w="9525">
                <a:solidFill>
                  <a:schemeClr val="dk2"/>
                </a:solidFill>
                <a:prstDash val="solid"/>
                <a:round/>
                <a:headEnd len="med" w="med" type="none"/>
                <a:tailEnd len="med" w="med" type="none"/>
              </a:ln>
            </p:spPr>
          </p:cxnSp>
          <p:cxnSp>
            <p:nvCxnSpPr>
              <p:cNvPr id="1333" name="Google Shape;1333;p22"/>
              <p:cNvCxnSpPr>
                <a:stCxn id="1323" idx="0"/>
                <a:endCxn id="1321" idx="3"/>
              </p:cNvCxnSpPr>
              <p:nvPr/>
            </p:nvCxnSpPr>
            <p:spPr>
              <a:xfrm flipH="1" rot="10800000">
                <a:off x="366025" y="296069"/>
                <a:ext cx="381000" cy="762000"/>
              </a:xfrm>
              <a:prstGeom prst="straightConnector1">
                <a:avLst/>
              </a:prstGeom>
              <a:noFill/>
              <a:ln cap="flat" cmpd="sng" w="9525">
                <a:solidFill>
                  <a:schemeClr val="dk2"/>
                </a:solidFill>
                <a:prstDash val="solid"/>
                <a:round/>
                <a:headEnd len="med" w="med" type="none"/>
                <a:tailEnd len="med" w="med" type="none"/>
              </a:ln>
            </p:spPr>
          </p:cxnSp>
          <p:sp>
            <p:nvSpPr>
              <p:cNvPr id="1317" name="Google Shape;1317;p22"/>
              <p:cNvSpPr/>
              <p:nvPr/>
            </p:nvSpPr>
            <p:spPr>
              <a:xfrm>
                <a:off x="258901" y="369758"/>
                <a:ext cx="86700" cy="8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334" name="Google Shape;1334;p22"/>
            <p:cNvGrpSpPr/>
            <p:nvPr/>
          </p:nvGrpSpPr>
          <p:grpSpPr>
            <a:xfrm rot="2030497">
              <a:off x="-2581586" y="1819329"/>
              <a:ext cx="3816850" cy="3612312"/>
              <a:chOff x="-100549" y="47919"/>
              <a:chExt cx="4607849" cy="4360923"/>
            </a:xfrm>
          </p:grpSpPr>
          <p:sp>
            <p:nvSpPr>
              <p:cNvPr id="1335" name="Google Shape;1335;p22"/>
              <p:cNvSpPr/>
              <p:nvPr/>
            </p:nvSpPr>
            <p:spPr>
              <a:xfrm rot="10800000">
                <a:off x="4076800" y="2467368"/>
                <a:ext cx="234600" cy="23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36" name="Google Shape;1336;p22"/>
              <p:cNvSpPr/>
              <p:nvPr/>
            </p:nvSpPr>
            <p:spPr>
              <a:xfrm rot="10800000">
                <a:off x="1137802" y="3577294"/>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37" name="Google Shape;1337;p22"/>
              <p:cNvSpPr/>
              <p:nvPr/>
            </p:nvSpPr>
            <p:spPr>
              <a:xfrm rot="10800000">
                <a:off x="1731851" y="997900"/>
                <a:ext cx="484500" cy="484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38" name="Google Shape;1338;p22"/>
              <p:cNvSpPr/>
              <p:nvPr/>
            </p:nvSpPr>
            <p:spPr>
              <a:xfrm rot="10800000">
                <a:off x="2254926" y="2505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39" name="Google Shape;1339;p22"/>
              <p:cNvSpPr/>
              <p:nvPr/>
            </p:nvSpPr>
            <p:spPr>
              <a:xfrm rot="10800000">
                <a:off x="3685300" y="3636544"/>
                <a:ext cx="116100" cy="116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40" name="Google Shape;1340;p22"/>
              <p:cNvSpPr/>
              <p:nvPr/>
            </p:nvSpPr>
            <p:spPr>
              <a:xfrm rot="10800000">
                <a:off x="2254926" y="39039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41" name="Google Shape;1341;p22"/>
              <p:cNvSpPr/>
              <p:nvPr/>
            </p:nvSpPr>
            <p:spPr>
              <a:xfrm rot="10800000">
                <a:off x="3125451" y="1436544"/>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42" name="Google Shape;1342;p22"/>
              <p:cNvSpPr/>
              <p:nvPr/>
            </p:nvSpPr>
            <p:spPr>
              <a:xfrm rot="10800000">
                <a:off x="447667" y="2351269"/>
                <a:ext cx="116100" cy="116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343" name="Google Shape;1343;p22"/>
              <p:cNvCxnSpPr>
                <a:stCxn id="1339" idx="5"/>
                <a:endCxn id="1338" idx="1"/>
              </p:cNvCxnSpPr>
              <p:nvPr/>
            </p:nvCxnSpPr>
            <p:spPr>
              <a:xfrm rot="8769356">
                <a:off x="2782616" y="2360623"/>
                <a:ext cx="526274" cy="1572747"/>
              </a:xfrm>
              <a:prstGeom prst="straightConnector1">
                <a:avLst/>
              </a:prstGeom>
              <a:noFill/>
              <a:ln cap="flat" cmpd="sng" w="9525">
                <a:solidFill>
                  <a:schemeClr val="dk2"/>
                </a:solidFill>
                <a:prstDash val="solid"/>
                <a:round/>
                <a:headEnd len="med" w="med" type="none"/>
                <a:tailEnd len="med" w="med" type="none"/>
              </a:ln>
            </p:spPr>
          </p:cxnSp>
          <p:cxnSp>
            <p:nvCxnSpPr>
              <p:cNvPr id="1344" name="Google Shape;1344;p22"/>
              <p:cNvCxnSpPr>
                <a:stCxn id="1340" idx="4"/>
                <a:endCxn id="1338" idx="0"/>
              </p:cNvCxnSpPr>
              <p:nvPr/>
            </p:nvCxnSpPr>
            <p:spPr>
              <a:xfrm flipH="1" rot="8769075">
                <a:off x="1988166" y="2768320"/>
                <a:ext cx="691020" cy="1030498"/>
              </a:xfrm>
              <a:prstGeom prst="straightConnector1">
                <a:avLst/>
              </a:prstGeom>
              <a:noFill/>
              <a:ln cap="flat" cmpd="sng" w="9525">
                <a:solidFill>
                  <a:schemeClr val="dk2"/>
                </a:solidFill>
                <a:prstDash val="solid"/>
                <a:round/>
                <a:headEnd len="med" w="med" type="none"/>
                <a:tailEnd len="med" w="med" type="none"/>
              </a:ln>
            </p:spPr>
          </p:cxnSp>
          <p:cxnSp>
            <p:nvCxnSpPr>
              <p:cNvPr id="1345" name="Google Shape;1345;p22"/>
              <p:cNvCxnSpPr>
                <a:stCxn id="1335" idx="6"/>
                <a:endCxn id="1338" idx="2"/>
              </p:cNvCxnSpPr>
              <p:nvPr/>
            </p:nvCxnSpPr>
            <p:spPr>
              <a:xfrm rot="8769491">
                <a:off x="2553455" y="2121214"/>
                <a:ext cx="1382290" cy="926908"/>
              </a:xfrm>
              <a:prstGeom prst="straightConnector1">
                <a:avLst/>
              </a:prstGeom>
              <a:noFill/>
              <a:ln cap="flat" cmpd="sng" w="9525">
                <a:solidFill>
                  <a:schemeClr val="dk2"/>
                </a:solidFill>
                <a:prstDash val="solid"/>
                <a:round/>
                <a:headEnd len="med" w="med" type="none"/>
                <a:tailEnd len="med" w="med" type="none"/>
              </a:ln>
            </p:spPr>
          </p:cxnSp>
          <p:cxnSp>
            <p:nvCxnSpPr>
              <p:cNvPr id="1346" name="Google Shape;1346;p22"/>
              <p:cNvCxnSpPr>
                <a:stCxn id="1335" idx="0"/>
                <a:endCxn id="1339" idx="3"/>
              </p:cNvCxnSpPr>
              <p:nvPr/>
            </p:nvCxnSpPr>
            <p:spPr>
              <a:xfrm flipH="1" rot="-2030280">
                <a:off x="3554311" y="2896576"/>
                <a:ext cx="870078" cy="562385"/>
              </a:xfrm>
              <a:prstGeom prst="straightConnector1">
                <a:avLst/>
              </a:prstGeom>
              <a:noFill/>
              <a:ln cap="flat" cmpd="sng" w="9525">
                <a:solidFill>
                  <a:schemeClr val="dk2"/>
                </a:solidFill>
                <a:prstDash val="solid"/>
                <a:round/>
                <a:headEnd len="med" w="med" type="none"/>
                <a:tailEnd len="med" w="med" type="none"/>
              </a:ln>
            </p:spPr>
          </p:cxnSp>
          <p:cxnSp>
            <p:nvCxnSpPr>
              <p:cNvPr id="1347" name="Google Shape;1347;p22"/>
              <p:cNvCxnSpPr>
                <a:stCxn id="1339" idx="7"/>
                <a:endCxn id="1340" idx="2"/>
              </p:cNvCxnSpPr>
              <p:nvPr/>
            </p:nvCxnSpPr>
            <p:spPr>
              <a:xfrm rot="8769605">
                <a:off x="2452857" y="3602445"/>
                <a:ext cx="1208890" cy="513294"/>
              </a:xfrm>
              <a:prstGeom prst="straightConnector1">
                <a:avLst/>
              </a:prstGeom>
              <a:noFill/>
              <a:ln cap="flat" cmpd="sng" w="9525">
                <a:solidFill>
                  <a:schemeClr val="dk2"/>
                </a:solidFill>
                <a:prstDash val="solid"/>
                <a:round/>
                <a:headEnd len="med" w="med" type="none"/>
                <a:tailEnd len="med" w="med" type="none"/>
              </a:ln>
            </p:spPr>
          </p:cxnSp>
          <p:cxnSp>
            <p:nvCxnSpPr>
              <p:cNvPr id="1348" name="Google Shape;1348;p22"/>
              <p:cNvCxnSpPr>
                <a:stCxn id="1340" idx="6"/>
                <a:endCxn id="1336" idx="1"/>
              </p:cNvCxnSpPr>
              <p:nvPr/>
            </p:nvCxnSpPr>
            <p:spPr>
              <a:xfrm rot="8768875">
                <a:off x="1472857" y="3539834"/>
                <a:ext cx="647338" cy="680869"/>
              </a:xfrm>
              <a:prstGeom prst="straightConnector1">
                <a:avLst/>
              </a:prstGeom>
              <a:noFill/>
              <a:ln cap="flat" cmpd="sng" w="9525">
                <a:solidFill>
                  <a:schemeClr val="dk2"/>
                </a:solidFill>
                <a:prstDash val="solid"/>
                <a:round/>
                <a:headEnd len="med" w="med" type="none"/>
                <a:tailEnd len="med" w="med" type="none"/>
              </a:ln>
            </p:spPr>
          </p:cxnSp>
          <p:cxnSp>
            <p:nvCxnSpPr>
              <p:cNvPr id="1349" name="Google Shape;1349;p22"/>
              <p:cNvCxnSpPr>
                <a:stCxn id="1338" idx="7"/>
                <a:endCxn id="1336" idx="3"/>
              </p:cNvCxnSpPr>
              <p:nvPr/>
            </p:nvCxnSpPr>
            <p:spPr>
              <a:xfrm flipH="1" rot="-2030278">
                <a:off x="1147266" y="2984238"/>
                <a:ext cx="1321550" cy="283231"/>
              </a:xfrm>
              <a:prstGeom prst="straightConnector1">
                <a:avLst/>
              </a:prstGeom>
              <a:noFill/>
              <a:ln cap="flat" cmpd="sng" w="9525">
                <a:solidFill>
                  <a:schemeClr val="dk2"/>
                </a:solidFill>
                <a:prstDash val="solid"/>
                <a:round/>
                <a:headEnd len="med" w="med" type="none"/>
                <a:tailEnd len="med" w="med" type="none"/>
              </a:ln>
            </p:spPr>
          </p:cxnSp>
          <p:cxnSp>
            <p:nvCxnSpPr>
              <p:cNvPr id="1350" name="Google Shape;1350;p22"/>
              <p:cNvCxnSpPr>
                <a:stCxn id="1335" idx="5"/>
                <a:endCxn id="1341" idx="1"/>
              </p:cNvCxnSpPr>
              <p:nvPr/>
            </p:nvCxnSpPr>
            <p:spPr>
              <a:xfrm rot="8769493">
                <a:off x="3591334" y="1412692"/>
                <a:ext cx="188543" cy="1247164"/>
              </a:xfrm>
              <a:prstGeom prst="straightConnector1">
                <a:avLst/>
              </a:prstGeom>
              <a:noFill/>
              <a:ln cap="flat" cmpd="sng" w="9525">
                <a:solidFill>
                  <a:schemeClr val="dk2"/>
                </a:solidFill>
                <a:prstDash val="solid"/>
                <a:round/>
                <a:headEnd len="med" w="med" type="none"/>
                <a:tailEnd len="med" w="med" type="none"/>
              </a:ln>
            </p:spPr>
          </p:cxnSp>
          <p:cxnSp>
            <p:nvCxnSpPr>
              <p:cNvPr id="1351" name="Google Shape;1351;p22"/>
              <p:cNvCxnSpPr>
                <a:stCxn id="1341" idx="7"/>
                <a:endCxn id="1338" idx="3"/>
              </p:cNvCxnSpPr>
              <p:nvPr/>
            </p:nvCxnSpPr>
            <p:spPr>
              <a:xfrm flipH="1" rot="-2030495">
                <a:off x="2186803" y="1863549"/>
                <a:ext cx="1164126" cy="372760"/>
              </a:xfrm>
              <a:prstGeom prst="straightConnector1">
                <a:avLst/>
              </a:prstGeom>
              <a:noFill/>
              <a:ln cap="flat" cmpd="sng" w="9525">
                <a:solidFill>
                  <a:schemeClr val="dk2"/>
                </a:solidFill>
                <a:prstDash val="solid"/>
                <a:round/>
                <a:headEnd len="med" w="med" type="none"/>
                <a:tailEnd len="med" w="med" type="none"/>
              </a:ln>
            </p:spPr>
          </p:cxnSp>
          <p:cxnSp>
            <p:nvCxnSpPr>
              <p:cNvPr id="1352" name="Google Shape;1352;p22"/>
              <p:cNvCxnSpPr>
                <a:stCxn id="1341" idx="5"/>
                <a:endCxn id="1337" idx="2"/>
              </p:cNvCxnSpPr>
              <p:nvPr/>
            </p:nvCxnSpPr>
            <p:spPr>
              <a:xfrm rot="8769821">
                <a:off x="2356510" y="999099"/>
                <a:ext cx="651914" cy="701421"/>
              </a:xfrm>
              <a:prstGeom prst="straightConnector1">
                <a:avLst/>
              </a:prstGeom>
              <a:noFill/>
              <a:ln cap="flat" cmpd="sng" w="9525">
                <a:solidFill>
                  <a:schemeClr val="dk2"/>
                </a:solidFill>
                <a:prstDash val="solid"/>
                <a:round/>
                <a:headEnd len="med" w="med" type="none"/>
                <a:tailEnd len="med" w="med" type="none"/>
              </a:ln>
            </p:spPr>
          </p:cxnSp>
          <p:cxnSp>
            <p:nvCxnSpPr>
              <p:cNvPr id="1353" name="Google Shape;1353;p22"/>
              <p:cNvCxnSpPr>
                <a:stCxn id="1337" idx="0"/>
                <a:endCxn id="1338" idx="5"/>
              </p:cNvCxnSpPr>
              <p:nvPr/>
            </p:nvCxnSpPr>
            <p:spPr>
              <a:xfrm flipH="1" rot="-2029195">
                <a:off x="1960847" y="1486358"/>
                <a:ext cx="330408" cy="1038486"/>
              </a:xfrm>
              <a:prstGeom prst="straightConnector1">
                <a:avLst/>
              </a:prstGeom>
              <a:noFill/>
              <a:ln cap="flat" cmpd="sng" w="9525">
                <a:solidFill>
                  <a:schemeClr val="dk2"/>
                </a:solidFill>
                <a:prstDash val="solid"/>
                <a:round/>
                <a:headEnd len="med" w="med" type="none"/>
                <a:tailEnd len="med" w="med" type="none"/>
              </a:ln>
            </p:spPr>
          </p:cxnSp>
          <p:cxnSp>
            <p:nvCxnSpPr>
              <p:cNvPr id="1354" name="Google Shape;1354;p22"/>
              <p:cNvCxnSpPr>
                <a:stCxn id="1337" idx="7"/>
                <a:endCxn id="1342" idx="3"/>
              </p:cNvCxnSpPr>
              <p:nvPr/>
            </p:nvCxnSpPr>
            <p:spPr>
              <a:xfrm flipH="1" rot="-2030477">
                <a:off x="386634" y="1842270"/>
                <a:ext cx="1576242" cy="95353"/>
              </a:xfrm>
              <a:prstGeom prst="straightConnector1">
                <a:avLst/>
              </a:prstGeom>
              <a:noFill/>
              <a:ln cap="flat" cmpd="sng" w="9525">
                <a:solidFill>
                  <a:schemeClr val="dk2"/>
                </a:solidFill>
                <a:prstDash val="solid"/>
                <a:round/>
                <a:headEnd len="med" w="med" type="none"/>
                <a:tailEnd len="med" w="med" type="none"/>
              </a:ln>
            </p:spPr>
          </p:cxnSp>
          <p:cxnSp>
            <p:nvCxnSpPr>
              <p:cNvPr id="1355" name="Google Shape;1355;p22"/>
              <p:cNvCxnSpPr>
                <a:stCxn id="1338" idx="6"/>
                <a:endCxn id="1342" idx="2"/>
              </p:cNvCxnSpPr>
              <p:nvPr/>
            </p:nvCxnSpPr>
            <p:spPr>
              <a:xfrm rot="8769842">
                <a:off x="755690" y="1953080"/>
                <a:ext cx="1307072" cy="1087577"/>
              </a:xfrm>
              <a:prstGeom prst="straightConnector1">
                <a:avLst/>
              </a:prstGeom>
              <a:noFill/>
              <a:ln cap="flat" cmpd="sng" w="9525">
                <a:solidFill>
                  <a:schemeClr val="dk2"/>
                </a:solidFill>
                <a:prstDash val="solid"/>
                <a:round/>
                <a:headEnd len="med" w="med" type="none"/>
                <a:tailEnd len="med" w="med" type="none"/>
              </a:ln>
            </p:spPr>
          </p:cxnSp>
          <p:cxnSp>
            <p:nvCxnSpPr>
              <p:cNvPr id="1356" name="Google Shape;1356;p22"/>
              <p:cNvCxnSpPr>
                <a:stCxn id="1342" idx="0"/>
                <a:endCxn id="1336" idx="5"/>
              </p:cNvCxnSpPr>
              <p:nvPr/>
            </p:nvCxnSpPr>
            <p:spPr>
              <a:xfrm flipH="1" rot="-2024821">
                <a:off x="797015" y="2378694"/>
                <a:ext cx="83704" cy="1321550"/>
              </a:xfrm>
              <a:prstGeom prst="straightConnector1">
                <a:avLst/>
              </a:prstGeom>
              <a:noFill/>
              <a:ln cap="flat" cmpd="sng" w="9525">
                <a:solidFill>
                  <a:schemeClr val="dk2"/>
                </a:solidFill>
                <a:prstDash val="solid"/>
                <a:round/>
                <a:headEnd len="med" w="med" type="none"/>
                <a:tailEnd len="med" w="med" type="none"/>
              </a:ln>
            </p:spPr>
          </p:cxnSp>
          <p:cxnSp>
            <p:nvCxnSpPr>
              <p:cNvPr id="1357" name="Google Shape;1357;p22"/>
              <p:cNvCxnSpPr>
                <a:stCxn id="1339" idx="4"/>
                <a:endCxn id="1337" idx="1"/>
              </p:cNvCxnSpPr>
              <p:nvPr/>
            </p:nvCxnSpPr>
            <p:spPr>
              <a:xfrm rot="8775347">
                <a:off x="2900285" y="1155017"/>
                <a:ext cx="88031" cy="2737955"/>
              </a:xfrm>
              <a:prstGeom prst="straightConnector1">
                <a:avLst/>
              </a:prstGeom>
              <a:noFill/>
              <a:ln cap="flat" cmpd="sng" w="9525">
                <a:solidFill>
                  <a:schemeClr val="dk2"/>
                </a:solidFill>
                <a:prstDash val="solid"/>
                <a:round/>
                <a:headEnd len="med" w="med" type="none"/>
                <a:tailEnd len="med" w="med" type="none"/>
              </a:ln>
            </p:spPr>
          </p:cxnSp>
          <p:cxnSp>
            <p:nvCxnSpPr>
              <p:cNvPr id="1358" name="Google Shape;1358;p22"/>
              <p:cNvCxnSpPr>
                <a:stCxn id="1336" idx="4"/>
                <a:endCxn id="1337" idx="7"/>
              </p:cNvCxnSpPr>
              <p:nvPr/>
            </p:nvCxnSpPr>
            <p:spPr>
              <a:xfrm flipH="1" rot="8769813">
                <a:off x="698488" y="1747510"/>
                <a:ext cx="1661027" cy="1493868"/>
              </a:xfrm>
              <a:prstGeom prst="straightConnector1">
                <a:avLst/>
              </a:prstGeom>
              <a:noFill/>
              <a:ln cap="flat" cmpd="sng" w="9525">
                <a:solidFill>
                  <a:schemeClr val="dk2"/>
                </a:solidFill>
                <a:prstDash val="solid"/>
                <a:round/>
                <a:headEnd len="med" w="med" type="none"/>
                <a:tailEnd len="med" w="med" type="none"/>
              </a:ln>
            </p:spPr>
          </p:cxnSp>
          <p:cxnSp>
            <p:nvCxnSpPr>
              <p:cNvPr id="1359" name="Google Shape;1359;p22"/>
              <p:cNvCxnSpPr>
                <a:stCxn id="1335" idx="5"/>
                <a:endCxn id="1337" idx="1"/>
              </p:cNvCxnSpPr>
              <p:nvPr/>
            </p:nvCxnSpPr>
            <p:spPr>
              <a:xfrm rot="8769113">
                <a:off x="2615603" y="956497"/>
                <a:ext cx="1025506" cy="2000256"/>
              </a:xfrm>
              <a:prstGeom prst="straightConnector1">
                <a:avLst/>
              </a:prstGeom>
              <a:noFill/>
              <a:ln cap="flat" cmpd="sng" w="9525">
                <a:solidFill>
                  <a:schemeClr val="dk2"/>
                </a:solidFill>
                <a:prstDash val="solid"/>
                <a:round/>
                <a:headEnd len="med" w="med" type="none"/>
                <a:tailEnd len="med" w="med" type="none"/>
              </a:ln>
            </p:spPr>
          </p:cxnSp>
          <p:sp>
            <p:nvSpPr>
              <p:cNvPr id="1360" name="Google Shape;1360;p22"/>
              <p:cNvSpPr/>
              <p:nvPr/>
            </p:nvSpPr>
            <p:spPr>
              <a:xfrm rot="10800000">
                <a:off x="873701" y="691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361" name="Google Shape;1361;p22"/>
              <p:cNvCxnSpPr>
                <a:stCxn id="1342" idx="4"/>
                <a:endCxn id="1360" idx="7"/>
              </p:cNvCxnSpPr>
              <p:nvPr/>
            </p:nvCxnSpPr>
            <p:spPr>
              <a:xfrm flipH="1" rot="8769580">
                <a:off x="114237" y="1064376"/>
                <a:ext cx="1173861" cy="1048886"/>
              </a:xfrm>
              <a:prstGeom prst="straightConnector1">
                <a:avLst/>
              </a:prstGeom>
              <a:noFill/>
              <a:ln cap="flat" cmpd="sng" w="9525">
                <a:solidFill>
                  <a:schemeClr val="dk2"/>
                </a:solidFill>
                <a:prstDash val="solid"/>
                <a:round/>
                <a:headEnd len="med" w="med" type="none"/>
                <a:tailEnd len="med" w="med" type="none"/>
              </a:ln>
            </p:spPr>
          </p:cxnSp>
          <p:cxnSp>
            <p:nvCxnSpPr>
              <p:cNvPr id="1362" name="Google Shape;1362;p22"/>
              <p:cNvCxnSpPr>
                <a:stCxn id="1360" idx="2"/>
                <a:endCxn id="1337" idx="5"/>
              </p:cNvCxnSpPr>
              <p:nvPr/>
            </p:nvCxnSpPr>
            <p:spPr>
              <a:xfrm rot="-2029235">
                <a:off x="1179725" y="581031"/>
                <a:ext cx="474852" cy="677375"/>
              </a:xfrm>
              <a:prstGeom prst="straightConnector1">
                <a:avLst/>
              </a:prstGeom>
              <a:noFill/>
              <a:ln cap="flat" cmpd="sng" w="9525">
                <a:solidFill>
                  <a:schemeClr val="dk2"/>
                </a:solidFill>
                <a:prstDash val="solid"/>
                <a:round/>
                <a:headEnd len="med" w="med" type="none"/>
                <a:tailEnd len="med" w="med" type="none"/>
              </a:ln>
            </p:spPr>
          </p:cxnSp>
          <p:cxnSp>
            <p:nvCxnSpPr>
              <p:cNvPr id="1363" name="Google Shape;1363;p22"/>
              <p:cNvCxnSpPr>
                <a:stCxn id="1360" idx="0"/>
                <a:endCxn id="1336" idx="4"/>
              </p:cNvCxnSpPr>
              <p:nvPr/>
            </p:nvCxnSpPr>
            <p:spPr>
              <a:xfrm flipH="1" rot="-2030204">
                <a:off x="469943" y="996108"/>
                <a:ext cx="1267716" cy="2434421"/>
              </a:xfrm>
              <a:prstGeom prst="straightConnector1">
                <a:avLst/>
              </a:prstGeom>
              <a:noFill/>
              <a:ln cap="flat" cmpd="sng" w="9525">
                <a:solidFill>
                  <a:schemeClr val="dk2"/>
                </a:solidFill>
                <a:prstDash val="solid"/>
                <a:round/>
                <a:headEnd len="med" w="med" type="none"/>
                <a:tailEnd len="med" w="med" type="none"/>
              </a:ln>
            </p:spPr>
          </p:cxnSp>
          <p:cxnSp>
            <p:nvCxnSpPr>
              <p:cNvPr id="1364" name="Google Shape;1364;p22"/>
              <p:cNvCxnSpPr>
                <a:stCxn id="1360" idx="1"/>
                <a:endCxn id="1338" idx="5"/>
              </p:cNvCxnSpPr>
              <p:nvPr/>
            </p:nvCxnSpPr>
            <p:spPr>
              <a:xfrm rot="-2032139">
                <a:off x="1589793" y="616894"/>
                <a:ext cx="106586" cy="2121320"/>
              </a:xfrm>
              <a:prstGeom prst="straightConnector1">
                <a:avLst/>
              </a:prstGeom>
              <a:noFill/>
              <a:ln cap="flat" cmpd="sng" w="9525">
                <a:solidFill>
                  <a:schemeClr val="dk2"/>
                </a:solidFill>
                <a:prstDash val="solid"/>
                <a:round/>
                <a:headEnd len="med" w="med" type="none"/>
                <a:tailEnd len="med" w="med" type="none"/>
              </a:ln>
            </p:spPr>
          </p:cxnSp>
          <p:sp>
            <p:nvSpPr>
              <p:cNvPr id="1365" name="Google Shape;1365;p22"/>
              <p:cNvSpPr/>
              <p:nvPr/>
            </p:nvSpPr>
            <p:spPr>
              <a:xfrm rot="10800000">
                <a:off x="2346923" y="285337"/>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366" name="Google Shape;1366;p22"/>
              <p:cNvCxnSpPr>
                <a:stCxn id="1360" idx="2"/>
                <a:endCxn id="1365" idx="6"/>
              </p:cNvCxnSpPr>
              <p:nvPr/>
            </p:nvCxnSpPr>
            <p:spPr>
              <a:xfrm rot="-2030441">
                <a:off x="1040224" y="373064"/>
                <a:ext cx="1297753" cy="427010"/>
              </a:xfrm>
              <a:prstGeom prst="straightConnector1">
                <a:avLst/>
              </a:prstGeom>
              <a:noFill/>
              <a:ln cap="flat" cmpd="sng" w="9525">
                <a:solidFill>
                  <a:schemeClr val="dk2"/>
                </a:solidFill>
                <a:prstDash val="solid"/>
                <a:round/>
                <a:headEnd len="med" w="med" type="none"/>
                <a:tailEnd len="med" w="med" type="none"/>
              </a:ln>
            </p:spPr>
          </p:cxnSp>
          <p:cxnSp>
            <p:nvCxnSpPr>
              <p:cNvPr id="1367" name="Google Shape;1367;p22"/>
              <p:cNvCxnSpPr>
                <a:stCxn id="1365" idx="1"/>
                <a:endCxn id="1341" idx="5"/>
              </p:cNvCxnSpPr>
              <p:nvPr/>
            </p:nvCxnSpPr>
            <p:spPr>
              <a:xfrm flipH="1" rot="-2034703">
                <a:off x="2826258" y="400719"/>
                <a:ext cx="43017" cy="1143823"/>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368" name="Shape 1368"/>
        <p:cNvGrpSpPr/>
        <p:nvPr/>
      </p:nvGrpSpPr>
      <p:grpSpPr>
        <a:xfrm>
          <a:off x="0" y="0"/>
          <a:ext cx="0" cy="0"/>
          <a:chOff x="0" y="0"/>
          <a:chExt cx="0" cy="0"/>
        </a:xfrm>
      </p:grpSpPr>
      <p:grpSp>
        <p:nvGrpSpPr>
          <p:cNvPr id="1369" name="Google Shape;1369;p23"/>
          <p:cNvGrpSpPr/>
          <p:nvPr/>
        </p:nvGrpSpPr>
        <p:grpSpPr>
          <a:xfrm>
            <a:off x="190301" y="174004"/>
            <a:ext cx="8808974" cy="4007621"/>
            <a:chOff x="190301" y="174004"/>
            <a:chExt cx="8808974" cy="4007621"/>
          </a:xfrm>
        </p:grpSpPr>
        <p:grpSp>
          <p:nvGrpSpPr>
            <p:cNvPr id="1370" name="Google Shape;1370;p23"/>
            <p:cNvGrpSpPr/>
            <p:nvPr/>
          </p:nvGrpSpPr>
          <p:grpSpPr>
            <a:xfrm rot="10800000">
              <a:off x="190301" y="3858950"/>
              <a:ext cx="298275" cy="322675"/>
              <a:chOff x="8667225" y="681525"/>
              <a:chExt cx="298275" cy="322675"/>
            </a:xfrm>
          </p:grpSpPr>
          <p:sp>
            <p:nvSpPr>
              <p:cNvPr id="1371" name="Google Shape;1371;p23"/>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72" name="Google Shape;1372;p23"/>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73" name="Google Shape;1373;p23"/>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374" name="Google Shape;1374;p23"/>
            <p:cNvGrpSpPr/>
            <p:nvPr/>
          </p:nvGrpSpPr>
          <p:grpSpPr>
            <a:xfrm rot="-5139163">
              <a:off x="8591694" y="201328"/>
              <a:ext cx="406266" cy="379191"/>
              <a:chOff x="140150" y="4657175"/>
              <a:chExt cx="406275" cy="379200"/>
            </a:xfrm>
          </p:grpSpPr>
          <p:sp>
            <p:nvSpPr>
              <p:cNvPr id="1375" name="Google Shape;1375;p23"/>
              <p:cNvSpPr/>
              <p:nvPr/>
            </p:nvSpPr>
            <p:spPr>
              <a:xfrm rot="10800000">
                <a:off x="140150" y="49496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76" name="Google Shape;1376;p23"/>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77" name="Google Shape;1377;p23"/>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78" name="Google Shape;1378;p23"/>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1379" name="Google Shape;1379;p23"/>
          <p:cNvGrpSpPr/>
          <p:nvPr/>
        </p:nvGrpSpPr>
        <p:grpSpPr>
          <a:xfrm>
            <a:off x="115024" y="-2374836"/>
            <a:ext cx="8971639" cy="9886184"/>
            <a:chOff x="115024" y="-2374836"/>
            <a:chExt cx="8971639" cy="9886184"/>
          </a:xfrm>
        </p:grpSpPr>
        <p:grpSp>
          <p:nvGrpSpPr>
            <p:cNvPr id="1380" name="Google Shape;1380;p23"/>
            <p:cNvGrpSpPr/>
            <p:nvPr/>
          </p:nvGrpSpPr>
          <p:grpSpPr>
            <a:xfrm flipH="1">
              <a:off x="115024" y="-2374836"/>
              <a:ext cx="3687215" cy="3485542"/>
              <a:chOff x="5337386" y="-2374836"/>
              <a:chExt cx="3687215" cy="3485542"/>
            </a:xfrm>
          </p:grpSpPr>
          <p:sp>
            <p:nvSpPr>
              <p:cNvPr id="1381" name="Google Shape;1381;p23"/>
              <p:cNvSpPr/>
              <p:nvPr/>
            </p:nvSpPr>
            <p:spPr>
              <a:xfrm rot="9698973">
                <a:off x="8256504" y="-2357857"/>
                <a:ext cx="128642" cy="128642"/>
              </a:xfrm>
              <a:prstGeom prst="ellipse">
                <a:avLst/>
              </a:prstGeom>
              <a:solidFill>
                <a:srgbClr val="FFD9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82" name="Google Shape;1382;p23"/>
              <p:cNvSpPr/>
              <p:nvPr/>
            </p:nvSpPr>
            <p:spPr>
              <a:xfrm rot="9699868">
                <a:off x="6325487" y="-94127"/>
                <a:ext cx="164028" cy="164028"/>
              </a:xfrm>
              <a:prstGeom prst="ellipse">
                <a:avLst/>
              </a:prstGeom>
              <a:solidFill>
                <a:srgbClr val="FFD9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83" name="Google Shape;1383;p23"/>
              <p:cNvSpPr/>
              <p:nvPr/>
            </p:nvSpPr>
            <p:spPr>
              <a:xfrm rot="9695130">
                <a:off x="7230532" y="-1291785"/>
                <a:ext cx="265916" cy="265916"/>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84" name="Google Shape;1384;p23"/>
              <p:cNvSpPr/>
              <p:nvPr/>
            </p:nvSpPr>
            <p:spPr>
              <a:xfrm rot="9708981">
                <a:off x="8013809" y="-151576"/>
                <a:ext cx="86521" cy="86521"/>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85" name="Google Shape;1385;p23"/>
              <p:cNvSpPr/>
              <p:nvPr/>
            </p:nvSpPr>
            <p:spPr>
              <a:xfrm rot="9699377">
                <a:off x="8889724" y="131264"/>
                <a:ext cx="119155" cy="119155"/>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86" name="Google Shape;1386;p23"/>
              <p:cNvSpPr/>
              <p:nvPr/>
            </p:nvSpPr>
            <p:spPr>
              <a:xfrm rot="-9307649">
                <a:off x="7169475" y="191656"/>
                <a:ext cx="86305" cy="8630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87" name="Google Shape;1387;p23"/>
              <p:cNvSpPr/>
              <p:nvPr/>
            </p:nvSpPr>
            <p:spPr>
              <a:xfrm rot="9708981">
                <a:off x="7609568" y="-1824766"/>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388" name="Google Shape;1388;p23"/>
              <p:cNvSpPr/>
              <p:nvPr/>
            </p:nvSpPr>
            <p:spPr>
              <a:xfrm rot="9698900">
                <a:off x="5354617" y="277974"/>
                <a:ext cx="130539" cy="13053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389" name="Google Shape;1389;p23"/>
              <p:cNvCxnSpPr>
                <a:stCxn id="1385" idx="5"/>
                <a:endCxn id="1384" idx="1"/>
              </p:cNvCxnSpPr>
              <p:nvPr/>
            </p:nvCxnSpPr>
            <p:spPr>
              <a:xfrm rot="10800000">
                <a:off x="8095656" y="-88788"/>
                <a:ext cx="800400" cy="252900"/>
              </a:xfrm>
              <a:prstGeom prst="straightConnector1">
                <a:avLst/>
              </a:prstGeom>
              <a:noFill/>
              <a:ln cap="flat" cmpd="sng" w="9525">
                <a:solidFill>
                  <a:schemeClr val="dk2"/>
                </a:solidFill>
                <a:prstDash val="solid"/>
                <a:round/>
                <a:headEnd len="med" w="med" type="none"/>
                <a:tailEnd len="med" w="med" type="none"/>
              </a:ln>
            </p:spPr>
          </p:cxnSp>
          <p:cxnSp>
            <p:nvCxnSpPr>
              <p:cNvPr id="1390" name="Google Shape;1390;p23"/>
              <p:cNvCxnSpPr>
                <a:stCxn id="1386" idx="4"/>
                <a:endCxn id="1384" idx="6"/>
              </p:cNvCxnSpPr>
              <p:nvPr/>
            </p:nvCxnSpPr>
            <p:spPr>
              <a:xfrm flipH="1" rot="10800000">
                <a:off x="7230777" y="-94742"/>
                <a:ext cx="785100" cy="290400"/>
              </a:xfrm>
              <a:prstGeom prst="straightConnector1">
                <a:avLst/>
              </a:prstGeom>
              <a:noFill/>
              <a:ln cap="flat" cmpd="sng" w="9525">
                <a:solidFill>
                  <a:schemeClr val="dk2"/>
                </a:solidFill>
                <a:prstDash val="solid"/>
                <a:round/>
                <a:headEnd len="med" w="med" type="none"/>
                <a:tailEnd len="med" w="med" type="none"/>
              </a:ln>
            </p:spPr>
          </p:cxnSp>
          <p:cxnSp>
            <p:nvCxnSpPr>
              <p:cNvPr id="1391" name="Google Shape;1391;p23"/>
              <p:cNvCxnSpPr>
                <a:stCxn id="1381" idx="0"/>
                <a:endCxn id="1385" idx="4"/>
              </p:cNvCxnSpPr>
              <p:nvPr/>
            </p:nvCxnSpPr>
            <p:spPr>
              <a:xfrm>
                <a:off x="8341075" y="-2232486"/>
                <a:ext cx="589500" cy="2366700"/>
              </a:xfrm>
              <a:prstGeom prst="straightConnector1">
                <a:avLst/>
              </a:prstGeom>
              <a:noFill/>
              <a:ln cap="flat" cmpd="sng" w="9525">
                <a:solidFill>
                  <a:schemeClr val="dk2"/>
                </a:solidFill>
                <a:prstDash val="solid"/>
                <a:round/>
                <a:headEnd len="med" w="med" type="none"/>
                <a:tailEnd len="med" w="med" type="none"/>
              </a:ln>
            </p:spPr>
          </p:cxnSp>
          <p:cxnSp>
            <p:nvCxnSpPr>
              <p:cNvPr id="1392" name="Google Shape;1392;p23"/>
              <p:cNvCxnSpPr>
                <a:stCxn id="1385" idx="6"/>
                <a:endCxn id="1386" idx="2"/>
              </p:cNvCxnSpPr>
              <p:nvPr/>
            </p:nvCxnSpPr>
            <p:spPr>
              <a:xfrm flipH="1">
                <a:off x="7251752" y="209591"/>
                <a:ext cx="1641000" cy="43500"/>
              </a:xfrm>
              <a:prstGeom prst="straightConnector1">
                <a:avLst/>
              </a:prstGeom>
              <a:noFill/>
              <a:ln cap="flat" cmpd="sng" w="9525">
                <a:solidFill>
                  <a:schemeClr val="dk2"/>
                </a:solidFill>
                <a:prstDash val="solid"/>
                <a:round/>
                <a:headEnd len="med" w="med" type="none"/>
                <a:tailEnd len="med" w="med" type="none"/>
              </a:ln>
            </p:spPr>
          </p:cxnSp>
          <p:cxnSp>
            <p:nvCxnSpPr>
              <p:cNvPr id="1393" name="Google Shape;1393;p23"/>
              <p:cNvCxnSpPr>
                <a:stCxn id="1386" idx="6"/>
                <a:endCxn id="1382" idx="1"/>
              </p:cNvCxnSpPr>
              <p:nvPr/>
            </p:nvCxnSpPr>
            <p:spPr>
              <a:xfrm rot="10800000">
                <a:off x="6480777" y="24658"/>
                <a:ext cx="692700" cy="192000"/>
              </a:xfrm>
              <a:prstGeom prst="straightConnector1">
                <a:avLst/>
              </a:prstGeom>
              <a:noFill/>
              <a:ln cap="flat" cmpd="sng" w="9525">
                <a:solidFill>
                  <a:schemeClr val="dk2"/>
                </a:solidFill>
                <a:prstDash val="solid"/>
                <a:round/>
                <a:headEnd len="med" w="med" type="none"/>
                <a:tailEnd len="med" w="med" type="none"/>
              </a:ln>
            </p:spPr>
          </p:cxnSp>
          <p:cxnSp>
            <p:nvCxnSpPr>
              <p:cNvPr id="1394" name="Google Shape;1394;p23"/>
              <p:cNvCxnSpPr>
                <a:stCxn id="1384" idx="6"/>
                <a:endCxn id="1382" idx="1"/>
              </p:cNvCxnSpPr>
              <p:nvPr/>
            </p:nvCxnSpPr>
            <p:spPr>
              <a:xfrm flipH="1">
                <a:off x="6480870" y="-94816"/>
                <a:ext cx="1535100" cy="119400"/>
              </a:xfrm>
              <a:prstGeom prst="straightConnector1">
                <a:avLst/>
              </a:prstGeom>
              <a:noFill/>
              <a:ln cap="flat" cmpd="sng" w="9525">
                <a:solidFill>
                  <a:schemeClr val="dk2"/>
                </a:solidFill>
                <a:prstDash val="solid"/>
                <a:round/>
                <a:headEnd len="med" w="med" type="none"/>
                <a:tailEnd len="med" w="med" type="none"/>
              </a:ln>
            </p:spPr>
          </p:cxnSp>
          <p:cxnSp>
            <p:nvCxnSpPr>
              <p:cNvPr id="1395" name="Google Shape;1395;p23"/>
              <p:cNvCxnSpPr>
                <a:stCxn id="1381" idx="6"/>
                <a:endCxn id="1387" idx="3"/>
              </p:cNvCxnSpPr>
              <p:nvPr/>
            </p:nvCxnSpPr>
            <p:spPr>
              <a:xfrm flipH="1">
                <a:off x="7672375" y="-2273286"/>
                <a:ext cx="587400" cy="453300"/>
              </a:xfrm>
              <a:prstGeom prst="straightConnector1">
                <a:avLst/>
              </a:prstGeom>
              <a:noFill/>
              <a:ln cap="flat" cmpd="sng" w="9525">
                <a:solidFill>
                  <a:schemeClr val="dk2"/>
                </a:solidFill>
                <a:prstDash val="solid"/>
                <a:round/>
                <a:headEnd len="med" w="med" type="none"/>
                <a:tailEnd len="med" w="med" type="none"/>
              </a:ln>
            </p:spPr>
          </p:cxnSp>
          <p:cxnSp>
            <p:nvCxnSpPr>
              <p:cNvPr id="1396" name="Google Shape;1396;p23"/>
              <p:cNvCxnSpPr>
                <a:stCxn id="1381" idx="7"/>
                <a:endCxn id="1384" idx="4"/>
              </p:cNvCxnSpPr>
              <p:nvPr/>
            </p:nvCxnSpPr>
            <p:spPr>
              <a:xfrm flipH="1">
                <a:off x="8043575" y="-2236048"/>
                <a:ext cx="248400" cy="2086500"/>
              </a:xfrm>
              <a:prstGeom prst="straightConnector1">
                <a:avLst/>
              </a:prstGeom>
              <a:noFill/>
              <a:ln cap="flat" cmpd="sng" w="9525">
                <a:solidFill>
                  <a:schemeClr val="dk2"/>
                </a:solidFill>
                <a:prstDash val="solid"/>
                <a:round/>
                <a:headEnd len="med" w="med" type="none"/>
                <a:tailEnd len="med" w="med" type="none"/>
              </a:ln>
            </p:spPr>
          </p:cxnSp>
          <p:cxnSp>
            <p:nvCxnSpPr>
              <p:cNvPr id="1397" name="Google Shape;1397;p23"/>
              <p:cNvCxnSpPr>
                <a:stCxn id="1387" idx="7"/>
                <a:endCxn id="1383" idx="3"/>
              </p:cNvCxnSpPr>
              <p:nvPr/>
            </p:nvCxnSpPr>
            <p:spPr>
              <a:xfrm flipH="1">
                <a:off x="7423012" y="-1742897"/>
                <a:ext cx="210300" cy="465300"/>
              </a:xfrm>
              <a:prstGeom prst="straightConnector1">
                <a:avLst/>
              </a:prstGeom>
              <a:noFill/>
              <a:ln cap="flat" cmpd="sng" w="9525">
                <a:solidFill>
                  <a:schemeClr val="dk2"/>
                </a:solidFill>
                <a:prstDash val="solid"/>
                <a:round/>
                <a:headEnd len="med" w="med" type="none"/>
                <a:tailEnd len="med" w="med" type="none"/>
              </a:ln>
            </p:spPr>
          </p:cxnSp>
          <p:cxnSp>
            <p:nvCxnSpPr>
              <p:cNvPr id="1398" name="Google Shape;1398;p23"/>
              <p:cNvCxnSpPr>
                <a:stCxn id="1383" idx="0"/>
                <a:endCxn id="1384" idx="4"/>
              </p:cNvCxnSpPr>
              <p:nvPr/>
            </p:nvCxnSpPr>
            <p:spPr>
              <a:xfrm>
                <a:off x="7405490" y="-1032677"/>
                <a:ext cx="638100" cy="883200"/>
              </a:xfrm>
              <a:prstGeom prst="straightConnector1">
                <a:avLst/>
              </a:prstGeom>
              <a:noFill/>
              <a:ln cap="flat" cmpd="sng" w="9525">
                <a:solidFill>
                  <a:schemeClr val="dk2"/>
                </a:solidFill>
                <a:prstDash val="solid"/>
                <a:round/>
                <a:headEnd len="med" w="med" type="none"/>
                <a:tailEnd len="med" w="med" type="none"/>
              </a:ln>
            </p:spPr>
          </p:cxnSp>
          <p:cxnSp>
            <p:nvCxnSpPr>
              <p:cNvPr id="1399" name="Google Shape;1399;p23"/>
              <p:cNvCxnSpPr>
                <a:stCxn id="1388" idx="2"/>
                <a:endCxn id="1382" idx="6"/>
              </p:cNvCxnSpPr>
              <p:nvPr/>
            </p:nvCxnSpPr>
            <p:spPr>
              <a:xfrm flipH="1" rot="10800000">
                <a:off x="5481836" y="13694"/>
                <a:ext cx="847800" cy="309000"/>
              </a:xfrm>
              <a:prstGeom prst="straightConnector1">
                <a:avLst/>
              </a:prstGeom>
              <a:noFill/>
              <a:ln cap="flat" cmpd="sng" w="9525">
                <a:solidFill>
                  <a:schemeClr val="dk2"/>
                </a:solidFill>
                <a:prstDash val="solid"/>
                <a:round/>
                <a:headEnd len="med" w="med" type="none"/>
                <a:tailEnd len="med" w="med" type="none"/>
              </a:ln>
            </p:spPr>
          </p:cxnSp>
          <p:cxnSp>
            <p:nvCxnSpPr>
              <p:cNvPr id="1400" name="Google Shape;1400;p23"/>
              <p:cNvCxnSpPr>
                <a:stCxn id="1386" idx="7"/>
                <a:endCxn id="1388" idx="1"/>
              </p:cNvCxnSpPr>
              <p:nvPr/>
            </p:nvCxnSpPr>
            <p:spPr>
              <a:xfrm flipH="1">
                <a:off x="5478310" y="249658"/>
                <a:ext cx="1693800" cy="123000"/>
              </a:xfrm>
              <a:prstGeom prst="straightConnector1">
                <a:avLst/>
              </a:prstGeom>
              <a:noFill/>
              <a:ln cap="flat" cmpd="sng" w="9525">
                <a:solidFill>
                  <a:schemeClr val="dk2"/>
                </a:solidFill>
                <a:prstDash val="solid"/>
                <a:round/>
                <a:headEnd len="med" w="med" type="none"/>
                <a:tailEnd len="med" w="med" type="none"/>
              </a:ln>
            </p:spPr>
          </p:cxnSp>
          <p:sp>
            <p:nvSpPr>
              <p:cNvPr id="1401" name="Google Shape;1401;p23"/>
              <p:cNvSpPr/>
              <p:nvPr/>
            </p:nvSpPr>
            <p:spPr>
              <a:xfrm rot="9708981">
                <a:off x="6280042" y="-655695"/>
                <a:ext cx="86521" cy="86521"/>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02" name="Google Shape;1402;p23"/>
              <p:cNvCxnSpPr>
                <a:stCxn id="1388" idx="3"/>
                <a:endCxn id="1401" idx="6"/>
              </p:cNvCxnSpPr>
              <p:nvPr/>
            </p:nvCxnSpPr>
            <p:spPr>
              <a:xfrm flipH="1" rot="10800000">
                <a:off x="5449161" y="-598892"/>
                <a:ext cx="833100" cy="883800"/>
              </a:xfrm>
              <a:prstGeom prst="straightConnector1">
                <a:avLst/>
              </a:prstGeom>
              <a:noFill/>
              <a:ln cap="flat" cmpd="sng" w="9525">
                <a:solidFill>
                  <a:schemeClr val="dk2"/>
                </a:solidFill>
                <a:prstDash val="solid"/>
                <a:round/>
                <a:headEnd len="med" w="med" type="none"/>
                <a:tailEnd len="med" w="med" type="none"/>
              </a:ln>
            </p:spPr>
          </p:cxnSp>
          <p:cxnSp>
            <p:nvCxnSpPr>
              <p:cNvPr id="1403" name="Google Shape;1403;p23"/>
              <p:cNvCxnSpPr>
                <a:stCxn id="1401" idx="2"/>
                <a:endCxn id="1383" idx="6"/>
              </p:cNvCxnSpPr>
              <p:nvPr/>
            </p:nvCxnSpPr>
            <p:spPr>
              <a:xfrm flipH="1" rot="10800000">
                <a:off x="6364402" y="-1116735"/>
                <a:ext cx="873000" cy="490800"/>
              </a:xfrm>
              <a:prstGeom prst="straightConnector1">
                <a:avLst/>
              </a:prstGeom>
              <a:noFill/>
              <a:ln cap="flat" cmpd="sng" w="9525">
                <a:solidFill>
                  <a:schemeClr val="dk2"/>
                </a:solidFill>
                <a:prstDash val="solid"/>
                <a:round/>
                <a:headEnd len="med" w="med" type="none"/>
                <a:tailEnd len="med" w="med" type="none"/>
              </a:ln>
            </p:spPr>
          </p:cxnSp>
          <p:cxnSp>
            <p:nvCxnSpPr>
              <p:cNvPr id="1404" name="Google Shape;1404;p23"/>
              <p:cNvCxnSpPr>
                <a:stCxn id="1401" idx="0"/>
                <a:endCxn id="1382" idx="4"/>
              </p:cNvCxnSpPr>
              <p:nvPr/>
            </p:nvCxnSpPr>
            <p:spPr>
              <a:xfrm>
                <a:off x="6336802" y="-571335"/>
                <a:ext cx="45000" cy="481500"/>
              </a:xfrm>
              <a:prstGeom prst="straightConnector1">
                <a:avLst/>
              </a:prstGeom>
              <a:noFill/>
              <a:ln cap="flat" cmpd="sng" w="9525">
                <a:solidFill>
                  <a:schemeClr val="dk2"/>
                </a:solidFill>
                <a:prstDash val="solid"/>
                <a:round/>
                <a:headEnd len="med" w="med" type="none"/>
                <a:tailEnd len="med" w="med" type="none"/>
              </a:ln>
            </p:spPr>
          </p:cxnSp>
          <p:cxnSp>
            <p:nvCxnSpPr>
              <p:cNvPr id="1405" name="Google Shape;1405;p23"/>
              <p:cNvCxnSpPr>
                <a:stCxn id="1401" idx="1"/>
                <a:endCxn id="1384" idx="5"/>
              </p:cNvCxnSpPr>
              <p:nvPr/>
            </p:nvCxnSpPr>
            <p:spPr>
              <a:xfrm>
                <a:off x="6361911" y="-592919"/>
                <a:ext cx="1656600" cy="465000"/>
              </a:xfrm>
              <a:prstGeom prst="straightConnector1">
                <a:avLst/>
              </a:prstGeom>
              <a:noFill/>
              <a:ln cap="flat" cmpd="sng" w="9525">
                <a:solidFill>
                  <a:schemeClr val="dk2"/>
                </a:solidFill>
                <a:prstDash val="solid"/>
                <a:round/>
                <a:headEnd len="med" w="med" type="none"/>
                <a:tailEnd len="med" w="med" type="none"/>
              </a:ln>
            </p:spPr>
          </p:cxnSp>
          <p:sp>
            <p:nvSpPr>
              <p:cNvPr id="1406" name="Google Shape;1406;p23"/>
              <p:cNvSpPr/>
              <p:nvPr/>
            </p:nvSpPr>
            <p:spPr>
              <a:xfrm rot="9698973">
                <a:off x="7912582" y="-1816833"/>
                <a:ext cx="128642" cy="128642"/>
              </a:xfrm>
              <a:prstGeom prst="ellipse">
                <a:avLst/>
              </a:prstGeom>
              <a:solidFill>
                <a:srgbClr val="86CF6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07" name="Google Shape;1407;p23"/>
              <p:cNvCxnSpPr>
                <a:stCxn id="1383" idx="2"/>
                <a:endCxn id="1406" idx="7"/>
              </p:cNvCxnSpPr>
              <p:nvPr/>
            </p:nvCxnSpPr>
            <p:spPr>
              <a:xfrm flipH="1" rot="10800000">
                <a:off x="7489640" y="-1694927"/>
                <a:ext cx="458400" cy="494100"/>
              </a:xfrm>
              <a:prstGeom prst="straightConnector1">
                <a:avLst/>
              </a:prstGeom>
              <a:noFill/>
              <a:ln cap="flat" cmpd="sng" w="9525">
                <a:solidFill>
                  <a:schemeClr val="dk2"/>
                </a:solidFill>
                <a:prstDash val="solid"/>
                <a:round/>
                <a:headEnd len="med" w="med" type="none"/>
                <a:tailEnd len="med" w="med" type="none"/>
              </a:ln>
            </p:spPr>
          </p:cxnSp>
          <p:cxnSp>
            <p:nvCxnSpPr>
              <p:cNvPr id="1408" name="Google Shape;1408;p23"/>
              <p:cNvCxnSpPr>
                <a:stCxn id="1406" idx="3"/>
                <a:endCxn id="1381" idx="7"/>
              </p:cNvCxnSpPr>
              <p:nvPr/>
            </p:nvCxnSpPr>
            <p:spPr>
              <a:xfrm flipH="1" rot="10800000">
                <a:off x="8005753" y="-2236000"/>
                <a:ext cx="286200" cy="426000"/>
              </a:xfrm>
              <a:prstGeom prst="straightConnector1">
                <a:avLst/>
              </a:prstGeom>
              <a:noFill/>
              <a:ln cap="flat" cmpd="sng" w="9525">
                <a:solidFill>
                  <a:schemeClr val="dk2"/>
                </a:solidFill>
                <a:prstDash val="solid"/>
                <a:round/>
                <a:headEnd len="med" w="med" type="none"/>
                <a:tailEnd len="med" w="med" type="none"/>
              </a:ln>
            </p:spPr>
          </p:cxnSp>
          <p:cxnSp>
            <p:nvCxnSpPr>
              <p:cNvPr id="1409" name="Google Shape;1409;p23"/>
              <p:cNvCxnSpPr>
                <a:stCxn id="1384" idx="4"/>
                <a:endCxn id="1406" idx="0"/>
              </p:cNvCxnSpPr>
              <p:nvPr/>
            </p:nvCxnSpPr>
            <p:spPr>
              <a:xfrm rot="10800000">
                <a:off x="7997070" y="-1691416"/>
                <a:ext cx="46500" cy="1542000"/>
              </a:xfrm>
              <a:prstGeom prst="straightConnector1">
                <a:avLst/>
              </a:prstGeom>
              <a:noFill/>
              <a:ln cap="flat" cmpd="sng" w="9525">
                <a:solidFill>
                  <a:schemeClr val="dk2"/>
                </a:solidFill>
                <a:prstDash val="solid"/>
                <a:round/>
                <a:headEnd len="med" w="med" type="none"/>
                <a:tailEnd len="med" w="med" type="none"/>
              </a:ln>
            </p:spPr>
          </p:cxnSp>
          <p:sp>
            <p:nvSpPr>
              <p:cNvPr id="1410" name="Google Shape;1410;p23"/>
              <p:cNvSpPr/>
              <p:nvPr/>
            </p:nvSpPr>
            <p:spPr>
              <a:xfrm rot="9700738">
                <a:off x="8739027" y="840659"/>
                <a:ext cx="238594" cy="23859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11" name="Google Shape;1411;p23"/>
              <p:cNvCxnSpPr>
                <a:stCxn id="1384" idx="0"/>
                <a:endCxn id="1410" idx="4"/>
              </p:cNvCxnSpPr>
              <p:nvPr/>
            </p:nvCxnSpPr>
            <p:spPr>
              <a:xfrm>
                <a:off x="8070570" y="-67216"/>
                <a:ext cx="750300" cy="913800"/>
              </a:xfrm>
              <a:prstGeom prst="straightConnector1">
                <a:avLst/>
              </a:prstGeom>
              <a:noFill/>
              <a:ln cap="flat" cmpd="sng" w="9525">
                <a:solidFill>
                  <a:schemeClr val="dk2"/>
                </a:solidFill>
                <a:prstDash val="solid"/>
                <a:round/>
                <a:headEnd len="med" w="med" type="none"/>
                <a:tailEnd len="med" w="med" type="none"/>
              </a:ln>
            </p:spPr>
          </p:cxnSp>
          <p:cxnSp>
            <p:nvCxnSpPr>
              <p:cNvPr id="1412" name="Google Shape;1412;p23"/>
              <p:cNvCxnSpPr>
                <a:stCxn id="1385" idx="7"/>
                <a:endCxn id="1410" idx="3"/>
              </p:cNvCxnSpPr>
              <p:nvPr/>
            </p:nvCxnSpPr>
            <p:spPr>
              <a:xfrm flipH="1">
                <a:off x="8911773" y="244086"/>
                <a:ext cx="10800" cy="609300"/>
              </a:xfrm>
              <a:prstGeom prst="straightConnector1">
                <a:avLst/>
              </a:prstGeom>
              <a:noFill/>
              <a:ln cap="flat" cmpd="sng" w="9525">
                <a:solidFill>
                  <a:schemeClr val="dk2"/>
                </a:solidFill>
                <a:prstDash val="solid"/>
                <a:round/>
                <a:headEnd len="med" w="med" type="none"/>
                <a:tailEnd len="med" w="med" type="none"/>
              </a:ln>
            </p:spPr>
          </p:cxnSp>
        </p:grpSp>
        <p:grpSp>
          <p:nvGrpSpPr>
            <p:cNvPr id="1413" name="Google Shape;1413;p23"/>
            <p:cNvGrpSpPr/>
            <p:nvPr/>
          </p:nvGrpSpPr>
          <p:grpSpPr>
            <a:xfrm>
              <a:off x="4731484" y="3997585"/>
              <a:ext cx="4355179" cy="3513764"/>
              <a:chOff x="720009" y="3852908"/>
              <a:chExt cx="4355179" cy="3513764"/>
            </a:xfrm>
          </p:grpSpPr>
          <p:sp>
            <p:nvSpPr>
              <p:cNvPr id="1414" name="Google Shape;1414;p23"/>
              <p:cNvSpPr/>
              <p:nvPr/>
            </p:nvSpPr>
            <p:spPr>
              <a:xfrm rot="8759498">
                <a:off x="4842687" y="3890706"/>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15" name="Google Shape;1415;p23"/>
              <p:cNvSpPr/>
              <p:nvPr/>
            </p:nvSpPr>
            <p:spPr>
              <a:xfrm rot="8759498">
                <a:off x="2275964" y="6863806"/>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16" name="Google Shape;1416;p23"/>
              <p:cNvSpPr/>
              <p:nvPr/>
            </p:nvSpPr>
            <p:spPr>
              <a:xfrm rot="8760064">
                <a:off x="1605200" y="4894668"/>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17" name="Google Shape;1417;p23"/>
              <p:cNvSpPr/>
              <p:nvPr/>
            </p:nvSpPr>
            <p:spPr>
              <a:xfrm rot="8752287">
                <a:off x="3601108" y="609149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18" name="Google Shape;1418;p23"/>
              <p:cNvSpPr/>
              <p:nvPr/>
            </p:nvSpPr>
            <p:spPr>
              <a:xfrm rot="8754177">
                <a:off x="4682827" y="4819876"/>
                <a:ext cx="210847" cy="21084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19" name="Google Shape;1419;p23"/>
              <p:cNvSpPr/>
              <p:nvPr/>
            </p:nvSpPr>
            <p:spPr>
              <a:xfrm rot="8752287">
                <a:off x="3494792" y="721083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20" name="Google Shape;1420;p23"/>
              <p:cNvSpPr/>
              <p:nvPr/>
            </p:nvSpPr>
            <p:spPr>
              <a:xfrm rot="8752287">
                <a:off x="3265787" y="4938959"/>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21" name="Google Shape;1421;p23"/>
              <p:cNvSpPr/>
              <p:nvPr/>
            </p:nvSpPr>
            <p:spPr>
              <a:xfrm rot="8754847">
                <a:off x="1467743" y="6207539"/>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22" name="Google Shape;1422;p23"/>
              <p:cNvCxnSpPr>
                <a:stCxn id="1419" idx="4"/>
                <a:endCxn id="1417" idx="0"/>
              </p:cNvCxnSpPr>
              <p:nvPr/>
            </p:nvCxnSpPr>
            <p:spPr>
              <a:xfrm flipH="1" rot="10800000">
                <a:off x="3523426" y="6210771"/>
                <a:ext cx="179400" cy="1011300"/>
              </a:xfrm>
              <a:prstGeom prst="straightConnector1">
                <a:avLst/>
              </a:prstGeom>
              <a:noFill/>
              <a:ln cap="flat" cmpd="sng" w="9525">
                <a:solidFill>
                  <a:schemeClr val="dk2"/>
                </a:solidFill>
                <a:prstDash val="solid"/>
                <a:round/>
                <a:headEnd len="med" w="med" type="none"/>
                <a:tailEnd len="med" w="med" type="none"/>
              </a:ln>
            </p:spPr>
          </p:cxnSp>
          <p:cxnSp>
            <p:nvCxnSpPr>
              <p:cNvPr id="1423" name="Google Shape;1423;p23"/>
              <p:cNvCxnSpPr>
                <a:stCxn id="1414" idx="7"/>
                <a:endCxn id="1418" idx="3"/>
              </p:cNvCxnSpPr>
              <p:nvPr/>
            </p:nvCxnSpPr>
            <p:spPr>
              <a:xfrm flipH="1">
                <a:off x="4808077" y="4083623"/>
                <a:ext cx="113400" cy="738300"/>
              </a:xfrm>
              <a:prstGeom prst="straightConnector1">
                <a:avLst/>
              </a:prstGeom>
              <a:noFill/>
              <a:ln cap="flat" cmpd="sng" w="9525">
                <a:solidFill>
                  <a:schemeClr val="dk2"/>
                </a:solidFill>
                <a:prstDash val="solid"/>
                <a:round/>
                <a:headEnd len="med" w="med" type="none"/>
                <a:tailEnd len="med" w="med" type="none"/>
              </a:ln>
            </p:spPr>
          </p:cxnSp>
          <p:cxnSp>
            <p:nvCxnSpPr>
              <p:cNvPr id="1424" name="Google Shape;1424;p23"/>
              <p:cNvCxnSpPr>
                <a:stCxn id="1418" idx="7"/>
                <a:endCxn id="1419" idx="2"/>
              </p:cNvCxnSpPr>
              <p:nvPr/>
            </p:nvCxnSpPr>
            <p:spPr>
              <a:xfrm flipH="1">
                <a:off x="3613910" y="5028820"/>
                <a:ext cx="1154400" cy="2210700"/>
              </a:xfrm>
              <a:prstGeom prst="straightConnector1">
                <a:avLst/>
              </a:prstGeom>
              <a:noFill/>
              <a:ln cap="flat" cmpd="sng" w="9525">
                <a:solidFill>
                  <a:schemeClr val="dk2"/>
                </a:solidFill>
                <a:prstDash val="solid"/>
                <a:round/>
                <a:headEnd len="med" w="med" type="none"/>
                <a:tailEnd len="med" w="med" type="none"/>
              </a:ln>
            </p:spPr>
          </p:cxnSp>
          <p:cxnSp>
            <p:nvCxnSpPr>
              <p:cNvPr id="1425" name="Google Shape;1425;p23"/>
              <p:cNvCxnSpPr>
                <a:stCxn id="1419" idx="6"/>
                <a:endCxn id="1415" idx="1"/>
              </p:cNvCxnSpPr>
              <p:nvPr/>
            </p:nvCxnSpPr>
            <p:spPr>
              <a:xfrm rot="10800000">
                <a:off x="2468926" y="6979671"/>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1426" name="Google Shape;1426;p23"/>
              <p:cNvCxnSpPr>
                <a:stCxn id="1417" idx="7"/>
                <a:endCxn id="1415" idx="3"/>
              </p:cNvCxnSpPr>
              <p:nvPr/>
            </p:nvCxnSpPr>
            <p:spPr>
              <a:xfrm flipH="1">
                <a:off x="2391939" y="6220795"/>
                <a:ext cx="1262100" cy="644700"/>
              </a:xfrm>
              <a:prstGeom prst="straightConnector1">
                <a:avLst/>
              </a:prstGeom>
              <a:noFill/>
              <a:ln cap="flat" cmpd="sng" w="9525">
                <a:solidFill>
                  <a:schemeClr val="dk2"/>
                </a:solidFill>
                <a:prstDash val="solid"/>
                <a:round/>
                <a:headEnd len="med" w="med" type="none"/>
                <a:tailEnd len="med" w="med" type="none"/>
              </a:ln>
            </p:spPr>
          </p:cxnSp>
          <p:cxnSp>
            <p:nvCxnSpPr>
              <p:cNvPr id="1427" name="Google Shape;1427;p23"/>
              <p:cNvCxnSpPr>
                <a:stCxn id="1414" idx="6"/>
                <a:endCxn id="1420" idx="2"/>
              </p:cNvCxnSpPr>
              <p:nvPr/>
            </p:nvCxnSpPr>
            <p:spPr>
              <a:xfrm flipH="1">
                <a:off x="3385138" y="4042508"/>
                <a:ext cx="1474200" cy="925200"/>
              </a:xfrm>
              <a:prstGeom prst="straightConnector1">
                <a:avLst/>
              </a:prstGeom>
              <a:noFill/>
              <a:ln cap="flat" cmpd="sng" w="9525">
                <a:solidFill>
                  <a:schemeClr val="dk2"/>
                </a:solidFill>
                <a:prstDash val="solid"/>
                <a:round/>
                <a:headEnd len="med" w="med" type="none"/>
                <a:tailEnd len="med" w="med" type="none"/>
              </a:ln>
            </p:spPr>
          </p:cxnSp>
          <p:cxnSp>
            <p:nvCxnSpPr>
              <p:cNvPr id="1428" name="Google Shape;1428;p23"/>
              <p:cNvCxnSpPr>
                <a:stCxn id="1420" idx="0"/>
                <a:endCxn id="1417" idx="2"/>
              </p:cNvCxnSpPr>
              <p:nvPr/>
            </p:nvCxnSpPr>
            <p:spPr>
              <a:xfrm>
                <a:off x="3367622" y="5058194"/>
                <a:ext cx="352800" cy="1062000"/>
              </a:xfrm>
              <a:prstGeom prst="straightConnector1">
                <a:avLst/>
              </a:prstGeom>
              <a:noFill/>
              <a:ln cap="flat" cmpd="sng" w="9525">
                <a:solidFill>
                  <a:schemeClr val="dk2"/>
                </a:solidFill>
                <a:prstDash val="solid"/>
                <a:round/>
                <a:headEnd len="med" w="med" type="none"/>
                <a:tailEnd len="med" w="med" type="none"/>
              </a:ln>
            </p:spPr>
          </p:cxnSp>
          <p:cxnSp>
            <p:nvCxnSpPr>
              <p:cNvPr id="1429" name="Google Shape;1429;p23"/>
              <p:cNvCxnSpPr>
                <a:stCxn id="1420" idx="5"/>
                <a:endCxn id="1416" idx="1"/>
              </p:cNvCxnSpPr>
              <p:nvPr/>
            </p:nvCxnSpPr>
            <p:spPr>
              <a:xfrm flipH="1">
                <a:off x="2002758" y="4991890"/>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1430" name="Google Shape;1430;p23"/>
              <p:cNvCxnSpPr>
                <a:stCxn id="1416" idx="0"/>
                <a:endCxn id="1417" idx="5"/>
              </p:cNvCxnSpPr>
              <p:nvPr/>
            </p:nvCxnSpPr>
            <p:spPr>
              <a:xfrm>
                <a:off x="1918052" y="5261670"/>
                <a:ext cx="1684200" cy="882900"/>
              </a:xfrm>
              <a:prstGeom prst="straightConnector1">
                <a:avLst/>
              </a:prstGeom>
              <a:noFill/>
              <a:ln cap="flat" cmpd="sng" w="9525">
                <a:solidFill>
                  <a:schemeClr val="dk2"/>
                </a:solidFill>
                <a:prstDash val="solid"/>
                <a:round/>
                <a:headEnd len="med" w="med" type="none"/>
                <a:tailEnd len="med" w="med" type="none"/>
              </a:ln>
            </p:spPr>
          </p:cxnSp>
          <p:cxnSp>
            <p:nvCxnSpPr>
              <p:cNvPr id="1431" name="Google Shape;1431;p23"/>
              <p:cNvCxnSpPr>
                <a:stCxn id="1416" idx="7"/>
                <a:endCxn id="1421" idx="3"/>
              </p:cNvCxnSpPr>
              <p:nvPr/>
            </p:nvCxnSpPr>
            <p:spPr>
              <a:xfrm flipH="1">
                <a:off x="1525162" y="5292284"/>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1432" name="Google Shape;1432;p23"/>
              <p:cNvCxnSpPr>
                <a:stCxn id="1417" idx="6"/>
                <a:endCxn id="1421" idx="2"/>
              </p:cNvCxnSpPr>
              <p:nvPr/>
            </p:nvCxnSpPr>
            <p:spPr>
              <a:xfrm flipH="1">
                <a:off x="1555843" y="6193331"/>
                <a:ext cx="2056500" cy="35400"/>
              </a:xfrm>
              <a:prstGeom prst="straightConnector1">
                <a:avLst/>
              </a:prstGeom>
              <a:noFill/>
              <a:ln cap="flat" cmpd="sng" w="9525">
                <a:solidFill>
                  <a:schemeClr val="dk2"/>
                </a:solidFill>
                <a:prstDash val="solid"/>
                <a:round/>
                <a:headEnd len="med" w="med" type="none"/>
                <a:tailEnd len="med" w="med" type="none"/>
              </a:ln>
            </p:spPr>
          </p:cxnSp>
          <p:cxnSp>
            <p:nvCxnSpPr>
              <p:cNvPr id="1433" name="Google Shape;1433;p23"/>
              <p:cNvCxnSpPr>
                <a:stCxn id="1421" idx="0"/>
                <a:endCxn id="1415" idx="4"/>
              </p:cNvCxnSpPr>
              <p:nvPr/>
            </p:nvCxnSpPr>
            <p:spPr>
              <a:xfrm>
                <a:off x="1542920" y="6295616"/>
                <a:ext cx="775800" cy="584700"/>
              </a:xfrm>
              <a:prstGeom prst="straightConnector1">
                <a:avLst/>
              </a:prstGeom>
              <a:noFill/>
              <a:ln cap="flat" cmpd="sng" w="9525">
                <a:solidFill>
                  <a:schemeClr val="dk2"/>
                </a:solidFill>
                <a:prstDash val="solid"/>
                <a:round/>
                <a:headEnd len="med" w="med" type="none"/>
                <a:tailEnd len="med" w="med" type="none"/>
              </a:ln>
            </p:spPr>
          </p:cxnSp>
          <p:cxnSp>
            <p:nvCxnSpPr>
              <p:cNvPr id="1434" name="Google Shape;1434;p23"/>
              <p:cNvCxnSpPr>
                <a:stCxn id="1419" idx="5"/>
                <a:endCxn id="1421" idx="1"/>
              </p:cNvCxnSpPr>
              <p:nvPr/>
            </p:nvCxnSpPr>
            <p:spPr>
              <a:xfrm rot="10800000">
                <a:off x="1563363" y="6264768"/>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1435" name="Google Shape;1435;p23"/>
              <p:cNvCxnSpPr>
                <a:stCxn id="1418" idx="6"/>
                <a:endCxn id="1421" idx="1"/>
              </p:cNvCxnSpPr>
              <p:nvPr/>
            </p:nvCxnSpPr>
            <p:spPr>
              <a:xfrm flipH="1">
                <a:off x="1563250" y="4984400"/>
                <a:ext cx="3137700" cy="1280400"/>
              </a:xfrm>
              <a:prstGeom prst="straightConnector1">
                <a:avLst/>
              </a:prstGeom>
              <a:noFill/>
              <a:ln cap="flat" cmpd="sng" w="9525">
                <a:solidFill>
                  <a:schemeClr val="dk2"/>
                </a:solidFill>
                <a:prstDash val="solid"/>
                <a:round/>
                <a:headEnd len="med" w="med" type="none"/>
                <a:tailEnd len="med" w="med" type="none"/>
              </a:ln>
            </p:spPr>
          </p:cxnSp>
          <p:cxnSp>
            <p:nvCxnSpPr>
              <p:cNvPr id="1436" name="Google Shape;1436;p23"/>
              <p:cNvCxnSpPr>
                <a:stCxn id="1418" idx="5"/>
                <a:endCxn id="1420" idx="2"/>
              </p:cNvCxnSpPr>
              <p:nvPr/>
            </p:nvCxnSpPr>
            <p:spPr>
              <a:xfrm flipH="1">
                <a:off x="3385130" y="4905359"/>
                <a:ext cx="1299600" cy="62100"/>
              </a:xfrm>
              <a:prstGeom prst="straightConnector1">
                <a:avLst/>
              </a:prstGeom>
              <a:noFill/>
              <a:ln cap="flat" cmpd="sng" w="9525">
                <a:solidFill>
                  <a:schemeClr val="dk2"/>
                </a:solidFill>
                <a:prstDash val="solid"/>
                <a:round/>
                <a:headEnd len="med" w="med" type="none"/>
                <a:tailEnd len="med" w="med" type="none"/>
              </a:ln>
            </p:spPr>
          </p:cxnSp>
          <p:cxnSp>
            <p:nvCxnSpPr>
              <p:cNvPr id="1437" name="Google Shape;1437;p23"/>
              <p:cNvCxnSpPr>
                <a:stCxn id="1415" idx="4"/>
                <a:endCxn id="1416" idx="7"/>
              </p:cNvCxnSpPr>
              <p:nvPr/>
            </p:nvCxnSpPr>
            <p:spPr>
              <a:xfrm rot="10800000">
                <a:off x="1767465" y="5292257"/>
                <a:ext cx="551400" cy="1588200"/>
              </a:xfrm>
              <a:prstGeom prst="straightConnector1">
                <a:avLst/>
              </a:prstGeom>
              <a:noFill/>
              <a:ln cap="flat" cmpd="sng" w="9525">
                <a:solidFill>
                  <a:schemeClr val="dk2"/>
                </a:solidFill>
                <a:prstDash val="solid"/>
                <a:round/>
                <a:headEnd len="med" w="med" type="none"/>
                <a:tailEnd len="med" w="med" type="none"/>
              </a:ln>
            </p:spPr>
          </p:cxnSp>
          <p:sp>
            <p:nvSpPr>
              <p:cNvPr id="1438" name="Google Shape;1438;p23"/>
              <p:cNvSpPr/>
              <p:nvPr/>
            </p:nvSpPr>
            <p:spPr>
              <a:xfrm rot="8752287">
                <a:off x="745374" y="487673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39" name="Google Shape;1439;p23"/>
              <p:cNvCxnSpPr>
                <a:stCxn id="1421" idx="4"/>
                <a:endCxn id="1438" idx="7"/>
              </p:cNvCxnSpPr>
              <p:nvPr/>
            </p:nvCxnSpPr>
            <p:spPr>
              <a:xfrm rot="10800000">
                <a:off x="798320" y="5005916"/>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1440" name="Google Shape;1440;p23"/>
              <p:cNvCxnSpPr>
                <a:stCxn id="1438" idx="1"/>
                <a:endCxn id="1416" idx="5"/>
              </p:cNvCxnSpPr>
              <p:nvPr/>
            </p:nvCxnSpPr>
            <p:spPr>
              <a:xfrm>
                <a:off x="874673" y="4954270"/>
                <a:ext cx="734100" cy="102900"/>
              </a:xfrm>
              <a:prstGeom prst="straightConnector1">
                <a:avLst/>
              </a:prstGeom>
              <a:noFill/>
              <a:ln cap="flat" cmpd="sng" w="9525">
                <a:solidFill>
                  <a:schemeClr val="dk2"/>
                </a:solidFill>
                <a:prstDash val="solid"/>
                <a:round/>
                <a:headEnd len="med" w="med" type="none"/>
                <a:tailEnd len="med" w="med" type="none"/>
              </a:ln>
            </p:spPr>
          </p:cxnSp>
          <p:sp>
            <p:nvSpPr>
              <p:cNvPr id="1441" name="Google Shape;1441;p23"/>
              <p:cNvSpPr/>
              <p:nvPr/>
            </p:nvSpPr>
            <p:spPr>
              <a:xfrm rot="8759498">
                <a:off x="1785083" y="4514433"/>
                <a:ext cx="194703" cy="194703"/>
              </a:xfrm>
              <a:prstGeom prst="ellipse">
                <a:avLst/>
              </a:prstGeom>
              <a:solidFill>
                <a:srgbClr val="FFD9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442" name="Google Shape;1442;p23"/>
              <p:cNvCxnSpPr>
                <a:stCxn id="1438" idx="2"/>
                <a:endCxn id="1441" idx="5"/>
              </p:cNvCxnSpPr>
              <p:nvPr/>
            </p:nvCxnSpPr>
            <p:spPr>
              <a:xfrm flipH="1" rot="10800000">
                <a:off x="864609" y="4593367"/>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1443" name="Google Shape;1443;p23"/>
              <p:cNvCxnSpPr>
                <a:stCxn id="1441" idx="1"/>
                <a:endCxn id="1420" idx="5"/>
              </p:cNvCxnSpPr>
              <p:nvPr/>
            </p:nvCxnSpPr>
            <p:spPr>
              <a:xfrm>
                <a:off x="1977999" y="4630346"/>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1444" name="Google Shape;1444;p23"/>
              <p:cNvCxnSpPr>
                <a:stCxn id="1441" idx="7"/>
                <a:endCxn id="1416" idx="3"/>
              </p:cNvCxnSpPr>
              <p:nvPr/>
            </p:nvCxnSpPr>
            <p:spPr>
              <a:xfrm flipH="1">
                <a:off x="1844072" y="4707350"/>
                <a:ext cx="19800" cy="19110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48" name="Shape 1448"/>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449" name="Shape 1449"/>
        <p:cNvGrpSpPr/>
        <p:nvPr/>
      </p:nvGrpSpPr>
      <p:grpSpPr>
        <a:xfrm>
          <a:off x="0" y="0"/>
          <a:ext cx="0" cy="0"/>
          <a:chOff x="0" y="0"/>
          <a:chExt cx="0" cy="0"/>
        </a:xfrm>
      </p:grpSpPr>
      <p:sp>
        <p:nvSpPr>
          <p:cNvPr id="1450" name="Google Shape;1450;p2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Font typeface="Arial"/>
              <a:buNone/>
              <a:defRPr>
                <a:solidFill>
                  <a:schemeClr val="lt1"/>
                </a:solidFill>
                <a:latin typeface="Arial"/>
                <a:ea typeface="Arial"/>
                <a:cs typeface="Arial"/>
                <a:sym typeface="Arial"/>
              </a:defRPr>
            </a:lvl1pPr>
            <a:lvl2pPr lvl="1">
              <a:spcBef>
                <a:spcPts val="0"/>
              </a:spcBef>
              <a:spcAft>
                <a:spcPts val="0"/>
              </a:spcAft>
              <a:buSzPts val="2400"/>
              <a:buFont typeface="Arial"/>
              <a:buNone/>
              <a:defRPr>
                <a:latin typeface="Arial"/>
                <a:ea typeface="Arial"/>
                <a:cs typeface="Arial"/>
                <a:sym typeface="Arial"/>
              </a:defRPr>
            </a:lvl2pPr>
            <a:lvl3pPr lvl="2">
              <a:spcBef>
                <a:spcPts val="0"/>
              </a:spcBef>
              <a:spcAft>
                <a:spcPts val="0"/>
              </a:spcAft>
              <a:buSzPts val="2400"/>
              <a:buFont typeface="Arial"/>
              <a:buNone/>
              <a:defRPr>
                <a:latin typeface="Arial"/>
                <a:ea typeface="Arial"/>
                <a:cs typeface="Arial"/>
                <a:sym typeface="Arial"/>
              </a:defRPr>
            </a:lvl3pPr>
            <a:lvl4pPr lvl="3">
              <a:spcBef>
                <a:spcPts val="0"/>
              </a:spcBef>
              <a:spcAft>
                <a:spcPts val="0"/>
              </a:spcAft>
              <a:buSzPts val="2400"/>
              <a:buFont typeface="Arial"/>
              <a:buNone/>
              <a:defRPr>
                <a:latin typeface="Arial"/>
                <a:ea typeface="Arial"/>
                <a:cs typeface="Arial"/>
                <a:sym typeface="Arial"/>
              </a:defRPr>
            </a:lvl4pPr>
            <a:lvl5pPr lvl="4">
              <a:spcBef>
                <a:spcPts val="0"/>
              </a:spcBef>
              <a:spcAft>
                <a:spcPts val="0"/>
              </a:spcAft>
              <a:buSzPts val="2400"/>
              <a:buFont typeface="Arial"/>
              <a:buNone/>
              <a:defRPr>
                <a:latin typeface="Arial"/>
                <a:ea typeface="Arial"/>
                <a:cs typeface="Arial"/>
                <a:sym typeface="Arial"/>
              </a:defRPr>
            </a:lvl5pPr>
            <a:lvl6pPr lvl="5">
              <a:spcBef>
                <a:spcPts val="0"/>
              </a:spcBef>
              <a:spcAft>
                <a:spcPts val="0"/>
              </a:spcAft>
              <a:buSzPts val="2400"/>
              <a:buFont typeface="Arial"/>
              <a:buNone/>
              <a:defRPr>
                <a:latin typeface="Arial"/>
                <a:ea typeface="Arial"/>
                <a:cs typeface="Arial"/>
                <a:sym typeface="Arial"/>
              </a:defRPr>
            </a:lvl6pPr>
            <a:lvl7pPr lvl="6">
              <a:spcBef>
                <a:spcPts val="0"/>
              </a:spcBef>
              <a:spcAft>
                <a:spcPts val="0"/>
              </a:spcAft>
              <a:buSzPts val="2400"/>
              <a:buFont typeface="Arial"/>
              <a:buNone/>
              <a:defRPr>
                <a:latin typeface="Arial"/>
                <a:ea typeface="Arial"/>
                <a:cs typeface="Arial"/>
                <a:sym typeface="Arial"/>
              </a:defRPr>
            </a:lvl7pPr>
            <a:lvl8pPr lvl="7">
              <a:spcBef>
                <a:spcPts val="0"/>
              </a:spcBef>
              <a:spcAft>
                <a:spcPts val="0"/>
              </a:spcAft>
              <a:buSzPts val="2400"/>
              <a:buFont typeface="Arial"/>
              <a:buNone/>
              <a:defRPr>
                <a:latin typeface="Arial"/>
                <a:ea typeface="Arial"/>
                <a:cs typeface="Arial"/>
                <a:sym typeface="Arial"/>
              </a:defRPr>
            </a:lvl8pPr>
            <a:lvl9pPr lvl="8">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1pPr>
            <a:lvl2pPr lvl="1"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2pPr>
            <a:lvl3pPr lvl="2"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3pPr>
            <a:lvl4pPr lvl="3"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4pPr>
            <a:lvl5pPr lvl="4"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5pPr>
            <a:lvl6pPr lvl="5"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6pPr>
            <a:lvl7pPr lvl="6"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7pPr>
            <a:lvl8pPr lvl="7"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8pPr>
            <a:lvl9pPr lvl="8" rtl="0">
              <a:spcBef>
                <a:spcPts val="0"/>
              </a:spcBef>
              <a:spcAft>
                <a:spcPts val="0"/>
              </a:spcAft>
              <a:buClr>
                <a:schemeClr val="dk1"/>
              </a:buClr>
              <a:buSzPts val="3000"/>
              <a:buFont typeface="Albert Sans"/>
              <a:buNone/>
              <a:defRPr b="1" sz="3000">
                <a:solidFill>
                  <a:schemeClr val="dk1"/>
                </a:solidFill>
                <a:latin typeface="Albert Sans"/>
                <a:ea typeface="Albert Sans"/>
                <a:cs typeface="Albert Sans"/>
                <a:sym typeface="Albert Sans"/>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1pPr>
            <a:lvl2pPr indent="-317500" lvl="1" marL="9144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2pPr>
            <a:lvl3pPr indent="-317500" lvl="2" marL="13716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3pPr>
            <a:lvl4pPr indent="-317500" lvl="3" marL="18288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4pPr>
            <a:lvl5pPr indent="-317500" lvl="4" marL="22860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5pPr>
            <a:lvl6pPr indent="-317500" lvl="5" marL="27432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6pPr>
            <a:lvl7pPr indent="-317500" lvl="6" marL="32004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7pPr>
            <a:lvl8pPr indent="-317500" lvl="7" marL="36576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8pPr>
            <a:lvl9pPr indent="-317500" lvl="8" marL="4114800">
              <a:lnSpc>
                <a:spcPct val="115000"/>
              </a:lnSpc>
              <a:spcBef>
                <a:spcPts val="0"/>
              </a:spcBef>
              <a:spcAft>
                <a:spcPts val="0"/>
              </a:spcAft>
              <a:buClr>
                <a:schemeClr val="dk1"/>
              </a:buClr>
              <a:buSzPts val="1400"/>
              <a:buFont typeface="Mulish"/>
              <a:buChar char="■"/>
              <a:defRPr>
                <a:solidFill>
                  <a:schemeClr val="dk1"/>
                </a:solidFill>
                <a:latin typeface="Mulish"/>
                <a:ea typeface="Mulish"/>
                <a:cs typeface="Mulish"/>
                <a:sym typeface="Mulish"/>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45" name="Shape 1445"/>
        <p:cNvGrpSpPr/>
        <p:nvPr/>
      </p:nvGrpSpPr>
      <p:grpSpPr>
        <a:xfrm>
          <a:off x="0" y="0"/>
          <a:ext cx="0" cy="0"/>
          <a:chOff x="0" y="0"/>
          <a:chExt cx="0" cy="0"/>
        </a:xfrm>
      </p:grpSpPr>
      <p:sp>
        <p:nvSpPr>
          <p:cNvPr id="1446" name="Google Shape;1446;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47" name="Google Shape;1447;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1.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1.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7.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9.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SQV285Sk5k-a3dGXytXsMVJ25Wc6q402QxX43SHwL0A/copy" TargetMode="External"/><Relationship Id="rId5" Type="http://schemas.openxmlformats.org/officeDocument/2006/relationships/image" Target="../media/image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8.xml"/><Relationship Id="rId3" Type="http://schemas.openxmlformats.org/officeDocument/2006/relationships/image" Target="../media/image8.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xml"/><Relationship Id="rId3" Type="http://schemas.openxmlformats.org/officeDocument/2006/relationships/hyperlink" Target="https://www.freepik.com/free-photo/colleagues-correcting-charts_1372803.htm/?utm_source=slidesgo_template&amp;utm_medium=referral-link&amp;utm_campaign=sg_resources&amp;utm_content=freepik" TargetMode="External"/><Relationship Id="rId4" Type="http://schemas.openxmlformats.org/officeDocument/2006/relationships/hyperlink" Target="https://www.freepik.com/free-photo/networking-concept-still-life-assortment_16234425.htm/?utm_source=slidesgo_template&amp;utm_medium=referral-link&amp;utm_campaign=sg_resources&amp;utm_content=freepik" TargetMode="External"/><Relationship Id="rId5" Type="http://schemas.openxmlformats.org/officeDocument/2006/relationships/hyperlink" Target="https://www.freepik.com/free-photo/network-concept-with-notebooks_15292461.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fonts.google.com/specimen/Albert+Sans" TargetMode="External"/><Relationship Id="rId4" Type="http://schemas.openxmlformats.org/officeDocument/2006/relationships/hyperlink" Target="https://fonts.google.com/specimen/Mulish"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4.png"/><Relationship Id="rId14" Type="http://schemas.openxmlformats.org/officeDocument/2006/relationships/image" Target="../media/image2.png"/><Relationship Id="rId17" Type="http://schemas.openxmlformats.org/officeDocument/2006/relationships/image" Target="../media/image3.png"/><Relationship Id="rId16" Type="http://schemas.openxmlformats.org/officeDocument/2006/relationships/image" Target="../media/image6.png"/><Relationship Id="rId5" Type="http://schemas.openxmlformats.org/officeDocument/2006/relationships/image" Target="../media/image1.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4" name="Shape 1454"/>
        <p:cNvGrpSpPr/>
        <p:nvPr/>
      </p:nvGrpSpPr>
      <p:grpSpPr>
        <a:xfrm>
          <a:off x="0" y="0"/>
          <a:ext cx="0" cy="0"/>
          <a:chOff x="0" y="0"/>
          <a:chExt cx="0" cy="0"/>
        </a:xfrm>
      </p:grpSpPr>
      <p:sp>
        <p:nvSpPr>
          <p:cNvPr id="1455" name="Google Shape;1455;p27"/>
          <p:cNvSpPr txBox="1"/>
          <p:nvPr>
            <p:ph type="ctrTitle"/>
          </p:nvPr>
        </p:nvSpPr>
        <p:spPr>
          <a:xfrm>
            <a:off x="800325" y="1468875"/>
            <a:ext cx="7543800" cy="1730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Discrete Mathematics:</a:t>
            </a:r>
            <a:endParaRPr/>
          </a:p>
          <a:p>
            <a:pPr indent="0" lvl="0" marL="0" rtl="0" algn="ctr">
              <a:spcBef>
                <a:spcPts val="0"/>
              </a:spcBef>
              <a:spcAft>
                <a:spcPts val="0"/>
              </a:spcAft>
              <a:buNone/>
            </a:pPr>
            <a:r>
              <a:rPr lang="en"/>
              <a:t>Graph Theory and Networks</a:t>
            </a:r>
            <a:endParaRPr/>
          </a:p>
        </p:txBody>
      </p:sp>
      <p:sp>
        <p:nvSpPr>
          <p:cNvPr id="1456" name="Google Shape;1456;p27"/>
          <p:cNvSpPr txBox="1"/>
          <p:nvPr>
            <p:ph idx="1" type="subTitle"/>
          </p:nvPr>
        </p:nvSpPr>
        <p:spPr>
          <a:xfrm>
            <a:off x="2275875" y="3198825"/>
            <a:ext cx="45924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1457" name="Google Shape;1457;p27"/>
          <p:cNvGrpSpPr/>
          <p:nvPr/>
        </p:nvGrpSpPr>
        <p:grpSpPr>
          <a:xfrm>
            <a:off x="5381216" y="943141"/>
            <a:ext cx="401329" cy="434127"/>
            <a:chOff x="8667225" y="681525"/>
            <a:chExt cx="298275" cy="322675"/>
          </a:xfrm>
        </p:grpSpPr>
        <p:sp>
          <p:nvSpPr>
            <p:cNvPr id="1458" name="Google Shape;1458;p27"/>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59" name="Google Shape;1459;p27"/>
            <p:cNvSpPr/>
            <p:nvPr/>
          </p:nvSpPr>
          <p:spPr>
            <a:xfrm rot="10800000">
              <a:off x="8825400" y="681525"/>
              <a:ext cx="140100" cy="140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60" name="Google Shape;1460;p27"/>
            <p:cNvSpPr/>
            <p:nvPr/>
          </p:nvSpPr>
          <p:spPr>
            <a:xfrm rot="10800000">
              <a:off x="8869800" y="952900"/>
              <a:ext cx="51300" cy="5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461" name="Google Shape;1461;p27"/>
          <p:cNvGrpSpPr/>
          <p:nvPr/>
        </p:nvGrpSpPr>
        <p:grpSpPr>
          <a:xfrm rot="-2214200">
            <a:off x="1270062" y="3832191"/>
            <a:ext cx="501360" cy="695474"/>
            <a:chOff x="140150" y="4340075"/>
            <a:chExt cx="406275" cy="563575"/>
          </a:xfrm>
        </p:grpSpPr>
        <p:sp>
          <p:nvSpPr>
            <p:cNvPr id="1462" name="Google Shape;1462;p27"/>
            <p:cNvSpPr/>
            <p:nvPr/>
          </p:nvSpPr>
          <p:spPr>
            <a:xfrm rot="10800000">
              <a:off x="140150" y="4340075"/>
              <a:ext cx="86700" cy="8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63" name="Google Shape;1463;p27"/>
            <p:cNvSpPr/>
            <p:nvPr/>
          </p:nvSpPr>
          <p:spPr>
            <a:xfrm rot="10800000">
              <a:off x="298325" y="465717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64" name="Google Shape;1464;p27"/>
            <p:cNvSpPr/>
            <p:nvPr/>
          </p:nvSpPr>
          <p:spPr>
            <a:xfrm rot="10800000">
              <a:off x="495125" y="4852350"/>
              <a:ext cx="51300" cy="51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65" name="Google Shape;1465;p27"/>
            <p:cNvSpPr/>
            <p:nvPr/>
          </p:nvSpPr>
          <p:spPr>
            <a:xfrm rot="10800000">
              <a:off x="165050" y="4657175"/>
              <a:ext cx="51300" cy="5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
        <p:nvSpPr>
          <p:cNvPr id="1466" name="Google Shape;1466;p27"/>
          <p:cNvSpPr txBox="1"/>
          <p:nvPr/>
        </p:nvSpPr>
        <p:spPr>
          <a:xfrm>
            <a:off x="6686775" y="743550"/>
            <a:ext cx="1743900" cy="32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Albert Sans"/>
                <a:ea typeface="Albert Sans"/>
                <a:cs typeface="Albert Sans"/>
                <a:sym typeface="Albert Sans"/>
              </a:rPr>
              <a:t>12th grade</a:t>
            </a:r>
            <a:endParaRPr b="1" sz="2000">
              <a:solidFill>
                <a:schemeClr val="dk1"/>
              </a:solidFill>
              <a:latin typeface="Albert Sans"/>
              <a:ea typeface="Albert Sans"/>
              <a:cs typeface="Albert Sans"/>
              <a:sym typeface="Albert Sa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0" name="Shape 1470"/>
        <p:cNvGrpSpPr/>
        <p:nvPr/>
      </p:nvGrpSpPr>
      <p:grpSpPr>
        <a:xfrm>
          <a:off x="0" y="0"/>
          <a:ext cx="0" cy="0"/>
          <a:chOff x="0" y="0"/>
          <a:chExt cx="0" cy="0"/>
        </a:xfrm>
      </p:grpSpPr>
      <p:sp>
        <p:nvSpPr>
          <p:cNvPr id="1471" name="Google Shape;1471;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graphicFrame>
        <p:nvGraphicFramePr>
          <p:cNvPr id="1472" name="Google Shape;1472;p28"/>
          <p:cNvGraphicFramePr/>
          <p:nvPr/>
        </p:nvGraphicFramePr>
        <p:xfrm>
          <a:off x="720000" y="1614825"/>
          <a:ext cx="3000000" cy="3000000"/>
        </p:xfrm>
        <a:graphic>
          <a:graphicData uri="http://schemas.openxmlformats.org/drawingml/2006/table">
            <a:tbl>
              <a:tblPr>
                <a:noFill/>
                <a:tableStyleId>{E24F199E-F192-4DCC-8E23-968DF69702C7}</a:tableStyleId>
              </a:tblPr>
              <a:tblGrid>
                <a:gridCol w="2303400"/>
                <a:gridCol w="5400600"/>
              </a:tblGrid>
              <a:tr h="361525">
                <a:tc>
                  <a:txBody>
                    <a:bodyPr/>
                    <a:lstStyle/>
                    <a:p>
                      <a:pPr indent="0" lvl="0" marL="0" rtl="0" algn="l">
                        <a:spcBef>
                          <a:spcPts val="0"/>
                        </a:spcBef>
                        <a:spcAft>
                          <a:spcPts val="0"/>
                        </a:spcAft>
                        <a:buNone/>
                      </a:pPr>
                      <a:r>
                        <a:rPr b="1" lang="en" sz="1000" u="sng">
                          <a:solidFill>
                            <a:schemeClr val="dk1"/>
                          </a:solidFill>
                          <a:latin typeface="Mulish"/>
                          <a:ea typeface="Mulish"/>
                          <a:cs typeface="Mulish"/>
                          <a:sym typeface="Mulish"/>
                          <a:hlinkClick action="ppaction://hlinksldjump" r:id="rId3">
                            <a:extLst>
                              <a:ext uri="{A12FA001-AC4F-418D-AE19-62706E023703}">
                                <ahyp:hlinkClr val="tx"/>
                              </a:ext>
                            </a:extLst>
                          </a:hlinkClick>
                        </a:rPr>
                        <a:t>Fonts</a:t>
                      </a:r>
                      <a:endParaRPr b="1" sz="1000" u="sng">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ulish"/>
                          <a:ea typeface="Mulish"/>
                          <a:cs typeface="Mulish"/>
                          <a:sym typeface="Mulish"/>
                        </a:rPr>
                        <a:t>To view this template correctly in PowerPoint, download and install the fonts we </a:t>
                      </a:r>
                      <a:r>
                        <a:rPr lang="en" sz="1000">
                          <a:solidFill>
                            <a:schemeClr val="dk1"/>
                          </a:solidFill>
                          <a:latin typeface="Mulish"/>
                          <a:ea typeface="Mulish"/>
                          <a:cs typeface="Mulish"/>
                          <a:sym typeface="Mulish"/>
                        </a:rPr>
                        <a:t>used</a:t>
                      </a:r>
                      <a:endParaRPr sz="1000">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Mulish"/>
                          <a:ea typeface="Mulish"/>
                          <a:cs typeface="Mulish"/>
                          <a:sym typeface="Mulish"/>
                          <a:hlinkClick action="ppaction://hlinksldjump" r:id="rId4">
                            <a:extLst>
                              <a:ext uri="{A12FA001-AC4F-418D-AE19-62706E023703}">
                                <ahyp:hlinkClr val="tx"/>
                              </a:ext>
                            </a:extLst>
                          </a:hlinkClick>
                        </a:rPr>
                        <a:t>Used</a:t>
                      </a:r>
                      <a:r>
                        <a:rPr b="1" lang="en" sz="1000">
                          <a:solidFill>
                            <a:schemeClr val="dk1"/>
                          </a:solidFill>
                          <a:latin typeface="Mulish"/>
                          <a:ea typeface="Mulish"/>
                          <a:cs typeface="Mulish"/>
                          <a:sym typeface="Mulish"/>
                        </a:rPr>
                        <a:t> and </a:t>
                      </a:r>
                      <a:r>
                        <a:rPr b="1" lang="en" sz="1000" u="sng">
                          <a:solidFill>
                            <a:schemeClr val="dk1"/>
                          </a:solidFill>
                          <a:latin typeface="Mulish"/>
                          <a:ea typeface="Mulish"/>
                          <a:cs typeface="Mulish"/>
                          <a:sym typeface="Mulish"/>
                          <a:hlinkClick action="ppaction://hlinksldjump" r:id="rId5">
                            <a:extLst>
                              <a:ext uri="{A12FA001-AC4F-418D-AE19-62706E023703}">
                                <ahyp:hlinkClr val="tx"/>
                              </a:ext>
                            </a:extLst>
                          </a:hlinkClick>
                        </a:rPr>
                        <a:t>alternative</a:t>
                      </a:r>
                      <a:r>
                        <a:rPr b="1" lang="en" sz="1000" u="sng">
                          <a:solidFill>
                            <a:schemeClr val="dk1"/>
                          </a:solidFill>
                          <a:latin typeface="Mulish"/>
                          <a:ea typeface="Mulish"/>
                          <a:cs typeface="Mulish"/>
                          <a:sym typeface="Mulish"/>
                          <a:hlinkClick action="ppaction://hlinksldjump" r:id="rId6">
                            <a:extLst>
                              <a:ext uri="{A12FA001-AC4F-418D-AE19-62706E023703}">
                                <ahyp:hlinkClr val="tx"/>
                              </a:ext>
                            </a:extLst>
                          </a:hlinkClick>
                        </a:rPr>
                        <a:t> resources</a:t>
                      </a:r>
                      <a:endParaRPr b="1" sz="1000" u="sng">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Mulish"/>
                          <a:ea typeface="Mulish"/>
                          <a:cs typeface="Mulish"/>
                          <a:sym typeface="Mulish"/>
                        </a:rPr>
                        <a:t>An assortment of graphic resources that are suitable for use in this presentation</a:t>
                      </a:r>
                      <a:endParaRPr sz="1000">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Mulish"/>
                          <a:ea typeface="Mulish"/>
                          <a:cs typeface="Mulish"/>
                          <a:sym typeface="Mulish"/>
                          <a:hlinkClick action="ppaction://hlinksldjump" r:id="rId7">
                            <a:extLst>
                              <a:ext uri="{A12FA001-AC4F-418D-AE19-62706E023703}">
                                <ahyp:hlinkClr val="tx"/>
                              </a:ext>
                            </a:extLst>
                          </a:hlinkClick>
                        </a:rPr>
                        <a:t>Thanks slide</a:t>
                      </a:r>
                      <a:endParaRPr b="1" sz="1000" u="sng">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ulish"/>
                          <a:ea typeface="Mulish"/>
                          <a:cs typeface="Mulish"/>
                          <a:sym typeface="Mulish"/>
                        </a:rPr>
                        <a:t>You must keep it so that proper credits for our design are given</a:t>
                      </a:r>
                      <a:endParaRPr sz="1000">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Mulish"/>
                          <a:ea typeface="Mulish"/>
                          <a:cs typeface="Mulish"/>
                          <a:sym typeface="Mulish"/>
                          <a:hlinkClick action="ppaction://hlinksldjump" r:id="rId8">
                            <a:extLst>
                              <a:ext uri="{A12FA001-AC4F-418D-AE19-62706E023703}">
                                <ahyp:hlinkClr val="tx"/>
                              </a:ext>
                            </a:extLst>
                          </a:hlinkClick>
                        </a:rPr>
                        <a:t>Colors</a:t>
                      </a:r>
                      <a:endParaRPr b="1" sz="1000" u="sng">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ulish"/>
                          <a:ea typeface="Mulish"/>
                          <a:cs typeface="Mulish"/>
                          <a:sym typeface="Mulish"/>
                        </a:rPr>
                        <a:t>All the colors used in this presentation</a:t>
                      </a:r>
                      <a:endParaRPr sz="1000">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dk1"/>
                          </a:solidFill>
                          <a:latin typeface="Mulish"/>
                          <a:ea typeface="Mulish"/>
                          <a:cs typeface="Mulish"/>
                          <a:sym typeface="Mulish"/>
                          <a:hlinkClick action="ppaction://hlinksldjump" r:id="rId9">
                            <a:extLst>
                              <a:ext uri="{A12FA001-AC4F-418D-AE19-62706E023703}">
                                <ahyp:hlinkClr val="tx"/>
                              </a:ext>
                            </a:extLst>
                          </a:hlinkClick>
                        </a:rPr>
                        <a:t>Icons</a:t>
                      </a:r>
                      <a:r>
                        <a:rPr b="1" lang="en" sz="1000">
                          <a:solidFill>
                            <a:schemeClr val="dk1"/>
                          </a:solidFill>
                          <a:latin typeface="Mulish"/>
                          <a:ea typeface="Mulish"/>
                          <a:cs typeface="Mulish"/>
                          <a:sym typeface="Mulish"/>
                        </a:rPr>
                        <a:t> and </a:t>
                      </a:r>
                      <a:r>
                        <a:rPr b="1" lang="en" sz="1000" u="sng">
                          <a:solidFill>
                            <a:schemeClr val="dk1"/>
                          </a:solidFill>
                          <a:latin typeface="Mulish"/>
                          <a:ea typeface="Mulish"/>
                          <a:cs typeface="Mulish"/>
                          <a:sym typeface="Mulish"/>
                          <a:hlinkClick action="ppaction://hlinksldjump" r:id="rId10">
                            <a:extLst>
                              <a:ext uri="{A12FA001-AC4F-418D-AE19-62706E023703}">
                                <ahyp:hlinkClr val="tx"/>
                              </a:ext>
                            </a:extLst>
                          </a:hlinkClick>
                        </a:rPr>
                        <a:t>infographic resources</a:t>
                      </a:r>
                      <a:endParaRPr b="1" sz="1000" u="sng">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Mulish"/>
                          <a:ea typeface="Mulish"/>
                          <a:cs typeface="Mulish"/>
                          <a:sym typeface="Mulish"/>
                        </a:rPr>
                        <a:t>These can be used in the template, and their size and color can be edited</a:t>
                      </a:r>
                      <a:endParaRPr sz="1000">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dk1"/>
                          </a:solidFill>
                          <a:latin typeface="Mulish"/>
                          <a:ea typeface="Mulish"/>
                          <a:cs typeface="Mulish"/>
                          <a:sym typeface="Mulish"/>
                        </a:rPr>
                        <a:t>Editable presentation theme </a:t>
                      </a:r>
                      <a:endParaRPr b="1" sz="1000">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ulish"/>
                          <a:ea typeface="Mulish"/>
                          <a:cs typeface="Mulish"/>
                          <a:sym typeface="Mulish"/>
                        </a:rPr>
                        <a:t>You can edit the master slides easily. For more info, click </a:t>
                      </a:r>
                      <a:r>
                        <a:rPr b="1" lang="en" sz="1000" u="sng">
                          <a:solidFill>
                            <a:schemeClr val="dk1"/>
                          </a:solidFill>
                          <a:latin typeface="Mulish"/>
                          <a:ea typeface="Mulish"/>
                          <a:cs typeface="Mulish"/>
                          <a:sym typeface="Mulish"/>
                          <a:hlinkClick r:id="rId11">
                            <a:extLst>
                              <a:ext uri="{A12FA001-AC4F-418D-AE19-62706E023703}">
                                <ahyp:hlinkClr val="tx"/>
                              </a:ext>
                            </a:extLst>
                          </a:hlinkClick>
                        </a:rPr>
                        <a:t>here</a:t>
                      </a:r>
                      <a:endParaRPr sz="1000">
                        <a:solidFill>
                          <a:schemeClr val="dk1"/>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sp>
        <p:nvSpPr>
          <p:cNvPr id="1473" name="Google Shape;1473;p28"/>
          <p:cNvSpPr txBox="1"/>
          <p:nvPr/>
        </p:nvSpPr>
        <p:spPr>
          <a:xfrm>
            <a:off x="720000" y="10637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ulish"/>
                <a:ea typeface="Mulish"/>
                <a:cs typeface="Mulish"/>
                <a:sym typeface="Mulish"/>
              </a:rPr>
              <a:t>You can delete this slide when you’re done editing the presentation</a:t>
            </a:r>
            <a:endParaRPr>
              <a:solidFill>
                <a:schemeClr val="dk1"/>
              </a:solidFill>
              <a:latin typeface="Mulish"/>
              <a:ea typeface="Mulish"/>
              <a:cs typeface="Mulish"/>
              <a:sym typeface="Mulish"/>
            </a:endParaRPr>
          </a:p>
        </p:txBody>
      </p:sp>
      <p:sp>
        <p:nvSpPr>
          <p:cNvPr id="1474" name="Google Shape;1474;p28"/>
          <p:cNvSpPr txBox="1"/>
          <p:nvPr/>
        </p:nvSpPr>
        <p:spPr>
          <a:xfrm>
            <a:off x="1650113" y="4133675"/>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Mulish"/>
                <a:ea typeface="Mulish"/>
                <a:cs typeface="Mulish"/>
                <a:sym typeface="Mulish"/>
              </a:rPr>
              <a:t>For more info:</a:t>
            </a:r>
            <a:br>
              <a:rPr b="1" lang="en" sz="1000">
                <a:solidFill>
                  <a:schemeClr val="dk1"/>
                </a:solidFill>
                <a:latin typeface="Mulish"/>
                <a:ea typeface="Mulish"/>
                <a:cs typeface="Mulish"/>
                <a:sym typeface="Mulish"/>
              </a:rPr>
            </a:br>
            <a:r>
              <a:rPr b="1" lang="en" sz="1000" u="sng">
                <a:solidFill>
                  <a:schemeClr val="dk1"/>
                </a:solidFill>
                <a:latin typeface="Mulish"/>
                <a:ea typeface="Mulish"/>
                <a:cs typeface="Mulish"/>
                <a:sym typeface="Mulish"/>
                <a:hlinkClick r:id="rId12">
                  <a:extLst>
                    <a:ext uri="{A12FA001-AC4F-418D-AE19-62706E023703}">
                      <ahyp:hlinkClr val="tx"/>
                    </a:ext>
                  </a:extLst>
                </a:hlinkClick>
              </a:rPr>
              <a:t>SLIDESGO</a:t>
            </a:r>
            <a:r>
              <a:rPr b="1" lang="en" sz="1000">
                <a:solidFill>
                  <a:schemeClr val="dk1"/>
                </a:solidFill>
                <a:latin typeface="Mulish"/>
                <a:ea typeface="Mulish"/>
                <a:cs typeface="Mulish"/>
                <a:sym typeface="Mulish"/>
              </a:rPr>
              <a:t> | </a:t>
            </a:r>
            <a:r>
              <a:rPr b="1" lang="en" sz="1000" u="sng">
                <a:solidFill>
                  <a:schemeClr val="dk1"/>
                </a:solidFill>
                <a:latin typeface="Mulish"/>
                <a:ea typeface="Mulish"/>
                <a:cs typeface="Mulish"/>
                <a:sym typeface="Mulish"/>
                <a:hlinkClick r:id="rId13">
                  <a:extLst>
                    <a:ext uri="{A12FA001-AC4F-418D-AE19-62706E023703}">
                      <ahyp:hlinkClr val="tx"/>
                    </a:ext>
                  </a:extLst>
                </a:hlinkClick>
              </a:rPr>
              <a:t>BLOG</a:t>
            </a:r>
            <a:r>
              <a:rPr b="1" lang="en" sz="1000">
                <a:solidFill>
                  <a:schemeClr val="dk1"/>
                </a:solidFill>
                <a:latin typeface="Mulish"/>
                <a:ea typeface="Mulish"/>
                <a:cs typeface="Mulish"/>
                <a:sym typeface="Mulish"/>
              </a:rPr>
              <a:t> | </a:t>
            </a:r>
            <a:r>
              <a:rPr b="1" lang="en" sz="1000" u="sng">
                <a:solidFill>
                  <a:schemeClr val="dk1"/>
                </a:solidFill>
                <a:latin typeface="Mulish"/>
                <a:ea typeface="Mulish"/>
                <a:cs typeface="Mulish"/>
                <a:sym typeface="Mulish"/>
                <a:hlinkClick r:id="rId14">
                  <a:extLst>
                    <a:ext uri="{A12FA001-AC4F-418D-AE19-62706E023703}">
                      <ahyp:hlinkClr val="tx"/>
                    </a:ext>
                  </a:extLst>
                </a:hlinkClick>
              </a:rPr>
              <a:t>FAQs</a:t>
            </a:r>
            <a:endParaRPr b="1" sz="1000" u="sng">
              <a:solidFill>
                <a:schemeClr val="dk1"/>
              </a:solidFill>
              <a:latin typeface="Mulish"/>
              <a:ea typeface="Mulish"/>
              <a:cs typeface="Mulish"/>
              <a:sym typeface="Mulish"/>
            </a:endParaRPr>
          </a:p>
        </p:txBody>
      </p:sp>
      <p:sp>
        <p:nvSpPr>
          <p:cNvPr id="1475" name="Google Shape;1475;p28"/>
          <p:cNvSpPr txBox="1"/>
          <p:nvPr/>
        </p:nvSpPr>
        <p:spPr>
          <a:xfrm>
            <a:off x="4269525" y="4133675"/>
            <a:ext cx="34488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Mulish"/>
                <a:ea typeface="Mulish"/>
                <a:cs typeface="Mulish"/>
                <a:sym typeface="Mulish"/>
              </a:rPr>
              <a:t>You can visit our sister </a:t>
            </a:r>
            <a:r>
              <a:rPr b="1" lang="en" sz="1000">
                <a:solidFill>
                  <a:schemeClr val="dk1"/>
                </a:solidFill>
                <a:latin typeface="Mulish"/>
                <a:ea typeface="Mulish"/>
                <a:cs typeface="Mulish"/>
                <a:sym typeface="Mulish"/>
              </a:rPr>
              <a:t>projects</a:t>
            </a:r>
            <a:r>
              <a:rPr b="1" lang="en" sz="1000">
                <a:solidFill>
                  <a:schemeClr val="dk1"/>
                </a:solidFill>
                <a:latin typeface="Mulish"/>
                <a:ea typeface="Mulish"/>
                <a:cs typeface="Mulish"/>
                <a:sym typeface="Mulish"/>
              </a:rPr>
              <a:t>:</a:t>
            </a:r>
            <a:br>
              <a:rPr b="1" lang="en" sz="1000">
                <a:solidFill>
                  <a:schemeClr val="dk1"/>
                </a:solidFill>
                <a:latin typeface="Mulish"/>
                <a:ea typeface="Mulish"/>
                <a:cs typeface="Mulish"/>
                <a:sym typeface="Mulish"/>
              </a:rPr>
            </a:br>
            <a:r>
              <a:rPr b="1" lang="en" sz="1000" u="sng">
                <a:solidFill>
                  <a:schemeClr val="dk1"/>
                </a:solidFill>
                <a:latin typeface="Mulish"/>
                <a:ea typeface="Mulish"/>
                <a:cs typeface="Mulish"/>
                <a:sym typeface="Mulish"/>
                <a:hlinkClick r:id="rId15">
                  <a:extLst>
                    <a:ext uri="{A12FA001-AC4F-418D-AE19-62706E023703}">
                      <ahyp:hlinkClr val="tx"/>
                    </a:ext>
                  </a:extLst>
                </a:hlinkClick>
              </a:rPr>
              <a:t>FREEPIK</a:t>
            </a:r>
            <a:r>
              <a:rPr b="1" lang="en" sz="1000">
                <a:solidFill>
                  <a:schemeClr val="dk1"/>
                </a:solidFill>
                <a:latin typeface="Mulish"/>
                <a:ea typeface="Mulish"/>
                <a:cs typeface="Mulish"/>
                <a:sym typeface="Mulish"/>
              </a:rPr>
              <a:t> | </a:t>
            </a:r>
            <a:r>
              <a:rPr b="1" lang="en" sz="1000" u="sng">
                <a:solidFill>
                  <a:schemeClr val="dk1"/>
                </a:solidFill>
                <a:latin typeface="Mulish"/>
                <a:ea typeface="Mulish"/>
                <a:cs typeface="Mulish"/>
                <a:sym typeface="Mulish"/>
                <a:hlinkClick r:id="rId16">
                  <a:extLst>
                    <a:ext uri="{A12FA001-AC4F-418D-AE19-62706E023703}">
                      <ahyp:hlinkClr val="tx"/>
                    </a:ext>
                  </a:extLst>
                </a:hlinkClick>
              </a:rPr>
              <a:t>FLATICON</a:t>
            </a:r>
            <a:r>
              <a:rPr b="1" lang="en" sz="1000">
                <a:solidFill>
                  <a:schemeClr val="dk1"/>
                </a:solidFill>
                <a:latin typeface="Mulish"/>
                <a:ea typeface="Mulish"/>
                <a:cs typeface="Mulish"/>
                <a:sym typeface="Mulish"/>
              </a:rPr>
              <a:t> | </a:t>
            </a:r>
            <a:r>
              <a:rPr b="1" lang="en" sz="1000" u="sng">
                <a:solidFill>
                  <a:schemeClr val="dk1"/>
                </a:solidFill>
                <a:latin typeface="Mulish"/>
                <a:ea typeface="Mulish"/>
                <a:cs typeface="Mulish"/>
                <a:sym typeface="Mulish"/>
                <a:hlinkClick r:id="rId17">
                  <a:extLst>
                    <a:ext uri="{A12FA001-AC4F-418D-AE19-62706E023703}">
                      <ahyp:hlinkClr val="tx"/>
                    </a:ext>
                  </a:extLst>
                </a:hlinkClick>
              </a:rPr>
              <a:t>STORYSET</a:t>
            </a:r>
            <a:r>
              <a:rPr b="1" lang="en" sz="1000">
                <a:solidFill>
                  <a:schemeClr val="dk1"/>
                </a:solidFill>
                <a:latin typeface="Mulish"/>
                <a:ea typeface="Mulish"/>
                <a:cs typeface="Mulish"/>
                <a:sym typeface="Mulish"/>
              </a:rPr>
              <a:t> | </a:t>
            </a:r>
            <a:r>
              <a:rPr b="1" lang="en" sz="1000" u="sng">
                <a:solidFill>
                  <a:schemeClr val="dk1"/>
                </a:solidFill>
                <a:latin typeface="Mulish"/>
                <a:ea typeface="Mulish"/>
                <a:cs typeface="Mulish"/>
                <a:sym typeface="Mulish"/>
                <a:hlinkClick r:id="rId18">
                  <a:extLst>
                    <a:ext uri="{A12FA001-AC4F-418D-AE19-62706E023703}">
                      <ahyp:hlinkClr val="tx"/>
                    </a:ext>
                  </a:extLst>
                </a:hlinkClick>
              </a:rPr>
              <a:t>WEPIK</a:t>
            </a:r>
            <a:r>
              <a:rPr b="1" lang="en" sz="1000">
                <a:solidFill>
                  <a:schemeClr val="dk1"/>
                </a:solidFill>
                <a:latin typeface="Mulish"/>
                <a:ea typeface="Mulish"/>
                <a:cs typeface="Mulish"/>
                <a:sym typeface="Mulish"/>
              </a:rPr>
              <a:t> | </a:t>
            </a:r>
            <a:r>
              <a:rPr b="1" lang="en" sz="1000" u="sng">
                <a:solidFill>
                  <a:schemeClr val="dk1"/>
                </a:solidFill>
                <a:latin typeface="Mulish"/>
                <a:ea typeface="Mulish"/>
                <a:cs typeface="Mulish"/>
                <a:sym typeface="Mulish"/>
                <a:hlinkClick r:id="rId19">
                  <a:extLst>
                    <a:ext uri="{A12FA001-AC4F-418D-AE19-62706E023703}">
                      <ahyp:hlinkClr val="tx"/>
                    </a:ext>
                  </a:extLst>
                </a:hlinkClick>
              </a:rPr>
              <a:t>VIDEVO</a:t>
            </a:r>
            <a:endParaRPr b="1" sz="1000">
              <a:solidFill>
                <a:schemeClr val="dk1"/>
              </a:solidFill>
              <a:latin typeface="Mulish"/>
              <a:ea typeface="Mulish"/>
              <a:cs typeface="Mulish"/>
              <a:sym typeface="Mulish"/>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9" name="Shape 1479"/>
        <p:cNvGrpSpPr/>
        <p:nvPr/>
      </p:nvGrpSpPr>
      <p:grpSpPr>
        <a:xfrm>
          <a:off x="0" y="0"/>
          <a:ext cx="0" cy="0"/>
          <a:chOff x="0" y="0"/>
          <a:chExt cx="0" cy="0"/>
        </a:xfrm>
      </p:grpSpPr>
      <p:sp>
        <p:nvSpPr>
          <p:cNvPr id="1480" name="Google Shape;1480;p29"/>
          <p:cNvSpPr txBox="1"/>
          <p:nvPr>
            <p:ph idx="13" type="subTitle"/>
          </p:nvPr>
        </p:nvSpPr>
        <p:spPr>
          <a:xfrm>
            <a:off x="5500975" y="1277225"/>
            <a:ext cx="2884800" cy="90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Mathematical modeling</a:t>
            </a:r>
            <a:endParaRPr sz="2000"/>
          </a:p>
        </p:txBody>
      </p:sp>
      <p:sp>
        <p:nvSpPr>
          <p:cNvPr id="1481" name="Google Shape;1481;p29"/>
          <p:cNvSpPr txBox="1"/>
          <p:nvPr>
            <p:ph idx="5" type="title"/>
          </p:nvPr>
        </p:nvSpPr>
        <p:spPr>
          <a:xfrm>
            <a:off x="758225" y="1277225"/>
            <a:ext cx="816600" cy="78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1482" name="Google Shape;1482;p29"/>
          <p:cNvSpPr txBox="1"/>
          <p:nvPr>
            <p:ph idx="9" type="subTitle"/>
          </p:nvPr>
        </p:nvSpPr>
        <p:spPr>
          <a:xfrm>
            <a:off x="1574375" y="1277225"/>
            <a:ext cx="2884800" cy="90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Problem-solving strategies</a:t>
            </a:r>
            <a:endParaRPr/>
          </a:p>
        </p:txBody>
      </p:sp>
      <p:sp>
        <p:nvSpPr>
          <p:cNvPr id="1483" name="Google Shape;1483;p29"/>
          <p:cNvSpPr txBox="1"/>
          <p:nvPr>
            <p:ph idx="15" type="subTitle"/>
          </p:nvPr>
        </p:nvSpPr>
        <p:spPr>
          <a:xfrm>
            <a:off x="5500975" y="2933701"/>
            <a:ext cx="2884800" cy="90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Mathematics and technology</a:t>
            </a:r>
            <a:endParaRPr/>
          </a:p>
        </p:txBody>
      </p:sp>
      <p:sp>
        <p:nvSpPr>
          <p:cNvPr id="1484" name="Google Shape;1484;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contents</a:t>
            </a:r>
            <a:endParaRPr/>
          </a:p>
        </p:txBody>
      </p:sp>
      <p:sp>
        <p:nvSpPr>
          <p:cNvPr id="1485" name="Google Shape;1485;p29"/>
          <p:cNvSpPr txBox="1"/>
          <p:nvPr>
            <p:ph idx="3" type="subTitle"/>
          </p:nvPr>
        </p:nvSpPr>
        <p:spPr>
          <a:xfrm>
            <a:off x="1574375" y="3713775"/>
            <a:ext cx="288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Identifying mathematical concepts in real-world scenarios</a:t>
            </a:r>
            <a:endParaRPr sz="1600"/>
          </a:p>
        </p:txBody>
      </p:sp>
      <p:sp>
        <p:nvSpPr>
          <p:cNvPr id="1486" name="Google Shape;1486;p29"/>
          <p:cNvSpPr txBox="1"/>
          <p:nvPr>
            <p:ph idx="1" type="subTitle"/>
          </p:nvPr>
        </p:nvSpPr>
        <p:spPr>
          <a:xfrm>
            <a:off x="1574375" y="2056793"/>
            <a:ext cx="288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Critical thinking skills and mathematical reasoning</a:t>
            </a:r>
            <a:endParaRPr/>
          </a:p>
        </p:txBody>
      </p:sp>
      <p:sp>
        <p:nvSpPr>
          <p:cNvPr id="1487" name="Google Shape;1487;p29"/>
          <p:cNvSpPr txBox="1"/>
          <p:nvPr>
            <p:ph idx="2" type="subTitle"/>
          </p:nvPr>
        </p:nvSpPr>
        <p:spPr>
          <a:xfrm>
            <a:off x="5500976" y="2056793"/>
            <a:ext cx="288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Analyzing and interpreting mathematical models</a:t>
            </a:r>
            <a:endParaRPr/>
          </a:p>
        </p:txBody>
      </p:sp>
      <p:sp>
        <p:nvSpPr>
          <p:cNvPr id="1488" name="Google Shape;1488;p29"/>
          <p:cNvSpPr txBox="1"/>
          <p:nvPr>
            <p:ph idx="4" type="subTitle"/>
          </p:nvPr>
        </p:nvSpPr>
        <p:spPr>
          <a:xfrm>
            <a:off x="5500976" y="3713775"/>
            <a:ext cx="288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Integration of technology tools in mathematical exploration</a:t>
            </a:r>
            <a:endParaRPr/>
          </a:p>
        </p:txBody>
      </p:sp>
      <p:sp>
        <p:nvSpPr>
          <p:cNvPr id="1489" name="Google Shape;1489;p29"/>
          <p:cNvSpPr txBox="1"/>
          <p:nvPr>
            <p:ph idx="6" type="title"/>
          </p:nvPr>
        </p:nvSpPr>
        <p:spPr>
          <a:xfrm>
            <a:off x="758225" y="2933700"/>
            <a:ext cx="816600" cy="78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490" name="Google Shape;1490;p29"/>
          <p:cNvSpPr txBox="1"/>
          <p:nvPr>
            <p:ph idx="7" type="title"/>
          </p:nvPr>
        </p:nvSpPr>
        <p:spPr>
          <a:xfrm>
            <a:off x="4685025" y="1277225"/>
            <a:ext cx="816600" cy="78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491" name="Google Shape;1491;p29"/>
          <p:cNvSpPr txBox="1"/>
          <p:nvPr>
            <p:ph idx="8" type="title"/>
          </p:nvPr>
        </p:nvSpPr>
        <p:spPr>
          <a:xfrm>
            <a:off x="4685025" y="2933700"/>
            <a:ext cx="816600" cy="78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1492" name="Google Shape;1492;p29"/>
          <p:cNvSpPr txBox="1"/>
          <p:nvPr>
            <p:ph idx="14" type="subTitle"/>
          </p:nvPr>
        </p:nvSpPr>
        <p:spPr>
          <a:xfrm>
            <a:off x="1574375" y="2933701"/>
            <a:ext cx="2884800" cy="90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Mathematics in everyday life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6" name="Shape 1496"/>
        <p:cNvGrpSpPr/>
        <p:nvPr/>
      </p:nvGrpSpPr>
      <p:grpSpPr>
        <a:xfrm>
          <a:off x="0" y="0"/>
          <a:ext cx="0" cy="0"/>
          <a:chOff x="0" y="0"/>
          <a:chExt cx="0" cy="0"/>
        </a:xfrm>
      </p:grpSpPr>
      <p:sp>
        <p:nvSpPr>
          <p:cNvPr id="1497" name="Google Shape;1497;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498" name="Google Shape;1498;p30"/>
          <p:cNvSpPr txBox="1"/>
          <p:nvPr>
            <p:ph idx="1" type="subTitle"/>
          </p:nvPr>
        </p:nvSpPr>
        <p:spPr>
          <a:xfrm>
            <a:off x="4731475" y="1256325"/>
            <a:ext cx="3699300" cy="292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From mathematical modeling to the integration of technology tools, these lessons empower students to appreciate the versatility and relevance of mathematics across diverse contexts. Through this comprehensive approach, students not only master mathematical concepts but also develop essential skills for navigating the complexities of the modern world</a:t>
            </a:r>
            <a:endParaRPr/>
          </a:p>
        </p:txBody>
      </p:sp>
      <p:sp>
        <p:nvSpPr>
          <p:cNvPr id="1499" name="Google Shape;1499;p30"/>
          <p:cNvSpPr txBox="1"/>
          <p:nvPr>
            <p:ph idx="2" type="subTitle"/>
          </p:nvPr>
        </p:nvSpPr>
        <p:spPr>
          <a:xfrm>
            <a:off x="720000" y="1256325"/>
            <a:ext cx="3699300" cy="292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high school and middle school math lessons, students delve into various engaging topics. They explore </a:t>
            </a:r>
            <a:r>
              <a:rPr b="1" lang="en"/>
              <a:t>problem-solving strategies, honing critical thinking and logical reasoning skills</a:t>
            </a:r>
            <a:r>
              <a:rPr lang="en"/>
              <a:t>. Additionally, at that age, math lessons focus on the practical application of mathematics, revealing its role in everyday life</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3" name="Shape 1503"/>
        <p:cNvGrpSpPr/>
        <p:nvPr/>
      </p:nvGrpSpPr>
      <p:grpSpPr>
        <a:xfrm>
          <a:off x="0" y="0"/>
          <a:ext cx="0" cy="0"/>
          <a:chOff x="0" y="0"/>
          <a:chExt cx="0" cy="0"/>
        </a:xfrm>
      </p:grpSpPr>
      <p:sp>
        <p:nvSpPr>
          <p:cNvPr id="1504" name="Google Shape;1504;p31"/>
          <p:cNvSpPr txBox="1"/>
          <p:nvPr>
            <p:ph type="title"/>
          </p:nvPr>
        </p:nvSpPr>
        <p:spPr>
          <a:xfrm>
            <a:off x="1463100" y="2046250"/>
            <a:ext cx="6217800" cy="1676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Problem-solving strategies</a:t>
            </a:r>
            <a:endParaRPr/>
          </a:p>
        </p:txBody>
      </p:sp>
      <p:sp>
        <p:nvSpPr>
          <p:cNvPr id="1505" name="Google Shape;1505;p31"/>
          <p:cNvSpPr txBox="1"/>
          <p:nvPr>
            <p:ph idx="2" type="title"/>
          </p:nvPr>
        </p:nvSpPr>
        <p:spPr>
          <a:xfrm>
            <a:off x="3745950" y="809625"/>
            <a:ext cx="1652100" cy="112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506" name="Google Shape;1506;p31"/>
          <p:cNvSpPr txBox="1"/>
          <p:nvPr>
            <p:ph idx="1" type="subTitle"/>
          </p:nvPr>
        </p:nvSpPr>
        <p:spPr>
          <a:xfrm>
            <a:off x="1463100" y="3797250"/>
            <a:ext cx="6217800" cy="43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Apply problem-solving strategies in various contexts</a:t>
            </a:r>
            <a:endParaRPr/>
          </a:p>
        </p:txBody>
      </p:sp>
      <p:grpSp>
        <p:nvGrpSpPr>
          <p:cNvPr id="1507" name="Google Shape;1507;p31"/>
          <p:cNvGrpSpPr/>
          <p:nvPr/>
        </p:nvGrpSpPr>
        <p:grpSpPr>
          <a:xfrm rot="6922716">
            <a:off x="7561124" y="746898"/>
            <a:ext cx="435969" cy="322677"/>
            <a:chOff x="8529533" y="681525"/>
            <a:chExt cx="435967" cy="322675"/>
          </a:xfrm>
        </p:grpSpPr>
        <p:sp>
          <p:nvSpPr>
            <p:cNvPr id="1508" name="Google Shape;1508;p31"/>
            <p:cNvSpPr/>
            <p:nvPr/>
          </p:nvSpPr>
          <p:spPr>
            <a:xfrm rot="10800000">
              <a:off x="8529533" y="886943"/>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09" name="Google Shape;1509;p31"/>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10" name="Google Shape;1510;p31"/>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511" name="Google Shape;1511;p31"/>
          <p:cNvGrpSpPr/>
          <p:nvPr/>
        </p:nvGrpSpPr>
        <p:grpSpPr>
          <a:xfrm>
            <a:off x="970225" y="3797250"/>
            <a:ext cx="406275" cy="563575"/>
            <a:chOff x="140150" y="4340075"/>
            <a:chExt cx="406275" cy="563575"/>
          </a:xfrm>
        </p:grpSpPr>
        <p:sp>
          <p:nvSpPr>
            <p:cNvPr id="1512" name="Google Shape;1512;p31"/>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13" name="Google Shape;1513;p31"/>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14" name="Google Shape;1514;p31"/>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15" name="Google Shape;1515;p31"/>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9" name="Shape 1519"/>
        <p:cNvGrpSpPr/>
        <p:nvPr/>
      </p:nvGrpSpPr>
      <p:grpSpPr>
        <a:xfrm>
          <a:off x="0" y="0"/>
          <a:ext cx="0" cy="0"/>
          <a:chOff x="0" y="0"/>
          <a:chExt cx="0" cy="0"/>
        </a:xfrm>
      </p:grpSpPr>
      <p:sp>
        <p:nvSpPr>
          <p:cNvPr id="1520" name="Google Shape;1520;p32"/>
          <p:cNvSpPr txBox="1"/>
          <p:nvPr>
            <p:ph type="title"/>
          </p:nvPr>
        </p:nvSpPr>
        <p:spPr>
          <a:xfrm>
            <a:off x="865625" y="539500"/>
            <a:ext cx="3668400" cy="109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How to solve math problems</a:t>
            </a:r>
            <a:endParaRPr/>
          </a:p>
        </p:txBody>
      </p:sp>
      <p:sp>
        <p:nvSpPr>
          <p:cNvPr id="1521" name="Google Shape;1521;p32"/>
          <p:cNvSpPr txBox="1"/>
          <p:nvPr>
            <p:ph idx="1" type="subTitle"/>
          </p:nvPr>
        </p:nvSpPr>
        <p:spPr>
          <a:xfrm>
            <a:off x="865625" y="1621843"/>
            <a:ext cx="3668400" cy="298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the dynamic landscape of mathematics, honing effective </a:t>
            </a:r>
            <a:r>
              <a:rPr b="1" lang="en"/>
              <a:t>problem-solving skills</a:t>
            </a:r>
            <a:r>
              <a:rPr lang="en"/>
              <a:t> is paramount</a:t>
            </a:r>
            <a:endParaRPr/>
          </a:p>
          <a:p>
            <a:pPr indent="-330200" lvl="0" marL="457200" rtl="0" algn="l">
              <a:spcBef>
                <a:spcPts val="1000"/>
              </a:spcBef>
              <a:spcAft>
                <a:spcPts val="0"/>
              </a:spcAft>
              <a:buSzPts val="1600"/>
              <a:buChar char="●"/>
            </a:pPr>
            <a:r>
              <a:rPr lang="en"/>
              <a:t>Analytical thinking</a:t>
            </a:r>
            <a:endParaRPr/>
          </a:p>
          <a:p>
            <a:pPr indent="-330200" lvl="0" marL="457200" rtl="0" algn="l">
              <a:spcBef>
                <a:spcPts val="0"/>
              </a:spcBef>
              <a:spcAft>
                <a:spcPts val="0"/>
              </a:spcAft>
              <a:buSzPts val="1600"/>
              <a:buChar char="●"/>
            </a:pPr>
            <a:r>
              <a:rPr lang="en"/>
              <a:t>Strategic planning</a:t>
            </a:r>
            <a:endParaRPr/>
          </a:p>
          <a:p>
            <a:pPr indent="-330200" lvl="0" marL="457200" rtl="0" algn="l">
              <a:spcBef>
                <a:spcPts val="0"/>
              </a:spcBef>
              <a:spcAft>
                <a:spcPts val="0"/>
              </a:spcAft>
              <a:buSzPts val="1600"/>
              <a:buChar char="●"/>
            </a:pPr>
            <a:r>
              <a:rPr lang="en"/>
              <a:t>Effective communication</a:t>
            </a:r>
            <a:endParaRPr/>
          </a:p>
          <a:p>
            <a:pPr indent="0" lvl="0" marL="0" rtl="0" algn="l">
              <a:spcBef>
                <a:spcPts val="1000"/>
              </a:spcBef>
              <a:spcAft>
                <a:spcPts val="0"/>
              </a:spcAft>
              <a:buNone/>
            </a:pPr>
            <a:r>
              <a:rPr lang="en"/>
              <a:t>In cultivating these problem-solving skills, you will gain not only mathematical proficiency but also tools for addressing challenges across disciplines</a:t>
            </a:r>
            <a:endParaRPr/>
          </a:p>
        </p:txBody>
      </p:sp>
      <p:pic>
        <p:nvPicPr>
          <p:cNvPr id="1522" name="Google Shape;1522;p32"/>
          <p:cNvPicPr preferRelativeResize="0"/>
          <p:nvPr>
            <p:ph idx="2" type="pic"/>
          </p:nvPr>
        </p:nvPicPr>
        <p:blipFill rotWithShape="1">
          <a:blip r:embed="rId3">
            <a:alphaModFix/>
          </a:blip>
          <a:srcRect b="0" l="13698" r="19546" t="0"/>
          <a:stretch/>
        </p:blipFill>
        <p:spPr>
          <a:xfrm>
            <a:off x="5029325" y="833500"/>
            <a:ext cx="3476400" cy="3476400"/>
          </a:xfrm>
          <a:prstGeom prst="ellipse">
            <a:avLst/>
          </a:prstGeom>
        </p:spPr>
      </p:pic>
      <p:grpSp>
        <p:nvGrpSpPr>
          <p:cNvPr id="1523" name="Google Shape;1523;p32"/>
          <p:cNvGrpSpPr/>
          <p:nvPr/>
        </p:nvGrpSpPr>
        <p:grpSpPr>
          <a:xfrm>
            <a:off x="7892525" y="732325"/>
            <a:ext cx="298275" cy="322675"/>
            <a:chOff x="8667225" y="681525"/>
            <a:chExt cx="298275" cy="322675"/>
          </a:xfrm>
        </p:grpSpPr>
        <p:sp>
          <p:nvSpPr>
            <p:cNvPr id="1524" name="Google Shape;1524;p32"/>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25" name="Google Shape;1525;p32"/>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26" name="Google Shape;1526;p32"/>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527" name="Google Shape;1527;p32"/>
          <p:cNvGrpSpPr/>
          <p:nvPr/>
        </p:nvGrpSpPr>
        <p:grpSpPr>
          <a:xfrm>
            <a:off x="6788444" y="2953250"/>
            <a:ext cx="3200329" cy="3127770"/>
            <a:chOff x="447667" y="285337"/>
            <a:chExt cx="3863732" cy="3776132"/>
          </a:xfrm>
        </p:grpSpPr>
        <p:sp>
          <p:nvSpPr>
            <p:cNvPr id="1528" name="Google Shape;1528;p32"/>
            <p:cNvSpPr/>
            <p:nvPr/>
          </p:nvSpPr>
          <p:spPr>
            <a:xfrm rot="10800000">
              <a:off x="4076800" y="2467368"/>
              <a:ext cx="234600" cy="23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29" name="Google Shape;1529;p32"/>
            <p:cNvSpPr/>
            <p:nvPr/>
          </p:nvSpPr>
          <p:spPr>
            <a:xfrm rot="10800000">
              <a:off x="1137802" y="3577294"/>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30" name="Google Shape;1530;p32"/>
            <p:cNvSpPr/>
            <p:nvPr/>
          </p:nvSpPr>
          <p:spPr>
            <a:xfrm rot="10800000">
              <a:off x="1731851" y="997900"/>
              <a:ext cx="484500" cy="484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31" name="Google Shape;1531;p32"/>
            <p:cNvSpPr/>
            <p:nvPr/>
          </p:nvSpPr>
          <p:spPr>
            <a:xfrm rot="10800000">
              <a:off x="2254926" y="2505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32" name="Google Shape;1532;p32"/>
            <p:cNvSpPr/>
            <p:nvPr/>
          </p:nvSpPr>
          <p:spPr>
            <a:xfrm rot="10800000">
              <a:off x="3685300" y="3636544"/>
              <a:ext cx="116100" cy="116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33" name="Google Shape;1533;p32"/>
            <p:cNvSpPr/>
            <p:nvPr/>
          </p:nvSpPr>
          <p:spPr>
            <a:xfrm rot="10800000">
              <a:off x="2254926" y="3903969"/>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34" name="Google Shape;1534;p32"/>
            <p:cNvSpPr/>
            <p:nvPr/>
          </p:nvSpPr>
          <p:spPr>
            <a:xfrm rot="10800000">
              <a:off x="3125451" y="1436544"/>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35" name="Google Shape;1535;p32"/>
            <p:cNvSpPr/>
            <p:nvPr/>
          </p:nvSpPr>
          <p:spPr>
            <a:xfrm rot="10800000">
              <a:off x="447667" y="2351269"/>
              <a:ext cx="116100" cy="116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536" name="Google Shape;1536;p32"/>
            <p:cNvCxnSpPr>
              <a:stCxn id="1532" idx="5"/>
              <a:endCxn id="1531" idx="1"/>
            </p:cNvCxnSpPr>
            <p:nvPr/>
          </p:nvCxnSpPr>
          <p:spPr>
            <a:xfrm rot="10800000">
              <a:off x="2389502" y="2640447"/>
              <a:ext cx="1312800" cy="1013100"/>
            </a:xfrm>
            <a:prstGeom prst="straightConnector1">
              <a:avLst/>
            </a:prstGeom>
            <a:noFill/>
            <a:ln cap="flat" cmpd="sng" w="9525">
              <a:solidFill>
                <a:schemeClr val="dk2"/>
              </a:solidFill>
              <a:prstDash val="solid"/>
              <a:round/>
              <a:headEnd len="med" w="med" type="none"/>
              <a:tailEnd len="med" w="med" type="none"/>
            </a:ln>
          </p:spPr>
        </p:cxnSp>
        <p:cxnSp>
          <p:nvCxnSpPr>
            <p:cNvPr id="1537" name="Google Shape;1537;p32"/>
            <p:cNvCxnSpPr>
              <a:stCxn id="1533" idx="4"/>
              <a:endCxn id="1531" idx="0"/>
            </p:cNvCxnSpPr>
            <p:nvPr/>
          </p:nvCxnSpPr>
          <p:spPr>
            <a:xfrm rot="10800000">
              <a:off x="2333676" y="2663469"/>
              <a:ext cx="0" cy="1240500"/>
            </a:xfrm>
            <a:prstGeom prst="straightConnector1">
              <a:avLst/>
            </a:prstGeom>
            <a:noFill/>
            <a:ln cap="flat" cmpd="sng" w="9525">
              <a:solidFill>
                <a:schemeClr val="dk2"/>
              </a:solidFill>
              <a:prstDash val="solid"/>
              <a:round/>
              <a:headEnd len="med" w="med" type="none"/>
              <a:tailEnd len="med" w="med" type="none"/>
            </a:ln>
          </p:spPr>
        </p:cxnSp>
        <p:cxnSp>
          <p:nvCxnSpPr>
            <p:cNvPr id="1538" name="Google Shape;1538;p32"/>
            <p:cNvCxnSpPr>
              <a:stCxn id="1528" idx="6"/>
              <a:endCxn id="1531" idx="2"/>
            </p:cNvCxnSpPr>
            <p:nvPr/>
          </p:nvCxnSpPr>
          <p:spPr>
            <a:xfrm rot="10800000">
              <a:off x="2412400" y="2584668"/>
              <a:ext cx="1664400" cy="0"/>
            </a:xfrm>
            <a:prstGeom prst="straightConnector1">
              <a:avLst/>
            </a:prstGeom>
            <a:noFill/>
            <a:ln cap="flat" cmpd="sng" w="9525">
              <a:solidFill>
                <a:schemeClr val="dk2"/>
              </a:solidFill>
              <a:prstDash val="solid"/>
              <a:round/>
              <a:headEnd len="med" w="med" type="none"/>
              <a:tailEnd len="med" w="med" type="none"/>
            </a:ln>
          </p:spPr>
        </p:cxnSp>
        <p:cxnSp>
          <p:nvCxnSpPr>
            <p:cNvPr id="1539" name="Google Shape;1539;p32"/>
            <p:cNvCxnSpPr>
              <a:stCxn id="1528" idx="0"/>
              <a:endCxn id="1532" idx="3"/>
            </p:cNvCxnSpPr>
            <p:nvPr/>
          </p:nvCxnSpPr>
          <p:spPr>
            <a:xfrm flipH="1">
              <a:off x="3784300" y="2701968"/>
              <a:ext cx="409800" cy="951600"/>
            </a:xfrm>
            <a:prstGeom prst="straightConnector1">
              <a:avLst/>
            </a:prstGeom>
            <a:noFill/>
            <a:ln cap="flat" cmpd="sng" w="9525">
              <a:solidFill>
                <a:schemeClr val="dk2"/>
              </a:solidFill>
              <a:prstDash val="solid"/>
              <a:round/>
              <a:headEnd len="med" w="med" type="none"/>
              <a:tailEnd len="med" w="med" type="none"/>
            </a:ln>
          </p:spPr>
        </p:cxnSp>
        <p:cxnSp>
          <p:nvCxnSpPr>
            <p:cNvPr id="1540" name="Google Shape;1540;p32"/>
            <p:cNvCxnSpPr>
              <a:stCxn id="1532" idx="7"/>
              <a:endCxn id="1533" idx="2"/>
            </p:cNvCxnSpPr>
            <p:nvPr/>
          </p:nvCxnSpPr>
          <p:spPr>
            <a:xfrm flipH="1">
              <a:off x="2412302" y="3735642"/>
              <a:ext cx="1290000" cy="247200"/>
            </a:xfrm>
            <a:prstGeom prst="straightConnector1">
              <a:avLst/>
            </a:prstGeom>
            <a:noFill/>
            <a:ln cap="flat" cmpd="sng" w="9525">
              <a:solidFill>
                <a:schemeClr val="dk2"/>
              </a:solidFill>
              <a:prstDash val="solid"/>
              <a:round/>
              <a:headEnd len="med" w="med" type="none"/>
              <a:tailEnd len="med" w="med" type="none"/>
            </a:ln>
          </p:spPr>
        </p:cxnSp>
        <p:cxnSp>
          <p:nvCxnSpPr>
            <p:cNvPr id="1541" name="Google Shape;1541;p32"/>
            <p:cNvCxnSpPr>
              <a:stCxn id="1533" idx="6"/>
              <a:endCxn id="1529" idx="1"/>
            </p:cNvCxnSpPr>
            <p:nvPr/>
          </p:nvCxnSpPr>
          <p:spPr>
            <a:xfrm rot="10800000">
              <a:off x="1338126" y="3777519"/>
              <a:ext cx="916800" cy="205200"/>
            </a:xfrm>
            <a:prstGeom prst="straightConnector1">
              <a:avLst/>
            </a:prstGeom>
            <a:noFill/>
            <a:ln cap="flat" cmpd="sng" w="9525">
              <a:solidFill>
                <a:schemeClr val="dk2"/>
              </a:solidFill>
              <a:prstDash val="solid"/>
              <a:round/>
              <a:headEnd len="med" w="med" type="none"/>
              <a:tailEnd len="med" w="med" type="none"/>
            </a:ln>
          </p:spPr>
        </p:cxnSp>
        <p:cxnSp>
          <p:nvCxnSpPr>
            <p:cNvPr id="1542" name="Google Shape;1542;p32"/>
            <p:cNvCxnSpPr>
              <a:stCxn id="1531" idx="7"/>
              <a:endCxn id="1529" idx="3"/>
            </p:cNvCxnSpPr>
            <p:nvPr/>
          </p:nvCxnSpPr>
          <p:spPr>
            <a:xfrm flipH="1">
              <a:off x="1338091" y="2640304"/>
              <a:ext cx="939900" cy="971400"/>
            </a:xfrm>
            <a:prstGeom prst="straightConnector1">
              <a:avLst/>
            </a:prstGeom>
            <a:noFill/>
            <a:ln cap="flat" cmpd="sng" w="9525">
              <a:solidFill>
                <a:schemeClr val="dk2"/>
              </a:solidFill>
              <a:prstDash val="solid"/>
              <a:round/>
              <a:headEnd len="med" w="med" type="none"/>
              <a:tailEnd len="med" w="med" type="none"/>
            </a:ln>
          </p:spPr>
        </p:cxnSp>
        <p:cxnSp>
          <p:nvCxnSpPr>
            <p:cNvPr id="1543" name="Google Shape;1543;p32"/>
            <p:cNvCxnSpPr>
              <a:stCxn id="1528" idx="5"/>
              <a:endCxn id="1534" idx="1"/>
            </p:cNvCxnSpPr>
            <p:nvPr/>
          </p:nvCxnSpPr>
          <p:spPr>
            <a:xfrm rot="10800000">
              <a:off x="3259756" y="1571124"/>
              <a:ext cx="851400" cy="930600"/>
            </a:xfrm>
            <a:prstGeom prst="straightConnector1">
              <a:avLst/>
            </a:prstGeom>
            <a:noFill/>
            <a:ln cap="flat" cmpd="sng" w="9525">
              <a:solidFill>
                <a:schemeClr val="dk2"/>
              </a:solidFill>
              <a:prstDash val="solid"/>
              <a:round/>
              <a:headEnd len="med" w="med" type="none"/>
              <a:tailEnd len="med" w="med" type="none"/>
            </a:ln>
          </p:spPr>
        </p:cxnSp>
        <p:cxnSp>
          <p:nvCxnSpPr>
            <p:cNvPr id="1544" name="Google Shape;1544;p32"/>
            <p:cNvCxnSpPr>
              <a:stCxn id="1534" idx="7"/>
              <a:endCxn id="1531" idx="3"/>
            </p:cNvCxnSpPr>
            <p:nvPr/>
          </p:nvCxnSpPr>
          <p:spPr>
            <a:xfrm flipH="1">
              <a:off x="2389216" y="1570979"/>
              <a:ext cx="759300" cy="957900"/>
            </a:xfrm>
            <a:prstGeom prst="straightConnector1">
              <a:avLst/>
            </a:prstGeom>
            <a:noFill/>
            <a:ln cap="flat" cmpd="sng" w="9525">
              <a:solidFill>
                <a:schemeClr val="dk2"/>
              </a:solidFill>
              <a:prstDash val="solid"/>
              <a:round/>
              <a:headEnd len="med" w="med" type="none"/>
              <a:tailEnd len="med" w="med" type="none"/>
            </a:ln>
          </p:spPr>
        </p:cxnSp>
        <p:cxnSp>
          <p:nvCxnSpPr>
            <p:cNvPr id="1545" name="Google Shape;1545;p32"/>
            <p:cNvCxnSpPr>
              <a:stCxn id="1534" idx="5"/>
              <a:endCxn id="1530" idx="2"/>
            </p:cNvCxnSpPr>
            <p:nvPr/>
          </p:nvCxnSpPr>
          <p:spPr>
            <a:xfrm rot="10800000">
              <a:off x="2216416" y="1240009"/>
              <a:ext cx="932100" cy="219600"/>
            </a:xfrm>
            <a:prstGeom prst="straightConnector1">
              <a:avLst/>
            </a:prstGeom>
            <a:noFill/>
            <a:ln cap="flat" cmpd="sng" w="9525">
              <a:solidFill>
                <a:schemeClr val="dk2"/>
              </a:solidFill>
              <a:prstDash val="solid"/>
              <a:round/>
              <a:headEnd len="med" w="med" type="none"/>
              <a:tailEnd len="med" w="med" type="none"/>
            </a:ln>
          </p:spPr>
        </p:cxnSp>
        <p:cxnSp>
          <p:nvCxnSpPr>
            <p:cNvPr id="1546" name="Google Shape;1546;p32"/>
            <p:cNvCxnSpPr>
              <a:stCxn id="1530" idx="0"/>
              <a:endCxn id="1531" idx="5"/>
            </p:cNvCxnSpPr>
            <p:nvPr/>
          </p:nvCxnSpPr>
          <p:spPr>
            <a:xfrm>
              <a:off x="1974101" y="1482400"/>
              <a:ext cx="303900" cy="1046400"/>
            </a:xfrm>
            <a:prstGeom prst="straightConnector1">
              <a:avLst/>
            </a:prstGeom>
            <a:noFill/>
            <a:ln cap="flat" cmpd="sng" w="9525">
              <a:solidFill>
                <a:schemeClr val="dk2"/>
              </a:solidFill>
              <a:prstDash val="solid"/>
              <a:round/>
              <a:headEnd len="med" w="med" type="none"/>
              <a:tailEnd len="med" w="med" type="none"/>
            </a:ln>
          </p:spPr>
        </p:cxnSp>
        <p:cxnSp>
          <p:nvCxnSpPr>
            <p:cNvPr id="1547" name="Google Shape;1547;p32"/>
            <p:cNvCxnSpPr>
              <a:stCxn id="1530" idx="7"/>
              <a:endCxn id="1535" idx="3"/>
            </p:cNvCxnSpPr>
            <p:nvPr/>
          </p:nvCxnSpPr>
          <p:spPr>
            <a:xfrm flipH="1">
              <a:off x="546704" y="1411447"/>
              <a:ext cx="1256100" cy="956700"/>
            </a:xfrm>
            <a:prstGeom prst="straightConnector1">
              <a:avLst/>
            </a:prstGeom>
            <a:noFill/>
            <a:ln cap="flat" cmpd="sng" w="9525">
              <a:solidFill>
                <a:schemeClr val="dk2"/>
              </a:solidFill>
              <a:prstDash val="solid"/>
              <a:round/>
              <a:headEnd len="med" w="med" type="none"/>
              <a:tailEnd len="med" w="med" type="none"/>
            </a:ln>
          </p:spPr>
        </p:cxnSp>
        <p:cxnSp>
          <p:nvCxnSpPr>
            <p:cNvPr id="1548" name="Google Shape;1548;p32"/>
            <p:cNvCxnSpPr>
              <a:stCxn id="1531" idx="6"/>
              <a:endCxn id="1535" idx="2"/>
            </p:cNvCxnSpPr>
            <p:nvPr/>
          </p:nvCxnSpPr>
          <p:spPr>
            <a:xfrm rot="10800000">
              <a:off x="563826" y="2409419"/>
              <a:ext cx="1691100" cy="175200"/>
            </a:xfrm>
            <a:prstGeom prst="straightConnector1">
              <a:avLst/>
            </a:prstGeom>
            <a:noFill/>
            <a:ln cap="flat" cmpd="sng" w="9525">
              <a:solidFill>
                <a:schemeClr val="dk2"/>
              </a:solidFill>
              <a:prstDash val="solid"/>
              <a:round/>
              <a:headEnd len="med" w="med" type="none"/>
              <a:tailEnd len="med" w="med" type="none"/>
            </a:ln>
          </p:spPr>
        </p:cxnSp>
        <p:cxnSp>
          <p:nvCxnSpPr>
            <p:cNvPr id="1549" name="Google Shape;1549;p32"/>
            <p:cNvCxnSpPr>
              <a:stCxn id="1535" idx="0"/>
              <a:endCxn id="1529" idx="5"/>
            </p:cNvCxnSpPr>
            <p:nvPr/>
          </p:nvCxnSpPr>
          <p:spPr>
            <a:xfrm>
              <a:off x="505717" y="2467369"/>
              <a:ext cx="666300" cy="1144200"/>
            </a:xfrm>
            <a:prstGeom prst="straightConnector1">
              <a:avLst/>
            </a:prstGeom>
            <a:noFill/>
            <a:ln cap="flat" cmpd="sng" w="9525">
              <a:solidFill>
                <a:schemeClr val="dk2"/>
              </a:solidFill>
              <a:prstDash val="solid"/>
              <a:round/>
              <a:headEnd len="med" w="med" type="none"/>
              <a:tailEnd len="med" w="med" type="none"/>
            </a:ln>
          </p:spPr>
        </p:cxnSp>
        <p:cxnSp>
          <p:nvCxnSpPr>
            <p:cNvPr id="1550" name="Google Shape;1550;p32"/>
            <p:cNvCxnSpPr>
              <a:stCxn id="1532" idx="4"/>
              <a:endCxn id="1530" idx="1"/>
            </p:cNvCxnSpPr>
            <p:nvPr/>
          </p:nvCxnSpPr>
          <p:spPr>
            <a:xfrm rot="10800000">
              <a:off x="2145250" y="1411444"/>
              <a:ext cx="1598100" cy="2225100"/>
            </a:xfrm>
            <a:prstGeom prst="straightConnector1">
              <a:avLst/>
            </a:prstGeom>
            <a:noFill/>
            <a:ln cap="flat" cmpd="sng" w="9525">
              <a:solidFill>
                <a:schemeClr val="dk2"/>
              </a:solidFill>
              <a:prstDash val="solid"/>
              <a:round/>
              <a:headEnd len="med" w="med" type="none"/>
              <a:tailEnd len="med" w="med" type="none"/>
            </a:ln>
          </p:spPr>
        </p:cxnSp>
        <p:cxnSp>
          <p:nvCxnSpPr>
            <p:cNvPr id="1551" name="Google Shape;1551;p32"/>
            <p:cNvCxnSpPr>
              <a:stCxn id="1529" idx="4"/>
              <a:endCxn id="1530" idx="7"/>
            </p:cNvCxnSpPr>
            <p:nvPr/>
          </p:nvCxnSpPr>
          <p:spPr>
            <a:xfrm flipH="1" rot="10800000">
              <a:off x="1255102" y="1411594"/>
              <a:ext cx="547800" cy="2165700"/>
            </a:xfrm>
            <a:prstGeom prst="straightConnector1">
              <a:avLst/>
            </a:prstGeom>
            <a:noFill/>
            <a:ln cap="flat" cmpd="sng" w="9525">
              <a:solidFill>
                <a:schemeClr val="dk2"/>
              </a:solidFill>
              <a:prstDash val="solid"/>
              <a:round/>
              <a:headEnd len="med" w="med" type="none"/>
              <a:tailEnd len="med" w="med" type="none"/>
            </a:ln>
          </p:spPr>
        </p:cxnSp>
        <p:cxnSp>
          <p:nvCxnSpPr>
            <p:cNvPr id="1552" name="Google Shape;1552;p32"/>
            <p:cNvCxnSpPr>
              <a:stCxn id="1528" idx="5"/>
              <a:endCxn id="1530" idx="1"/>
            </p:cNvCxnSpPr>
            <p:nvPr/>
          </p:nvCxnSpPr>
          <p:spPr>
            <a:xfrm rot="10800000">
              <a:off x="2145256" y="1411524"/>
              <a:ext cx="1965900" cy="1090200"/>
            </a:xfrm>
            <a:prstGeom prst="straightConnector1">
              <a:avLst/>
            </a:prstGeom>
            <a:noFill/>
            <a:ln cap="flat" cmpd="sng" w="9525">
              <a:solidFill>
                <a:schemeClr val="dk2"/>
              </a:solidFill>
              <a:prstDash val="solid"/>
              <a:round/>
              <a:headEnd len="med" w="med" type="none"/>
              <a:tailEnd len="med" w="med" type="none"/>
            </a:ln>
          </p:spPr>
        </p:cxnSp>
        <p:sp>
          <p:nvSpPr>
            <p:cNvPr id="1553" name="Google Shape;1553;p32"/>
            <p:cNvSpPr/>
            <p:nvPr/>
          </p:nvSpPr>
          <p:spPr>
            <a:xfrm rot="10800000">
              <a:off x="873701" y="691869"/>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554" name="Google Shape;1554;p32"/>
            <p:cNvCxnSpPr>
              <a:stCxn id="1535" idx="4"/>
              <a:endCxn id="1553" idx="7"/>
            </p:cNvCxnSpPr>
            <p:nvPr/>
          </p:nvCxnSpPr>
          <p:spPr>
            <a:xfrm flipH="1" rot="10800000">
              <a:off x="505717" y="826369"/>
              <a:ext cx="390900" cy="1524900"/>
            </a:xfrm>
            <a:prstGeom prst="straightConnector1">
              <a:avLst/>
            </a:prstGeom>
            <a:noFill/>
            <a:ln cap="flat" cmpd="sng" w="9525">
              <a:solidFill>
                <a:schemeClr val="dk2"/>
              </a:solidFill>
              <a:prstDash val="solid"/>
              <a:round/>
              <a:headEnd len="med" w="med" type="none"/>
              <a:tailEnd len="med" w="med" type="none"/>
            </a:ln>
          </p:spPr>
        </p:cxnSp>
        <p:cxnSp>
          <p:nvCxnSpPr>
            <p:cNvPr id="1555" name="Google Shape;1555;p32"/>
            <p:cNvCxnSpPr>
              <a:stCxn id="1553" idx="2"/>
              <a:endCxn id="1530" idx="5"/>
            </p:cNvCxnSpPr>
            <p:nvPr/>
          </p:nvCxnSpPr>
          <p:spPr>
            <a:xfrm>
              <a:off x="1031201" y="770619"/>
              <a:ext cx="771600" cy="298200"/>
            </a:xfrm>
            <a:prstGeom prst="straightConnector1">
              <a:avLst/>
            </a:prstGeom>
            <a:noFill/>
            <a:ln cap="flat" cmpd="sng" w="9525">
              <a:solidFill>
                <a:schemeClr val="dk2"/>
              </a:solidFill>
              <a:prstDash val="solid"/>
              <a:round/>
              <a:headEnd len="med" w="med" type="none"/>
              <a:tailEnd len="med" w="med" type="none"/>
            </a:ln>
          </p:spPr>
        </p:cxnSp>
        <p:cxnSp>
          <p:nvCxnSpPr>
            <p:cNvPr id="1556" name="Google Shape;1556;p32"/>
            <p:cNvCxnSpPr>
              <a:stCxn id="1553" idx="0"/>
              <a:endCxn id="1529" idx="4"/>
            </p:cNvCxnSpPr>
            <p:nvPr/>
          </p:nvCxnSpPr>
          <p:spPr>
            <a:xfrm>
              <a:off x="952451" y="849369"/>
              <a:ext cx="302700" cy="2727900"/>
            </a:xfrm>
            <a:prstGeom prst="straightConnector1">
              <a:avLst/>
            </a:prstGeom>
            <a:noFill/>
            <a:ln cap="flat" cmpd="sng" w="9525">
              <a:solidFill>
                <a:schemeClr val="dk2"/>
              </a:solidFill>
              <a:prstDash val="solid"/>
              <a:round/>
              <a:headEnd len="med" w="med" type="none"/>
              <a:tailEnd len="med" w="med" type="none"/>
            </a:ln>
          </p:spPr>
        </p:cxnSp>
        <p:cxnSp>
          <p:nvCxnSpPr>
            <p:cNvPr id="1557" name="Google Shape;1557;p32"/>
            <p:cNvCxnSpPr>
              <a:stCxn id="1553" idx="1"/>
              <a:endCxn id="1531" idx="5"/>
            </p:cNvCxnSpPr>
            <p:nvPr/>
          </p:nvCxnSpPr>
          <p:spPr>
            <a:xfrm>
              <a:off x="1008136" y="826304"/>
              <a:ext cx="1269900" cy="1702500"/>
            </a:xfrm>
            <a:prstGeom prst="straightConnector1">
              <a:avLst/>
            </a:prstGeom>
            <a:noFill/>
            <a:ln cap="flat" cmpd="sng" w="9525">
              <a:solidFill>
                <a:schemeClr val="dk2"/>
              </a:solidFill>
              <a:prstDash val="solid"/>
              <a:round/>
              <a:headEnd len="med" w="med" type="none"/>
              <a:tailEnd len="med" w="med" type="none"/>
            </a:ln>
          </p:spPr>
        </p:cxnSp>
        <p:sp>
          <p:nvSpPr>
            <p:cNvPr id="1558" name="Google Shape;1558;p32"/>
            <p:cNvSpPr/>
            <p:nvPr/>
          </p:nvSpPr>
          <p:spPr>
            <a:xfrm rot="10800000">
              <a:off x="2346923" y="285337"/>
              <a:ext cx="234600" cy="234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559" name="Google Shape;1559;p32"/>
            <p:cNvCxnSpPr>
              <a:stCxn id="1553" idx="2"/>
              <a:endCxn id="1558" idx="6"/>
            </p:cNvCxnSpPr>
            <p:nvPr/>
          </p:nvCxnSpPr>
          <p:spPr>
            <a:xfrm flipH="1" rot="10800000">
              <a:off x="1031201" y="402519"/>
              <a:ext cx="1315800" cy="368100"/>
            </a:xfrm>
            <a:prstGeom prst="straightConnector1">
              <a:avLst/>
            </a:prstGeom>
            <a:noFill/>
            <a:ln cap="flat" cmpd="sng" w="9525">
              <a:solidFill>
                <a:schemeClr val="dk2"/>
              </a:solidFill>
              <a:prstDash val="solid"/>
              <a:round/>
              <a:headEnd len="med" w="med" type="none"/>
              <a:tailEnd len="med" w="med" type="none"/>
            </a:ln>
          </p:spPr>
        </p:cxnSp>
        <p:cxnSp>
          <p:nvCxnSpPr>
            <p:cNvPr id="1560" name="Google Shape;1560;p32"/>
            <p:cNvCxnSpPr>
              <a:stCxn id="1558" idx="1"/>
              <a:endCxn id="1534" idx="5"/>
            </p:cNvCxnSpPr>
            <p:nvPr/>
          </p:nvCxnSpPr>
          <p:spPr>
            <a:xfrm>
              <a:off x="2547166" y="485580"/>
              <a:ext cx="601200" cy="974100"/>
            </a:xfrm>
            <a:prstGeom prst="straightConnector1">
              <a:avLst/>
            </a:prstGeom>
            <a:noFill/>
            <a:ln cap="flat" cmpd="sng" w="9525">
              <a:solidFill>
                <a:schemeClr val="dk2"/>
              </a:solidFill>
              <a:prstDash val="solid"/>
              <a:round/>
              <a:headEnd len="med" w="med" type="none"/>
              <a:tailEnd len="med" w="med" type="none"/>
            </a:ln>
          </p:spPr>
        </p:cxn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4" name="Shape 1564"/>
        <p:cNvGrpSpPr/>
        <p:nvPr/>
      </p:nvGrpSpPr>
      <p:grpSpPr>
        <a:xfrm>
          <a:off x="0" y="0"/>
          <a:ext cx="0" cy="0"/>
          <a:chOff x="0" y="0"/>
          <a:chExt cx="0" cy="0"/>
        </a:xfrm>
      </p:grpSpPr>
      <p:sp>
        <p:nvSpPr>
          <p:cNvPr id="1565" name="Google Shape;1565;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Analytical thinking</a:t>
            </a:r>
            <a:endParaRPr/>
          </a:p>
        </p:txBody>
      </p:sp>
      <p:sp>
        <p:nvSpPr>
          <p:cNvPr id="1566" name="Google Shape;1566;p33"/>
          <p:cNvSpPr txBox="1"/>
          <p:nvPr>
            <p:ph idx="1" type="subTitle"/>
          </p:nvPr>
        </p:nvSpPr>
        <p:spPr>
          <a:xfrm>
            <a:off x="4951702" y="2609977"/>
            <a:ext cx="3141900" cy="11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a:t>
            </a:r>
            <a:r>
              <a:rPr b="1" lang="en"/>
              <a:t>systematical and logical</a:t>
            </a:r>
            <a:r>
              <a:rPr lang="en"/>
              <a:t> approach to mathematical problems is the foundation for many disciplines</a:t>
            </a:r>
            <a:endParaRPr/>
          </a:p>
        </p:txBody>
      </p:sp>
      <p:sp>
        <p:nvSpPr>
          <p:cNvPr id="1567" name="Google Shape;1567;p33"/>
          <p:cNvSpPr txBox="1"/>
          <p:nvPr>
            <p:ph idx="2" type="subTitle"/>
          </p:nvPr>
        </p:nvSpPr>
        <p:spPr>
          <a:xfrm>
            <a:off x="1050400" y="2609977"/>
            <a:ext cx="3141900" cy="11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Cultivate the ability to </a:t>
            </a:r>
            <a:r>
              <a:rPr b="1" lang="en"/>
              <a:t>break down complex problems</a:t>
            </a:r>
            <a:r>
              <a:rPr lang="en"/>
              <a:t> into several manageable parts </a:t>
            </a:r>
            <a:endParaRPr/>
          </a:p>
        </p:txBody>
      </p:sp>
      <p:sp>
        <p:nvSpPr>
          <p:cNvPr id="1568" name="Google Shape;1568;p33"/>
          <p:cNvSpPr txBox="1"/>
          <p:nvPr>
            <p:ph idx="3" type="subTitle"/>
          </p:nvPr>
        </p:nvSpPr>
        <p:spPr>
          <a:xfrm>
            <a:off x="1050400" y="1821125"/>
            <a:ext cx="3141900" cy="86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Break down </a:t>
            </a:r>
            <a:endParaRPr/>
          </a:p>
          <a:p>
            <a:pPr indent="0" lvl="0" marL="0" rtl="0" algn="l">
              <a:spcBef>
                <a:spcPts val="0"/>
              </a:spcBef>
              <a:spcAft>
                <a:spcPts val="0"/>
              </a:spcAft>
              <a:buNone/>
            </a:pPr>
            <a:r>
              <a:rPr lang="en"/>
              <a:t>complex problems</a:t>
            </a:r>
            <a:endParaRPr/>
          </a:p>
        </p:txBody>
      </p:sp>
      <p:sp>
        <p:nvSpPr>
          <p:cNvPr id="1569" name="Google Shape;1569;p33"/>
          <p:cNvSpPr txBox="1"/>
          <p:nvPr>
            <p:ph idx="4" type="subTitle"/>
          </p:nvPr>
        </p:nvSpPr>
        <p:spPr>
          <a:xfrm>
            <a:off x="4951707" y="1821125"/>
            <a:ext cx="3141900" cy="86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Systematic and </a:t>
            </a:r>
            <a:endParaRPr/>
          </a:p>
          <a:p>
            <a:pPr indent="0" lvl="0" marL="0" rtl="0" algn="l">
              <a:spcBef>
                <a:spcPts val="0"/>
              </a:spcBef>
              <a:spcAft>
                <a:spcPts val="0"/>
              </a:spcAft>
              <a:buNone/>
            </a:pPr>
            <a:r>
              <a:rPr lang="en"/>
              <a:t>logical approach</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3" name="Shape 1573"/>
        <p:cNvGrpSpPr/>
        <p:nvPr/>
      </p:nvGrpSpPr>
      <p:grpSpPr>
        <a:xfrm>
          <a:off x="0" y="0"/>
          <a:ext cx="0" cy="0"/>
          <a:chOff x="0" y="0"/>
          <a:chExt cx="0" cy="0"/>
        </a:xfrm>
      </p:grpSpPr>
      <p:sp>
        <p:nvSpPr>
          <p:cNvPr id="1574" name="Google Shape;1574;p34"/>
          <p:cNvSpPr txBox="1"/>
          <p:nvPr>
            <p:ph idx="2" type="subTitle"/>
          </p:nvPr>
        </p:nvSpPr>
        <p:spPr>
          <a:xfrm>
            <a:off x="3378225" y="1741417"/>
            <a:ext cx="23877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Structure </a:t>
            </a:r>
            <a:r>
              <a:rPr lang="en"/>
              <a:t>mathematical reasoning coherently in a logical sequence</a:t>
            </a:r>
            <a:endParaRPr/>
          </a:p>
        </p:txBody>
      </p:sp>
      <p:sp>
        <p:nvSpPr>
          <p:cNvPr id="1575" name="Google Shape;1575;p34"/>
          <p:cNvSpPr txBox="1"/>
          <p:nvPr>
            <p:ph idx="5" type="subTitle"/>
          </p:nvPr>
        </p:nvSpPr>
        <p:spPr>
          <a:xfrm>
            <a:off x="6036450" y="1741417"/>
            <a:ext cx="23877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he use of diagrams, graphs, and charts to supplement written explanations</a:t>
            </a:r>
            <a:endParaRPr/>
          </a:p>
        </p:txBody>
      </p:sp>
      <p:sp>
        <p:nvSpPr>
          <p:cNvPr id="1576" name="Google Shape;1576;p34"/>
          <p:cNvSpPr txBox="1"/>
          <p:nvPr>
            <p:ph type="title"/>
          </p:nvPr>
        </p:nvSpPr>
        <p:spPr>
          <a:xfrm>
            <a:off x="720000" y="44445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Mastering mathematical communication</a:t>
            </a:r>
            <a:endParaRPr/>
          </a:p>
        </p:txBody>
      </p:sp>
      <p:sp>
        <p:nvSpPr>
          <p:cNvPr id="1577" name="Google Shape;1577;p34"/>
          <p:cNvSpPr txBox="1"/>
          <p:nvPr>
            <p:ph idx="1" type="subTitle"/>
          </p:nvPr>
        </p:nvSpPr>
        <p:spPr>
          <a:xfrm>
            <a:off x="720000" y="1741417"/>
            <a:ext cx="23877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a:t>
            </a:r>
            <a:r>
              <a:rPr lang="en"/>
              <a:t>importance of articulating mathematical ideas with precision</a:t>
            </a:r>
            <a:endParaRPr/>
          </a:p>
        </p:txBody>
      </p:sp>
      <p:sp>
        <p:nvSpPr>
          <p:cNvPr id="1578" name="Google Shape;1578;p34"/>
          <p:cNvSpPr txBox="1"/>
          <p:nvPr>
            <p:ph idx="3" type="subTitle"/>
          </p:nvPr>
        </p:nvSpPr>
        <p:spPr>
          <a:xfrm>
            <a:off x="720000" y="3565400"/>
            <a:ext cx="23877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t>
            </a:r>
            <a:r>
              <a:rPr lang="en"/>
              <a:t>ngage with peers' mathematical explanations and provide feedback</a:t>
            </a:r>
            <a:endParaRPr/>
          </a:p>
        </p:txBody>
      </p:sp>
      <p:sp>
        <p:nvSpPr>
          <p:cNvPr id="1579" name="Google Shape;1579;p34"/>
          <p:cNvSpPr txBox="1"/>
          <p:nvPr>
            <p:ph idx="4" type="subTitle"/>
          </p:nvPr>
        </p:nvSpPr>
        <p:spPr>
          <a:xfrm>
            <a:off x="3378225" y="3565400"/>
            <a:ext cx="23877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a:t>
            </a:r>
            <a:r>
              <a:rPr lang="en"/>
              <a:t>ustify mathematical solutions, providing proof to validate conclusions</a:t>
            </a:r>
            <a:endParaRPr/>
          </a:p>
        </p:txBody>
      </p:sp>
      <p:sp>
        <p:nvSpPr>
          <p:cNvPr id="1580" name="Google Shape;1580;p34"/>
          <p:cNvSpPr txBox="1"/>
          <p:nvPr>
            <p:ph idx="6" type="subTitle"/>
          </p:nvPr>
        </p:nvSpPr>
        <p:spPr>
          <a:xfrm>
            <a:off x="6036450" y="3565400"/>
            <a:ext cx="2387700" cy="103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dapt your </a:t>
            </a:r>
            <a:r>
              <a:rPr lang="en"/>
              <a:t>communication </a:t>
            </a:r>
            <a:r>
              <a:rPr lang="en"/>
              <a:t>style to different audiences to convey ideas</a:t>
            </a:r>
            <a:endParaRPr/>
          </a:p>
        </p:txBody>
      </p:sp>
      <p:sp>
        <p:nvSpPr>
          <p:cNvPr id="1581" name="Google Shape;1581;p34"/>
          <p:cNvSpPr txBox="1"/>
          <p:nvPr>
            <p:ph idx="7" type="subTitle"/>
          </p:nvPr>
        </p:nvSpPr>
        <p:spPr>
          <a:xfrm>
            <a:off x="721125" y="1083767"/>
            <a:ext cx="23853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Clarity and precision</a:t>
            </a:r>
            <a:endParaRPr/>
          </a:p>
        </p:txBody>
      </p:sp>
      <p:sp>
        <p:nvSpPr>
          <p:cNvPr id="1582" name="Google Shape;1582;p34"/>
          <p:cNvSpPr txBox="1"/>
          <p:nvPr>
            <p:ph idx="8" type="subTitle"/>
          </p:nvPr>
        </p:nvSpPr>
        <p:spPr>
          <a:xfrm>
            <a:off x="3379350" y="1083767"/>
            <a:ext cx="23853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Logical organization</a:t>
            </a:r>
            <a:endParaRPr/>
          </a:p>
        </p:txBody>
      </p:sp>
      <p:sp>
        <p:nvSpPr>
          <p:cNvPr id="1583" name="Google Shape;1583;p34"/>
          <p:cNvSpPr txBox="1"/>
          <p:nvPr>
            <p:ph idx="9" type="subTitle"/>
          </p:nvPr>
        </p:nvSpPr>
        <p:spPr>
          <a:xfrm>
            <a:off x="6037575" y="1083767"/>
            <a:ext cx="23853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Visual representation</a:t>
            </a:r>
            <a:endParaRPr/>
          </a:p>
        </p:txBody>
      </p:sp>
      <p:sp>
        <p:nvSpPr>
          <p:cNvPr id="1584" name="Google Shape;1584;p34"/>
          <p:cNvSpPr txBox="1"/>
          <p:nvPr>
            <p:ph idx="13" type="subTitle"/>
          </p:nvPr>
        </p:nvSpPr>
        <p:spPr>
          <a:xfrm>
            <a:off x="721075" y="2907850"/>
            <a:ext cx="23853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Active </a:t>
            </a:r>
            <a:endParaRPr/>
          </a:p>
          <a:p>
            <a:pPr indent="0" lvl="0" marL="0" rtl="0" algn="l">
              <a:spcBef>
                <a:spcPts val="0"/>
              </a:spcBef>
              <a:spcAft>
                <a:spcPts val="0"/>
              </a:spcAft>
              <a:buNone/>
            </a:pPr>
            <a:r>
              <a:rPr lang="en"/>
              <a:t>listening</a:t>
            </a:r>
            <a:endParaRPr/>
          </a:p>
        </p:txBody>
      </p:sp>
      <p:sp>
        <p:nvSpPr>
          <p:cNvPr id="1585" name="Google Shape;1585;p34"/>
          <p:cNvSpPr txBox="1"/>
          <p:nvPr>
            <p:ph idx="14" type="subTitle"/>
          </p:nvPr>
        </p:nvSpPr>
        <p:spPr>
          <a:xfrm>
            <a:off x="3379350" y="2907850"/>
            <a:ext cx="23853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Justification </a:t>
            </a:r>
            <a:endParaRPr/>
          </a:p>
          <a:p>
            <a:pPr indent="0" lvl="0" marL="0" rtl="0" algn="l">
              <a:spcBef>
                <a:spcPts val="0"/>
              </a:spcBef>
              <a:spcAft>
                <a:spcPts val="0"/>
              </a:spcAft>
              <a:buNone/>
            </a:pPr>
            <a:r>
              <a:rPr lang="en"/>
              <a:t>and proof</a:t>
            </a:r>
            <a:endParaRPr/>
          </a:p>
        </p:txBody>
      </p:sp>
      <p:sp>
        <p:nvSpPr>
          <p:cNvPr id="1586" name="Google Shape;1586;p34"/>
          <p:cNvSpPr txBox="1"/>
          <p:nvPr>
            <p:ph idx="15" type="subTitle"/>
          </p:nvPr>
        </p:nvSpPr>
        <p:spPr>
          <a:xfrm>
            <a:off x="6037575" y="2907850"/>
            <a:ext cx="23853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Versatile communication</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0" name="Shape 1590"/>
        <p:cNvGrpSpPr/>
        <p:nvPr/>
      </p:nvGrpSpPr>
      <p:grpSpPr>
        <a:xfrm>
          <a:off x="0" y="0"/>
          <a:ext cx="0" cy="0"/>
          <a:chOff x="0" y="0"/>
          <a:chExt cx="0" cy="0"/>
        </a:xfrm>
      </p:grpSpPr>
      <p:sp>
        <p:nvSpPr>
          <p:cNvPr id="1591" name="Google Shape;1591;p35"/>
          <p:cNvSpPr txBox="1"/>
          <p:nvPr>
            <p:ph type="title"/>
          </p:nvPr>
        </p:nvSpPr>
        <p:spPr>
          <a:xfrm>
            <a:off x="713325" y="1485796"/>
            <a:ext cx="7717500" cy="217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Patterns, precision and problem-solving</a:t>
            </a:r>
            <a:endParaRPr/>
          </a:p>
        </p:txBody>
      </p:sp>
      <p:grpSp>
        <p:nvGrpSpPr>
          <p:cNvPr id="1592" name="Google Shape;1592;p35"/>
          <p:cNvGrpSpPr/>
          <p:nvPr/>
        </p:nvGrpSpPr>
        <p:grpSpPr>
          <a:xfrm flipH="1">
            <a:off x="1415537" y="932816"/>
            <a:ext cx="401329" cy="434127"/>
            <a:chOff x="8667225" y="681525"/>
            <a:chExt cx="298275" cy="322675"/>
          </a:xfrm>
        </p:grpSpPr>
        <p:sp>
          <p:nvSpPr>
            <p:cNvPr id="1593" name="Google Shape;1593;p35"/>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94" name="Google Shape;1594;p35"/>
            <p:cNvSpPr/>
            <p:nvPr/>
          </p:nvSpPr>
          <p:spPr>
            <a:xfrm rot="10800000">
              <a:off x="8825400" y="681525"/>
              <a:ext cx="140100" cy="140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95" name="Google Shape;1595;p35"/>
            <p:cNvSpPr/>
            <p:nvPr/>
          </p:nvSpPr>
          <p:spPr>
            <a:xfrm rot="10800000">
              <a:off x="8869800" y="952900"/>
              <a:ext cx="51300" cy="5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596" name="Google Shape;1596;p35"/>
          <p:cNvGrpSpPr/>
          <p:nvPr/>
        </p:nvGrpSpPr>
        <p:grpSpPr>
          <a:xfrm flipH="1" rot="2214200">
            <a:off x="7044735" y="3647241"/>
            <a:ext cx="501360" cy="695474"/>
            <a:chOff x="140150" y="4340075"/>
            <a:chExt cx="406275" cy="563575"/>
          </a:xfrm>
        </p:grpSpPr>
        <p:sp>
          <p:nvSpPr>
            <p:cNvPr id="1597" name="Google Shape;1597;p35"/>
            <p:cNvSpPr/>
            <p:nvPr/>
          </p:nvSpPr>
          <p:spPr>
            <a:xfrm rot="10800000">
              <a:off x="140150" y="4340075"/>
              <a:ext cx="86700" cy="8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98" name="Google Shape;1598;p35"/>
            <p:cNvSpPr/>
            <p:nvPr/>
          </p:nvSpPr>
          <p:spPr>
            <a:xfrm rot="10800000">
              <a:off x="298325" y="465717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99" name="Google Shape;1599;p35"/>
            <p:cNvSpPr/>
            <p:nvPr/>
          </p:nvSpPr>
          <p:spPr>
            <a:xfrm rot="10800000">
              <a:off x="495125" y="4852350"/>
              <a:ext cx="51300" cy="51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00" name="Google Shape;1600;p35"/>
            <p:cNvSpPr/>
            <p:nvPr/>
          </p:nvSpPr>
          <p:spPr>
            <a:xfrm rot="10800000">
              <a:off x="165050" y="4657175"/>
              <a:ext cx="51300" cy="5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4" name="Shape 1604"/>
        <p:cNvGrpSpPr/>
        <p:nvPr/>
      </p:nvGrpSpPr>
      <p:grpSpPr>
        <a:xfrm>
          <a:off x="0" y="0"/>
          <a:ext cx="0" cy="0"/>
          <a:chOff x="0" y="0"/>
          <a:chExt cx="0" cy="0"/>
        </a:xfrm>
      </p:grpSpPr>
      <p:pic>
        <p:nvPicPr>
          <p:cNvPr id="1605" name="Google Shape;1605;p36"/>
          <p:cNvPicPr preferRelativeResize="0"/>
          <p:nvPr>
            <p:ph idx="2" type="pic"/>
          </p:nvPr>
        </p:nvPicPr>
        <p:blipFill rotWithShape="1">
          <a:blip r:embed="rId3">
            <a:alphaModFix/>
          </a:blip>
          <a:srcRect b="1520" l="0" r="0" t="14013"/>
          <a:stretch/>
        </p:blipFill>
        <p:spPr>
          <a:xfrm>
            <a:off x="-25" y="-13725"/>
            <a:ext cx="9143995" cy="5157300"/>
          </a:xfrm>
          <a:prstGeom prst="rect">
            <a:avLst/>
          </a:prstGeom>
        </p:spPr>
      </p:pic>
      <p:sp>
        <p:nvSpPr>
          <p:cNvPr id="1606" name="Google Shape;1606;p36"/>
          <p:cNvSpPr txBox="1"/>
          <p:nvPr>
            <p:ph type="title"/>
          </p:nvPr>
        </p:nvSpPr>
        <p:spPr>
          <a:xfrm>
            <a:off x="720000" y="401445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a:t>
            </a:r>
            <a:r>
              <a:rPr lang="en"/>
              <a:t>t</a:t>
            </a:r>
            <a:r>
              <a:rPr lang="en"/>
              <a:t>hematics is the tool that turns curiosity into discovery</a:t>
            </a:r>
            <a:endParaRPr/>
          </a:p>
        </p:txBody>
      </p:sp>
      <p:grpSp>
        <p:nvGrpSpPr>
          <p:cNvPr id="1607" name="Google Shape;1607;p36"/>
          <p:cNvGrpSpPr/>
          <p:nvPr/>
        </p:nvGrpSpPr>
        <p:grpSpPr>
          <a:xfrm>
            <a:off x="-497962" y="-2402532"/>
            <a:ext cx="9442425" cy="7984626"/>
            <a:chOff x="-497962" y="-2402532"/>
            <a:chExt cx="9442425" cy="7984626"/>
          </a:xfrm>
        </p:grpSpPr>
        <p:grpSp>
          <p:nvGrpSpPr>
            <p:cNvPr id="1608" name="Google Shape;1608;p36"/>
            <p:cNvGrpSpPr/>
            <p:nvPr/>
          </p:nvGrpSpPr>
          <p:grpSpPr>
            <a:xfrm>
              <a:off x="4589284" y="-2402532"/>
              <a:ext cx="4355179" cy="2890037"/>
              <a:chOff x="4589284" y="-2402532"/>
              <a:chExt cx="4355179" cy="2890037"/>
            </a:xfrm>
          </p:grpSpPr>
          <p:sp>
            <p:nvSpPr>
              <p:cNvPr id="1609" name="Google Shape;1609;p36"/>
              <p:cNvSpPr/>
              <p:nvPr/>
            </p:nvSpPr>
            <p:spPr>
              <a:xfrm rot="-2040502">
                <a:off x="4627083" y="192930"/>
                <a:ext cx="194703" cy="194703"/>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10" name="Google Shape;1610;p36"/>
              <p:cNvSpPr/>
              <p:nvPr/>
            </p:nvSpPr>
            <p:spPr>
              <a:xfrm rot="-2040502">
                <a:off x="7193806" y="-2094369"/>
                <a:ext cx="194703" cy="19470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11" name="Google Shape;1611;p36"/>
              <p:cNvSpPr/>
              <p:nvPr/>
            </p:nvSpPr>
            <p:spPr>
              <a:xfrm rot="-2039936">
                <a:off x="7657969" y="-331832"/>
                <a:ext cx="401304" cy="401304"/>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12" name="Google Shape;1612;p36"/>
              <p:cNvSpPr/>
              <p:nvPr/>
            </p:nvSpPr>
            <p:spPr>
              <a:xfrm rot="-2047713">
                <a:off x="6999695" y="-800627"/>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13" name="Google Shape;1613;p36"/>
              <p:cNvSpPr/>
              <p:nvPr/>
            </p:nvSpPr>
            <p:spPr>
              <a:xfrm rot="-2045153">
                <a:off x="6126796" y="-832163"/>
                <a:ext cx="96354" cy="96354"/>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14" name="Google Shape;1614;p36"/>
              <p:cNvSpPr/>
              <p:nvPr/>
            </p:nvSpPr>
            <p:spPr>
              <a:xfrm rot="-2047713">
                <a:off x="6039211" y="-2377167"/>
                <a:ext cx="130469" cy="13046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15" name="Google Shape;1615;p36"/>
              <p:cNvSpPr/>
              <p:nvPr/>
            </p:nvSpPr>
            <p:spPr>
              <a:xfrm rot="-2047713">
                <a:off x="6268216" y="-105290"/>
                <a:ext cx="130469" cy="1304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16" name="Google Shape;1616;p36"/>
              <p:cNvSpPr/>
              <p:nvPr/>
            </p:nvSpPr>
            <p:spPr>
              <a:xfrm rot="-2045153">
                <a:off x="8100376" y="-1339754"/>
                <a:ext cx="96354" cy="96354"/>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617" name="Google Shape;1617;p36"/>
              <p:cNvCxnSpPr>
                <a:stCxn id="1613" idx="5"/>
                <a:endCxn id="1612" idx="1"/>
              </p:cNvCxnSpPr>
              <p:nvPr/>
            </p:nvCxnSpPr>
            <p:spPr>
              <a:xfrm>
                <a:off x="6222278" y="-774864"/>
                <a:ext cx="778500" cy="27300"/>
              </a:xfrm>
              <a:prstGeom prst="straightConnector1">
                <a:avLst/>
              </a:prstGeom>
              <a:noFill/>
              <a:ln cap="flat" cmpd="sng" w="9525">
                <a:solidFill>
                  <a:schemeClr val="dk2"/>
                </a:solidFill>
                <a:prstDash val="solid"/>
                <a:round/>
                <a:headEnd len="med" w="med" type="none"/>
                <a:tailEnd len="med" w="med" type="none"/>
              </a:ln>
            </p:spPr>
          </p:cxnSp>
          <p:cxnSp>
            <p:nvCxnSpPr>
              <p:cNvPr id="1618" name="Google Shape;1618;p36"/>
              <p:cNvCxnSpPr>
                <a:stCxn id="1614" idx="4"/>
                <a:endCxn id="1612" idx="0"/>
              </p:cNvCxnSpPr>
              <p:nvPr/>
            </p:nvCxnSpPr>
            <p:spPr>
              <a:xfrm>
                <a:off x="6141046" y="-2257932"/>
                <a:ext cx="887400" cy="1468500"/>
              </a:xfrm>
              <a:prstGeom prst="straightConnector1">
                <a:avLst/>
              </a:prstGeom>
              <a:noFill/>
              <a:ln cap="flat" cmpd="sng" w="9525">
                <a:solidFill>
                  <a:schemeClr val="dk2"/>
                </a:solidFill>
                <a:prstDash val="solid"/>
                <a:round/>
                <a:headEnd len="med" w="med" type="none"/>
                <a:tailEnd len="med" w="med" type="none"/>
              </a:ln>
            </p:spPr>
          </p:cxnSp>
          <p:cxnSp>
            <p:nvCxnSpPr>
              <p:cNvPr id="1619" name="Google Shape;1619;p36"/>
              <p:cNvCxnSpPr>
                <a:stCxn id="1609" idx="6"/>
                <a:endCxn id="1613" idx="3"/>
              </p:cNvCxnSpPr>
              <p:nvPr/>
            </p:nvCxnSpPr>
            <p:spPr>
              <a:xfrm flipH="1" rot="10800000">
                <a:off x="4805134" y="-736769"/>
                <a:ext cx="1360800" cy="972600"/>
              </a:xfrm>
              <a:prstGeom prst="straightConnector1">
                <a:avLst/>
              </a:prstGeom>
              <a:noFill/>
              <a:ln cap="flat" cmpd="sng" w="9525">
                <a:solidFill>
                  <a:schemeClr val="dk2"/>
                </a:solidFill>
                <a:prstDash val="solid"/>
                <a:round/>
                <a:headEnd len="med" w="med" type="none"/>
                <a:tailEnd len="med" w="med" type="none"/>
              </a:ln>
            </p:spPr>
          </p:cxnSp>
          <p:cxnSp>
            <p:nvCxnSpPr>
              <p:cNvPr id="1620" name="Google Shape;1620;p36"/>
              <p:cNvCxnSpPr>
                <a:stCxn id="1613" idx="7"/>
                <a:endCxn id="1614" idx="2"/>
              </p:cNvCxnSpPr>
              <p:nvPr/>
            </p:nvCxnSpPr>
            <p:spPr>
              <a:xfrm rot="10800000">
                <a:off x="6050594" y="-2275192"/>
                <a:ext cx="133500" cy="1443900"/>
              </a:xfrm>
              <a:prstGeom prst="straightConnector1">
                <a:avLst/>
              </a:prstGeom>
              <a:noFill/>
              <a:ln cap="flat" cmpd="sng" w="9525">
                <a:solidFill>
                  <a:schemeClr val="dk2"/>
                </a:solidFill>
                <a:prstDash val="solid"/>
                <a:round/>
                <a:headEnd len="med" w="med" type="none"/>
                <a:tailEnd len="med" w="med" type="none"/>
              </a:ln>
            </p:spPr>
          </p:cxnSp>
          <p:cxnSp>
            <p:nvCxnSpPr>
              <p:cNvPr id="1621" name="Google Shape;1621;p36"/>
              <p:cNvCxnSpPr>
                <a:stCxn id="1614" idx="6"/>
                <a:endCxn id="1610" idx="1"/>
              </p:cNvCxnSpPr>
              <p:nvPr/>
            </p:nvCxnSpPr>
            <p:spPr>
              <a:xfrm>
                <a:off x="6158446" y="-2348532"/>
                <a:ext cx="1037100" cy="333000"/>
              </a:xfrm>
              <a:prstGeom prst="straightConnector1">
                <a:avLst/>
              </a:prstGeom>
              <a:noFill/>
              <a:ln cap="flat" cmpd="sng" w="9525">
                <a:solidFill>
                  <a:schemeClr val="dk2"/>
                </a:solidFill>
                <a:prstDash val="solid"/>
                <a:round/>
                <a:headEnd len="med" w="med" type="none"/>
                <a:tailEnd len="med" w="med" type="none"/>
              </a:ln>
            </p:spPr>
          </p:cxnSp>
          <p:cxnSp>
            <p:nvCxnSpPr>
              <p:cNvPr id="1622" name="Google Shape;1622;p36"/>
              <p:cNvCxnSpPr>
                <a:stCxn id="1612" idx="7"/>
                <a:endCxn id="1610" idx="3"/>
              </p:cNvCxnSpPr>
              <p:nvPr/>
            </p:nvCxnSpPr>
            <p:spPr>
              <a:xfrm flipH="1" rot="10800000">
                <a:off x="7077233" y="-1901356"/>
                <a:ext cx="195300" cy="1101900"/>
              </a:xfrm>
              <a:prstGeom prst="straightConnector1">
                <a:avLst/>
              </a:prstGeom>
              <a:noFill/>
              <a:ln cap="flat" cmpd="sng" w="9525">
                <a:solidFill>
                  <a:schemeClr val="dk2"/>
                </a:solidFill>
                <a:prstDash val="solid"/>
                <a:round/>
                <a:headEnd len="med" w="med" type="none"/>
                <a:tailEnd len="med" w="med" type="none"/>
              </a:ln>
            </p:spPr>
          </p:cxnSp>
          <p:cxnSp>
            <p:nvCxnSpPr>
              <p:cNvPr id="1623" name="Google Shape;1623;p36"/>
              <p:cNvCxnSpPr>
                <a:stCxn id="1609" idx="6"/>
                <a:endCxn id="1615" idx="1"/>
              </p:cNvCxnSpPr>
              <p:nvPr/>
            </p:nvCxnSpPr>
            <p:spPr>
              <a:xfrm flipH="1" rot="10800000">
                <a:off x="4805134" y="-52469"/>
                <a:ext cx="1464300" cy="288300"/>
              </a:xfrm>
              <a:prstGeom prst="straightConnector1">
                <a:avLst/>
              </a:prstGeom>
              <a:noFill/>
              <a:ln cap="flat" cmpd="sng" w="9525">
                <a:solidFill>
                  <a:schemeClr val="dk2"/>
                </a:solidFill>
                <a:prstDash val="solid"/>
                <a:round/>
                <a:headEnd len="med" w="med" type="none"/>
                <a:tailEnd len="med" w="med" type="none"/>
              </a:ln>
            </p:spPr>
          </p:cxnSp>
          <p:cxnSp>
            <p:nvCxnSpPr>
              <p:cNvPr id="1624" name="Google Shape;1624;p36"/>
              <p:cNvCxnSpPr>
                <a:stCxn id="1615" idx="6"/>
                <a:endCxn id="1612" idx="2"/>
              </p:cNvCxnSpPr>
              <p:nvPr/>
            </p:nvCxnSpPr>
            <p:spPr>
              <a:xfrm flipH="1" rot="10800000">
                <a:off x="6387451" y="-698855"/>
                <a:ext cx="623400" cy="622200"/>
              </a:xfrm>
              <a:prstGeom prst="straightConnector1">
                <a:avLst/>
              </a:prstGeom>
              <a:noFill/>
              <a:ln cap="flat" cmpd="sng" w="9525">
                <a:solidFill>
                  <a:schemeClr val="dk2"/>
                </a:solidFill>
                <a:prstDash val="solid"/>
                <a:round/>
                <a:headEnd len="med" w="med" type="none"/>
                <a:tailEnd len="med" w="med" type="none"/>
              </a:ln>
            </p:spPr>
          </p:cxnSp>
          <p:cxnSp>
            <p:nvCxnSpPr>
              <p:cNvPr id="1625" name="Google Shape;1625;p36"/>
              <p:cNvCxnSpPr>
                <a:stCxn id="1615" idx="5"/>
                <a:endCxn id="1611" idx="1"/>
              </p:cNvCxnSpPr>
              <p:nvPr/>
            </p:nvCxnSpPr>
            <p:spPr>
              <a:xfrm flipH="1" rot="10800000">
                <a:off x="6397515" y="-169351"/>
                <a:ext cx="1264200" cy="141600"/>
              </a:xfrm>
              <a:prstGeom prst="straightConnector1">
                <a:avLst/>
              </a:prstGeom>
              <a:noFill/>
              <a:ln cap="flat" cmpd="sng" w="9525">
                <a:solidFill>
                  <a:schemeClr val="dk2"/>
                </a:solidFill>
                <a:prstDash val="solid"/>
                <a:round/>
                <a:headEnd len="med" w="med" type="none"/>
                <a:tailEnd len="med" w="med" type="none"/>
              </a:ln>
            </p:spPr>
          </p:cxnSp>
          <p:cxnSp>
            <p:nvCxnSpPr>
              <p:cNvPr id="1626" name="Google Shape;1626;p36"/>
              <p:cNvCxnSpPr>
                <a:stCxn id="1611" idx="0"/>
                <a:endCxn id="1612" idx="5"/>
              </p:cNvCxnSpPr>
              <p:nvPr/>
            </p:nvCxnSpPr>
            <p:spPr>
              <a:xfrm rot="10800000">
                <a:off x="7129021" y="-723230"/>
                <a:ext cx="617400" cy="425700"/>
              </a:xfrm>
              <a:prstGeom prst="straightConnector1">
                <a:avLst/>
              </a:prstGeom>
              <a:noFill/>
              <a:ln cap="flat" cmpd="sng" w="9525">
                <a:solidFill>
                  <a:schemeClr val="dk2"/>
                </a:solidFill>
                <a:prstDash val="solid"/>
                <a:round/>
                <a:headEnd len="med" w="med" type="none"/>
                <a:tailEnd len="med" w="med" type="none"/>
              </a:ln>
            </p:spPr>
          </p:cxnSp>
          <p:cxnSp>
            <p:nvCxnSpPr>
              <p:cNvPr id="1627" name="Google Shape;1627;p36"/>
              <p:cNvCxnSpPr>
                <a:stCxn id="1611" idx="7"/>
                <a:endCxn id="1616" idx="3"/>
              </p:cNvCxnSpPr>
              <p:nvPr/>
            </p:nvCxnSpPr>
            <p:spPr>
              <a:xfrm flipH="1" rot="10800000">
                <a:off x="7896910" y="-1244345"/>
                <a:ext cx="242400" cy="916200"/>
              </a:xfrm>
              <a:prstGeom prst="straightConnector1">
                <a:avLst/>
              </a:prstGeom>
              <a:noFill/>
              <a:ln cap="flat" cmpd="sng" w="9525">
                <a:solidFill>
                  <a:schemeClr val="dk2"/>
                </a:solidFill>
                <a:prstDash val="solid"/>
                <a:round/>
                <a:headEnd len="med" w="med" type="none"/>
                <a:tailEnd len="med" w="med" type="none"/>
              </a:ln>
            </p:spPr>
          </p:cxnSp>
          <p:cxnSp>
            <p:nvCxnSpPr>
              <p:cNvPr id="1628" name="Google Shape;1628;p36"/>
              <p:cNvCxnSpPr>
                <a:stCxn id="1612" idx="6"/>
                <a:endCxn id="1616" idx="2"/>
              </p:cNvCxnSpPr>
              <p:nvPr/>
            </p:nvCxnSpPr>
            <p:spPr>
              <a:xfrm flipH="1" rot="10800000">
                <a:off x="7118930" y="-1264592"/>
                <a:ext cx="989700" cy="492600"/>
              </a:xfrm>
              <a:prstGeom prst="straightConnector1">
                <a:avLst/>
              </a:prstGeom>
              <a:noFill/>
              <a:ln cap="flat" cmpd="sng" w="9525">
                <a:solidFill>
                  <a:schemeClr val="dk2"/>
                </a:solidFill>
                <a:prstDash val="solid"/>
                <a:round/>
                <a:headEnd len="med" w="med" type="none"/>
                <a:tailEnd len="med" w="med" type="none"/>
              </a:ln>
            </p:spPr>
          </p:cxnSp>
          <p:cxnSp>
            <p:nvCxnSpPr>
              <p:cNvPr id="1629" name="Google Shape;1629;p36"/>
              <p:cNvCxnSpPr>
                <a:stCxn id="1616" idx="0"/>
                <a:endCxn id="1610" idx="5"/>
              </p:cNvCxnSpPr>
              <p:nvPr/>
            </p:nvCxnSpPr>
            <p:spPr>
              <a:xfrm rot="10800000">
                <a:off x="7386853" y="-1978577"/>
                <a:ext cx="734700" cy="647100"/>
              </a:xfrm>
              <a:prstGeom prst="straightConnector1">
                <a:avLst/>
              </a:prstGeom>
              <a:noFill/>
              <a:ln cap="flat" cmpd="sng" w="9525">
                <a:solidFill>
                  <a:schemeClr val="dk2"/>
                </a:solidFill>
                <a:prstDash val="solid"/>
                <a:round/>
                <a:headEnd len="med" w="med" type="none"/>
                <a:tailEnd len="med" w="med" type="none"/>
              </a:ln>
            </p:spPr>
          </p:cxnSp>
          <p:cxnSp>
            <p:nvCxnSpPr>
              <p:cNvPr id="1630" name="Google Shape;1630;p36"/>
              <p:cNvCxnSpPr>
                <a:stCxn id="1614" idx="5"/>
                <a:endCxn id="1616" idx="1"/>
              </p:cNvCxnSpPr>
              <p:nvPr/>
            </p:nvCxnSpPr>
            <p:spPr>
              <a:xfrm>
                <a:off x="6168510" y="-2299629"/>
                <a:ext cx="1932600" cy="999000"/>
              </a:xfrm>
              <a:prstGeom prst="straightConnector1">
                <a:avLst/>
              </a:prstGeom>
              <a:noFill/>
              <a:ln cap="flat" cmpd="sng" w="9525">
                <a:solidFill>
                  <a:schemeClr val="dk2"/>
                </a:solidFill>
                <a:prstDash val="solid"/>
                <a:round/>
                <a:headEnd len="med" w="med" type="none"/>
                <a:tailEnd len="med" w="med" type="none"/>
              </a:ln>
            </p:spPr>
          </p:cxnSp>
          <p:cxnSp>
            <p:nvCxnSpPr>
              <p:cNvPr id="1631" name="Google Shape;1631;p36"/>
              <p:cNvCxnSpPr>
                <a:stCxn id="1613" idx="6"/>
                <a:endCxn id="1616" idx="1"/>
              </p:cNvCxnSpPr>
              <p:nvPr/>
            </p:nvCxnSpPr>
            <p:spPr>
              <a:xfrm flipH="1" rot="10800000">
                <a:off x="6214873" y="-1300586"/>
                <a:ext cx="1886400" cy="489600"/>
              </a:xfrm>
              <a:prstGeom prst="straightConnector1">
                <a:avLst/>
              </a:prstGeom>
              <a:noFill/>
              <a:ln cap="flat" cmpd="sng" w="9525">
                <a:solidFill>
                  <a:schemeClr val="dk2"/>
                </a:solidFill>
                <a:prstDash val="solid"/>
                <a:round/>
                <a:headEnd len="med" w="med" type="none"/>
                <a:tailEnd len="med" w="med" type="none"/>
              </a:ln>
            </p:spPr>
          </p:cxnSp>
          <p:cxnSp>
            <p:nvCxnSpPr>
              <p:cNvPr id="1632" name="Google Shape;1632;p36"/>
              <p:cNvCxnSpPr>
                <a:stCxn id="1613" idx="4"/>
                <a:endCxn id="1611" idx="1"/>
              </p:cNvCxnSpPr>
              <p:nvPr/>
            </p:nvCxnSpPr>
            <p:spPr>
              <a:xfrm>
                <a:off x="6201973" y="-744086"/>
                <a:ext cx="1459800" cy="574500"/>
              </a:xfrm>
              <a:prstGeom prst="straightConnector1">
                <a:avLst/>
              </a:prstGeom>
              <a:noFill/>
              <a:ln cap="flat" cmpd="sng" w="9525">
                <a:solidFill>
                  <a:schemeClr val="dk2"/>
                </a:solidFill>
                <a:prstDash val="solid"/>
                <a:round/>
                <a:headEnd len="med" w="med" type="none"/>
                <a:tailEnd len="med" w="med" type="none"/>
              </a:ln>
            </p:spPr>
          </p:cxnSp>
          <p:cxnSp>
            <p:nvCxnSpPr>
              <p:cNvPr id="1633" name="Google Shape;1633;p36"/>
              <p:cNvCxnSpPr>
                <a:stCxn id="1610" idx="4"/>
                <a:endCxn id="1611" idx="7"/>
              </p:cNvCxnSpPr>
              <p:nvPr/>
            </p:nvCxnSpPr>
            <p:spPr>
              <a:xfrm>
                <a:off x="7345607" y="-1916318"/>
                <a:ext cx="551400" cy="1588200"/>
              </a:xfrm>
              <a:prstGeom prst="straightConnector1">
                <a:avLst/>
              </a:prstGeom>
              <a:noFill/>
              <a:ln cap="flat" cmpd="sng" w="9525">
                <a:solidFill>
                  <a:schemeClr val="dk2"/>
                </a:solidFill>
                <a:prstDash val="solid"/>
                <a:round/>
                <a:headEnd len="med" w="med" type="none"/>
                <a:tailEnd len="med" w="med" type="none"/>
              </a:ln>
            </p:spPr>
          </p:cxnSp>
          <p:sp>
            <p:nvSpPr>
              <p:cNvPr id="1634" name="Google Shape;1634;p36"/>
              <p:cNvSpPr/>
              <p:nvPr/>
            </p:nvSpPr>
            <p:spPr>
              <a:xfrm rot="-2047713">
                <a:off x="8788629" y="-43062"/>
                <a:ext cx="130469" cy="1304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635" name="Google Shape;1635;p36"/>
              <p:cNvCxnSpPr>
                <a:stCxn id="1616" idx="4"/>
                <a:endCxn id="1634" idx="7"/>
              </p:cNvCxnSpPr>
              <p:nvPr/>
            </p:nvCxnSpPr>
            <p:spPr>
              <a:xfrm>
                <a:off x="8175553" y="-1251677"/>
                <a:ext cx="690600" cy="1209900"/>
              </a:xfrm>
              <a:prstGeom prst="straightConnector1">
                <a:avLst/>
              </a:prstGeom>
              <a:noFill/>
              <a:ln cap="flat" cmpd="sng" w="9525">
                <a:solidFill>
                  <a:schemeClr val="dk2"/>
                </a:solidFill>
                <a:prstDash val="solid"/>
                <a:round/>
                <a:headEnd len="med" w="med" type="none"/>
                <a:tailEnd len="med" w="med" type="none"/>
              </a:ln>
            </p:spPr>
          </p:cxnSp>
          <p:cxnSp>
            <p:nvCxnSpPr>
              <p:cNvPr id="1636" name="Google Shape;1636;p36"/>
              <p:cNvCxnSpPr>
                <a:stCxn id="1634" idx="1"/>
                <a:endCxn id="1611" idx="5"/>
              </p:cNvCxnSpPr>
              <p:nvPr/>
            </p:nvCxnSpPr>
            <p:spPr>
              <a:xfrm rot="10800000">
                <a:off x="8055700" y="-93031"/>
                <a:ext cx="734100" cy="102900"/>
              </a:xfrm>
              <a:prstGeom prst="straightConnector1">
                <a:avLst/>
              </a:prstGeom>
              <a:noFill/>
              <a:ln cap="flat" cmpd="sng" w="9525">
                <a:solidFill>
                  <a:schemeClr val="dk2"/>
                </a:solidFill>
                <a:prstDash val="solid"/>
                <a:round/>
                <a:headEnd len="med" w="med" type="none"/>
                <a:tailEnd len="med" w="med" type="none"/>
              </a:ln>
            </p:spPr>
          </p:cxnSp>
          <p:cxnSp>
            <p:nvCxnSpPr>
              <p:cNvPr id="1637" name="Google Shape;1637;p36"/>
              <p:cNvCxnSpPr>
                <a:stCxn id="1634" idx="0"/>
                <a:endCxn id="1610" idx="4"/>
              </p:cNvCxnSpPr>
              <p:nvPr/>
            </p:nvCxnSpPr>
            <p:spPr>
              <a:xfrm rot="10800000">
                <a:off x="7345463" y="-1916427"/>
                <a:ext cx="1471800" cy="1884600"/>
              </a:xfrm>
              <a:prstGeom prst="straightConnector1">
                <a:avLst/>
              </a:prstGeom>
              <a:noFill/>
              <a:ln cap="flat" cmpd="sng" w="9525">
                <a:solidFill>
                  <a:schemeClr val="dk2"/>
                </a:solidFill>
                <a:prstDash val="solid"/>
                <a:round/>
                <a:headEnd len="med" w="med" type="none"/>
                <a:tailEnd len="med" w="med" type="none"/>
              </a:ln>
            </p:spPr>
          </p:cxnSp>
          <p:cxnSp>
            <p:nvCxnSpPr>
              <p:cNvPr id="1638" name="Google Shape;1638;p36"/>
              <p:cNvCxnSpPr>
                <a:stCxn id="1634" idx="1"/>
                <a:endCxn id="1612" idx="5"/>
              </p:cNvCxnSpPr>
              <p:nvPr/>
            </p:nvCxnSpPr>
            <p:spPr>
              <a:xfrm rot="10800000">
                <a:off x="7129000" y="-723031"/>
                <a:ext cx="1660800" cy="732900"/>
              </a:xfrm>
              <a:prstGeom prst="straightConnector1">
                <a:avLst/>
              </a:prstGeom>
              <a:noFill/>
              <a:ln cap="flat" cmpd="sng" w="9525">
                <a:solidFill>
                  <a:schemeClr val="dk2"/>
                </a:solidFill>
                <a:prstDash val="solid"/>
                <a:round/>
                <a:headEnd len="med" w="med" type="none"/>
                <a:tailEnd len="med" w="med" type="none"/>
              </a:ln>
            </p:spPr>
          </p:cxnSp>
          <p:sp>
            <p:nvSpPr>
              <p:cNvPr id="1639" name="Google Shape;1639;p36"/>
              <p:cNvSpPr/>
              <p:nvPr/>
            </p:nvSpPr>
            <p:spPr>
              <a:xfrm rot="-2040502">
                <a:off x="7684687" y="255003"/>
                <a:ext cx="194703" cy="194703"/>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640" name="Google Shape;1640;p36"/>
              <p:cNvCxnSpPr>
                <a:stCxn id="1634" idx="2"/>
                <a:endCxn id="1639" idx="5"/>
              </p:cNvCxnSpPr>
              <p:nvPr/>
            </p:nvCxnSpPr>
            <p:spPr>
              <a:xfrm flipH="1">
                <a:off x="7877663" y="58773"/>
                <a:ext cx="922200" cy="312000"/>
              </a:xfrm>
              <a:prstGeom prst="straightConnector1">
                <a:avLst/>
              </a:prstGeom>
              <a:noFill/>
              <a:ln cap="flat" cmpd="sng" w="9525">
                <a:solidFill>
                  <a:schemeClr val="dk2"/>
                </a:solidFill>
                <a:prstDash val="solid"/>
                <a:round/>
                <a:headEnd len="med" w="med" type="none"/>
                <a:tailEnd len="med" w="med" type="none"/>
              </a:ln>
            </p:spPr>
          </p:cxnSp>
          <p:cxnSp>
            <p:nvCxnSpPr>
              <p:cNvPr id="1641" name="Google Shape;1641;p36"/>
              <p:cNvCxnSpPr>
                <a:stCxn id="1639" idx="1"/>
                <a:endCxn id="1615" idx="5"/>
              </p:cNvCxnSpPr>
              <p:nvPr/>
            </p:nvCxnSpPr>
            <p:spPr>
              <a:xfrm rot="10800000">
                <a:off x="6397373" y="-27707"/>
                <a:ext cx="1289100" cy="361500"/>
              </a:xfrm>
              <a:prstGeom prst="straightConnector1">
                <a:avLst/>
              </a:prstGeom>
              <a:noFill/>
              <a:ln cap="flat" cmpd="sng" w="9525">
                <a:solidFill>
                  <a:schemeClr val="dk2"/>
                </a:solidFill>
                <a:prstDash val="solid"/>
                <a:round/>
                <a:headEnd len="med" w="med" type="none"/>
                <a:tailEnd len="med" w="med" type="none"/>
              </a:ln>
            </p:spPr>
          </p:cxnSp>
          <p:cxnSp>
            <p:nvCxnSpPr>
              <p:cNvPr id="1642" name="Google Shape;1642;p36"/>
              <p:cNvCxnSpPr>
                <a:stCxn id="1639" idx="7"/>
                <a:endCxn id="1611" idx="3"/>
              </p:cNvCxnSpPr>
              <p:nvPr/>
            </p:nvCxnSpPr>
            <p:spPr>
              <a:xfrm flipH="1" rot="10800000">
                <a:off x="7800600" y="65689"/>
                <a:ext cx="19800" cy="191100"/>
              </a:xfrm>
              <a:prstGeom prst="straightConnector1">
                <a:avLst/>
              </a:prstGeom>
              <a:noFill/>
              <a:ln cap="flat" cmpd="sng" w="9525">
                <a:solidFill>
                  <a:schemeClr val="dk2"/>
                </a:solidFill>
                <a:prstDash val="solid"/>
                <a:round/>
                <a:headEnd len="med" w="med" type="none"/>
                <a:tailEnd len="med" w="med" type="none"/>
              </a:ln>
            </p:spPr>
          </p:cxnSp>
        </p:grpSp>
        <p:grpSp>
          <p:nvGrpSpPr>
            <p:cNvPr id="1643" name="Google Shape;1643;p36"/>
            <p:cNvGrpSpPr/>
            <p:nvPr/>
          </p:nvGrpSpPr>
          <p:grpSpPr>
            <a:xfrm flipH="1" rot="10800000">
              <a:off x="-497962" y="2260383"/>
              <a:ext cx="3063625" cy="3321711"/>
              <a:chOff x="-460575" y="-671217"/>
              <a:chExt cx="3063625" cy="3321711"/>
            </a:xfrm>
          </p:grpSpPr>
          <p:cxnSp>
            <p:nvCxnSpPr>
              <p:cNvPr id="1644" name="Google Shape;1644;p36"/>
              <p:cNvCxnSpPr>
                <a:stCxn id="1645" idx="6"/>
                <a:endCxn id="1646" idx="2"/>
              </p:cNvCxnSpPr>
              <p:nvPr/>
            </p:nvCxnSpPr>
            <p:spPr>
              <a:xfrm flipH="1" rot="10800000">
                <a:off x="421801" y="-63292"/>
                <a:ext cx="2023800" cy="476400"/>
              </a:xfrm>
              <a:prstGeom prst="straightConnector1">
                <a:avLst/>
              </a:prstGeom>
              <a:noFill/>
              <a:ln cap="flat" cmpd="sng" w="9525">
                <a:solidFill>
                  <a:schemeClr val="dk2"/>
                </a:solidFill>
                <a:prstDash val="solid"/>
                <a:round/>
                <a:headEnd len="med" w="med" type="none"/>
                <a:tailEnd len="med" w="med" type="none"/>
              </a:ln>
            </p:spPr>
          </p:cxnSp>
          <p:sp>
            <p:nvSpPr>
              <p:cNvPr id="1646" name="Google Shape;1646;p36"/>
              <p:cNvSpPr/>
              <p:nvPr/>
            </p:nvSpPr>
            <p:spPr>
              <a:xfrm>
                <a:off x="2445550" y="-142081"/>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47" name="Google Shape;1647;p36"/>
              <p:cNvSpPr/>
              <p:nvPr/>
            </p:nvSpPr>
            <p:spPr>
              <a:xfrm>
                <a:off x="61646" y="-671217"/>
                <a:ext cx="1575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48" name="Google Shape;1648;p36"/>
              <p:cNvSpPr/>
              <p:nvPr/>
            </p:nvSpPr>
            <p:spPr>
              <a:xfrm>
                <a:off x="90425" y="2492994"/>
                <a:ext cx="157500" cy="15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49" name="Google Shape;1649;p36"/>
              <p:cNvSpPr/>
              <p:nvPr/>
            </p:nvSpPr>
            <p:spPr>
              <a:xfrm>
                <a:off x="125826" y="886737"/>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50" name="Google Shape;1650;p36"/>
              <p:cNvSpPr/>
              <p:nvPr/>
            </p:nvSpPr>
            <p:spPr>
              <a:xfrm>
                <a:off x="382949" y="1317288"/>
                <a:ext cx="143400" cy="15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651" name="Google Shape;1651;p36"/>
              <p:cNvCxnSpPr>
                <a:stCxn id="1650" idx="4"/>
                <a:endCxn id="1648" idx="0"/>
              </p:cNvCxnSpPr>
              <p:nvPr/>
            </p:nvCxnSpPr>
            <p:spPr>
              <a:xfrm flipH="1">
                <a:off x="169049" y="1474788"/>
                <a:ext cx="285600" cy="1018200"/>
              </a:xfrm>
              <a:prstGeom prst="straightConnector1">
                <a:avLst/>
              </a:prstGeom>
              <a:noFill/>
              <a:ln cap="flat" cmpd="sng" w="9525">
                <a:solidFill>
                  <a:schemeClr val="dk2"/>
                </a:solidFill>
                <a:prstDash val="solid"/>
                <a:round/>
                <a:headEnd len="med" w="med" type="none"/>
                <a:tailEnd len="med" w="med" type="none"/>
              </a:ln>
            </p:spPr>
          </p:cxnSp>
          <p:cxnSp>
            <p:nvCxnSpPr>
              <p:cNvPr id="1652" name="Google Shape;1652;p36"/>
              <p:cNvCxnSpPr>
                <a:stCxn id="1649" idx="4"/>
                <a:endCxn id="1648" idx="0"/>
              </p:cNvCxnSpPr>
              <p:nvPr/>
            </p:nvCxnSpPr>
            <p:spPr>
              <a:xfrm>
                <a:off x="169176" y="973437"/>
                <a:ext cx="0" cy="1519500"/>
              </a:xfrm>
              <a:prstGeom prst="straightConnector1">
                <a:avLst/>
              </a:prstGeom>
              <a:noFill/>
              <a:ln cap="flat" cmpd="sng" w="9525">
                <a:solidFill>
                  <a:schemeClr val="dk2"/>
                </a:solidFill>
                <a:prstDash val="solid"/>
                <a:round/>
                <a:headEnd len="med" w="med" type="none"/>
                <a:tailEnd len="med" w="med" type="none"/>
              </a:ln>
            </p:spPr>
          </p:cxnSp>
          <p:cxnSp>
            <p:nvCxnSpPr>
              <p:cNvPr id="1653" name="Google Shape;1653;p36"/>
              <p:cNvCxnSpPr>
                <a:stCxn id="1649" idx="5"/>
                <a:endCxn id="1650" idx="1"/>
              </p:cNvCxnSpPr>
              <p:nvPr/>
            </p:nvCxnSpPr>
            <p:spPr>
              <a:xfrm>
                <a:off x="199829" y="960741"/>
                <a:ext cx="204000" cy="379500"/>
              </a:xfrm>
              <a:prstGeom prst="straightConnector1">
                <a:avLst/>
              </a:prstGeom>
              <a:noFill/>
              <a:ln cap="flat" cmpd="sng" w="9525">
                <a:solidFill>
                  <a:schemeClr val="dk2"/>
                </a:solidFill>
                <a:prstDash val="solid"/>
                <a:round/>
                <a:headEnd len="med" w="med" type="none"/>
                <a:tailEnd len="med" w="med" type="none"/>
              </a:ln>
            </p:spPr>
          </p:cxnSp>
          <p:cxnSp>
            <p:nvCxnSpPr>
              <p:cNvPr id="1654" name="Google Shape;1654;p36"/>
              <p:cNvCxnSpPr>
                <a:stCxn id="1649" idx="0"/>
                <a:endCxn id="1647" idx="4"/>
              </p:cNvCxnSpPr>
              <p:nvPr/>
            </p:nvCxnSpPr>
            <p:spPr>
              <a:xfrm rot="10800000">
                <a:off x="140376" y="-513663"/>
                <a:ext cx="28800" cy="1400400"/>
              </a:xfrm>
              <a:prstGeom prst="straightConnector1">
                <a:avLst/>
              </a:prstGeom>
              <a:noFill/>
              <a:ln cap="flat" cmpd="sng" w="9525">
                <a:solidFill>
                  <a:schemeClr val="dk2"/>
                </a:solidFill>
                <a:prstDash val="solid"/>
                <a:round/>
                <a:headEnd len="med" w="med" type="none"/>
                <a:tailEnd len="med" w="med" type="none"/>
              </a:ln>
            </p:spPr>
          </p:cxnSp>
          <p:cxnSp>
            <p:nvCxnSpPr>
              <p:cNvPr id="1655" name="Google Shape;1655;p36"/>
              <p:cNvCxnSpPr>
                <a:stCxn id="1649" idx="7"/>
                <a:endCxn id="1645" idx="3"/>
              </p:cNvCxnSpPr>
              <p:nvPr/>
            </p:nvCxnSpPr>
            <p:spPr>
              <a:xfrm flipH="1" rot="10800000">
                <a:off x="199829" y="443734"/>
                <a:ext cx="147900" cy="455700"/>
              </a:xfrm>
              <a:prstGeom prst="straightConnector1">
                <a:avLst/>
              </a:prstGeom>
              <a:noFill/>
              <a:ln cap="flat" cmpd="sng" w="9525">
                <a:solidFill>
                  <a:schemeClr val="dk2"/>
                </a:solidFill>
                <a:prstDash val="solid"/>
                <a:round/>
                <a:headEnd len="med" w="med" type="none"/>
                <a:tailEnd len="med" w="med" type="none"/>
              </a:ln>
            </p:spPr>
          </p:cxnSp>
          <p:cxnSp>
            <p:nvCxnSpPr>
              <p:cNvPr id="1656" name="Google Shape;1656;p36"/>
              <p:cNvCxnSpPr>
                <a:stCxn id="1647" idx="5"/>
                <a:endCxn id="1645" idx="0"/>
              </p:cNvCxnSpPr>
              <p:nvPr/>
            </p:nvCxnSpPr>
            <p:spPr>
              <a:xfrm>
                <a:off x="196080" y="-536782"/>
                <a:ext cx="182400" cy="906600"/>
              </a:xfrm>
              <a:prstGeom prst="straightConnector1">
                <a:avLst/>
              </a:prstGeom>
              <a:noFill/>
              <a:ln cap="flat" cmpd="sng" w="9525">
                <a:solidFill>
                  <a:schemeClr val="dk2"/>
                </a:solidFill>
                <a:prstDash val="solid"/>
                <a:round/>
                <a:headEnd len="med" w="med" type="none"/>
                <a:tailEnd len="med" w="med" type="none"/>
              </a:ln>
            </p:spPr>
          </p:cxnSp>
          <p:cxnSp>
            <p:nvCxnSpPr>
              <p:cNvPr id="1657" name="Google Shape;1657;p36"/>
              <p:cNvCxnSpPr>
                <a:stCxn id="1647" idx="6"/>
                <a:endCxn id="1646" idx="2"/>
              </p:cNvCxnSpPr>
              <p:nvPr/>
            </p:nvCxnSpPr>
            <p:spPr>
              <a:xfrm>
                <a:off x="219146" y="-592467"/>
                <a:ext cx="2226300" cy="529200"/>
              </a:xfrm>
              <a:prstGeom prst="straightConnector1">
                <a:avLst/>
              </a:prstGeom>
              <a:noFill/>
              <a:ln cap="flat" cmpd="sng" w="9525">
                <a:solidFill>
                  <a:schemeClr val="dk2"/>
                </a:solidFill>
                <a:prstDash val="solid"/>
                <a:round/>
                <a:headEnd len="med" w="med" type="none"/>
                <a:tailEnd len="med" w="med" type="none"/>
              </a:ln>
            </p:spPr>
          </p:cxnSp>
          <p:cxnSp>
            <p:nvCxnSpPr>
              <p:cNvPr id="1658" name="Google Shape;1658;p36"/>
              <p:cNvCxnSpPr>
                <a:stCxn id="1659" idx="1"/>
                <a:endCxn id="1647" idx="5"/>
              </p:cNvCxnSpPr>
              <p:nvPr/>
            </p:nvCxnSpPr>
            <p:spPr>
              <a:xfrm rot="10800000">
                <a:off x="195958" y="-536780"/>
                <a:ext cx="600600" cy="723900"/>
              </a:xfrm>
              <a:prstGeom prst="straightConnector1">
                <a:avLst/>
              </a:prstGeom>
              <a:noFill/>
              <a:ln cap="flat" cmpd="sng" w="9525">
                <a:solidFill>
                  <a:schemeClr val="dk2"/>
                </a:solidFill>
                <a:prstDash val="solid"/>
                <a:round/>
                <a:headEnd len="med" w="med" type="none"/>
                <a:tailEnd len="med" w="med" type="none"/>
              </a:ln>
            </p:spPr>
          </p:cxnSp>
          <p:cxnSp>
            <p:nvCxnSpPr>
              <p:cNvPr id="1660" name="Google Shape;1660;p36"/>
              <p:cNvCxnSpPr>
                <a:stCxn id="1650" idx="0"/>
                <a:endCxn id="1645" idx="4"/>
              </p:cNvCxnSpPr>
              <p:nvPr/>
            </p:nvCxnSpPr>
            <p:spPr>
              <a:xfrm rot="10800000">
                <a:off x="378449" y="456588"/>
                <a:ext cx="76200" cy="860700"/>
              </a:xfrm>
              <a:prstGeom prst="straightConnector1">
                <a:avLst/>
              </a:prstGeom>
              <a:noFill/>
              <a:ln cap="flat" cmpd="sng" w="9525">
                <a:solidFill>
                  <a:schemeClr val="dk2"/>
                </a:solidFill>
                <a:prstDash val="solid"/>
                <a:round/>
                <a:headEnd len="med" w="med" type="none"/>
                <a:tailEnd len="med" w="med" type="none"/>
              </a:ln>
            </p:spPr>
          </p:cxnSp>
          <p:cxnSp>
            <p:nvCxnSpPr>
              <p:cNvPr id="1661" name="Google Shape;1661;p36"/>
              <p:cNvCxnSpPr>
                <a:stCxn id="1650" idx="0"/>
                <a:endCxn id="1659" idx="3"/>
              </p:cNvCxnSpPr>
              <p:nvPr/>
            </p:nvCxnSpPr>
            <p:spPr>
              <a:xfrm flipH="1" rot="10800000">
                <a:off x="454649" y="268188"/>
                <a:ext cx="342000" cy="1049100"/>
              </a:xfrm>
              <a:prstGeom prst="straightConnector1">
                <a:avLst/>
              </a:prstGeom>
              <a:noFill/>
              <a:ln cap="flat" cmpd="sng" w="9525">
                <a:solidFill>
                  <a:schemeClr val="dk2"/>
                </a:solidFill>
                <a:prstDash val="solid"/>
                <a:round/>
                <a:headEnd len="med" w="med" type="none"/>
                <a:tailEnd len="med" w="med" type="none"/>
              </a:ln>
            </p:spPr>
          </p:cxnSp>
          <p:sp>
            <p:nvSpPr>
              <p:cNvPr id="1662" name="Google Shape;1662;p36"/>
              <p:cNvSpPr/>
              <p:nvPr/>
            </p:nvSpPr>
            <p:spPr>
              <a:xfrm>
                <a:off x="987225" y="-92131"/>
                <a:ext cx="1575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663" name="Google Shape;1663;p36"/>
              <p:cNvCxnSpPr>
                <a:stCxn id="1647" idx="5"/>
                <a:endCxn id="1662" idx="1"/>
              </p:cNvCxnSpPr>
              <p:nvPr/>
            </p:nvCxnSpPr>
            <p:spPr>
              <a:xfrm>
                <a:off x="196080" y="-536782"/>
                <a:ext cx="814200" cy="467700"/>
              </a:xfrm>
              <a:prstGeom prst="straightConnector1">
                <a:avLst/>
              </a:prstGeom>
              <a:noFill/>
              <a:ln cap="flat" cmpd="sng" w="9525">
                <a:solidFill>
                  <a:schemeClr val="dk2"/>
                </a:solidFill>
                <a:prstDash val="solid"/>
                <a:round/>
                <a:headEnd len="med" w="med" type="none"/>
                <a:tailEnd len="med" w="med" type="none"/>
              </a:ln>
            </p:spPr>
          </p:cxnSp>
          <p:cxnSp>
            <p:nvCxnSpPr>
              <p:cNvPr id="1664" name="Google Shape;1664;p36"/>
              <p:cNvCxnSpPr>
                <a:stCxn id="1659" idx="7"/>
                <a:endCxn id="1662" idx="3"/>
              </p:cNvCxnSpPr>
              <p:nvPr/>
            </p:nvCxnSpPr>
            <p:spPr>
              <a:xfrm flipH="1" rot="10800000">
                <a:off x="877592" y="42220"/>
                <a:ext cx="132600" cy="144900"/>
              </a:xfrm>
              <a:prstGeom prst="straightConnector1">
                <a:avLst/>
              </a:prstGeom>
              <a:noFill/>
              <a:ln cap="flat" cmpd="sng" w="9525">
                <a:solidFill>
                  <a:schemeClr val="dk2"/>
                </a:solidFill>
                <a:prstDash val="solid"/>
                <a:round/>
                <a:headEnd len="med" w="med" type="none"/>
                <a:tailEnd len="med" w="med" type="none"/>
              </a:ln>
            </p:spPr>
          </p:cxnSp>
          <p:cxnSp>
            <p:nvCxnSpPr>
              <p:cNvPr id="1665" name="Google Shape;1665;p36"/>
              <p:cNvCxnSpPr>
                <a:stCxn id="1662" idx="6"/>
                <a:endCxn id="1646" idx="2"/>
              </p:cNvCxnSpPr>
              <p:nvPr/>
            </p:nvCxnSpPr>
            <p:spPr>
              <a:xfrm flipH="1" rot="10800000">
                <a:off x="1144725" y="-63481"/>
                <a:ext cx="1300800" cy="50100"/>
              </a:xfrm>
              <a:prstGeom prst="straightConnector1">
                <a:avLst/>
              </a:prstGeom>
              <a:noFill/>
              <a:ln cap="flat" cmpd="sng" w="9525">
                <a:solidFill>
                  <a:schemeClr val="dk2"/>
                </a:solidFill>
                <a:prstDash val="solid"/>
                <a:round/>
                <a:headEnd len="med" w="med" type="none"/>
                <a:tailEnd len="med" w="med" type="none"/>
              </a:ln>
            </p:spPr>
          </p:cxnSp>
          <p:sp>
            <p:nvSpPr>
              <p:cNvPr id="1666" name="Google Shape;1666;p36"/>
              <p:cNvSpPr/>
              <p:nvPr/>
            </p:nvSpPr>
            <p:spPr>
              <a:xfrm>
                <a:off x="-460575" y="540519"/>
                <a:ext cx="157500" cy="157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667" name="Google Shape;1667;p36"/>
              <p:cNvCxnSpPr>
                <a:stCxn id="1666" idx="0"/>
                <a:endCxn id="1647" idx="3"/>
              </p:cNvCxnSpPr>
              <p:nvPr/>
            </p:nvCxnSpPr>
            <p:spPr>
              <a:xfrm flipH="1" rot="10800000">
                <a:off x="-381825" y="-536781"/>
                <a:ext cx="466500" cy="1077300"/>
              </a:xfrm>
              <a:prstGeom prst="straightConnector1">
                <a:avLst/>
              </a:prstGeom>
              <a:noFill/>
              <a:ln cap="flat" cmpd="sng" w="9525">
                <a:solidFill>
                  <a:schemeClr val="dk2"/>
                </a:solidFill>
                <a:prstDash val="solid"/>
                <a:round/>
                <a:headEnd len="med" w="med" type="none"/>
                <a:tailEnd len="med" w="med" type="none"/>
              </a:ln>
            </p:spPr>
          </p:cxnSp>
          <p:cxnSp>
            <p:nvCxnSpPr>
              <p:cNvPr id="1668" name="Google Shape;1668;p36"/>
              <p:cNvCxnSpPr>
                <a:stCxn id="1666" idx="6"/>
                <a:endCxn id="1645" idx="3"/>
              </p:cNvCxnSpPr>
              <p:nvPr/>
            </p:nvCxnSpPr>
            <p:spPr>
              <a:xfrm flipH="1" rot="10800000">
                <a:off x="-303075" y="443769"/>
                <a:ext cx="651000" cy="175500"/>
              </a:xfrm>
              <a:prstGeom prst="straightConnector1">
                <a:avLst/>
              </a:prstGeom>
              <a:noFill/>
              <a:ln cap="flat" cmpd="sng" w="9525">
                <a:solidFill>
                  <a:schemeClr val="dk2"/>
                </a:solidFill>
                <a:prstDash val="solid"/>
                <a:round/>
                <a:headEnd len="med" w="med" type="none"/>
                <a:tailEnd len="med" w="med" type="none"/>
              </a:ln>
            </p:spPr>
          </p:cxnSp>
          <p:cxnSp>
            <p:nvCxnSpPr>
              <p:cNvPr id="1669" name="Google Shape;1669;p36"/>
              <p:cNvCxnSpPr>
                <a:stCxn id="1666" idx="5"/>
                <a:endCxn id="1649" idx="1"/>
              </p:cNvCxnSpPr>
              <p:nvPr/>
            </p:nvCxnSpPr>
            <p:spPr>
              <a:xfrm>
                <a:off x="-326140" y="674953"/>
                <a:ext cx="464700" cy="224400"/>
              </a:xfrm>
              <a:prstGeom prst="straightConnector1">
                <a:avLst/>
              </a:prstGeom>
              <a:noFill/>
              <a:ln cap="flat" cmpd="sng" w="9525">
                <a:solidFill>
                  <a:schemeClr val="dk2"/>
                </a:solidFill>
                <a:prstDash val="solid"/>
                <a:round/>
                <a:headEnd len="med" w="med" type="none"/>
                <a:tailEnd len="med" w="med" type="none"/>
              </a:ln>
            </p:spPr>
          </p:cxnSp>
          <p:cxnSp>
            <p:nvCxnSpPr>
              <p:cNvPr id="1670" name="Google Shape;1670;p36"/>
              <p:cNvCxnSpPr>
                <a:stCxn id="1666" idx="5"/>
                <a:endCxn id="1648" idx="1"/>
              </p:cNvCxnSpPr>
              <p:nvPr/>
            </p:nvCxnSpPr>
            <p:spPr>
              <a:xfrm>
                <a:off x="-326140" y="674953"/>
                <a:ext cx="439500" cy="1841100"/>
              </a:xfrm>
              <a:prstGeom prst="straightConnector1">
                <a:avLst/>
              </a:prstGeom>
              <a:noFill/>
              <a:ln cap="flat" cmpd="sng" w="9525">
                <a:solidFill>
                  <a:schemeClr val="dk2"/>
                </a:solidFill>
                <a:prstDash val="solid"/>
                <a:round/>
                <a:headEnd len="med" w="med" type="none"/>
                <a:tailEnd len="med" w="med" type="none"/>
              </a:ln>
            </p:spPr>
          </p:cxnSp>
          <p:sp>
            <p:nvSpPr>
              <p:cNvPr id="1659" name="Google Shape;1659;p36"/>
              <p:cNvSpPr/>
              <p:nvPr/>
            </p:nvSpPr>
            <p:spPr>
              <a:xfrm>
                <a:off x="779775" y="170338"/>
                <a:ext cx="114600" cy="11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45" name="Google Shape;1645;p36"/>
              <p:cNvSpPr/>
              <p:nvPr/>
            </p:nvSpPr>
            <p:spPr>
              <a:xfrm>
                <a:off x="335101" y="369758"/>
                <a:ext cx="86700" cy="8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grpSp>
        <p:nvGrpSpPr>
          <p:cNvPr id="1671" name="Google Shape;1671;p36"/>
          <p:cNvGrpSpPr/>
          <p:nvPr/>
        </p:nvGrpSpPr>
        <p:grpSpPr>
          <a:xfrm>
            <a:off x="3132451" y="3639438"/>
            <a:ext cx="5812012" cy="1415987"/>
            <a:chOff x="3132451" y="3639438"/>
            <a:chExt cx="5812012" cy="1415987"/>
          </a:xfrm>
        </p:grpSpPr>
        <p:grpSp>
          <p:nvGrpSpPr>
            <p:cNvPr id="1672" name="Google Shape;1672;p36"/>
            <p:cNvGrpSpPr/>
            <p:nvPr/>
          </p:nvGrpSpPr>
          <p:grpSpPr>
            <a:xfrm flipH="1" rot="10800000">
              <a:off x="8538188" y="3639438"/>
              <a:ext cx="406275" cy="563575"/>
              <a:chOff x="140150" y="4340075"/>
              <a:chExt cx="406275" cy="563575"/>
            </a:xfrm>
          </p:grpSpPr>
          <p:sp>
            <p:nvSpPr>
              <p:cNvPr id="1673" name="Google Shape;1673;p36"/>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74" name="Google Shape;1674;p36"/>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75" name="Google Shape;1675;p36"/>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76" name="Google Shape;1676;p36"/>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677" name="Google Shape;1677;p36"/>
            <p:cNvGrpSpPr/>
            <p:nvPr/>
          </p:nvGrpSpPr>
          <p:grpSpPr>
            <a:xfrm rot="10800000">
              <a:off x="3132451" y="4732750"/>
              <a:ext cx="298275" cy="322675"/>
              <a:chOff x="8667225" y="681525"/>
              <a:chExt cx="298275" cy="322675"/>
            </a:xfrm>
          </p:grpSpPr>
          <p:sp>
            <p:nvSpPr>
              <p:cNvPr id="1678" name="Google Shape;1678;p36"/>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79" name="Google Shape;1679;p36"/>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80" name="Google Shape;1680;p36"/>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4" name="Shape 1684"/>
        <p:cNvGrpSpPr/>
        <p:nvPr/>
      </p:nvGrpSpPr>
      <p:grpSpPr>
        <a:xfrm>
          <a:off x="0" y="0"/>
          <a:ext cx="0" cy="0"/>
          <a:chOff x="0" y="0"/>
          <a:chExt cx="0" cy="0"/>
        </a:xfrm>
      </p:grpSpPr>
      <p:sp>
        <p:nvSpPr>
          <p:cNvPr id="1685" name="Google Shape;1685;p37"/>
          <p:cNvSpPr txBox="1"/>
          <p:nvPr>
            <p:ph type="title"/>
          </p:nvPr>
        </p:nvSpPr>
        <p:spPr>
          <a:xfrm>
            <a:off x="1284000" y="1714512"/>
            <a:ext cx="6576000" cy="120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123</a:t>
            </a:r>
            <a:r>
              <a:rPr lang="en"/>
              <a:t>,000</a:t>
            </a:r>
            <a:endParaRPr/>
          </a:p>
        </p:txBody>
      </p:sp>
      <p:sp>
        <p:nvSpPr>
          <p:cNvPr id="1686" name="Google Shape;1686;p37"/>
          <p:cNvSpPr txBox="1"/>
          <p:nvPr>
            <p:ph idx="1" type="subTitle"/>
          </p:nvPr>
        </p:nvSpPr>
        <p:spPr>
          <a:xfrm>
            <a:off x="1284000" y="2922288"/>
            <a:ext cx="6576000" cy="50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Numbers unfold as a canvas of infinite potential</a:t>
            </a:r>
            <a:endParaRPr/>
          </a:p>
        </p:txBody>
      </p:sp>
      <p:grpSp>
        <p:nvGrpSpPr>
          <p:cNvPr id="1687" name="Google Shape;1687;p37"/>
          <p:cNvGrpSpPr/>
          <p:nvPr/>
        </p:nvGrpSpPr>
        <p:grpSpPr>
          <a:xfrm>
            <a:off x="1375500" y="910514"/>
            <a:ext cx="6442255" cy="3335949"/>
            <a:chOff x="1375500" y="910514"/>
            <a:chExt cx="6442255" cy="3335949"/>
          </a:xfrm>
        </p:grpSpPr>
        <p:grpSp>
          <p:nvGrpSpPr>
            <p:cNvPr id="1688" name="Google Shape;1688;p37"/>
            <p:cNvGrpSpPr/>
            <p:nvPr/>
          </p:nvGrpSpPr>
          <p:grpSpPr>
            <a:xfrm rot="6922716">
              <a:off x="7360574" y="1015273"/>
              <a:ext cx="435969" cy="322677"/>
              <a:chOff x="8529533" y="681525"/>
              <a:chExt cx="435967" cy="322675"/>
            </a:xfrm>
          </p:grpSpPr>
          <p:sp>
            <p:nvSpPr>
              <p:cNvPr id="1689" name="Google Shape;1689;p37"/>
              <p:cNvSpPr/>
              <p:nvPr/>
            </p:nvSpPr>
            <p:spPr>
              <a:xfrm rot="10800000">
                <a:off x="8529533" y="886943"/>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Lato"/>
                  <a:ea typeface="Lato"/>
                  <a:cs typeface="Lato"/>
                  <a:sym typeface="Lato"/>
                </a:endParaRPr>
              </a:p>
            </p:txBody>
          </p:sp>
          <p:sp>
            <p:nvSpPr>
              <p:cNvPr id="1690" name="Google Shape;1690;p37"/>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Lato"/>
                  <a:ea typeface="Lato"/>
                  <a:cs typeface="Lato"/>
                  <a:sym typeface="Lato"/>
                </a:endParaRPr>
              </a:p>
            </p:txBody>
          </p:sp>
          <p:sp>
            <p:nvSpPr>
              <p:cNvPr id="1691" name="Google Shape;1691;p37"/>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Lato"/>
                  <a:ea typeface="Lato"/>
                  <a:cs typeface="Lato"/>
                  <a:sym typeface="Lato"/>
                </a:endParaRPr>
              </a:p>
            </p:txBody>
          </p:sp>
        </p:grpSp>
        <p:grpSp>
          <p:nvGrpSpPr>
            <p:cNvPr id="1692" name="Google Shape;1692;p37"/>
            <p:cNvGrpSpPr/>
            <p:nvPr/>
          </p:nvGrpSpPr>
          <p:grpSpPr>
            <a:xfrm>
              <a:off x="1375500" y="3682887"/>
              <a:ext cx="406275" cy="563575"/>
              <a:chOff x="140150" y="4340075"/>
              <a:chExt cx="406275" cy="563575"/>
            </a:xfrm>
          </p:grpSpPr>
          <p:sp>
            <p:nvSpPr>
              <p:cNvPr id="1693" name="Google Shape;1693;p37"/>
              <p:cNvSpPr/>
              <p:nvPr/>
            </p:nvSpPr>
            <p:spPr>
              <a:xfrm rot="10800000">
                <a:off x="140150" y="434007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Lato"/>
                  <a:ea typeface="Lato"/>
                  <a:cs typeface="Lato"/>
                  <a:sym typeface="Lato"/>
                </a:endParaRPr>
              </a:p>
            </p:txBody>
          </p:sp>
          <p:sp>
            <p:nvSpPr>
              <p:cNvPr id="1694" name="Google Shape;1694;p37"/>
              <p:cNvSpPr/>
              <p:nvPr/>
            </p:nvSpPr>
            <p:spPr>
              <a:xfrm rot="10800000">
                <a:off x="298325" y="4657175"/>
                <a:ext cx="140100" cy="14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Lato"/>
                  <a:ea typeface="Lato"/>
                  <a:cs typeface="Lato"/>
                  <a:sym typeface="Lato"/>
                </a:endParaRPr>
              </a:p>
            </p:txBody>
          </p:sp>
          <p:sp>
            <p:nvSpPr>
              <p:cNvPr id="1695" name="Google Shape;1695;p37"/>
              <p:cNvSpPr/>
              <p:nvPr/>
            </p:nvSpPr>
            <p:spPr>
              <a:xfrm rot="10800000">
                <a:off x="495125" y="485235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Lato"/>
                  <a:ea typeface="Lato"/>
                  <a:cs typeface="Lato"/>
                  <a:sym typeface="Lato"/>
                </a:endParaRPr>
              </a:p>
            </p:txBody>
          </p:sp>
          <p:sp>
            <p:nvSpPr>
              <p:cNvPr id="1696" name="Google Shape;1696;p37"/>
              <p:cNvSpPr/>
              <p:nvPr/>
            </p:nvSpPr>
            <p:spPr>
              <a:xfrm rot="10800000">
                <a:off x="165050" y="4657175"/>
                <a:ext cx="51300" cy="51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Lato"/>
                  <a:ea typeface="Lato"/>
                  <a:cs typeface="Lato"/>
                  <a:sym typeface="Lato"/>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 name="Shape 1700"/>
        <p:cNvGrpSpPr/>
        <p:nvPr/>
      </p:nvGrpSpPr>
      <p:grpSpPr>
        <a:xfrm>
          <a:off x="0" y="0"/>
          <a:ext cx="0" cy="0"/>
          <a:chOff x="0" y="0"/>
          <a:chExt cx="0" cy="0"/>
        </a:xfrm>
      </p:grpSpPr>
      <p:sp>
        <p:nvSpPr>
          <p:cNvPr id="1701" name="Google Shape;1701;p38"/>
          <p:cNvSpPr/>
          <p:nvPr/>
        </p:nvSpPr>
        <p:spPr>
          <a:xfrm>
            <a:off x="6587075" y="1580413"/>
            <a:ext cx="1216200" cy="1216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sh"/>
              <a:ea typeface="Mulish"/>
              <a:cs typeface="Mulish"/>
              <a:sym typeface="Mulish"/>
            </a:endParaRPr>
          </a:p>
        </p:txBody>
      </p:sp>
      <p:sp>
        <p:nvSpPr>
          <p:cNvPr id="1702" name="Google Shape;1702;p38"/>
          <p:cNvSpPr/>
          <p:nvPr/>
        </p:nvSpPr>
        <p:spPr>
          <a:xfrm>
            <a:off x="3963950" y="1580413"/>
            <a:ext cx="1216200" cy="1216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sh"/>
              <a:ea typeface="Mulish"/>
              <a:cs typeface="Mulish"/>
              <a:sym typeface="Mulish"/>
            </a:endParaRPr>
          </a:p>
        </p:txBody>
      </p:sp>
      <p:sp>
        <p:nvSpPr>
          <p:cNvPr id="1703" name="Google Shape;1703;p38"/>
          <p:cNvSpPr/>
          <p:nvPr/>
        </p:nvSpPr>
        <p:spPr>
          <a:xfrm>
            <a:off x="1340825" y="1580413"/>
            <a:ext cx="1216200" cy="1216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sh"/>
              <a:ea typeface="Mulish"/>
              <a:cs typeface="Mulish"/>
              <a:sym typeface="Mulish"/>
            </a:endParaRPr>
          </a:p>
        </p:txBody>
      </p:sp>
      <p:sp>
        <p:nvSpPr>
          <p:cNvPr id="1704" name="Google Shape;1704;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use some percentages!</a:t>
            </a:r>
            <a:endParaRPr/>
          </a:p>
        </p:txBody>
      </p:sp>
      <p:sp>
        <p:nvSpPr>
          <p:cNvPr id="1705" name="Google Shape;1705;p38"/>
          <p:cNvSpPr txBox="1"/>
          <p:nvPr/>
        </p:nvSpPr>
        <p:spPr>
          <a:xfrm>
            <a:off x="759875" y="3400575"/>
            <a:ext cx="2378100" cy="88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ulish"/>
                <a:ea typeface="Mulish"/>
                <a:cs typeface="Mulish"/>
                <a:sym typeface="Mulish"/>
              </a:rPr>
              <a:t>25% of the math curriculum is </a:t>
            </a:r>
            <a:r>
              <a:rPr lang="en">
                <a:solidFill>
                  <a:schemeClr val="dk1"/>
                </a:solidFill>
                <a:latin typeface="Mulish"/>
                <a:ea typeface="Mulish"/>
                <a:cs typeface="Mulish"/>
                <a:sym typeface="Mulish"/>
              </a:rPr>
              <a:t>dedicated</a:t>
            </a:r>
            <a:r>
              <a:rPr lang="en">
                <a:solidFill>
                  <a:schemeClr val="dk1"/>
                </a:solidFill>
                <a:latin typeface="Mulish"/>
                <a:ea typeface="Mulish"/>
                <a:cs typeface="Mulish"/>
                <a:sym typeface="Mulish"/>
              </a:rPr>
              <a:t> to theoretical knowledge</a:t>
            </a:r>
            <a:endParaRPr>
              <a:solidFill>
                <a:schemeClr val="dk1"/>
              </a:solidFill>
              <a:latin typeface="Mulish"/>
              <a:ea typeface="Mulish"/>
              <a:cs typeface="Mulish"/>
              <a:sym typeface="Mulish"/>
            </a:endParaRPr>
          </a:p>
        </p:txBody>
      </p:sp>
      <p:sp>
        <p:nvSpPr>
          <p:cNvPr id="1706" name="Google Shape;1706;p38"/>
          <p:cNvSpPr txBox="1"/>
          <p:nvPr/>
        </p:nvSpPr>
        <p:spPr>
          <a:xfrm>
            <a:off x="759875" y="3044456"/>
            <a:ext cx="2378100" cy="50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Albert Sans"/>
                <a:ea typeface="Albert Sans"/>
                <a:cs typeface="Albert Sans"/>
                <a:sym typeface="Albert Sans"/>
              </a:rPr>
              <a:t>Theory</a:t>
            </a:r>
            <a:endParaRPr b="1" sz="2000">
              <a:solidFill>
                <a:schemeClr val="dk1"/>
              </a:solidFill>
              <a:latin typeface="Albert Sans"/>
              <a:ea typeface="Albert Sans"/>
              <a:cs typeface="Albert Sans"/>
              <a:sym typeface="Albert Sans"/>
            </a:endParaRPr>
          </a:p>
        </p:txBody>
      </p:sp>
      <p:sp>
        <p:nvSpPr>
          <p:cNvPr id="1707" name="Google Shape;1707;p38"/>
          <p:cNvSpPr txBox="1"/>
          <p:nvPr/>
        </p:nvSpPr>
        <p:spPr>
          <a:xfrm>
            <a:off x="3382950" y="3400575"/>
            <a:ext cx="2378100" cy="88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ulish"/>
                <a:ea typeface="Mulish"/>
                <a:cs typeface="Mulish"/>
                <a:sym typeface="Mulish"/>
              </a:rPr>
              <a:t>50% of the curriculum is spent creating a solid </a:t>
            </a:r>
            <a:r>
              <a:rPr lang="en">
                <a:solidFill>
                  <a:schemeClr val="dk1"/>
                </a:solidFill>
                <a:latin typeface="Mulish"/>
                <a:ea typeface="Mulish"/>
                <a:cs typeface="Mulish"/>
                <a:sym typeface="Mulish"/>
              </a:rPr>
              <a:t>understanding of maths</a:t>
            </a:r>
            <a:endParaRPr>
              <a:solidFill>
                <a:schemeClr val="dk1"/>
              </a:solidFill>
              <a:latin typeface="Mulish"/>
              <a:ea typeface="Mulish"/>
              <a:cs typeface="Mulish"/>
              <a:sym typeface="Mulish"/>
            </a:endParaRPr>
          </a:p>
        </p:txBody>
      </p:sp>
      <p:sp>
        <p:nvSpPr>
          <p:cNvPr id="1708" name="Google Shape;1708;p38"/>
          <p:cNvSpPr txBox="1"/>
          <p:nvPr/>
        </p:nvSpPr>
        <p:spPr>
          <a:xfrm>
            <a:off x="3382950" y="3044456"/>
            <a:ext cx="2378100" cy="50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Albert Sans"/>
                <a:ea typeface="Albert Sans"/>
                <a:cs typeface="Albert Sans"/>
                <a:sym typeface="Albert Sans"/>
              </a:rPr>
              <a:t>Foundation</a:t>
            </a:r>
            <a:endParaRPr b="1" sz="2000">
              <a:solidFill>
                <a:schemeClr val="dk1"/>
              </a:solidFill>
              <a:latin typeface="Albert Sans"/>
              <a:ea typeface="Albert Sans"/>
              <a:cs typeface="Albert Sans"/>
              <a:sym typeface="Albert Sans"/>
            </a:endParaRPr>
          </a:p>
        </p:txBody>
      </p:sp>
      <p:sp>
        <p:nvSpPr>
          <p:cNvPr id="1709" name="Google Shape;1709;p38"/>
          <p:cNvSpPr txBox="1"/>
          <p:nvPr/>
        </p:nvSpPr>
        <p:spPr>
          <a:xfrm>
            <a:off x="6006050" y="3400575"/>
            <a:ext cx="2378100" cy="88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ulish"/>
                <a:ea typeface="Mulish"/>
                <a:cs typeface="Mulish"/>
                <a:sym typeface="Mulish"/>
              </a:rPr>
              <a:t>75% of the curriculum cultivates advanced analytical skills</a:t>
            </a:r>
            <a:endParaRPr>
              <a:solidFill>
                <a:schemeClr val="dk1"/>
              </a:solidFill>
              <a:latin typeface="Mulish"/>
              <a:ea typeface="Mulish"/>
              <a:cs typeface="Mulish"/>
              <a:sym typeface="Mulish"/>
            </a:endParaRPr>
          </a:p>
        </p:txBody>
      </p:sp>
      <p:sp>
        <p:nvSpPr>
          <p:cNvPr id="1710" name="Google Shape;1710;p38"/>
          <p:cNvSpPr txBox="1"/>
          <p:nvPr/>
        </p:nvSpPr>
        <p:spPr>
          <a:xfrm>
            <a:off x="6006050" y="3044456"/>
            <a:ext cx="2378100" cy="50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Albert Sans"/>
                <a:ea typeface="Albert Sans"/>
                <a:cs typeface="Albert Sans"/>
                <a:sym typeface="Albert Sans"/>
              </a:rPr>
              <a:t>Exploration</a:t>
            </a:r>
            <a:endParaRPr b="1" sz="2000">
              <a:solidFill>
                <a:schemeClr val="dk1"/>
              </a:solidFill>
              <a:latin typeface="Albert Sans"/>
              <a:ea typeface="Albert Sans"/>
              <a:cs typeface="Albert Sans"/>
              <a:sym typeface="Albert Sans"/>
            </a:endParaRPr>
          </a:p>
        </p:txBody>
      </p:sp>
      <p:sp>
        <p:nvSpPr>
          <p:cNvPr id="1711" name="Google Shape;1711;p38"/>
          <p:cNvSpPr/>
          <p:nvPr/>
        </p:nvSpPr>
        <p:spPr>
          <a:xfrm flipH="1">
            <a:off x="1250102" y="1489638"/>
            <a:ext cx="1397700" cy="1397700"/>
          </a:xfrm>
          <a:prstGeom prst="blockArc">
            <a:avLst>
              <a:gd fmla="val 1079811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8"/>
          <p:cNvSpPr/>
          <p:nvPr/>
        </p:nvSpPr>
        <p:spPr>
          <a:xfrm flipH="1">
            <a:off x="3873202" y="1489638"/>
            <a:ext cx="1397700" cy="1397700"/>
          </a:xfrm>
          <a:prstGeom prst="blockArc">
            <a:avLst>
              <a:gd fmla="val 5400645" name="adj1"/>
              <a:gd fmla="val 16256715" name="adj2"/>
              <a:gd fmla="val 12710"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8"/>
          <p:cNvSpPr/>
          <p:nvPr/>
        </p:nvSpPr>
        <p:spPr>
          <a:xfrm flipH="1">
            <a:off x="6496302" y="1489688"/>
            <a:ext cx="1397700" cy="1397700"/>
          </a:xfrm>
          <a:prstGeom prst="blockArc">
            <a:avLst>
              <a:gd fmla="val 26082" name="adj1"/>
              <a:gd fmla="val 16256715" name="adj2"/>
              <a:gd fmla="val 12710"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8"/>
          <p:cNvSpPr txBox="1"/>
          <p:nvPr/>
        </p:nvSpPr>
        <p:spPr>
          <a:xfrm>
            <a:off x="4063663" y="1985138"/>
            <a:ext cx="10167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50</a:t>
            </a:r>
            <a:r>
              <a:rPr b="1" lang="en" sz="2400">
                <a:solidFill>
                  <a:schemeClr val="dk1"/>
                </a:solidFill>
                <a:latin typeface="Albert Sans"/>
                <a:ea typeface="Albert Sans"/>
                <a:cs typeface="Albert Sans"/>
                <a:sym typeface="Albert Sans"/>
              </a:rPr>
              <a:t>%</a:t>
            </a:r>
            <a:endParaRPr b="1" sz="2400">
              <a:solidFill>
                <a:schemeClr val="dk1"/>
              </a:solidFill>
              <a:latin typeface="Albert Sans"/>
              <a:ea typeface="Albert Sans"/>
              <a:cs typeface="Albert Sans"/>
              <a:sym typeface="Albert Sans"/>
            </a:endParaRPr>
          </a:p>
        </p:txBody>
      </p:sp>
      <p:sp>
        <p:nvSpPr>
          <p:cNvPr id="1715" name="Google Shape;1715;p38"/>
          <p:cNvSpPr txBox="1"/>
          <p:nvPr/>
        </p:nvSpPr>
        <p:spPr>
          <a:xfrm>
            <a:off x="6684375" y="1985138"/>
            <a:ext cx="10167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75</a:t>
            </a:r>
            <a:r>
              <a:rPr b="1" lang="en" sz="2400">
                <a:solidFill>
                  <a:schemeClr val="dk1"/>
                </a:solidFill>
                <a:latin typeface="Albert Sans"/>
                <a:ea typeface="Albert Sans"/>
                <a:cs typeface="Albert Sans"/>
                <a:sym typeface="Albert Sans"/>
              </a:rPr>
              <a:t>%</a:t>
            </a:r>
            <a:endParaRPr b="1" sz="2400">
              <a:solidFill>
                <a:schemeClr val="dk1"/>
              </a:solidFill>
              <a:latin typeface="Albert Sans"/>
              <a:ea typeface="Albert Sans"/>
              <a:cs typeface="Albert Sans"/>
              <a:sym typeface="Albert Sans"/>
            </a:endParaRPr>
          </a:p>
        </p:txBody>
      </p:sp>
      <p:sp>
        <p:nvSpPr>
          <p:cNvPr id="1716" name="Google Shape;1716;p38"/>
          <p:cNvSpPr txBox="1"/>
          <p:nvPr/>
        </p:nvSpPr>
        <p:spPr>
          <a:xfrm>
            <a:off x="1442913" y="1985138"/>
            <a:ext cx="10167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25</a:t>
            </a:r>
            <a:r>
              <a:rPr b="1" lang="en" sz="2400">
                <a:solidFill>
                  <a:schemeClr val="dk1"/>
                </a:solidFill>
                <a:latin typeface="Albert Sans"/>
                <a:ea typeface="Albert Sans"/>
                <a:cs typeface="Albert Sans"/>
                <a:sym typeface="Albert Sans"/>
              </a:rPr>
              <a:t>%</a:t>
            </a:r>
            <a:endParaRPr b="1" sz="2400">
              <a:solidFill>
                <a:schemeClr val="dk1"/>
              </a:solidFill>
              <a:latin typeface="Albert Sans"/>
              <a:ea typeface="Albert Sans"/>
              <a:cs typeface="Albert Sans"/>
              <a:sym typeface="Albert Sans"/>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0" name="Shape 1720"/>
        <p:cNvGrpSpPr/>
        <p:nvPr/>
      </p:nvGrpSpPr>
      <p:grpSpPr>
        <a:xfrm>
          <a:off x="0" y="0"/>
          <a:ext cx="0" cy="0"/>
          <a:chOff x="0" y="0"/>
          <a:chExt cx="0" cy="0"/>
        </a:xfrm>
      </p:grpSpPr>
      <p:sp>
        <p:nvSpPr>
          <p:cNvPr id="1721" name="Google Shape;1721;p39"/>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Milestones in mathematics</a:t>
            </a:r>
            <a:endParaRPr/>
          </a:p>
        </p:txBody>
      </p:sp>
      <p:sp>
        <p:nvSpPr>
          <p:cNvPr id="1722" name="Google Shape;1722;p39"/>
          <p:cNvSpPr txBox="1"/>
          <p:nvPr/>
        </p:nvSpPr>
        <p:spPr>
          <a:xfrm flipH="1">
            <a:off x="713799" y="1803865"/>
            <a:ext cx="2968200" cy="505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Albert Sans"/>
                <a:ea typeface="Albert Sans"/>
                <a:cs typeface="Albert Sans"/>
                <a:sym typeface="Albert Sans"/>
              </a:rPr>
              <a:t>300 BCE</a:t>
            </a:r>
            <a:endParaRPr b="1" sz="2000">
              <a:solidFill>
                <a:schemeClr val="dk1"/>
              </a:solidFill>
              <a:latin typeface="Albert Sans"/>
              <a:ea typeface="Albert Sans"/>
              <a:cs typeface="Albert Sans"/>
              <a:sym typeface="Albert Sans"/>
            </a:endParaRPr>
          </a:p>
        </p:txBody>
      </p:sp>
      <p:sp>
        <p:nvSpPr>
          <p:cNvPr id="1723" name="Google Shape;1723;p39"/>
          <p:cNvSpPr txBox="1"/>
          <p:nvPr/>
        </p:nvSpPr>
        <p:spPr>
          <a:xfrm flipH="1">
            <a:off x="713800" y="1445834"/>
            <a:ext cx="2968200" cy="505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ulish"/>
                <a:ea typeface="Mulish"/>
                <a:cs typeface="Mulish"/>
                <a:sym typeface="Mulish"/>
              </a:rPr>
              <a:t>Euclid publishes "Elements"</a:t>
            </a:r>
            <a:endParaRPr>
              <a:solidFill>
                <a:schemeClr val="dk1"/>
              </a:solidFill>
              <a:latin typeface="Mulish"/>
              <a:ea typeface="Mulish"/>
              <a:cs typeface="Mulish"/>
              <a:sym typeface="Mulish"/>
            </a:endParaRPr>
          </a:p>
        </p:txBody>
      </p:sp>
      <p:sp>
        <p:nvSpPr>
          <p:cNvPr id="1724" name="Google Shape;1724;p39"/>
          <p:cNvSpPr txBox="1"/>
          <p:nvPr/>
        </p:nvSpPr>
        <p:spPr>
          <a:xfrm flipH="1">
            <a:off x="2301638" y="3275375"/>
            <a:ext cx="2964900" cy="505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Albert Sans"/>
                <a:ea typeface="Albert Sans"/>
                <a:cs typeface="Albert Sans"/>
                <a:sym typeface="Albert Sans"/>
              </a:rPr>
              <a:t>17th century</a:t>
            </a:r>
            <a:endParaRPr b="1" sz="2000">
              <a:solidFill>
                <a:schemeClr val="dk1"/>
              </a:solidFill>
              <a:latin typeface="Albert Sans"/>
              <a:ea typeface="Albert Sans"/>
              <a:cs typeface="Albert Sans"/>
              <a:sym typeface="Albert Sans"/>
            </a:endParaRPr>
          </a:p>
        </p:txBody>
      </p:sp>
      <p:sp>
        <p:nvSpPr>
          <p:cNvPr id="1725" name="Google Shape;1725;p39"/>
          <p:cNvSpPr txBox="1"/>
          <p:nvPr/>
        </p:nvSpPr>
        <p:spPr>
          <a:xfrm flipH="1">
            <a:off x="2298425" y="3587161"/>
            <a:ext cx="2964900" cy="505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ulish"/>
                <a:ea typeface="Mulish"/>
                <a:cs typeface="Mulish"/>
                <a:sym typeface="Mulish"/>
              </a:rPr>
              <a:t>The development of calculus</a:t>
            </a:r>
            <a:endParaRPr>
              <a:solidFill>
                <a:schemeClr val="dk1"/>
              </a:solidFill>
              <a:latin typeface="Mulish"/>
              <a:ea typeface="Mulish"/>
              <a:cs typeface="Mulish"/>
              <a:sym typeface="Mulish"/>
            </a:endParaRPr>
          </a:p>
        </p:txBody>
      </p:sp>
      <p:sp>
        <p:nvSpPr>
          <p:cNvPr id="1726" name="Google Shape;1726;p39"/>
          <p:cNvSpPr txBox="1"/>
          <p:nvPr/>
        </p:nvSpPr>
        <p:spPr>
          <a:xfrm flipH="1">
            <a:off x="3880349" y="1803862"/>
            <a:ext cx="2968200" cy="505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Albert Sans"/>
                <a:ea typeface="Albert Sans"/>
                <a:cs typeface="Albert Sans"/>
                <a:sym typeface="Albert Sans"/>
              </a:rPr>
              <a:t>1931</a:t>
            </a:r>
            <a:endParaRPr b="1" sz="2000">
              <a:solidFill>
                <a:schemeClr val="dk1"/>
              </a:solidFill>
              <a:latin typeface="Albert Sans"/>
              <a:ea typeface="Albert Sans"/>
              <a:cs typeface="Albert Sans"/>
              <a:sym typeface="Albert Sans"/>
            </a:endParaRPr>
          </a:p>
        </p:txBody>
      </p:sp>
      <p:sp>
        <p:nvSpPr>
          <p:cNvPr id="1727" name="Google Shape;1727;p39"/>
          <p:cNvSpPr txBox="1"/>
          <p:nvPr/>
        </p:nvSpPr>
        <p:spPr>
          <a:xfrm flipH="1">
            <a:off x="3880350" y="1445834"/>
            <a:ext cx="2968200" cy="505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ulish"/>
                <a:ea typeface="Mulish"/>
                <a:cs typeface="Mulish"/>
                <a:sym typeface="Mulish"/>
              </a:rPr>
              <a:t>Gödel's Incompleteness Theorem</a:t>
            </a:r>
            <a:endParaRPr>
              <a:solidFill>
                <a:schemeClr val="dk1"/>
              </a:solidFill>
              <a:latin typeface="Mulish"/>
              <a:ea typeface="Mulish"/>
              <a:cs typeface="Mulish"/>
              <a:sym typeface="Mulish"/>
            </a:endParaRPr>
          </a:p>
        </p:txBody>
      </p:sp>
      <p:sp>
        <p:nvSpPr>
          <p:cNvPr id="1728" name="Google Shape;1728;p39"/>
          <p:cNvSpPr txBox="1"/>
          <p:nvPr/>
        </p:nvSpPr>
        <p:spPr>
          <a:xfrm flipH="1">
            <a:off x="5465249" y="3275375"/>
            <a:ext cx="2964900" cy="505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Albert Sans"/>
                <a:ea typeface="Albert Sans"/>
                <a:cs typeface="Albert Sans"/>
                <a:sym typeface="Albert Sans"/>
              </a:rPr>
              <a:t>1994</a:t>
            </a:r>
            <a:endParaRPr b="1" sz="2000">
              <a:solidFill>
                <a:schemeClr val="dk1"/>
              </a:solidFill>
              <a:latin typeface="Albert Sans"/>
              <a:ea typeface="Albert Sans"/>
              <a:cs typeface="Albert Sans"/>
              <a:sym typeface="Albert Sans"/>
            </a:endParaRPr>
          </a:p>
        </p:txBody>
      </p:sp>
      <p:sp>
        <p:nvSpPr>
          <p:cNvPr id="1729" name="Google Shape;1729;p39"/>
          <p:cNvSpPr txBox="1"/>
          <p:nvPr/>
        </p:nvSpPr>
        <p:spPr>
          <a:xfrm flipH="1">
            <a:off x="5465250" y="3587161"/>
            <a:ext cx="2964900" cy="505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Mulish"/>
                <a:ea typeface="Mulish"/>
                <a:cs typeface="Mulish"/>
                <a:sym typeface="Mulish"/>
              </a:rPr>
              <a:t>Proof of Fermat's Last Theorem</a:t>
            </a:r>
            <a:endParaRPr>
              <a:solidFill>
                <a:schemeClr val="dk1"/>
              </a:solidFill>
              <a:latin typeface="Mulish"/>
              <a:ea typeface="Mulish"/>
              <a:cs typeface="Mulish"/>
              <a:sym typeface="Mulish"/>
            </a:endParaRPr>
          </a:p>
        </p:txBody>
      </p:sp>
      <p:cxnSp>
        <p:nvCxnSpPr>
          <p:cNvPr id="1730" name="Google Shape;1730;p39"/>
          <p:cNvCxnSpPr>
            <a:stCxn id="1731" idx="2"/>
            <a:endCxn id="1732" idx="6"/>
          </p:cNvCxnSpPr>
          <p:nvPr/>
        </p:nvCxnSpPr>
        <p:spPr>
          <a:xfrm rot="10800000">
            <a:off x="2327367" y="2794900"/>
            <a:ext cx="1324200" cy="0"/>
          </a:xfrm>
          <a:prstGeom prst="straightConnector1">
            <a:avLst/>
          </a:prstGeom>
          <a:noFill/>
          <a:ln cap="flat" cmpd="sng" w="9525">
            <a:solidFill>
              <a:schemeClr val="dk2"/>
            </a:solidFill>
            <a:prstDash val="solid"/>
            <a:round/>
            <a:headEnd len="med" w="med" type="none"/>
            <a:tailEnd len="med" w="med" type="none"/>
          </a:ln>
        </p:spPr>
      </p:cxnSp>
      <p:sp>
        <p:nvSpPr>
          <p:cNvPr id="1732" name="Google Shape;1732;p39"/>
          <p:cNvSpPr/>
          <p:nvPr/>
        </p:nvSpPr>
        <p:spPr>
          <a:xfrm>
            <a:off x="2068300" y="2665300"/>
            <a:ext cx="259200" cy="259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sh"/>
              <a:ea typeface="Mulish"/>
              <a:cs typeface="Mulish"/>
              <a:sym typeface="Mulish"/>
            </a:endParaRPr>
          </a:p>
        </p:txBody>
      </p:sp>
      <p:sp>
        <p:nvSpPr>
          <p:cNvPr id="1731" name="Google Shape;1731;p39"/>
          <p:cNvSpPr/>
          <p:nvPr/>
        </p:nvSpPr>
        <p:spPr>
          <a:xfrm>
            <a:off x="3651567" y="2665300"/>
            <a:ext cx="259200" cy="259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sh"/>
              <a:ea typeface="Mulish"/>
              <a:cs typeface="Mulish"/>
              <a:sym typeface="Mulish"/>
            </a:endParaRPr>
          </a:p>
        </p:txBody>
      </p:sp>
      <p:sp>
        <p:nvSpPr>
          <p:cNvPr id="1733" name="Google Shape;1733;p39"/>
          <p:cNvSpPr/>
          <p:nvPr/>
        </p:nvSpPr>
        <p:spPr>
          <a:xfrm>
            <a:off x="5234833" y="2665300"/>
            <a:ext cx="259200" cy="259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sh"/>
              <a:ea typeface="Mulish"/>
              <a:cs typeface="Mulish"/>
              <a:sym typeface="Mulish"/>
            </a:endParaRPr>
          </a:p>
        </p:txBody>
      </p:sp>
      <p:sp>
        <p:nvSpPr>
          <p:cNvPr id="1734" name="Google Shape;1734;p39"/>
          <p:cNvSpPr/>
          <p:nvPr/>
        </p:nvSpPr>
        <p:spPr>
          <a:xfrm>
            <a:off x="6818100" y="2665300"/>
            <a:ext cx="259200" cy="2592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sh"/>
              <a:ea typeface="Mulish"/>
              <a:cs typeface="Mulish"/>
              <a:sym typeface="Mulish"/>
            </a:endParaRPr>
          </a:p>
        </p:txBody>
      </p:sp>
      <p:cxnSp>
        <p:nvCxnSpPr>
          <p:cNvPr id="1735" name="Google Shape;1735;p39"/>
          <p:cNvCxnSpPr>
            <a:stCxn id="1731" idx="6"/>
            <a:endCxn id="1733" idx="2"/>
          </p:cNvCxnSpPr>
          <p:nvPr/>
        </p:nvCxnSpPr>
        <p:spPr>
          <a:xfrm>
            <a:off x="3910767" y="2794900"/>
            <a:ext cx="1324200" cy="0"/>
          </a:xfrm>
          <a:prstGeom prst="straightConnector1">
            <a:avLst/>
          </a:prstGeom>
          <a:noFill/>
          <a:ln cap="flat" cmpd="sng" w="9525">
            <a:solidFill>
              <a:schemeClr val="dk2"/>
            </a:solidFill>
            <a:prstDash val="solid"/>
            <a:round/>
            <a:headEnd len="med" w="med" type="none"/>
            <a:tailEnd len="med" w="med" type="none"/>
          </a:ln>
        </p:spPr>
      </p:cxnSp>
      <p:cxnSp>
        <p:nvCxnSpPr>
          <p:cNvPr id="1736" name="Google Shape;1736;p39"/>
          <p:cNvCxnSpPr>
            <a:stCxn id="1733" idx="6"/>
            <a:endCxn id="1734" idx="2"/>
          </p:cNvCxnSpPr>
          <p:nvPr/>
        </p:nvCxnSpPr>
        <p:spPr>
          <a:xfrm>
            <a:off x="5494033" y="2794900"/>
            <a:ext cx="1324200" cy="0"/>
          </a:xfrm>
          <a:prstGeom prst="straightConnector1">
            <a:avLst/>
          </a:prstGeom>
          <a:noFill/>
          <a:ln cap="flat" cmpd="sng" w="9525">
            <a:solidFill>
              <a:schemeClr val="dk2"/>
            </a:solidFill>
            <a:prstDash val="solid"/>
            <a:round/>
            <a:headEnd len="med" w="med" type="none"/>
            <a:tailEnd len="med" w="med" type="none"/>
          </a:ln>
        </p:spPr>
      </p:cxnSp>
      <p:cxnSp>
        <p:nvCxnSpPr>
          <p:cNvPr id="1737" name="Google Shape;1737;p39"/>
          <p:cNvCxnSpPr>
            <a:stCxn id="1732" idx="2"/>
          </p:cNvCxnSpPr>
          <p:nvPr/>
        </p:nvCxnSpPr>
        <p:spPr>
          <a:xfrm rot="10800000">
            <a:off x="1183900" y="2794900"/>
            <a:ext cx="884400" cy="0"/>
          </a:xfrm>
          <a:prstGeom prst="straightConnector1">
            <a:avLst/>
          </a:prstGeom>
          <a:noFill/>
          <a:ln cap="flat" cmpd="sng" w="9525">
            <a:solidFill>
              <a:schemeClr val="dk2"/>
            </a:solidFill>
            <a:prstDash val="solid"/>
            <a:round/>
            <a:headEnd len="med" w="med" type="none"/>
            <a:tailEnd len="med" w="med" type="none"/>
          </a:ln>
        </p:spPr>
      </p:cxnSp>
      <p:cxnSp>
        <p:nvCxnSpPr>
          <p:cNvPr id="1738" name="Google Shape;1738;p39"/>
          <p:cNvCxnSpPr>
            <a:endCxn id="1734" idx="6"/>
          </p:cNvCxnSpPr>
          <p:nvPr/>
        </p:nvCxnSpPr>
        <p:spPr>
          <a:xfrm rot="10800000">
            <a:off x="7077300" y="2794900"/>
            <a:ext cx="884400" cy="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2" name="Shape 1742"/>
        <p:cNvGrpSpPr/>
        <p:nvPr/>
      </p:nvGrpSpPr>
      <p:grpSpPr>
        <a:xfrm>
          <a:off x="0" y="0"/>
          <a:ext cx="0" cy="0"/>
          <a:chOff x="0" y="0"/>
          <a:chExt cx="0" cy="0"/>
        </a:xfrm>
      </p:grpSpPr>
      <p:sp>
        <p:nvSpPr>
          <p:cNvPr id="1743" name="Google Shape;1743;p40"/>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Display concepts visually</a:t>
            </a:r>
            <a:endParaRPr/>
          </a:p>
        </p:txBody>
      </p:sp>
      <p:sp>
        <p:nvSpPr>
          <p:cNvPr id="1744" name="Google Shape;1744;p40"/>
          <p:cNvSpPr txBox="1"/>
          <p:nvPr/>
        </p:nvSpPr>
        <p:spPr>
          <a:xfrm>
            <a:off x="981900" y="4228750"/>
            <a:ext cx="7180200" cy="25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Mulish"/>
                <a:ea typeface="Mulish"/>
                <a:cs typeface="Mulish"/>
                <a:sym typeface="Mulish"/>
              </a:rPr>
              <a:t>Follow the link in the graph to modify its data and then paste the new one here. </a:t>
            </a:r>
            <a:r>
              <a:rPr b="1" lang="en" sz="1000" u="sng">
                <a:solidFill>
                  <a:schemeClr val="dk1"/>
                </a:solidFill>
                <a:latin typeface="Mulish"/>
                <a:ea typeface="Mulish"/>
                <a:cs typeface="Mulish"/>
                <a:sym typeface="Mulish"/>
                <a:hlinkClick r:id="rId3">
                  <a:extLst>
                    <a:ext uri="{A12FA001-AC4F-418D-AE19-62706E023703}">
                      <ahyp:hlinkClr val="tx"/>
                    </a:ext>
                  </a:extLst>
                </a:hlinkClick>
              </a:rPr>
              <a:t>For more info, click here</a:t>
            </a:r>
            <a:endParaRPr b="1" sz="1000" u="sng">
              <a:solidFill>
                <a:schemeClr val="dk1"/>
              </a:solidFill>
              <a:latin typeface="Mulish"/>
              <a:ea typeface="Mulish"/>
              <a:cs typeface="Mulish"/>
              <a:sym typeface="Mulish"/>
            </a:endParaRPr>
          </a:p>
        </p:txBody>
      </p:sp>
      <p:sp>
        <p:nvSpPr>
          <p:cNvPr id="1745" name="Google Shape;1745;p40"/>
          <p:cNvSpPr txBox="1"/>
          <p:nvPr>
            <p:ph idx="4294967295" type="title"/>
          </p:nvPr>
        </p:nvSpPr>
        <p:spPr>
          <a:xfrm>
            <a:off x="720000" y="1674425"/>
            <a:ext cx="1839900" cy="527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t>Concept 1</a:t>
            </a:r>
            <a:endParaRPr sz="2000"/>
          </a:p>
        </p:txBody>
      </p:sp>
      <p:sp>
        <p:nvSpPr>
          <p:cNvPr id="1746" name="Google Shape;1746;p40"/>
          <p:cNvSpPr txBox="1"/>
          <p:nvPr>
            <p:ph idx="4294967295" type="title"/>
          </p:nvPr>
        </p:nvSpPr>
        <p:spPr>
          <a:xfrm>
            <a:off x="720000" y="3102712"/>
            <a:ext cx="1839900" cy="527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t>Concept 3</a:t>
            </a:r>
            <a:endParaRPr sz="2000"/>
          </a:p>
        </p:txBody>
      </p:sp>
      <p:sp>
        <p:nvSpPr>
          <p:cNvPr id="1747" name="Google Shape;1747;p40"/>
          <p:cNvSpPr txBox="1"/>
          <p:nvPr>
            <p:ph idx="4294967295" type="title"/>
          </p:nvPr>
        </p:nvSpPr>
        <p:spPr>
          <a:xfrm>
            <a:off x="2855600" y="1674425"/>
            <a:ext cx="1839900" cy="527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t>Concept 2</a:t>
            </a:r>
            <a:endParaRPr sz="2000"/>
          </a:p>
        </p:txBody>
      </p:sp>
      <p:sp>
        <p:nvSpPr>
          <p:cNvPr id="1748" name="Google Shape;1748;p40"/>
          <p:cNvSpPr txBox="1"/>
          <p:nvPr>
            <p:ph idx="4294967295" type="subTitle"/>
          </p:nvPr>
        </p:nvSpPr>
        <p:spPr>
          <a:xfrm>
            <a:off x="720000" y="3479525"/>
            <a:ext cx="183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Briefly describe the concept here</a:t>
            </a:r>
            <a:endParaRPr/>
          </a:p>
        </p:txBody>
      </p:sp>
      <p:sp>
        <p:nvSpPr>
          <p:cNvPr id="1749" name="Google Shape;1749;p40"/>
          <p:cNvSpPr txBox="1"/>
          <p:nvPr>
            <p:ph idx="4294967295" type="title"/>
          </p:nvPr>
        </p:nvSpPr>
        <p:spPr>
          <a:xfrm>
            <a:off x="2855600" y="3102712"/>
            <a:ext cx="1839900" cy="527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t>Concept 4</a:t>
            </a:r>
            <a:endParaRPr sz="2000"/>
          </a:p>
        </p:txBody>
      </p:sp>
      <p:sp>
        <p:nvSpPr>
          <p:cNvPr id="1750" name="Google Shape;1750;p40"/>
          <p:cNvSpPr txBox="1"/>
          <p:nvPr>
            <p:ph idx="4294967295" type="subTitle"/>
          </p:nvPr>
        </p:nvSpPr>
        <p:spPr>
          <a:xfrm>
            <a:off x="2855600" y="2051250"/>
            <a:ext cx="183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Briefly describe the concept here</a:t>
            </a:r>
            <a:endParaRPr/>
          </a:p>
        </p:txBody>
      </p:sp>
      <p:sp>
        <p:nvSpPr>
          <p:cNvPr id="1751" name="Google Shape;1751;p40"/>
          <p:cNvSpPr txBox="1"/>
          <p:nvPr>
            <p:ph idx="4294967295" type="subTitle"/>
          </p:nvPr>
        </p:nvSpPr>
        <p:spPr>
          <a:xfrm>
            <a:off x="720000" y="2051250"/>
            <a:ext cx="18399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Briefly describe the concept here</a:t>
            </a:r>
            <a:endParaRPr/>
          </a:p>
        </p:txBody>
      </p:sp>
      <p:sp>
        <p:nvSpPr>
          <p:cNvPr id="1752" name="Google Shape;1752;p40"/>
          <p:cNvSpPr txBox="1"/>
          <p:nvPr>
            <p:ph idx="4294967295" type="subTitle"/>
          </p:nvPr>
        </p:nvSpPr>
        <p:spPr>
          <a:xfrm>
            <a:off x="2855600" y="3479525"/>
            <a:ext cx="183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Briefly describe the concept here</a:t>
            </a:r>
            <a:endParaRPr/>
          </a:p>
        </p:txBody>
      </p:sp>
      <p:sp>
        <p:nvSpPr>
          <p:cNvPr id="1753" name="Google Shape;1753;p40"/>
          <p:cNvSpPr/>
          <p:nvPr/>
        </p:nvSpPr>
        <p:spPr>
          <a:xfrm>
            <a:off x="796200" y="1422125"/>
            <a:ext cx="252300" cy="25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0"/>
          <p:cNvSpPr/>
          <p:nvPr/>
        </p:nvSpPr>
        <p:spPr>
          <a:xfrm>
            <a:off x="796200" y="2860338"/>
            <a:ext cx="252300" cy="252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0"/>
          <p:cNvSpPr/>
          <p:nvPr/>
        </p:nvSpPr>
        <p:spPr>
          <a:xfrm>
            <a:off x="2931800" y="1422125"/>
            <a:ext cx="252300" cy="252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0"/>
          <p:cNvSpPr/>
          <p:nvPr/>
        </p:nvSpPr>
        <p:spPr>
          <a:xfrm>
            <a:off x="2884575" y="2860338"/>
            <a:ext cx="252300" cy="252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57" name="Google Shape;1757;p40" title="Gráfico">
            <a:hlinkClick r:id="rId4"/>
          </p:cNvPr>
          <p:cNvPicPr preferRelativeResize="0"/>
          <p:nvPr/>
        </p:nvPicPr>
        <p:blipFill>
          <a:blip r:embed="rId5">
            <a:alphaModFix/>
          </a:blip>
          <a:stretch>
            <a:fillRect/>
          </a:stretch>
        </p:blipFill>
        <p:spPr>
          <a:xfrm>
            <a:off x="4695500" y="1184566"/>
            <a:ext cx="3735276" cy="2963609"/>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1" name="Shape 1761"/>
        <p:cNvGrpSpPr/>
        <p:nvPr/>
      </p:nvGrpSpPr>
      <p:grpSpPr>
        <a:xfrm>
          <a:off x="0" y="0"/>
          <a:ext cx="0" cy="0"/>
          <a:chOff x="0" y="0"/>
          <a:chExt cx="0" cy="0"/>
        </a:xfrm>
      </p:grpSpPr>
      <p:sp>
        <p:nvSpPr>
          <p:cNvPr id="1762" name="Google Shape;1762;p41"/>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Rubric</a:t>
            </a:r>
            <a:endParaRPr/>
          </a:p>
        </p:txBody>
      </p:sp>
      <p:graphicFrame>
        <p:nvGraphicFramePr>
          <p:cNvPr id="1763" name="Google Shape;1763;p41"/>
          <p:cNvGraphicFramePr/>
          <p:nvPr/>
        </p:nvGraphicFramePr>
        <p:xfrm>
          <a:off x="720063" y="1099400"/>
          <a:ext cx="3000000" cy="3000000"/>
        </p:xfrm>
        <a:graphic>
          <a:graphicData uri="http://schemas.openxmlformats.org/drawingml/2006/table">
            <a:tbl>
              <a:tblPr>
                <a:noFill/>
                <a:tableStyleId>{740ED5B2-AF06-401F-8E4F-529C710BF3CA}</a:tableStyleId>
              </a:tblPr>
              <a:tblGrid>
                <a:gridCol w="1316750"/>
                <a:gridCol w="1596775"/>
                <a:gridCol w="1596775"/>
                <a:gridCol w="1596775"/>
                <a:gridCol w="1596775"/>
              </a:tblGrid>
              <a:tr h="380175">
                <a:tc>
                  <a:txBody>
                    <a:bodyPr/>
                    <a:lstStyle/>
                    <a:p>
                      <a:pPr indent="0" lvl="0" marL="0" rtl="0" algn="ctr">
                        <a:lnSpc>
                          <a:spcPct val="115000"/>
                        </a:lnSpc>
                        <a:spcBef>
                          <a:spcPts val="0"/>
                        </a:spcBef>
                        <a:spcAft>
                          <a:spcPts val="0"/>
                        </a:spcAft>
                        <a:buNone/>
                      </a:pPr>
                      <a:r>
                        <a:rPr b="1" lang="en">
                          <a:solidFill>
                            <a:schemeClr val="dk1"/>
                          </a:solidFill>
                          <a:latin typeface="Albert Sans"/>
                          <a:ea typeface="Albert Sans"/>
                          <a:cs typeface="Albert Sans"/>
                          <a:sym typeface="Albert Sans"/>
                        </a:rPr>
                        <a:t>Criteria</a:t>
                      </a:r>
                      <a:endParaRPr b="1">
                        <a:solidFill>
                          <a:schemeClr val="dk1"/>
                        </a:solidFill>
                        <a:latin typeface="Albert Sans"/>
                        <a:ea typeface="Albert Sans"/>
                        <a:cs typeface="Albert Sans"/>
                        <a:sym typeface="Albert Sans"/>
                      </a:endParaRPr>
                    </a:p>
                  </a:txBody>
                  <a:tcPr marT="45700" marB="4570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a:solidFill>
                            <a:schemeClr val="dk1"/>
                          </a:solidFill>
                          <a:latin typeface="Albert Sans"/>
                          <a:ea typeface="Albert Sans"/>
                          <a:cs typeface="Albert Sans"/>
                          <a:sym typeface="Albert Sans"/>
                        </a:rPr>
                        <a:t>Exceptional (</a:t>
                      </a:r>
                      <a:r>
                        <a:rPr b="1" lang="en">
                          <a:solidFill>
                            <a:schemeClr val="dk1"/>
                          </a:solidFill>
                          <a:latin typeface="Albert Sans"/>
                          <a:ea typeface="Albert Sans"/>
                          <a:cs typeface="Albert Sans"/>
                          <a:sym typeface="Albert Sans"/>
                        </a:rPr>
                        <a:t>4</a:t>
                      </a:r>
                      <a:r>
                        <a:rPr b="1" lang="en">
                          <a:solidFill>
                            <a:schemeClr val="dk1"/>
                          </a:solidFill>
                          <a:latin typeface="Albert Sans"/>
                          <a:ea typeface="Albert Sans"/>
                          <a:cs typeface="Albert Sans"/>
                          <a:sym typeface="Albert Sans"/>
                        </a:rPr>
                        <a:t>)</a:t>
                      </a:r>
                      <a:endParaRPr b="1">
                        <a:solidFill>
                          <a:schemeClr val="dk1"/>
                        </a:solidFill>
                        <a:latin typeface="Albert Sans"/>
                        <a:ea typeface="Albert Sans"/>
                        <a:cs typeface="Albert Sans"/>
                        <a:sym typeface="Albert Sans"/>
                      </a:endParaRPr>
                    </a:p>
                  </a:txBody>
                  <a:tcPr marT="45700" marB="4570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a:solidFill>
                            <a:schemeClr val="dk1"/>
                          </a:solidFill>
                          <a:latin typeface="Albert Sans"/>
                          <a:ea typeface="Albert Sans"/>
                          <a:cs typeface="Albert Sans"/>
                          <a:sym typeface="Albert Sans"/>
                        </a:rPr>
                        <a:t>Proficient (</a:t>
                      </a:r>
                      <a:r>
                        <a:rPr b="1" lang="en">
                          <a:solidFill>
                            <a:schemeClr val="dk1"/>
                          </a:solidFill>
                          <a:latin typeface="Albert Sans"/>
                          <a:ea typeface="Albert Sans"/>
                          <a:cs typeface="Albert Sans"/>
                          <a:sym typeface="Albert Sans"/>
                        </a:rPr>
                        <a:t>3</a:t>
                      </a:r>
                      <a:r>
                        <a:rPr b="1" lang="en">
                          <a:solidFill>
                            <a:schemeClr val="dk1"/>
                          </a:solidFill>
                          <a:latin typeface="Albert Sans"/>
                          <a:ea typeface="Albert Sans"/>
                          <a:cs typeface="Albert Sans"/>
                          <a:sym typeface="Albert Sans"/>
                        </a:rPr>
                        <a:t>)</a:t>
                      </a:r>
                      <a:endParaRPr b="1">
                        <a:solidFill>
                          <a:schemeClr val="dk1"/>
                        </a:solidFill>
                        <a:latin typeface="Albert Sans"/>
                        <a:ea typeface="Albert Sans"/>
                        <a:cs typeface="Albert Sans"/>
                        <a:sym typeface="Albert Sans"/>
                      </a:endParaRPr>
                    </a:p>
                  </a:txBody>
                  <a:tcPr marT="45700" marB="4570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Clr>
                          <a:srgbClr val="000000"/>
                        </a:buClr>
                        <a:buSzPts val="1100"/>
                        <a:buFont typeface="Arial"/>
                        <a:buNone/>
                      </a:pPr>
                      <a:r>
                        <a:rPr b="1" lang="en">
                          <a:solidFill>
                            <a:schemeClr val="dk1"/>
                          </a:solidFill>
                          <a:latin typeface="Albert Sans"/>
                          <a:ea typeface="Albert Sans"/>
                          <a:cs typeface="Albert Sans"/>
                          <a:sym typeface="Albert Sans"/>
                        </a:rPr>
                        <a:t>Basic (</a:t>
                      </a:r>
                      <a:r>
                        <a:rPr b="1" lang="en">
                          <a:solidFill>
                            <a:schemeClr val="dk1"/>
                          </a:solidFill>
                          <a:latin typeface="Albert Sans"/>
                          <a:ea typeface="Albert Sans"/>
                          <a:cs typeface="Albert Sans"/>
                          <a:sym typeface="Albert Sans"/>
                        </a:rPr>
                        <a:t>2</a:t>
                      </a:r>
                      <a:r>
                        <a:rPr b="1" lang="en">
                          <a:solidFill>
                            <a:schemeClr val="dk1"/>
                          </a:solidFill>
                          <a:latin typeface="Albert Sans"/>
                          <a:ea typeface="Albert Sans"/>
                          <a:cs typeface="Albert Sans"/>
                          <a:sym typeface="Albert Sans"/>
                        </a:rPr>
                        <a:t>)</a:t>
                      </a:r>
                      <a:endParaRPr b="1">
                        <a:solidFill>
                          <a:schemeClr val="dk1"/>
                        </a:solidFill>
                        <a:latin typeface="Albert Sans"/>
                        <a:ea typeface="Albert Sans"/>
                        <a:cs typeface="Albert Sans"/>
                        <a:sym typeface="Albert Sans"/>
                      </a:endParaRPr>
                    </a:p>
                  </a:txBody>
                  <a:tcPr marT="45700" marB="4570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a:solidFill>
                            <a:schemeClr val="dk1"/>
                          </a:solidFill>
                          <a:latin typeface="Albert Sans"/>
                          <a:ea typeface="Albert Sans"/>
                          <a:cs typeface="Albert Sans"/>
                          <a:sym typeface="Albert Sans"/>
                        </a:rPr>
                        <a:t>Limited (1)</a:t>
                      </a:r>
                      <a:endParaRPr b="1">
                        <a:solidFill>
                          <a:schemeClr val="dk1"/>
                        </a:solidFill>
                        <a:latin typeface="Albert Sans"/>
                        <a:ea typeface="Albert Sans"/>
                        <a:cs typeface="Albert Sans"/>
                        <a:sym typeface="Albert Sans"/>
                      </a:endParaRPr>
                    </a:p>
                  </a:txBody>
                  <a:tcPr marT="45700" marB="4570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781925">
                <a:tc>
                  <a:txBody>
                    <a:bodyPr/>
                    <a:lstStyle/>
                    <a:p>
                      <a:pPr indent="0" lvl="0" marL="0" rtl="0" algn="ctr">
                        <a:lnSpc>
                          <a:spcPct val="115000"/>
                        </a:lnSpc>
                        <a:spcBef>
                          <a:spcPts val="0"/>
                        </a:spcBef>
                        <a:spcAft>
                          <a:spcPts val="0"/>
                        </a:spcAft>
                        <a:buNone/>
                      </a:pPr>
                      <a:r>
                        <a:rPr b="1" lang="en" sz="1200">
                          <a:solidFill>
                            <a:schemeClr val="dk1"/>
                          </a:solidFill>
                          <a:latin typeface="Mulish"/>
                          <a:ea typeface="Mulish"/>
                          <a:cs typeface="Mulish"/>
                          <a:sym typeface="Mulish"/>
                        </a:rPr>
                        <a:t>Conceptual understanding</a:t>
                      </a:r>
                      <a:endParaRPr b="1" sz="1200">
                        <a:solidFill>
                          <a:schemeClr val="dk1"/>
                        </a:solidFill>
                        <a:latin typeface="Mulish"/>
                        <a:ea typeface="Mulish"/>
                        <a:cs typeface="Mulish"/>
                        <a:sym typeface="Mulish"/>
                      </a:endParaRPr>
                    </a:p>
                  </a:txBody>
                  <a:tcPr marT="68575" marB="68575" marR="36575" marL="365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Deep, insightful mastery of concepts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Solid understanding and application</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Basic grasp, occasional struggles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Limited understanding, frequent errors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781925">
                <a:tc>
                  <a:txBody>
                    <a:bodyPr/>
                    <a:lstStyle/>
                    <a:p>
                      <a:pPr indent="0" lvl="0" marL="0" rtl="0" algn="ctr">
                        <a:lnSpc>
                          <a:spcPct val="115000"/>
                        </a:lnSpc>
                        <a:spcBef>
                          <a:spcPts val="0"/>
                        </a:spcBef>
                        <a:spcAft>
                          <a:spcPts val="0"/>
                        </a:spcAft>
                        <a:buNone/>
                      </a:pPr>
                      <a:r>
                        <a:rPr b="1" lang="en" sz="1200">
                          <a:solidFill>
                            <a:schemeClr val="dk1"/>
                          </a:solidFill>
                          <a:latin typeface="Mulish"/>
                          <a:ea typeface="Mulish"/>
                          <a:cs typeface="Mulish"/>
                          <a:sym typeface="Mulish"/>
                        </a:rPr>
                        <a:t>Problem-solving skills</a:t>
                      </a:r>
                      <a:endParaRPr b="1" sz="1200">
                        <a:solidFill>
                          <a:schemeClr val="dk1"/>
                        </a:solidFill>
                        <a:latin typeface="Mulish"/>
                        <a:ea typeface="Mulish"/>
                        <a:cs typeface="Mulish"/>
                        <a:sym typeface="Mulish"/>
                      </a:endParaRPr>
                    </a:p>
                  </a:txBody>
                  <a:tcPr marT="68575" marB="68575" marR="36575" marL="365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Exceptional, creative problem-solving</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Strong skills with various strategies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Basic skills, occasional struggles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Limited ability, frequent challenges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781925">
                <a:tc>
                  <a:txBody>
                    <a:bodyPr/>
                    <a:lstStyle/>
                    <a:p>
                      <a:pPr indent="0" lvl="0" marL="0" rtl="0" algn="ctr">
                        <a:lnSpc>
                          <a:spcPct val="115000"/>
                        </a:lnSpc>
                        <a:spcBef>
                          <a:spcPts val="0"/>
                        </a:spcBef>
                        <a:spcAft>
                          <a:spcPts val="0"/>
                        </a:spcAft>
                        <a:buNone/>
                      </a:pPr>
                      <a:r>
                        <a:rPr b="1" lang="en" sz="1200">
                          <a:solidFill>
                            <a:schemeClr val="dk1"/>
                          </a:solidFill>
                          <a:latin typeface="Mulish"/>
                          <a:ea typeface="Mulish"/>
                          <a:cs typeface="Mulish"/>
                          <a:sym typeface="Mulish"/>
                        </a:rPr>
                        <a:t>Communication of ideas</a:t>
                      </a:r>
                      <a:endParaRPr b="1" sz="1200">
                        <a:solidFill>
                          <a:schemeClr val="dk1"/>
                        </a:solidFill>
                        <a:latin typeface="Mulish"/>
                        <a:ea typeface="Mulish"/>
                        <a:cs typeface="Mulish"/>
                        <a:sym typeface="Mulish"/>
                      </a:endParaRPr>
                    </a:p>
                  </a:txBody>
                  <a:tcPr marT="68575" marB="68575" marR="36575" marL="365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Clear, precise communication</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Effective expression of mathematical ideas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Adequate but may lack precision</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Struggles to communicate clearly</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781925">
                <a:tc>
                  <a:txBody>
                    <a:bodyPr/>
                    <a:lstStyle/>
                    <a:p>
                      <a:pPr indent="0" lvl="0" marL="0" rtl="0" algn="ctr">
                        <a:lnSpc>
                          <a:spcPct val="115000"/>
                        </a:lnSpc>
                        <a:spcBef>
                          <a:spcPts val="0"/>
                        </a:spcBef>
                        <a:spcAft>
                          <a:spcPts val="0"/>
                        </a:spcAft>
                        <a:buNone/>
                      </a:pPr>
                      <a:r>
                        <a:rPr b="1" lang="en" sz="1200">
                          <a:solidFill>
                            <a:schemeClr val="dk1"/>
                          </a:solidFill>
                          <a:latin typeface="Mulish"/>
                          <a:ea typeface="Mulish"/>
                          <a:cs typeface="Mulish"/>
                          <a:sym typeface="Mulish"/>
                        </a:rPr>
                        <a:t>Accuracy of calculations</a:t>
                      </a:r>
                      <a:endParaRPr b="1" sz="1200">
                        <a:solidFill>
                          <a:schemeClr val="dk1"/>
                        </a:solidFill>
                        <a:latin typeface="Mulish"/>
                        <a:ea typeface="Mulish"/>
                        <a:cs typeface="Mulish"/>
                        <a:sym typeface="Mulish"/>
                      </a:endParaRPr>
                    </a:p>
                  </a:txBody>
                  <a:tcPr marT="68575" marB="68575" marR="36575" marL="365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Exceptional accuracy in computations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High accuracy in routine calculations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Basic accuracy, occasional errors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Mulish"/>
                          <a:ea typeface="Mulish"/>
                          <a:cs typeface="Mulish"/>
                          <a:sym typeface="Mulish"/>
                        </a:rPr>
                        <a:t>Frequent errors in calculations</a:t>
                      </a:r>
                      <a:endParaRPr sz="1200">
                        <a:solidFill>
                          <a:schemeClr val="dk1"/>
                        </a:solidFill>
                        <a:latin typeface="Mulish"/>
                        <a:ea typeface="Mulish"/>
                        <a:cs typeface="Mulish"/>
                        <a:sym typeface="Mulish"/>
                      </a:endParaRPr>
                    </a:p>
                  </a:txBody>
                  <a:tcPr marT="27425" marB="27425" marR="27425" marL="27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7" name="Shape 1767"/>
        <p:cNvGrpSpPr/>
        <p:nvPr/>
      </p:nvGrpSpPr>
      <p:grpSpPr>
        <a:xfrm>
          <a:off x="0" y="0"/>
          <a:ext cx="0" cy="0"/>
          <a:chOff x="0" y="0"/>
          <a:chExt cx="0" cy="0"/>
        </a:xfrm>
      </p:grpSpPr>
      <p:sp>
        <p:nvSpPr>
          <p:cNvPr id="1768" name="Google Shape;1768;p42"/>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Short answer questions</a:t>
            </a:r>
            <a:endParaRPr/>
          </a:p>
        </p:txBody>
      </p:sp>
      <p:sp>
        <p:nvSpPr>
          <p:cNvPr id="1769" name="Google Shape;1769;p42"/>
          <p:cNvSpPr txBox="1"/>
          <p:nvPr/>
        </p:nvSpPr>
        <p:spPr>
          <a:xfrm>
            <a:off x="726450" y="1128250"/>
            <a:ext cx="7704000" cy="622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Mulish"/>
                <a:ea typeface="Mulish"/>
                <a:cs typeface="Mulish"/>
                <a:sym typeface="Mulish"/>
              </a:rPr>
              <a:t>The students should read the following questions and answer them</a:t>
            </a:r>
            <a:r>
              <a:rPr lang="en">
                <a:solidFill>
                  <a:schemeClr val="dk1"/>
                </a:solidFill>
                <a:latin typeface="Mulish"/>
                <a:ea typeface="Mulish"/>
                <a:cs typeface="Mulish"/>
                <a:sym typeface="Mulish"/>
              </a:rPr>
              <a:t> in their paper. These questions require students to demonstrate their understanding of key concepts</a:t>
            </a:r>
            <a:endParaRPr>
              <a:solidFill>
                <a:schemeClr val="dk1"/>
              </a:solidFill>
              <a:latin typeface="Mulish"/>
              <a:ea typeface="Mulish"/>
              <a:cs typeface="Mulish"/>
              <a:sym typeface="Mulish"/>
            </a:endParaRPr>
          </a:p>
        </p:txBody>
      </p:sp>
      <p:sp>
        <p:nvSpPr>
          <p:cNvPr id="1770" name="Google Shape;1770;p42"/>
          <p:cNvSpPr txBox="1"/>
          <p:nvPr>
            <p:ph idx="4294967295" type="title"/>
          </p:nvPr>
        </p:nvSpPr>
        <p:spPr>
          <a:xfrm>
            <a:off x="1875075" y="1941600"/>
            <a:ext cx="5991900" cy="572700"/>
          </a:xfrm>
          <a:prstGeom prst="rect">
            <a:avLst/>
          </a:prstGeom>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400">
                <a:latin typeface="Mulish"/>
                <a:ea typeface="Mulish"/>
                <a:cs typeface="Mulish"/>
                <a:sym typeface="Mulish"/>
              </a:rPr>
              <a:t>How would you write an algebraic expression for "three times the sum of a number and 5"?</a:t>
            </a:r>
            <a:endParaRPr sz="1400">
              <a:latin typeface="Mulish"/>
              <a:ea typeface="Mulish"/>
              <a:cs typeface="Mulish"/>
              <a:sym typeface="Mulish"/>
            </a:endParaRPr>
          </a:p>
        </p:txBody>
      </p:sp>
      <p:sp>
        <p:nvSpPr>
          <p:cNvPr id="1771" name="Google Shape;1771;p42"/>
          <p:cNvSpPr txBox="1"/>
          <p:nvPr>
            <p:ph idx="4294967295" type="title"/>
          </p:nvPr>
        </p:nvSpPr>
        <p:spPr>
          <a:xfrm>
            <a:off x="1875075" y="2795575"/>
            <a:ext cx="5991900" cy="572700"/>
          </a:xfrm>
          <a:prstGeom prst="rect">
            <a:avLst/>
          </a:prstGeom>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400">
                <a:latin typeface="Mulish"/>
                <a:ea typeface="Mulish"/>
                <a:cs typeface="Mulish"/>
                <a:sym typeface="Mulish"/>
              </a:rPr>
              <a:t>Can you explain the distinction between the area and perimeter of a shape? Provide an example for each</a:t>
            </a:r>
            <a:endParaRPr sz="1400">
              <a:latin typeface="Mulish"/>
              <a:ea typeface="Mulish"/>
              <a:cs typeface="Mulish"/>
              <a:sym typeface="Mulish"/>
            </a:endParaRPr>
          </a:p>
        </p:txBody>
      </p:sp>
      <p:sp>
        <p:nvSpPr>
          <p:cNvPr id="1772" name="Google Shape;1772;p42"/>
          <p:cNvSpPr txBox="1"/>
          <p:nvPr>
            <p:ph idx="4294967295" type="title"/>
          </p:nvPr>
        </p:nvSpPr>
        <p:spPr>
          <a:xfrm>
            <a:off x="1875075" y="3649500"/>
            <a:ext cx="5991900" cy="572700"/>
          </a:xfrm>
          <a:prstGeom prst="rect">
            <a:avLst/>
          </a:prstGeom>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400">
                <a:latin typeface="Mulish"/>
                <a:ea typeface="Mulish"/>
                <a:cs typeface="Mulish"/>
                <a:sym typeface="Mulish"/>
              </a:rPr>
              <a:t>What is the result when you add </a:t>
            </a:r>
            <a:r>
              <a:rPr lang="en" sz="1400">
                <a:latin typeface="Mulish"/>
                <a:ea typeface="Mulish"/>
                <a:cs typeface="Mulish"/>
                <a:sym typeface="Mulish"/>
              </a:rPr>
              <a:t>1/3</a:t>
            </a:r>
            <a:r>
              <a:rPr lang="en" sz="1400">
                <a:latin typeface="Mulish"/>
                <a:ea typeface="Mulish"/>
                <a:cs typeface="Mulish"/>
                <a:sym typeface="Mulish"/>
              </a:rPr>
              <a:t> and 1/4? Express your answer as a simplified fraction</a:t>
            </a:r>
            <a:endParaRPr sz="1400">
              <a:latin typeface="Mulish"/>
              <a:ea typeface="Mulish"/>
              <a:cs typeface="Mulish"/>
              <a:sym typeface="Mulish"/>
            </a:endParaRPr>
          </a:p>
        </p:txBody>
      </p:sp>
      <p:sp>
        <p:nvSpPr>
          <p:cNvPr id="1773" name="Google Shape;1773;p42"/>
          <p:cNvSpPr/>
          <p:nvPr/>
        </p:nvSpPr>
        <p:spPr>
          <a:xfrm>
            <a:off x="1200825" y="1941600"/>
            <a:ext cx="572700" cy="572700"/>
          </a:xfrm>
          <a:prstGeom prst="ellipse">
            <a:avLst/>
          </a:prstGeom>
          <a:solidFill>
            <a:schemeClr val="accent1"/>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400">
              <a:solidFill>
                <a:schemeClr val="dk1"/>
              </a:solidFill>
              <a:latin typeface="Mulish"/>
              <a:ea typeface="Mulish"/>
              <a:cs typeface="Mulish"/>
              <a:sym typeface="Mulish"/>
            </a:endParaRPr>
          </a:p>
        </p:txBody>
      </p:sp>
      <p:sp>
        <p:nvSpPr>
          <p:cNvPr id="1774" name="Google Shape;1774;p42"/>
          <p:cNvSpPr/>
          <p:nvPr/>
        </p:nvSpPr>
        <p:spPr>
          <a:xfrm>
            <a:off x="1200825" y="2795550"/>
            <a:ext cx="572700" cy="572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400">
              <a:solidFill>
                <a:schemeClr val="dk1"/>
              </a:solidFill>
              <a:latin typeface="Mulish"/>
              <a:ea typeface="Mulish"/>
              <a:cs typeface="Mulish"/>
              <a:sym typeface="Mulish"/>
            </a:endParaRPr>
          </a:p>
        </p:txBody>
      </p:sp>
      <p:sp>
        <p:nvSpPr>
          <p:cNvPr id="1775" name="Google Shape;1775;p42"/>
          <p:cNvSpPr/>
          <p:nvPr/>
        </p:nvSpPr>
        <p:spPr>
          <a:xfrm>
            <a:off x="1200825" y="3649500"/>
            <a:ext cx="572700" cy="572700"/>
          </a:xfrm>
          <a:prstGeom prst="ellipse">
            <a:avLst/>
          </a:prstGeom>
          <a:solidFill>
            <a:schemeClr val="accent3"/>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400">
              <a:solidFill>
                <a:schemeClr val="dk1"/>
              </a:solidFill>
              <a:latin typeface="Mulish"/>
              <a:ea typeface="Mulish"/>
              <a:cs typeface="Mulish"/>
              <a:sym typeface="Mulish"/>
            </a:endParaRPr>
          </a:p>
        </p:txBody>
      </p:sp>
      <p:sp>
        <p:nvSpPr>
          <p:cNvPr id="1776" name="Google Shape;1776;p42"/>
          <p:cNvSpPr txBox="1"/>
          <p:nvPr/>
        </p:nvSpPr>
        <p:spPr>
          <a:xfrm>
            <a:off x="1169800" y="2060425"/>
            <a:ext cx="634800" cy="3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1</a:t>
            </a:r>
            <a:endParaRPr>
              <a:solidFill>
                <a:schemeClr val="dk1"/>
              </a:solidFill>
              <a:latin typeface="Mulish"/>
              <a:ea typeface="Mulish"/>
              <a:cs typeface="Mulish"/>
              <a:sym typeface="Mulish"/>
            </a:endParaRPr>
          </a:p>
        </p:txBody>
      </p:sp>
      <p:sp>
        <p:nvSpPr>
          <p:cNvPr id="1777" name="Google Shape;1777;p42"/>
          <p:cNvSpPr txBox="1"/>
          <p:nvPr/>
        </p:nvSpPr>
        <p:spPr>
          <a:xfrm>
            <a:off x="1169800" y="2914200"/>
            <a:ext cx="634800" cy="3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2</a:t>
            </a:r>
            <a:endParaRPr>
              <a:solidFill>
                <a:schemeClr val="dk1"/>
              </a:solidFill>
              <a:latin typeface="Mulish"/>
              <a:ea typeface="Mulish"/>
              <a:cs typeface="Mulish"/>
              <a:sym typeface="Mulish"/>
            </a:endParaRPr>
          </a:p>
        </p:txBody>
      </p:sp>
      <p:sp>
        <p:nvSpPr>
          <p:cNvPr id="1778" name="Google Shape;1778;p42"/>
          <p:cNvSpPr txBox="1"/>
          <p:nvPr/>
        </p:nvSpPr>
        <p:spPr>
          <a:xfrm>
            <a:off x="1169800" y="3767975"/>
            <a:ext cx="634800" cy="3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3</a:t>
            </a:r>
            <a:endParaRPr>
              <a:solidFill>
                <a:schemeClr val="dk1"/>
              </a:solidFill>
              <a:latin typeface="Mulish"/>
              <a:ea typeface="Mulish"/>
              <a:cs typeface="Mulish"/>
              <a:sym typeface="Mulish"/>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2" name="Shape 1782"/>
        <p:cNvGrpSpPr/>
        <p:nvPr/>
      </p:nvGrpSpPr>
      <p:grpSpPr>
        <a:xfrm>
          <a:off x="0" y="0"/>
          <a:ext cx="0" cy="0"/>
          <a:chOff x="0" y="0"/>
          <a:chExt cx="0" cy="0"/>
        </a:xfrm>
      </p:grpSpPr>
      <p:sp>
        <p:nvSpPr>
          <p:cNvPr id="1783" name="Google Shape;1783;p43"/>
          <p:cNvSpPr/>
          <p:nvPr/>
        </p:nvSpPr>
        <p:spPr>
          <a:xfrm>
            <a:off x="3495950" y="2145913"/>
            <a:ext cx="572700" cy="572700"/>
          </a:xfrm>
          <a:prstGeom prst="ellipse">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400">
              <a:solidFill>
                <a:schemeClr val="dk1"/>
              </a:solidFill>
              <a:latin typeface="Mulish"/>
              <a:ea typeface="Mulish"/>
              <a:cs typeface="Mulish"/>
              <a:sym typeface="Mulish"/>
            </a:endParaRPr>
          </a:p>
        </p:txBody>
      </p:sp>
      <p:sp>
        <p:nvSpPr>
          <p:cNvPr id="1784" name="Google Shape;1784;p43"/>
          <p:cNvSpPr txBox="1"/>
          <p:nvPr/>
        </p:nvSpPr>
        <p:spPr>
          <a:xfrm>
            <a:off x="713500" y="1851000"/>
            <a:ext cx="2706300" cy="522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Albert Sans"/>
                <a:ea typeface="Albert Sans"/>
                <a:cs typeface="Albert Sans"/>
                <a:sym typeface="Albert Sans"/>
              </a:rPr>
              <a:t>Budgeting for a trip</a:t>
            </a:r>
            <a:endParaRPr b="1" sz="2000">
              <a:solidFill>
                <a:schemeClr val="dk1"/>
              </a:solidFill>
              <a:latin typeface="Albert Sans"/>
              <a:ea typeface="Albert Sans"/>
              <a:cs typeface="Albert Sans"/>
              <a:sym typeface="Albert Sans"/>
            </a:endParaRPr>
          </a:p>
        </p:txBody>
      </p:sp>
      <p:sp>
        <p:nvSpPr>
          <p:cNvPr id="1785" name="Google Shape;1785;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Real-life application</a:t>
            </a:r>
            <a:endParaRPr/>
          </a:p>
        </p:txBody>
      </p:sp>
      <p:sp>
        <p:nvSpPr>
          <p:cNvPr id="1786" name="Google Shape;1786;p43"/>
          <p:cNvSpPr txBox="1"/>
          <p:nvPr/>
        </p:nvSpPr>
        <p:spPr>
          <a:xfrm>
            <a:off x="3509825" y="2902750"/>
            <a:ext cx="2124600" cy="649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Albert Sans"/>
                <a:ea typeface="Albert Sans"/>
                <a:cs typeface="Albert Sans"/>
                <a:sym typeface="Albert Sans"/>
              </a:rPr>
              <a:t>Topics</a:t>
            </a:r>
            <a:endParaRPr b="1" sz="2400">
              <a:solidFill>
                <a:schemeClr val="dk1"/>
              </a:solidFill>
              <a:latin typeface="Albert Sans"/>
              <a:ea typeface="Albert Sans"/>
              <a:cs typeface="Albert Sans"/>
              <a:sym typeface="Albert Sans"/>
            </a:endParaRPr>
          </a:p>
        </p:txBody>
      </p:sp>
      <p:cxnSp>
        <p:nvCxnSpPr>
          <p:cNvPr id="1787" name="Google Shape;1787;p43"/>
          <p:cNvCxnSpPr>
            <a:stCxn id="1786" idx="0"/>
            <a:endCxn id="1788" idx="2"/>
          </p:cNvCxnSpPr>
          <p:nvPr/>
        </p:nvCxnSpPr>
        <p:spPr>
          <a:xfrm rot="-5400000">
            <a:off x="4581725" y="2422750"/>
            <a:ext cx="470400" cy="489600"/>
          </a:xfrm>
          <a:prstGeom prst="bentConnector2">
            <a:avLst/>
          </a:prstGeom>
          <a:noFill/>
          <a:ln cap="flat" cmpd="sng" w="9525">
            <a:solidFill>
              <a:schemeClr val="dk2"/>
            </a:solidFill>
            <a:prstDash val="solid"/>
            <a:round/>
            <a:headEnd len="med" w="med" type="none"/>
            <a:tailEnd len="med" w="med" type="none"/>
          </a:ln>
        </p:spPr>
      </p:cxnSp>
      <p:cxnSp>
        <p:nvCxnSpPr>
          <p:cNvPr id="1789" name="Google Shape;1789;p43"/>
          <p:cNvCxnSpPr>
            <a:stCxn id="1786" idx="2"/>
            <a:endCxn id="1790" idx="2"/>
          </p:cNvCxnSpPr>
          <p:nvPr/>
        </p:nvCxnSpPr>
        <p:spPr>
          <a:xfrm flipH="1" rot="-5400000">
            <a:off x="4619375" y="3505000"/>
            <a:ext cx="395100" cy="489600"/>
          </a:xfrm>
          <a:prstGeom prst="bentConnector2">
            <a:avLst/>
          </a:prstGeom>
          <a:noFill/>
          <a:ln cap="flat" cmpd="sng" w="9525">
            <a:solidFill>
              <a:schemeClr val="dk2"/>
            </a:solidFill>
            <a:prstDash val="solid"/>
            <a:round/>
            <a:headEnd len="med" w="med" type="none"/>
            <a:tailEnd len="med" w="med" type="none"/>
          </a:ln>
        </p:spPr>
      </p:cxnSp>
      <p:sp>
        <p:nvSpPr>
          <p:cNvPr id="1791" name="Google Shape;1791;p43"/>
          <p:cNvSpPr txBox="1"/>
          <p:nvPr/>
        </p:nvSpPr>
        <p:spPr>
          <a:xfrm>
            <a:off x="713450" y="3391856"/>
            <a:ext cx="2706300" cy="522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000">
                <a:solidFill>
                  <a:schemeClr val="dk1"/>
                </a:solidFill>
                <a:latin typeface="Albert Sans"/>
                <a:ea typeface="Albert Sans"/>
                <a:cs typeface="Albert Sans"/>
                <a:sym typeface="Albert Sans"/>
              </a:rPr>
              <a:t>Personal finance</a:t>
            </a:r>
            <a:endParaRPr b="1" sz="2000">
              <a:solidFill>
                <a:schemeClr val="dk1"/>
              </a:solidFill>
              <a:latin typeface="Albert Sans"/>
              <a:ea typeface="Albert Sans"/>
              <a:cs typeface="Albert Sans"/>
              <a:sym typeface="Albert Sans"/>
            </a:endParaRPr>
          </a:p>
        </p:txBody>
      </p:sp>
      <p:sp>
        <p:nvSpPr>
          <p:cNvPr id="1792" name="Google Shape;1792;p43"/>
          <p:cNvSpPr txBox="1"/>
          <p:nvPr/>
        </p:nvSpPr>
        <p:spPr>
          <a:xfrm>
            <a:off x="5710675" y="1851000"/>
            <a:ext cx="2713200" cy="522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Albert Sans"/>
                <a:ea typeface="Albert Sans"/>
                <a:cs typeface="Albert Sans"/>
                <a:sym typeface="Albert Sans"/>
              </a:rPr>
              <a:t>Architectural design</a:t>
            </a:r>
            <a:endParaRPr b="1" sz="2000">
              <a:solidFill>
                <a:schemeClr val="dk1"/>
              </a:solidFill>
              <a:latin typeface="Albert Sans"/>
              <a:ea typeface="Albert Sans"/>
              <a:cs typeface="Albert Sans"/>
              <a:sym typeface="Albert Sans"/>
            </a:endParaRPr>
          </a:p>
        </p:txBody>
      </p:sp>
      <p:sp>
        <p:nvSpPr>
          <p:cNvPr id="1793" name="Google Shape;1793;p43"/>
          <p:cNvSpPr txBox="1"/>
          <p:nvPr/>
        </p:nvSpPr>
        <p:spPr>
          <a:xfrm>
            <a:off x="5710625" y="3391856"/>
            <a:ext cx="2713200" cy="522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Albert Sans"/>
                <a:ea typeface="Albert Sans"/>
                <a:cs typeface="Albert Sans"/>
                <a:sym typeface="Albert Sans"/>
              </a:rPr>
              <a:t>Epidemiology </a:t>
            </a:r>
            <a:endParaRPr b="1" sz="2000">
              <a:solidFill>
                <a:schemeClr val="dk1"/>
              </a:solidFill>
              <a:latin typeface="Albert Sans"/>
              <a:ea typeface="Albert Sans"/>
              <a:cs typeface="Albert Sans"/>
              <a:sym typeface="Albert Sans"/>
            </a:endParaRPr>
          </a:p>
        </p:txBody>
      </p:sp>
      <p:cxnSp>
        <p:nvCxnSpPr>
          <p:cNvPr id="1794" name="Google Shape;1794;p43"/>
          <p:cNvCxnSpPr>
            <a:stCxn id="1786" idx="0"/>
            <a:endCxn id="1783" idx="6"/>
          </p:cNvCxnSpPr>
          <p:nvPr/>
        </p:nvCxnSpPr>
        <p:spPr>
          <a:xfrm flipH="1" rot="5400000">
            <a:off x="4085225" y="2415850"/>
            <a:ext cx="470400" cy="503400"/>
          </a:xfrm>
          <a:prstGeom prst="bentConnector2">
            <a:avLst/>
          </a:prstGeom>
          <a:noFill/>
          <a:ln cap="flat" cmpd="sng" w="9525">
            <a:solidFill>
              <a:schemeClr val="dk2"/>
            </a:solidFill>
            <a:prstDash val="solid"/>
            <a:round/>
            <a:headEnd len="med" w="med" type="none"/>
            <a:tailEnd len="med" w="med" type="none"/>
          </a:ln>
        </p:spPr>
      </p:cxnSp>
      <p:cxnSp>
        <p:nvCxnSpPr>
          <p:cNvPr id="1795" name="Google Shape;1795;p43"/>
          <p:cNvCxnSpPr>
            <a:stCxn id="1786" idx="2"/>
            <a:endCxn id="1796" idx="6"/>
          </p:cNvCxnSpPr>
          <p:nvPr/>
        </p:nvCxnSpPr>
        <p:spPr>
          <a:xfrm rot="5400000">
            <a:off x="4122875" y="3498100"/>
            <a:ext cx="395100" cy="503400"/>
          </a:xfrm>
          <a:prstGeom prst="bentConnector2">
            <a:avLst/>
          </a:prstGeom>
          <a:noFill/>
          <a:ln cap="flat" cmpd="sng" w="9525">
            <a:solidFill>
              <a:schemeClr val="dk2"/>
            </a:solidFill>
            <a:prstDash val="solid"/>
            <a:round/>
            <a:headEnd len="med" w="med" type="none"/>
            <a:tailEnd len="med" w="med" type="none"/>
          </a:ln>
        </p:spPr>
      </p:cxnSp>
      <p:sp>
        <p:nvSpPr>
          <p:cNvPr id="1797" name="Google Shape;1797;p43"/>
          <p:cNvSpPr txBox="1"/>
          <p:nvPr/>
        </p:nvSpPr>
        <p:spPr>
          <a:xfrm>
            <a:off x="726450" y="1128250"/>
            <a:ext cx="7704000" cy="622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Mulish"/>
                <a:ea typeface="Mulish"/>
                <a:cs typeface="Mulish"/>
                <a:sym typeface="Mulish"/>
              </a:rPr>
              <a:t>Divide the class</a:t>
            </a:r>
            <a:r>
              <a:rPr lang="en">
                <a:solidFill>
                  <a:schemeClr val="dk1"/>
                </a:solidFill>
                <a:latin typeface="Mulish"/>
                <a:ea typeface="Mulish"/>
                <a:cs typeface="Mulish"/>
                <a:sym typeface="Mulish"/>
              </a:rPr>
              <a:t> into small groups of 3-5 students. </a:t>
            </a:r>
            <a:r>
              <a:rPr lang="en">
                <a:solidFill>
                  <a:schemeClr val="dk1"/>
                </a:solidFill>
                <a:latin typeface="Mulish"/>
                <a:ea typeface="Mulish"/>
                <a:cs typeface="Mulish"/>
                <a:sym typeface="Mulish"/>
              </a:rPr>
              <a:t>Assign each group a </a:t>
            </a:r>
            <a:r>
              <a:rPr b="1" lang="en">
                <a:solidFill>
                  <a:schemeClr val="dk1"/>
                </a:solidFill>
                <a:latin typeface="Mulish"/>
                <a:ea typeface="Mulish"/>
                <a:cs typeface="Mulish"/>
                <a:sym typeface="Mulish"/>
              </a:rPr>
              <a:t>real-life application</a:t>
            </a:r>
            <a:r>
              <a:rPr lang="en">
                <a:solidFill>
                  <a:schemeClr val="dk1"/>
                </a:solidFill>
                <a:latin typeface="Mulish"/>
                <a:ea typeface="Mulish"/>
                <a:cs typeface="Mulish"/>
                <a:sym typeface="Mulish"/>
              </a:rPr>
              <a:t> for which they will have to use </a:t>
            </a:r>
            <a:r>
              <a:rPr b="1" lang="en">
                <a:solidFill>
                  <a:schemeClr val="dk1"/>
                </a:solidFill>
                <a:latin typeface="Mulish"/>
                <a:ea typeface="Mulish"/>
                <a:cs typeface="Mulish"/>
                <a:sym typeface="Mulish"/>
              </a:rPr>
              <a:t>math concepts</a:t>
            </a:r>
            <a:r>
              <a:rPr lang="en">
                <a:solidFill>
                  <a:schemeClr val="dk1"/>
                </a:solidFill>
                <a:latin typeface="Mulish"/>
                <a:ea typeface="Mulish"/>
                <a:cs typeface="Mulish"/>
                <a:sym typeface="Mulish"/>
              </a:rPr>
              <a:t> to solve</a:t>
            </a:r>
            <a:endParaRPr>
              <a:solidFill>
                <a:schemeClr val="dk1"/>
              </a:solidFill>
              <a:latin typeface="Mulish"/>
              <a:ea typeface="Mulish"/>
              <a:cs typeface="Mulish"/>
              <a:sym typeface="Mulish"/>
            </a:endParaRPr>
          </a:p>
        </p:txBody>
      </p:sp>
      <p:sp>
        <p:nvSpPr>
          <p:cNvPr id="1798" name="Google Shape;1798;p43"/>
          <p:cNvSpPr txBox="1"/>
          <p:nvPr/>
        </p:nvSpPr>
        <p:spPr>
          <a:xfrm>
            <a:off x="720376" y="2220597"/>
            <a:ext cx="2706300" cy="8541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Mulish"/>
                <a:ea typeface="Mulish"/>
                <a:cs typeface="Mulish"/>
                <a:sym typeface="Mulish"/>
              </a:rPr>
              <a:t>Consider </a:t>
            </a:r>
            <a:r>
              <a:rPr lang="en">
                <a:solidFill>
                  <a:schemeClr val="dk1"/>
                </a:solidFill>
                <a:latin typeface="Mulish"/>
                <a:ea typeface="Mulish"/>
                <a:cs typeface="Mulish"/>
                <a:sym typeface="Mulish"/>
              </a:rPr>
              <a:t>transportation</a:t>
            </a:r>
            <a:r>
              <a:rPr lang="en">
                <a:solidFill>
                  <a:schemeClr val="dk1"/>
                </a:solidFill>
                <a:latin typeface="Mulish"/>
                <a:ea typeface="Mulish"/>
                <a:cs typeface="Mulish"/>
                <a:sym typeface="Mulish"/>
              </a:rPr>
              <a:t>, accommodation, meals and other activities</a:t>
            </a:r>
            <a:endParaRPr>
              <a:solidFill>
                <a:schemeClr val="dk1"/>
              </a:solidFill>
              <a:latin typeface="Mulish"/>
              <a:ea typeface="Mulish"/>
              <a:cs typeface="Mulish"/>
              <a:sym typeface="Mulish"/>
            </a:endParaRPr>
          </a:p>
        </p:txBody>
      </p:sp>
      <p:sp>
        <p:nvSpPr>
          <p:cNvPr id="1799" name="Google Shape;1799;p43"/>
          <p:cNvSpPr txBox="1"/>
          <p:nvPr/>
        </p:nvSpPr>
        <p:spPr>
          <a:xfrm>
            <a:off x="5717568" y="2220597"/>
            <a:ext cx="2713200" cy="854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ulish"/>
                <a:ea typeface="Mulish"/>
                <a:cs typeface="Mulish"/>
                <a:sym typeface="Mulish"/>
              </a:rPr>
              <a:t>Design a floor plan, calculating the area of each room with </a:t>
            </a:r>
            <a:r>
              <a:rPr lang="en">
                <a:solidFill>
                  <a:schemeClr val="dk1"/>
                </a:solidFill>
                <a:latin typeface="Mulish"/>
                <a:ea typeface="Mulish"/>
                <a:cs typeface="Mulish"/>
                <a:sym typeface="Mulish"/>
              </a:rPr>
              <a:t>proper</a:t>
            </a:r>
            <a:r>
              <a:rPr lang="en">
                <a:solidFill>
                  <a:schemeClr val="dk1"/>
                </a:solidFill>
                <a:latin typeface="Mulish"/>
                <a:ea typeface="Mulish"/>
                <a:cs typeface="Mulish"/>
                <a:sym typeface="Mulish"/>
              </a:rPr>
              <a:t> proportions</a:t>
            </a:r>
            <a:endParaRPr>
              <a:solidFill>
                <a:schemeClr val="dk1"/>
              </a:solidFill>
              <a:latin typeface="Mulish"/>
              <a:ea typeface="Mulish"/>
              <a:cs typeface="Mulish"/>
              <a:sym typeface="Mulish"/>
            </a:endParaRPr>
          </a:p>
        </p:txBody>
      </p:sp>
      <p:sp>
        <p:nvSpPr>
          <p:cNvPr id="1800" name="Google Shape;1800;p43"/>
          <p:cNvSpPr txBox="1"/>
          <p:nvPr/>
        </p:nvSpPr>
        <p:spPr>
          <a:xfrm>
            <a:off x="713450" y="3749900"/>
            <a:ext cx="2706300" cy="8541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Mulish"/>
                <a:ea typeface="Mulish"/>
                <a:cs typeface="Mulish"/>
                <a:sym typeface="Mulish"/>
              </a:rPr>
              <a:t>Include expenses like rent, utilities, groceries and </a:t>
            </a:r>
            <a:r>
              <a:rPr lang="en">
                <a:solidFill>
                  <a:schemeClr val="dk1"/>
                </a:solidFill>
                <a:latin typeface="Mulish"/>
                <a:ea typeface="Mulish"/>
                <a:cs typeface="Mulish"/>
                <a:sym typeface="Mulish"/>
              </a:rPr>
              <a:t>entertainment</a:t>
            </a:r>
            <a:endParaRPr>
              <a:solidFill>
                <a:schemeClr val="dk1"/>
              </a:solidFill>
              <a:latin typeface="Mulish"/>
              <a:ea typeface="Mulish"/>
              <a:cs typeface="Mulish"/>
              <a:sym typeface="Mulish"/>
            </a:endParaRPr>
          </a:p>
        </p:txBody>
      </p:sp>
      <p:sp>
        <p:nvSpPr>
          <p:cNvPr id="1801" name="Google Shape;1801;p43"/>
          <p:cNvSpPr txBox="1"/>
          <p:nvPr/>
        </p:nvSpPr>
        <p:spPr>
          <a:xfrm>
            <a:off x="5710625" y="3749900"/>
            <a:ext cx="2713200" cy="854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ulish"/>
                <a:ea typeface="Mulish"/>
                <a:cs typeface="Mulish"/>
                <a:sym typeface="Mulish"/>
              </a:rPr>
              <a:t>Using statistical methods, analyze data on infection and recovery rates</a:t>
            </a:r>
            <a:endParaRPr>
              <a:solidFill>
                <a:schemeClr val="dk1"/>
              </a:solidFill>
              <a:latin typeface="Mulish"/>
              <a:ea typeface="Mulish"/>
              <a:cs typeface="Mulish"/>
              <a:sym typeface="Mulish"/>
            </a:endParaRPr>
          </a:p>
        </p:txBody>
      </p:sp>
      <p:sp>
        <p:nvSpPr>
          <p:cNvPr id="1788" name="Google Shape;1788;p43"/>
          <p:cNvSpPr/>
          <p:nvPr/>
        </p:nvSpPr>
        <p:spPr>
          <a:xfrm>
            <a:off x="5061725" y="2145913"/>
            <a:ext cx="572700" cy="572700"/>
          </a:xfrm>
          <a:prstGeom prst="ellipse">
            <a:avLst/>
          </a:prstGeom>
          <a:solidFill>
            <a:schemeClr val="accent1"/>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400">
              <a:solidFill>
                <a:schemeClr val="dk1"/>
              </a:solidFill>
              <a:latin typeface="Mulish"/>
              <a:ea typeface="Mulish"/>
              <a:cs typeface="Mulish"/>
              <a:sym typeface="Mulish"/>
            </a:endParaRPr>
          </a:p>
        </p:txBody>
      </p:sp>
      <p:sp>
        <p:nvSpPr>
          <p:cNvPr id="1796" name="Google Shape;1796;p43"/>
          <p:cNvSpPr/>
          <p:nvPr/>
        </p:nvSpPr>
        <p:spPr>
          <a:xfrm>
            <a:off x="3495950" y="3661038"/>
            <a:ext cx="572700" cy="572700"/>
          </a:xfrm>
          <a:prstGeom prst="ellipse">
            <a:avLst/>
          </a:prstGeom>
          <a:solidFill>
            <a:schemeClr val="accent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400">
              <a:solidFill>
                <a:schemeClr val="dk1"/>
              </a:solidFill>
              <a:latin typeface="Mulish"/>
              <a:ea typeface="Mulish"/>
              <a:cs typeface="Mulish"/>
              <a:sym typeface="Mulish"/>
            </a:endParaRPr>
          </a:p>
        </p:txBody>
      </p:sp>
      <p:sp>
        <p:nvSpPr>
          <p:cNvPr id="1790" name="Google Shape;1790;p43"/>
          <p:cNvSpPr/>
          <p:nvPr/>
        </p:nvSpPr>
        <p:spPr>
          <a:xfrm>
            <a:off x="5061725" y="3661038"/>
            <a:ext cx="572700" cy="572700"/>
          </a:xfrm>
          <a:prstGeom prst="ellipse">
            <a:avLst/>
          </a:prstGeom>
          <a:solidFill>
            <a:schemeClr val="accent3"/>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2400">
              <a:solidFill>
                <a:schemeClr val="dk1"/>
              </a:solidFill>
              <a:latin typeface="Mulish"/>
              <a:ea typeface="Mulish"/>
              <a:cs typeface="Mulish"/>
              <a:sym typeface="Mulish"/>
            </a:endParaRPr>
          </a:p>
        </p:txBody>
      </p:sp>
      <p:sp>
        <p:nvSpPr>
          <p:cNvPr id="1802" name="Google Shape;1802;p43"/>
          <p:cNvSpPr txBox="1"/>
          <p:nvPr/>
        </p:nvSpPr>
        <p:spPr>
          <a:xfrm>
            <a:off x="3464900" y="2264575"/>
            <a:ext cx="634800" cy="3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1</a:t>
            </a:r>
            <a:endParaRPr>
              <a:solidFill>
                <a:schemeClr val="dk1"/>
              </a:solidFill>
              <a:latin typeface="Mulish"/>
              <a:ea typeface="Mulish"/>
              <a:cs typeface="Mulish"/>
              <a:sym typeface="Mulish"/>
            </a:endParaRPr>
          </a:p>
        </p:txBody>
      </p:sp>
      <p:sp>
        <p:nvSpPr>
          <p:cNvPr id="1803" name="Google Shape;1803;p43"/>
          <p:cNvSpPr txBox="1"/>
          <p:nvPr/>
        </p:nvSpPr>
        <p:spPr>
          <a:xfrm>
            <a:off x="5030675" y="2264575"/>
            <a:ext cx="634800" cy="3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2</a:t>
            </a:r>
            <a:endParaRPr>
              <a:solidFill>
                <a:schemeClr val="dk1"/>
              </a:solidFill>
              <a:latin typeface="Mulish"/>
              <a:ea typeface="Mulish"/>
              <a:cs typeface="Mulish"/>
              <a:sym typeface="Mulish"/>
            </a:endParaRPr>
          </a:p>
        </p:txBody>
      </p:sp>
      <p:sp>
        <p:nvSpPr>
          <p:cNvPr id="1804" name="Google Shape;1804;p43"/>
          <p:cNvSpPr txBox="1"/>
          <p:nvPr/>
        </p:nvSpPr>
        <p:spPr>
          <a:xfrm>
            <a:off x="3464900" y="3779700"/>
            <a:ext cx="634800" cy="3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3</a:t>
            </a:r>
            <a:endParaRPr>
              <a:solidFill>
                <a:schemeClr val="dk1"/>
              </a:solidFill>
              <a:latin typeface="Mulish"/>
              <a:ea typeface="Mulish"/>
              <a:cs typeface="Mulish"/>
              <a:sym typeface="Mulish"/>
            </a:endParaRPr>
          </a:p>
        </p:txBody>
      </p:sp>
      <p:sp>
        <p:nvSpPr>
          <p:cNvPr id="1805" name="Google Shape;1805;p43"/>
          <p:cNvSpPr txBox="1"/>
          <p:nvPr/>
        </p:nvSpPr>
        <p:spPr>
          <a:xfrm>
            <a:off x="5030675" y="3779700"/>
            <a:ext cx="634800" cy="3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Albert Sans"/>
                <a:ea typeface="Albert Sans"/>
                <a:cs typeface="Albert Sans"/>
                <a:sym typeface="Albert Sans"/>
              </a:rPr>
              <a:t>4</a:t>
            </a:r>
            <a:endParaRPr>
              <a:solidFill>
                <a:schemeClr val="dk1"/>
              </a:solidFill>
              <a:latin typeface="Mulish"/>
              <a:ea typeface="Mulish"/>
              <a:cs typeface="Mulish"/>
              <a:sym typeface="Mulish"/>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9" name="Shape 1809"/>
        <p:cNvGrpSpPr/>
        <p:nvPr/>
      </p:nvGrpSpPr>
      <p:grpSpPr>
        <a:xfrm>
          <a:off x="0" y="0"/>
          <a:ext cx="0" cy="0"/>
          <a:chOff x="0" y="0"/>
          <a:chExt cx="0" cy="0"/>
        </a:xfrm>
      </p:grpSpPr>
      <p:pic>
        <p:nvPicPr>
          <p:cNvPr id="1810" name="Google Shape;1810;p44"/>
          <p:cNvPicPr preferRelativeResize="0"/>
          <p:nvPr/>
        </p:nvPicPr>
        <p:blipFill rotWithShape="1">
          <a:blip r:embed="rId3">
            <a:alphaModFix/>
          </a:blip>
          <a:srcRect b="6488" l="0" r="0" t="2511"/>
          <a:stretch/>
        </p:blipFill>
        <p:spPr>
          <a:xfrm>
            <a:off x="6135400" y="1603183"/>
            <a:ext cx="2483400" cy="2483400"/>
          </a:xfrm>
          <a:prstGeom prst="ellipse">
            <a:avLst/>
          </a:prstGeom>
          <a:noFill/>
          <a:ln>
            <a:noFill/>
          </a:ln>
        </p:spPr>
      </p:pic>
      <p:sp>
        <p:nvSpPr>
          <p:cNvPr id="1811" name="Google Shape;1811;p44"/>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Mathematical investigation</a:t>
            </a:r>
            <a:endParaRPr/>
          </a:p>
        </p:txBody>
      </p:sp>
      <p:sp>
        <p:nvSpPr>
          <p:cNvPr id="1812" name="Google Shape;1812;p44"/>
          <p:cNvSpPr txBox="1"/>
          <p:nvPr/>
        </p:nvSpPr>
        <p:spPr>
          <a:xfrm>
            <a:off x="713225" y="1101200"/>
            <a:ext cx="5340000" cy="91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Mulish"/>
                <a:ea typeface="Mulish"/>
                <a:cs typeface="Mulish"/>
                <a:sym typeface="Mulish"/>
              </a:rPr>
              <a:t>Students will have to</a:t>
            </a:r>
            <a:r>
              <a:rPr b="1" lang="en">
                <a:solidFill>
                  <a:schemeClr val="dk1"/>
                </a:solidFill>
                <a:latin typeface="Mulish"/>
                <a:ea typeface="Mulish"/>
                <a:cs typeface="Mulish"/>
                <a:sym typeface="Mulish"/>
              </a:rPr>
              <a:t> </a:t>
            </a:r>
            <a:r>
              <a:rPr lang="en">
                <a:solidFill>
                  <a:schemeClr val="dk1"/>
                </a:solidFill>
                <a:latin typeface="Mulish"/>
                <a:ea typeface="Mulish"/>
                <a:cs typeface="Mulish"/>
                <a:sym typeface="Mulish"/>
              </a:rPr>
              <a:t>delve into a specific mathematical concept or problem, explore it in-depth, and present their findings</a:t>
            </a:r>
            <a:endParaRPr b="1">
              <a:solidFill>
                <a:schemeClr val="dk1"/>
              </a:solidFill>
              <a:latin typeface="Mulish"/>
              <a:ea typeface="Mulish"/>
              <a:cs typeface="Mulish"/>
              <a:sym typeface="Mulish"/>
            </a:endParaRPr>
          </a:p>
        </p:txBody>
      </p:sp>
      <p:sp>
        <p:nvSpPr>
          <p:cNvPr id="1813" name="Google Shape;1813;p44"/>
          <p:cNvSpPr txBox="1"/>
          <p:nvPr/>
        </p:nvSpPr>
        <p:spPr>
          <a:xfrm>
            <a:off x="713225" y="1964830"/>
            <a:ext cx="5340000" cy="2604600"/>
          </a:xfrm>
          <a:prstGeom prst="rect">
            <a:avLst/>
          </a:prstGeom>
          <a:noFill/>
          <a:ln>
            <a:noFill/>
          </a:ln>
        </p:spPr>
        <p:txBody>
          <a:bodyPr anchorCtr="0" anchor="t" bIns="91425" lIns="91425" spcFirstLastPara="1" rIns="91425" wrap="square" tIns="91425">
            <a:noAutofit/>
          </a:bodyPr>
          <a:lstStyle/>
          <a:p>
            <a:pPr indent="-180340" lvl="0" marL="274320" rtl="0" algn="l">
              <a:lnSpc>
                <a:spcPct val="115000"/>
              </a:lnSpc>
              <a:spcBef>
                <a:spcPts val="0"/>
              </a:spcBef>
              <a:spcAft>
                <a:spcPts val="0"/>
              </a:spcAft>
              <a:buClr>
                <a:schemeClr val="dk1"/>
              </a:buClr>
              <a:buSzPts val="1400"/>
              <a:buFont typeface="Lato"/>
              <a:buAutoNum type="arabicPeriod"/>
            </a:pPr>
            <a:r>
              <a:rPr b="1" lang="en">
                <a:solidFill>
                  <a:schemeClr val="dk1"/>
                </a:solidFill>
                <a:latin typeface="Mulish"/>
                <a:ea typeface="Mulish"/>
                <a:cs typeface="Mulish"/>
                <a:sym typeface="Mulish"/>
              </a:rPr>
              <a:t>Choose a number sequence: </a:t>
            </a:r>
            <a:r>
              <a:rPr lang="en">
                <a:solidFill>
                  <a:schemeClr val="dk1"/>
                </a:solidFill>
                <a:latin typeface="Mulish"/>
                <a:ea typeface="Mulish"/>
                <a:cs typeface="Mulish"/>
                <a:sym typeface="Mulish"/>
              </a:rPr>
              <a:t>Ask each student to select a number sequence that interests them</a:t>
            </a:r>
            <a:endParaRPr>
              <a:solidFill>
                <a:schemeClr val="dk1"/>
              </a:solidFill>
              <a:latin typeface="Mulish"/>
              <a:ea typeface="Mulish"/>
              <a:cs typeface="Mulish"/>
              <a:sym typeface="Mulish"/>
            </a:endParaRPr>
          </a:p>
          <a:p>
            <a:pPr indent="-180340" lvl="0" marL="274320" rtl="0" algn="l">
              <a:lnSpc>
                <a:spcPct val="115000"/>
              </a:lnSpc>
              <a:spcBef>
                <a:spcPts val="0"/>
              </a:spcBef>
              <a:spcAft>
                <a:spcPts val="0"/>
              </a:spcAft>
              <a:buClr>
                <a:schemeClr val="dk1"/>
              </a:buClr>
              <a:buSzPts val="1400"/>
              <a:buFont typeface="Lato"/>
              <a:buAutoNum type="arabicPeriod"/>
            </a:pPr>
            <a:r>
              <a:rPr b="1" lang="en">
                <a:solidFill>
                  <a:schemeClr val="dk1"/>
                </a:solidFill>
                <a:latin typeface="Mulish"/>
                <a:ea typeface="Mulish"/>
                <a:cs typeface="Mulish"/>
                <a:sym typeface="Mulish"/>
              </a:rPr>
              <a:t>Investigate the pattern: </a:t>
            </a:r>
            <a:r>
              <a:rPr lang="en">
                <a:solidFill>
                  <a:schemeClr val="dk1"/>
                </a:solidFill>
                <a:latin typeface="Mulish"/>
                <a:ea typeface="Mulish"/>
                <a:cs typeface="Mulish"/>
                <a:sym typeface="Mulish"/>
              </a:rPr>
              <a:t>Instruct </a:t>
            </a:r>
            <a:r>
              <a:rPr lang="en">
                <a:solidFill>
                  <a:schemeClr val="dk1"/>
                </a:solidFill>
                <a:latin typeface="Mulish"/>
                <a:ea typeface="Mulish"/>
                <a:cs typeface="Mulish"/>
                <a:sym typeface="Mulish"/>
              </a:rPr>
              <a:t>them </a:t>
            </a:r>
            <a:r>
              <a:rPr lang="en">
                <a:solidFill>
                  <a:schemeClr val="dk1"/>
                </a:solidFill>
                <a:latin typeface="Mulish"/>
                <a:ea typeface="Mulish"/>
                <a:cs typeface="Mulish"/>
                <a:sym typeface="Mulish"/>
              </a:rPr>
              <a:t>to explore the pattern within their chosen number sequence</a:t>
            </a:r>
            <a:endParaRPr>
              <a:solidFill>
                <a:schemeClr val="dk1"/>
              </a:solidFill>
              <a:latin typeface="Mulish"/>
              <a:ea typeface="Mulish"/>
              <a:cs typeface="Mulish"/>
              <a:sym typeface="Mulish"/>
            </a:endParaRPr>
          </a:p>
          <a:p>
            <a:pPr indent="-180340" lvl="0" marL="274320" rtl="0" algn="l">
              <a:lnSpc>
                <a:spcPct val="115000"/>
              </a:lnSpc>
              <a:spcBef>
                <a:spcPts val="0"/>
              </a:spcBef>
              <a:spcAft>
                <a:spcPts val="0"/>
              </a:spcAft>
              <a:buClr>
                <a:schemeClr val="dk1"/>
              </a:buClr>
              <a:buSzPts val="1400"/>
              <a:buFont typeface="Lato"/>
              <a:buAutoNum type="arabicPeriod"/>
            </a:pPr>
            <a:r>
              <a:rPr b="1" lang="en">
                <a:solidFill>
                  <a:schemeClr val="dk1"/>
                </a:solidFill>
                <a:latin typeface="Mulish"/>
                <a:ea typeface="Mulish"/>
                <a:cs typeface="Mulish"/>
                <a:sym typeface="Mulish"/>
              </a:rPr>
              <a:t>Apply mathematical concepts: </a:t>
            </a:r>
            <a:r>
              <a:rPr lang="en">
                <a:solidFill>
                  <a:schemeClr val="dk1"/>
                </a:solidFill>
                <a:latin typeface="Mulish"/>
                <a:ea typeface="Mulish"/>
                <a:cs typeface="Mulish"/>
                <a:sym typeface="Mulish"/>
              </a:rPr>
              <a:t>They should apply relevant mathematical concepts to their investigation</a:t>
            </a:r>
            <a:endParaRPr>
              <a:solidFill>
                <a:schemeClr val="dk1"/>
              </a:solidFill>
              <a:latin typeface="Mulish"/>
              <a:ea typeface="Mulish"/>
              <a:cs typeface="Mulish"/>
              <a:sym typeface="Mulish"/>
            </a:endParaRPr>
          </a:p>
          <a:p>
            <a:pPr indent="-180340" lvl="0" marL="274320" rtl="0" algn="l">
              <a:lnSpc>
                <a:spcPct val="115000"/>
              </a:lnSpc>
              <a:spcBef>
                <a:spcPts val="0"/>
              </a:spcBef>
              <a:spcAft>
                <a:spcPts val="0"/>
              </a:spcAft>
              <a:buClr>
                <a:schemeClr val="dk1"/>
              </a:buClr>
              <a:buSzPts val="1400"/>
              <a:buFont typeface="Lato"/>
              <a:buAutoNum type="arabicPeriod"/>
            </a:pPr>
            <a:r>
              <a:rPr b="1" lang="en">
                <a:solidFill>
                  <a:schemeClr val="dk1"/>
                </a:solidFill>
                <a:latin typeface="Mulish"/>
                <a:ea typeface="Mulish"/>
                <a:cs typeface="Mulish"/>
                <a:sym typeface="Mulish"/>
              </a:rPr>
              <a:t>Solve problems: </a:t>
            </a:r>
            <a:r>
              <a:rPr lang="en">
                <a:solidFill>
                  <a:schemeClr val="dk1"/>
                </a:solidFill>
                <a:latin typeface="Mulish"/>
                <a:ea typeface="Mulish"/>
                <a:cs typeface="Mulish"/>
                <a:sym typeface="Mulish"/>
              </a:rPr>
              <a:t>They have to create and solve problems related to their chosen sequence</a:t>
            </a:r>
            <a:endParaRPr>
              <a:solidFill>
                <a:schemeClr val="dk1"/>
              </a:solidFill>
              <a:latin typeface="Mulish"/>
              <a:ea typeface="Mulish"/>
              <a:cs typeface="Mulish"/>
              <a:sym typeface="Mulish"/>
            </a:endParaRPr>
          </a:p>
          <a:p>
            <a:pPr indent="-180340" lvl="0" marL="274320" rtl="0" algn="l">
              <a:lnSpc>
                <a:spcPct val="115000"/>
              </a:lnSpc>
              <a:spcBef>
                <a:spcPts val="0"/>
              </a:spcBef>
              <a:spcAft>
                <a:spcPts val="0"/>
              </a:spcAft>
              <a:buClr>
                <a:schemeClr val="dk1"/>
              </a:buClr>
              <a:buSzPts val="1400"/>
              <a:buFont typeface="Lato"/>
              <a:buAutoNum type="arabicPeriod"/>
            </a:pPr>
            <a:r>
              <a:rPr b="1" lang="en">
                <a:solidFill>
                  <a:schemeClr val="dk1"/>
                </a:solidFill>
                <a:latin typeface="Mulish"/>
                <a:ea typeface="Mulish"/>
                <a:cs typeface="Mulish"/>
                <a:sym typeface="Mulish"/>
              </a:rPr>
              <a:t>Create a portfolio: </a:t>
            </a:r>
            <a:r>
              <a:rPr lang="en">
                <a:solidFill>
                  <a:schemeClr val="dk1"/>
                </a:solidFill>
                <a:latin typeface="Mulish"/>
                <a:ea typeface="Mulish"/>
                <a:cs typeface="Mulish"/>
                <a:sym typeface="Mulish"/>
              </a:rPr>
              <a:t>Instead of a traditional essay, ask them to compile their findings into a portfolio and present it</a:t>
            </a:r>
            <a:endParaRPr>
              <a:solidFill>
                <a:schemeClr val="dk1"/>
              </a:solidFill>
              <a:latin typeface="Mulish"/>
              <a:ea typeface="Mulish"/>
              <a:cs typeface="Mulish"/>
              <a:sym typeface="Mulish"/>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7" name="Shape 1817"/>
        <p:cNvGrpSpPr/>
        <p:nvPr/>
      </p:nvGrpSpPr>
      <p:grpSpPr>
        <a:xfrm>
          <a:off x="0" y="0"/>
          <a:ext cx="0" cy="0"/>
          <a:chOff x="0" y="0"/>
          <a:chExt cx="0" cy="0"/>
        </a:xfrm>
      </p:grpSpPr>
      <p:sp>
        <p:nvSpPr>
          <p:cNvPr id="1818" name="Google Shape;1818;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1819" name="Google Shape;1819;p45"/>
          <p:cNvSpPr txBox="1"/>
          <p:nvPr>
            <p:ph idx="1" type="subTitle"/>
          </p:nvPr>
        </p:nvSpPr>
        <p:spPr>
          <a:xfrm>
            <a:off x="1200900" y="1706552"/>
            <a:ext cx="6742200" cy="43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Recap the main </a:t>
            </a:r>
            <a:r>
              <a:rPr b="1" lang="en"/>
              <a:t>mathematical concepts</a:t>
            </a:r>
            <a:r>
              <a:rPr lang="en"/>
              <a:t> covered during the lesson</a:t>
            </a:r>
            <a:endParaRPr/>
          </a:p>
        </p:txBody>
      </p:sp>
      <p:sp>
        <p:nvSpPr>
          <p:cNvPr id="1820" name="Google Shape;1820;p45"/>
          <p:cNvSpPr txBox="1"/>
          <p:nvPr>
            <p:ph idx="2" type="subTitle"/>
          </p:nvPr>
        </p:nvSpPr>
        <p:spPr>
          <a:xfrm>
            <a:off x="1200900" y="2775802"/>
            <a:ext cx="6742200" cy="43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Emphasize the </a:t>
            </a:r>
            <a:r>
              <a:rPr b="1" lang="en"/>
              <a:t>practical relevance</a:t>
            </a:r>
            <a:r>
              <a:rPr lang="en"/>
              <a:t> of the concepts and skills of the lesson</a:t>
            </a:r>
            <a:endParaRPr/>
          </a:p>
        </p:txBody>
      </p:sp>
      <p:sp>
        <p:nvSpPr>
          <p:cNvPr id="1821" name="Google Shape;1821;p45"/>
          <p:cNvSpPr txBox="1"/>
          <p:nvPr>
            <p:ph idx="3" type="subTitle"/>
          </p:nvPr>
        </p:nvSpPr>
        <p:spPr>
          <a:xfrm>
            <a:off x="1200900" y="3845049"/>
            <a:ext cx="6742200" cy="43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Provide a glimpse into the upcoming lessons for </a:t>
            </a:r>
            <a:r>
              <a:rPr b="1" lang="en"/>
              <a:t>continuity of learning</a:t>
            </a:r>
            <a:endParaRPr b="1"/>
          </a:p>
        </p:txBody>
      </p:sp>
      <p:sp>
        <p:nvSpPr>
          <p:cNvPr id="1822" name="Google Shape;1822;p45"/>
          <p:cNvSpPr txBox="1"/>
          <p:nvPr>
            <p:ph idx="4" type="subTitle"/>
          </p:nvPr>
        </p:nvSpPr>
        <p:spPr>
          <a:xfrm>
            <a:off x="1200900" y="1243900"/>
            <a:ext cx="6742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Summarize key concepts</a:t>
            </a:r>
            <a:endParaRPr/>
          </a:p>
        </p:txBody>
      </p:sp>
      <p:sp>
        <p:nvSpPr>
          <p:cNvPr id="1823" name="Google Shape;1823;p45"/>
          <p:cNvSpPr txBox="1"/>
          <p:nvPr>
            <p:ph idx="5" type="subTitle"/>
          </p:nvPr>
        </p:nvSpPr>
        <p:spPr>
          <a:xfrm>
            <a:off x="1200900" y="2313150"/>
            <a:ext cx="6742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Real-world applications</a:t>
            </a:r>
            <a:endParaRPr/>
          </a:p>
        </p:txBody>
      </p:sp>
      <p:sp>
        <p:nvSpPr>
          <p:cNvPr id="1824" name="Google Shape;1824;p45"/>
          <p:cNvSpPr txBox="1"/>
          <p:nvPr>
            <p:ph idx="6" type="subTitle"/>
          </p:nvPr>
        </p:nvSpPr>
        <p:spPr>
          <a:xfrm>
            <a:off x="1200900" y="3382388"/>
            <a:ext cx="6742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Preview next steps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8" name="Shape 1828"/>
        <p:cNvGrpSpPr/>
        <p:nvPr/>
      </p:nvGrpSpPr>
      <p:grpSpPr>
        <a:xfrm>
          <a:off x="0" y="0"/>
          <a:ext cx="0" cy="0"/>
          <a:chOff x="0" y="0"/>
          <a:chExt cx="0" cy="0"/>
        </a:xfrm>
      </p:grpSpPr>
      <p:sp>
        <p:nvSpPr>
          <p:cNvPr id="1829" name="Google Shape;1829;p46"/>
          <p:cNvSpPr txBox="1"/>
          <p:nvPr>
            <p:ph type="title"/>
          </p:nvPr>
        </p:nvSpPr>
        <p:spPr>
          <a:xfrm>
            <a:off x="2347938" y="564625"/>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830" name="Google Shape;1830;p46"/>
          <p:cNvSpPr txBox="1"/>
          <p:nvPr>
            <p:ph idx="1" type="subTitle"/>
          </p:nvPr>
        </p:nvSpPr>
        <p:spPr>
          <a:xfrm>
            <a:off x="2347900" y="1652350"/>
            <a:ext cx="44481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000"/>
              <a:t>D</a:t>
            </a:r>
            <a:r>
              <a:rPr b="1" lang="en" sz="2000"/>
              <a:t>o you have any questions?</a:t>
            </a:r>
            <a:endParaRPr b="1" sz="2000"/>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831" name="Google Shape;1831;p46"/>
          <p:cNvSpPr txBox="1"/>
          <p:nvPr/>
        </p:nvSpPr>
        <p:spPr>
          <a:xfrm>
            <a:off x="2496150" y="4278250"/>
            <a:ext cx="4151700" cy="325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ulish"/>
                <a:ea typeface="Mulish"/>
                <a:cs typeface="Mulish"/>
                <a:sym typeface="Mulish"/>
              </a:rPr>
              <a:t>Please keep this slide for attribution</a:t>
            </a:r>
            <a:endParaRPr sz="1200">
              <a:solidFill>
                <a:schemeClr val="dk1"/>
              </a:solidFill>
              <a:latin typeface="Mulish"/>
              <a:ea typeface="Mulish"/>
              <a:cs typeface="Mulish"/>
              <a:sym typeface="Mulish"/>
            </a:endParaRPr>
          </a:p>
        </p:txBody>
      </p:sp>
      <p:grpSp>
        <p:nvGrpSpPr>
          <p:cNvPr id="1832" name="Google Shape;1832;p46"/>
          <p:cNvGrpSpPr/>
          <p:nvPr/>
        </p:nvGrpSpPr>
        <p:grpSpPr>
          <a:xfrm>
            <a:off x="3582649" y="2944700"/>
            <a:ext cx="387681" cy="387661"/>
            <a:chOff x="266768" y="1721375"/>
            <a:chExt cx="397907" cy="397887"/>
          </a:xfrm>
        </p:grpSpPr>
        <p:sp>
          <p:nvSpPr>
            <p:cNvPr id="1833" name="Google Shape;1833;p46"/>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6"/>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46"/>
          <p:cNvGrpSpPr/>
          <p:nvPr/>
        </p:nvGrpSpPr>
        <p:grpSpPr>
          <a:xfrm>
            <a:off x="4642488" y="2944462"/>
            <a:ext cx="387661" cy="387661"/>
            <a:chOff x="1379798" y="1723250"/>
            <a:chExt cx="397887" cy="397887"/>
          </a:xfrm>
        </p:grpSpPr>
        <p:sp>
          <p:nvSpPr>
            <p:cNvPr id="1836" name="Google Shape;1836;p46"/>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6"/>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6"/>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6"/>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46"/>
          <p:cNvGrpSpPr/>
          <p:nvPr/>
        </p:nvGrpSpPr>
        <p:grpSpPr>
          <a:xfrm>
            <a:off x="4112589" y="2944462"/>
            <a:ext cx="387641" cy="387661"/>
            <a:chOff x="864491" y="1723250"/>
            <a:chExt cx="397866" cy="397887"/>
          </a:xfrm>
        </p:grpSpPr>
        <p:sp>
          <p:nvSpPr>
            <p:cNvPr id="1841" name="Google Shape;1841;p4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6"/>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 name="Google Shape;1844;p46"/>
          <p:cNvGrpSpPr/>
          <p:nvPr/>
        </p:nvGrpSpPr>
        <p:grpSpPr>
          <a:xfrm>
            <a:off x="5172407" y="2943810"/>
            <a:ext cx="388966" cy="388966"/>
            <a:chOff x="1190625" y="238125"/>
            <a:chExt cx="5235075" cy="5235075"/>
          </a:xfrm>
        </p:grpSpPr>
        <p:sp>
          <p:nvSpPr>
            <p:cNvPr id="1845" name="Google Shape;1845;p46"/>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6"/>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 name="Google Shape;1847;p46"/>
          <p:cNvGrpSpPr/>
          <p:nvPr/>
        </p:nvGrpSpPr>
        <p:grpSpPr>
          <a:xfrm>
            <a:off x="1520416" y="3152941"/>
            <a:ext cx="401329" cy="434127"/>
            <a:chOff x="8667225" y="681525"/>
            <a:chExt cx="298275" cy="322675"/>
          </a:xfrm>
        </p:grpSpPr>
        <p:sp>
          <p:nvSpPr>
            <p:cNvPr id="1848" name="Google Shape;1848;p46"/>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49" name="Google Shape;1849;p46"/>
            <p:cNvSpPr/>
            <p:nvPr/>
          </p:nvSpPr>
          <p:spPr>
            <a:xfrm rot="10800000">
              <a:off x="8825400" y="681525"/>
              <a:ext cx="140100" cy="140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50" name="Google Shape;1850;p46"/>
            <p:cNvSpPr/>
            <p:nvPr/>
          </p:nvSpPr>
          <p:spPr>
            <a:xfrm rot="10800000">
              <a:off x="8869800" y="952900"/>
              <a:ext cx="51300" cy="5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851" name="Google Shape;1851;p46"/>
          <p:cNvGrpSpPr/>
          <p:nvPr/>
        </p:nvGrpSpPr>
        <p:grpSpPr>
          <a:xfrm rot="-2214200">
            <a:off x="6954637" y="746241"/>
            <a:ext cx="501360" cy="695474"/>
            <a:chOff x="140150" y="4340075"/>
            <a:chExt cx="406275" cy="563575"/>
          </a:xfrm>
        </p:grpSpPr>
        <p:sp>
          <p:nvSpPr>
            <p:cNvPr id="1852" name="Google Shape;1852;p46"/>
            <p:cNvSpPr/>
            <p:nvPr/>
          </p:nvSpPr>
          <p:spPr>
            <a:xfrm rot="10800000">
              <a:off x="140150" y="4340075"/>
              <a:ext cx="86700" cy="8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53" name="Google Shape;1853;p46"/>
            <p:cNvSpPr/>
            <p:nvPr/>
          </p:nvSpPr>
          <p:spPr>
            <a:xfrm rot="10800000">
              <a:off x="298325" y="465717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54" name="Google Shape;1854;p46"/>
            <p:cNvSpPr/>
            <p:nvPr/>
          </p:nvSpPr>
          <p:spPr>
            <a:xfrm rot="10800000">
              <a:off x="495125" y="4852350"/>
              <a:ext cx="51300" cy="51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55" name="Google Shape;1855;p46"/>
            <p:cNvSpPr/>
            <p:nvPr/>
          </p:nvSpPr>
          <p:spPr>
            <a:xfrm rot="10800000">
              <a:off x="165050" y="4657175"/>
              <a:ext cx="51300" cy="5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9" name="Shape 1859"/>
        <p:cNvGrpSpPr/>
        <p:nvPr/>
      </p:nvGrpSpPr>
      <p:grpSpPr>
        <a:xfrm>
          <a:off x="0" y="0"/>
          <a:ext cx="0" cy="0"/>
          <a:chOff x="0" y="0"/>
          <a:chExt cx="0" cy="0"/>
        </a:xfrm>
      </p:grpSpPr>
      <p:sp>
        <p:nvSpPr>
          <p:cNvPr id="1860" name="Google Shape;1860;p47"/>
          <p:cNvSpPr txBox="1"/>
          <p:nvPr>
            <p:ph idx="1" type="body"/>
          </p:nvPr>
        </p:nvSpPr>
        <p:spPr>
          <a:xfrm>
            <a:off x="720000" y="1215751"/>
            <a:ext cx="7704000" cy="4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p:txBody>
      </p:sp>
      <p:sp>
        <p:nvSpPr>
          <p:cNvPr id="1861" name="Google Shape;1861;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1862" name="Google Shape;1862;p47"/>
          <p:cNvGrpSpPr/>
          <p:nvPr/>
        </p:nvGrpSpPr>
        <p:grpSpPr>
          <a:xfrm>
            <a:off x="1566535" y="2026060"/>
            <a:ext cx="2297601" cy="907039"/>
            <a:chOff x="1566535" y="1949860"/>
            <a:chExt cx="2297601" cy="907039"/>
          </a:xfrm>
        </p:grpSpPr>
        <p:sp>
          <p:nvSpPr>
            <p:cNvPr id="1863" name="Google Shape;1863;p47"/>
            <p:cNvSpPr/>
            <p:nvPr/>
          </p:nvSpPr>
          <p:spPr>
            <a:xfrm rot="-8771227">
              <a:off x="2530524" y="2074792"/>
              <a:ext cx="310522" cy="310522"/>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64" name="Google Shape;1864;p47"/>
            <p:cNvSpPr/>
            <p:nvPr/>
          </p:nvSpPr>
          <p:spPr>
            <a:xfrm rot="-8771662">
              <a:off x="1598487" y="2051724"/>
              <a:ext cx="164996" cy="164996"/>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65" name="Google Shape;1865;p47"/>
            <p:cNvSpPr/>
            <p:nvPr/>
          </p:nvSpPr>
          <p:spPr>
            <a:xfrm rot="-8769078">
              <a:off x="3684752" y="1978976"/>
              <a:ext cx="150269" cy="1502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66" name="Google Shape;1866;p47"/>
            <p:cNvSpPr/>
            <p:nvPr/>
          </p:nvSpPr>
          <p:spPr>
            <a:xfrm rot="-8770979">
              <a:off x="2120015" y="2722420"/>
              <a:ext cx="112660" cy="11266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67" name="Google Shape;1867;p47"/>
            <p:cNvSpPr/>
            <p:nvPr/>
          </p:nvSpPr>
          <p:spPr>
            <a:xfrm rot="-8772048">
              <a:off x="2918097" y="2648367"/>
              <a:ext cx="87365" cy="8736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868" name="Google Shape;1868;p47"/>
            <p:cNvCxnSpPr>
              <a:stCxn id="1864" idx="1"/>
              <a:endCxn id="1866" idx="6"/>
            </p:cNvCxnSpPr>
            <p:nvPr/>
          </p:nvCxnSpPr>
          <p:spPr>
            <a:xfrm>
              <a:off x="1697001" y="2215151"/>
              <a:ext cx="432600" cy="532200"/>
            </a:xfrm>
            <a:prstGeom prst="straightConnector1">
              <a:avLst/>
            </a:prstGeom>
            <a:noFill/>
            <a:ln cap="flat" cmpd="sng" w="9525">
              <a:solidFill>
                <a:schemeClr val="dk2"/>
              </a:solidFill>
              <a:prstDash val="solid"/>
              <a:round/>
              <a:headEnd len="med" w="med" type="none"/>
              <a:tailEnd len="med" w="med" type="none"/>
            </a:ln>
          </p:spPr>
        </p:cxnSp>
        <p:cxnSp>
          <p:nvCxnSpPr>
            <p:cNvPr id="1869" name="Google Shape;1869;p47"/>
            <p:cNvCxnSpPr>
              <a:stCxn id="1866" idx="3"/>
              <a:endCxn id="1863" idx="0"/>
            </p:cNvCxnSpPr>
            <p:nvPr/>
          </p:nvCxnSpPr>
          <p:spPr>
            <a:xfrm flipH="1" rot="10800000">
              <a:off x="2231605" y="2358925"/>
              <a:ext cx="367800" cy="408900"/>
            </a:xfrm>
            <a:prstGeom prst="straightConnector1">
              <a:avLst/>
            </a:prstGeom>
            <a:noFill/>
            <a:ln cap="flat" cmpd="sng" w="9525">
              <a:solidFill>
                <a:schemeClr val="dk2"/>
              </a:solidFill>
              <a:prstDash val="solid"/>
              <a:round/>
              <a:headEnd len="med" w="med" type="none"/>
              <a:tailEnd len="med" w="med" type="none"/>
            </a:ln>
          </p:spPr>
        </p:cxnSp>
        <p:cxnSp>
          <p:nvCxnSpPr>
            <p:cNvPr id="1870" name="Google Shape;1870;p47"/>
            <p:cNvCxnSpPr>
              <a:stCxn id="1864" idx="3"/>
              <a:endCxn id="1863" idx="7"/>
            </p:cNvCxnSpPr>
            <p:nvPr/>
          </p:nvCxnSpPr>
          <p:spPr>
            <a:xfrm>
              <a:off x="1761913" y="2118206"/>
              <a:ext cx="771600" cy="141900"/>
            </a:xfrm>
            <a:prstGeom prst="straightConnector1">
              <a:avLst/>
            </a:prstGeom>
            <a:noFill/>
            <a:ln cap="flat" cmpd="sng" w="9525">
              <a:solidFill>
                <a:schemeClr val="dk2"/>
              </a:solidFill>
              <a:prstDash val="solid"/>
              <a:round/>
              <a:headEnd len="med" w="med" type="none"/>
              <a:tailEnd len="med" w="med" type="none"/>
            </a:ln>
          </p:spPr>
        </p:cxnSp>
        <p:cxnSp>
          <p:nvCxnSpPr>
            <p:cNvPr id="1871" name="Google Shape;1871;p47"/>
            <p:cNvCxnSpPr>
              <a:stCxn id="1864" idx="2"/>
              <a:endCxn id="1867" idx="7"/>
            </p:cNvCxnSpPr>
            <p:nvPr/>
          </p:nvCxnSpPr>
          <p:spPr>
            <a:xfrm>
              <a:off x="1749535" y="2180122"/>
              <a:ext cx="1169400" cy="520500"/>
            </a:xfrm>
            <a:prstGeom prst="straightConnector1">
              <a:avLst/>
            </a:prstGeom>
            <a:noFill/>
            <a:ln cap="flat" cmpd="sng" w="9525">
              <a:solidFill>
                <a:schemeClr val="dk2"/>
              </a:solidFill>
              <a:prstDash val="solid"/>
              <a:round/>
              <a:headEnd len="med" w="med" type="none"/>
              <a:tailEnd len="med" w="med" type="none"/>
            </a:ln>
          </p:spPr>
        </p:cxnSp>
        <p:cxnSp>
          <p:nvCxnSpPr>
            <p:cNvPr id="1872" name="Google Shape;1872;p47"/>
            <p:cNvCxnSpPr>
              <a:stCxn id="1867" idx="3"/>
              <a:endCxn id="1865" idx="0"/>
            </p:cNvCxnSpPr>
            <p:nvPr/>
          </p:nvCxnSpPr>
          <p:spPr>
            <a:xfrm flipH="1" rot="10800000">
              <a:off x="3004630" y="2116565"/>
              <a:ext cx="713400" cy="567000"/>
            </a:xfrm>
            <a:prstGeom prst="straightConnector1">
              <a:avLst/>
            </a:prstGeom>
            <a:noFill/>
            <a:ln cap="flat" cmpd="sng" w="9525">
              <a:solidFill>
                <a:schemeClr val="dk2"/>
              </a:solidFill>
              <a:prstDash val="solid"/>
              <a:round/>
              <a:headEnd len="med" w="med" type="none"/>
              <a:tailEnd len="med" w="med" type="none"/>
            </a:ln>
          </p:spPr>
        </p:cxnSp>
        <p:cxnSp>
          <p:nvCxnSpPr>
            <p:cNvPr id="1873" name="Google Shape;1873;p47"/>
            <p:cNvCxnSpPr>
              <a:stCxn id="1863" idx="3"/>
              <a:endCxn id="1865" idx="7"/>
            </p:cNvCxnSpPr>
            <p:nvPr/>
          </p:nvCxnSpPr>
          <p:spPr>
            <a:xfrm flipH="1" rot="10800000">
              <a:off x="2838095" y="2068530"/>
              <a:ext cx="848100" cy="131400"/>
            </a:xfrm>
            <a:prstGeom prst="straightConnector1">
              <a:avLst/>
            </a:prstGeom>
            <a:noFill/>
            <a:ln cap="flat" cmpd="sng" w="9525">
              <a:solidFill>
                <a:schemeClr val="dk2"/>
              </a:solidFill>
              <a:prstDash val="solid"/>
              <a:round/>
              <a:headEnd len="med" w="med" type="none"/>
              <a:tailEnd len="med" w="med" type="none"/>
            </a:ln>
          </p:spPr>
        </p:cxnSp>
        <p:cxnSp>
          <p:nvCxnSpPr>
            <p:cNvPr id="1874" name="Google Shape;1874;p47"/>
            <p:cNvCxnSpPr>
              <a:stCxn id="1863" idx="2"/>
              <a:endCxn id="1867" idx="6"/>
            </p:cNvCxnSpPr>
            <p:nvPr/>
          </p:nvCxnSpPr>
          <p:spPr>
            <a:xfrm>
              <a:off x="2814785" y="2316453"/>
              <a:ext cx="110700" cy="351300"/>
            </a:xfrm>
            <a:prstGeom prst="straightConnector1">
              <a:avLst/>
            </a:prstGeom>
            <a:noFill/>
            <a:ln cap="flat" cmpd="sng" w="9525">
              <a:solidFill>
                <a:schemeClr val="dk2"/>
              </a:solidFill>
              <a:prstDash val="solid"/>
              <a:round/>
              <a:headEnd len="med" w="med" type="none"/>
              <a:tailEnd len="med" w="med" type="none"/>
            </a:ln>
          </p:spPr>
        </p:cxnSp>
        <p:cxnSp>
          <p:nvCxnSpPr>
            <p:cNvPr id="1875" name="Google Shape;1875;p47"/>
            <p:cNvCxnSpPr>
              <a:stCxn id="1866" idx="3"/>
              <a:endCxn id="1867" idx="7"/>
            </p:cNvCxnSpPr>
            <p:nvPr/>
          </p:nvCxnSpPr>
          <p:spPr>
            <a:xfrm flipH="1" rot="10800000">
              <a:off x="2231605" y="2700625"/>
              <a:ext cx="687300" cy="67200"/>
            </a:xfrm>
            <a:prstGeom prst="straightConnector1">
              <a:avLst/>
            </a:prstGeom>
            <a:noFill/>
            <a:ln cap="flat" cmpd="sng" w="9525">
              <a:solidFill>
                <a:schemeClr val="dk2"/>
              </a:solidFill>
              <a:prstDash val="solid"/>
              <a:round/>
              <a:headEnd len="med" w="med" type="none"/>
              <a:tailEnd len="med" w="med" type="none"/>
            </a:ln>
          </p:spPr>
        </p:cxnSp>
      </p:grpSp>
      <p:grpSp>
        <p:nvGrpSpPr>
          <p:cNvPr id="1876" name="Google Shape;1876;p47"/>
          <p:cNvGrpSpPr/>
          <p:nvPr/>
        </p:nvGrpSpPr>
        <p:grpSpPr>
          <a:xfrm>
            <a:off x="4813456" y="1831675"/>
            <a:ext cx="2147158" cy="1420050"/>
            <a:chOff x="4813456" y="1755475"/>
            <a:chExt cx="2147158" cy="1420050"/>
          </a:xfrm>
        </p:grpSpPr>
        <p:sp>
          <p:nvSpPr>
            <p:cNvPr id="1877" name="Google Shape;1877;p47"/>
            <p:cNvSpPr/>
            <p:nvPr/>
          </p:nvSpPr>
          <p:spPr>
            <a:xfrm rot="-8776381">
              <a:off x="5436139" y="1780433"/>
              <a:ext cx="129134" cy="128885"/>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78" name="Google Shape;1878;p47"/>
            <p:cNvSpPr/>
            <p:nvPr/>
          </p:nvSpPr>
          <p:spPr>
            <a:xfrm rot="-8776381">
              <a:off x="4838439" y="2328083"/>
              <a:ext cx="129134" cy="12888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79" name="Google Shape;1879;p47"/>
            <p:cNvSpPr/>
            <p:nvPr/>
          </p:nvSpPr>
          <p:spPr>
            <a:xfrm rot="-8776381">
              <a:off x="4885339" y="3021683"/>
              <a:ext cx="129134" cy="128885"/>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80" name="Google Shape;1880;p47"/>
            <p:cNvSpPr/>
            <p:nvPr/>
          </p:nvSpPr>
          <p:spPr>
            <a:xfrm rot="-8776381">
              <a:off x="5557739" y="2338933"/>
              <a:ext cx="129134" cy="128885"/>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81" name="Google Shape;1881;p47"/>
            <p:cNvSpPr/>
            <p:nvPr/>
          </p:nvSpPr>
          <p:spPr>
            <a:xfrm rot="-6779323">
              <a:off x="6811490" y="2140404"/>
              <a:ext cx="129049" cy="128932"/>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82" name="Google Shape;1882;p47"/>
            <p:cNvSpPr/>
            <p:nvPr/>
          </p:nvSpPr>
          <p:spPr>
            <a:xfrm rot="-6779323">
              <a:off x="6087904" y="2221315"/>
              <a:ext cx="129049" cy="128932"/>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83" name="Google Shape;1883;p47"/>
            <p:cNvSpPr/>
            <p:nvPr/>
          </p:nvSpPr>
          <p:spPr>
            <a:xfrm rot="-6779323">
              <a:off x="5731922" y="3021653"/>
              <a:ext cx="129049" cy="128932"/>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84" name="Google Shape;1884;p47"/>
            <p:cNvSpPr/>
            <p:nvPr/>
          </p:nvSpPr>
          <p:spPr>
            <a:xfrm rot="-6779323">
              <a:off x="6606541" y="2673981"/>
              <a:ext cx="129049" cy="128932"/>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885" name="Google Shape;1885;p47"/>
            <p:cNvCxnSpPr>
              <a:stCxn id="1877" idx="0"/>
              <a:endCxn id="1879" idx="4"/>
            </p:cNvCxnSpPr>
            <p:nvPr/>
          </p:nvCxnSpPr>
          <p:spPr>
            <a:xfrm flipH="1">
              <a:off x="4985756" y="1898425"/>
              <a:ext cx="479100" cy="1134300"/>
            </a:xfrm>
            <a:prstGeom prst="straightConnector1">
              <a:avLst/>
            </a:prstGeom>
            <a:noFill/>
            <a:ln cap="flat" cmpd="sng" w="9525">
              <a:solidFill>
                <a:schemeClr val="dk2"/>
              </a:solidFill>
              <a:prstDash val="solid"/>
              <a:round/>
              <a:headEnd len="med" w="med" type="none"/>
              <a:tailEnd len="med" w="med" type="none"/>
            </a:ln>
          </p:spPr>
        </p:cxnSp>
        <p:cxnSp>
          <p:nvCxnSpPr>
            <p:cNvPr id="1886" name="Google Shape;1886;p47"/>
            <p:cNvCxnSpPr>
              <a:stCxn id="1879" idx="5"/>
              <a:endCxn id="1878" idx="1"/>
            </p:cNvCxnSpPr>
            <p:nvPr/>
          </p:nvCxnSpPr>
          <p:spPr>
            <a:xfrm rot="10800000">
              <a:off x="4915684" y="2455610"/>
              <a:ext cx="21600" cy="567300"/>
            </a:xfrm>
            <a:prstGeom prst="straightConnector1">
              <a:avLst/>
            </a:prstGeom>
            <a:noFill/>
            <a:ln cap="flat" cmpd="sng" w="9525">
              <a:solidFill>
                <a:schemeClr val="dk2"/>
              </a:solidFill>
              <a:prstDash val="solid"/>
              <a:round/>
              <a:headEnd len="med" w="med" type="none"/>
              <a:tailEnd len="med" w="med" type="none"/>
            </a:ln>
          </p:spPr>
        </p:cxnSp>
        <p:cxnSp>
          <p:nvCxnSpPr>
            <p:cNvPr id="1887" name="Google Shape;1887;p47"/>
            <p:cNvCxnSpPr>
              <a:stCxn id="1877" idx="1"/>
              <a:endCxn id="1880" idx="5"/>
            </p:cNvCxnSpPr>
            <p:nvPr/>
          </p:nvCxnSpPr>
          <p:spPr>
            <a:xfrm>
              <a:off x="5513328" y="1908091"/>
              <a:ext cx="96300" cy="432000"/>
            </a:xfrm>
            <a:prstGeom prst="straightConnector1">
              <a:avLst/>
            </a:prstGeom>
            <a:noFill/>
            <a:ln cap="flat" cmpd="sng" w="9525">
              <a:solidFill>
                <a:schemeClr val="dk2"/>
              </a:solidFill>
              <a:prstDash val="solid"/>
              <a:round/>
              <a:headEnd len="med" w="med" type="none"/>
              <a:tailEnd len="med" w="med" type="none"/>
            </a:ln>
          </p:spPr>
        </p:cxnSp>
        <p:cxnSp>
          <p:nvCxnSpPr>
            <p:cNvPr id="1888" name="Google Shape;1888;p47"/>
            <p:cNvCxnSpPr>
              <a:stCxn id="1882" idx="4"/>
              <a:endCxn id="1881" idx="7"/>
            </p:cNvCxnSpPr>
            <p:nvPr/>
          </p:nvCxnSpPr>
          <p:spPr>
            <a:xfrm flipH="1" rot="10800000">
              <a:off x="6211828" y="2180631"/>
              <a:ext cx="604500" cy="80100"/>
            </a:xfrm>
            <a:prstGeom prst="straightConnector1">
              <a:avLst/>
            </a:prstGeom>
            <a:noFill/>
            <a:ln cap="flat" cmpd="sng" w="9525">
              <a:solidFill>
                <a:schemeClr val="dk2"/>
              </a:solidFill>
              <a:prstDash val="solid"/>
              <a:round/>
              <a:headEnd len="med" w="med" type="none"/>
              <a:tailEnd len="med" w="med" type="none"/>
            </a:ln>
          </p:spPr>
        </p:cxnSp>
        <p:cxnSp>
          <p:nvCxnSpPr>
            <p:cNvPr id="1889" name="Google Shape;1889;p47"/>
            <p:cNvCxnSpPr>
              <a:stCxn id="1880" idx="1"/>
              <a:endCxn id="1883" idx="6"/>
            </p:cNvCxnSpPr>
            <p:nvPr/>
          </p:nvCxnSpPr>
          <p:spPr>
            <a:xfrm>
              <a:off x="5634928" y="2466591"/>
              <a:ext cx="136200" cy="560100"/>
            </a:xfrm>
            <a:prstGeom prst="straightConnector1">
              <a:avLst/>
            </a:prstGeom>
            <a:noFill/>
            <a:ln cap="flat" cmpd="sng" w="9525">
              <a:solidFill>
                <a:schemeClr val="dk2"/>
              </a:solidFill>
              <a:prstDash val="solid"/>
              <a:round/>
              <a:headEnd len="med" w="med" type="none"/>
              <a:tailEnd len="med" w="med" type="none"/>
            </a:ln>
          </p:spPr>
        </p:cxnSp>
        <p:cxnSp>
          <p:nvCxnSpPr>
            <p:cNvPr id="1890" name="Google Shape;1890;p47"/>
            <p:cNvCxnSpPr>
              <a:stCxn id="1879" idx="4"/>
              <a:endCxn id="1880" idx="0"/>
            </p:cNvCxnSpPr>
            <p:nvPr/>
          </p:nvCxnSpPr>
          <p:spPr>
            <a:xfrm flipH="1" rot="10800000">
              <a:off x="4985756" y="2456875"/>
              <a:ext cx="600600" cy="575700"/>
            </a:xfrm>
            <a:prstGeom prst="straightConnector1">
              <a:avLst/>
            </a:prstGeom>
            <a:noFill/>
            <a:ln cap="flat" cmpd="sng" w="9525">
              <a:solidFill>
                <a:schemeClr val="dk2"/>
              </a:solidFill>
              <a:prstDash val="solid"/>
              <a:round/>
              <a:headEnd len="med" w="med" type="none"/>
              <a:tailEnd len="med" w="med" type="none"/>
            </a:ln>
          </p:spPr>
        </p:cxnSp>
        <p:cxnSp>
          <p:nvCxnSpPr>
            <p:cNvPr id="1891" name="Google Shape;1891;p47"/>
            <p:cNvCxnSpPr>
              <a:stCxn id="1878" idx="2"/>
              <a:endCxn id="1883" idx="7"/>
            </p:cNvCxnSpPr>
            <p:nvPr/>
          </p:nvCxnSpPr>
          <p:spPr>
            <a:xfrm>
              <a:off x="4956706" y="2428375"/>
              <a:ext cx="780000" cy="633600"/>
            </a:xfrm>
            <a:prstGeom prst="straightConnector1">
              <a:avLst/>
            </a:prstGeom>
            <a:noFill/>
            <a:ln cap="flat" cmpd="sng" w="9525">
              <a:solidFill>
                <a:schemeClr val="dk2"/>
              </a:solidFill>
              <a:prstDash val="solid"/>
              <a:round/>
              <a:headEnd len="med" w="med" type="none"/>
              <a:tailEnd len="med" w="med" type="none"/>
            </a:ln>
          </p:spPr>
        </p:cxnSp>
        <p:cxnSp>
          <p:nvCxnSpPr>
            <p:cNvPr id="1892" name="Google Shape;1892;p47"/>
            <p:cNvCxnSpPr>
              <a:stCxn id="1883" idx="4"/>
              <a:endCxn id="1884" idx="0"/>
            </p:cNvCxnSpPr>
            <p:nvPr/>
          </p:nvCxnSpPr>
          <p:spPr>
            <a:xfrm flipH="1" rot="10800000">
              <a:off x="5855847" y="2763469"/>
              <a:ext cx="755700" cy="297600"/>
            </a:xfrm>
            <a:prstGeom prst="straightConnector1">
              <a:avLst/>
            </a:prstGeom>
            <a:noFill/>
            <a:ln cap="flat" cmpd="sng" w="9525">
              <a:solidFill>
                <a:schemeClr val="dk2"/>
              </a:solidFill>
              <a:prstDash val="solid"/>
              <a:round/>
              <a:headEnd len="med" w="med" type="none"/>
              <a:tailEnd len="med" w="med" type="none"/>
            </a:ln>
          </p:spPr>
        </p:cxnSp>
        <p:cxnSp>
          <p:nvCxnSpPr>
            <p:cNvPr id="1893" name="Google Shape;1893;p47"/>
            <p:cNvCxnSpPr>
              <a:stCxn id="1883" idx="5"/>
              <a:endCxn id="1882" idx="1"/>
            </p:cNvCxnSpPr>
            <p:nvPr/>
          </p:nvCxnSpPr>
          <p:spPr>
            <a:xfrm flipH="1" rot="10800000">
              <a:off x="5820630" y="2345404"/>
              <a:ext cx="307500" cy="681000"/>
            </a:xfrm>
            <a:prstGeom prst="straightConnector1">
              <a:avLst/>
            </a:prstGeom>
            <a:noFill/>
            <a:ln cap="flat" cmpd="sng" w="9525">
              <a:solidFill>
                <a:schemeClr val="dk2"/>
              </a:solidFill>
              <a:prstDash val="solid"/>
              <a:round/>
              <a:headEnd len="med" w="med" type="none"/>
              <a:tailEnd len="med" w="med" type="none"/>
            </a:ln>
          </p:spPr>
        </p:cxnSp>
        <p:cxnSp>
          <p:nvCxnSpPr>
            <p:cNvPr id="1894" name="Google Shape;1894;p47"/>
            <p:cNvCxnSpPr>
              <a:stCxn id="1883" idx="4"/>
              <a:endCxn id="1881" idx="0"/>
            </p:cNvCxnSpPr>
            <p:nvPr/>
          </p:nvCxnSpPr>
          <p:spPr>
            <a:xfrm flipH="1" rot="10800000">
              <a:off x="5855847" y="2230069"/>
              <a:ext cx="960900" cy="831000"/>
            </a:xfrm>
            <a:prstGeom prst="straightConnector1">
              <a:avLst/>
            </a:prstGeom>
            <a:noFill/>
            <a:ln cap="flat" cmpd="sng" w="9525">
              <a:solidFill>
                <a:schemeClr val="dk2"/>
              </a:solidFill>
              <a:prstDash val="solid"/>
              <a:round/>
              <a:headEnd len="med" w="med" type="none"/>
              <a:tailEnd len="med" w="med" type="none"/>
            </a:ln>
          </p:spPr>
        </p:cxnSp>
        <p:cxnSp>
          <p:nvCxnSpPr>
            <p:cNvPr id="1895" name="Google Shape;1895;p47"/>
            <p:cNvCxnSpPr>
              <a:stCxn id="1882" idx="7"/>
              <a:endCxn id="1877" idx="2"/>
            </p:cNvCxnSpPr>
            <p:nvPr/>
          </p:nvCxnSpPr>
          <p:spPr>
            <a:xfrm rot="10800000">
              <a:off x="5554407" y="1880792"/>
              <a:ext cx="538200" cy="380700"/>
            </a:xfrm>
            <a:prstGeom prst="straightConnector1">
              <a:avLst/>
            </a:prstGeom>
            <a:noFill/>
            <a:ln cap="flat" cmpd="sng" w="9525">
              <a:solidFill>
                <a:schemeClr val="dk2"/>
              </a:solidFill>
              <a:prstDash val="solid"/>
              <a:round/>
              <a:headEnd len="med" w="med" type="none"/>
              <a:tailEnd len="med" w="med" type="none"/>
            </a:ln>
          </p:spPr>
        </p:cxnSp>
        <p:cxnSp>
          <p:nvCxnSpPr>
            <p:cNvPr id="1896" name="Google Shape;1896;p47"/>
            <p:cNvCxnSpPr>
              <a:stCxn id="1880" idx="3"/>
              <a:endCxn id="1884" idx="7"/>
            </p:cNvCxnSpPr>
            <p:nvPr/>
          </p:nvCxnSpPr>
          <p:spPr>
            <a:xfrm>
              <a:off x="5685627" y="2390860"/>
              <a:ext cx="925500" cy="323400"/>
            </a:xfrm>
            <a:prstGeom prst="straightConnector1">
              <a:avLst/>
            </a:prstGeom>
            <a:noFill/>
            <a:ln cap="flat" cmpd="sng" w="9525">
              <a:solidFill>
                <a:schemeClr val="dk2"/>
              </a:solidFill>
              <a:prstDash val="solid"/>
              <a:round/>
              <a:headEnd len="med" w="med" type="none"/>
              <a:tailEnd len="med" w="med" type="none"/>
            </a:ln>
          </p:spPr>
        </p:cxnSp>
        <p:cxnSp>
          <p:nvCxnSpPr>
            <p:cNvPr id="1897" name="Google Shape;1897;p47"/>
            <p:cNvCxnSpPr>
              <a:stCxn id="1884" idx="5"/>
              <a:endCxn id="1881" idx="1"/>
            </p:cNvCxnSpPr>
            <p:nvPr/>
          </p:nvCxnSpPr>
          <p:spPr>
            <a:xfrm flipH="1" rot="10800000">
              <a:off x="6695248" y="2264732"/>
              <a:ext cx="156600" cy="414000"/>
            </a:xfrm>
            <a:prstGeom prst="straightConnector1">
              <a:avLst/>
            </a:prstGeom>
            <a:noFill/>
            <a:ln cap="flat" cmpd="sng" w="9525">
              <a:solidFill>
                <a:schemeClr val="dk2"/>
              </a:solidFill>
              <a:prstDash val="solid"/>
              <a:round/>
              <a:headEnd len="med" w="med" type="none"/>
              <a:tailEnd len="med" w="med" type="none"/>
            </a:ln>
          </p:spPr>
        </p:cxnSp>
      </p:grpSp>
      <p:grpSp>
        <p:nvGrpSpPr>
          <p:cNvPr id="1898" name="Google Shape;1898;p47"/>
          <p:cNvGrpSpPr/>
          <p:nvPr/>
        </p:nvGrpSpPr>
        <p:grpSpPr>
          <a:xfrm>
            <a:off x="4680611" y="3639535"/>
            <a:ext cx="2128700" cy="714225"/>
            <a:chOff x="5146111" y="3653435"/>
            <a:chExt cx="2128700" cy="714225"/>
          </a:xfrm>
        </p:grpSpPr>
        <p:sp>
          <p:nvSpPr>
            <p:cNvPr id="1899" name="Google Shape;1899;p47"/>
            <p:cNvSpPr/>
            <p:nvPr/>
          </p:nvSpPr>
          <p:spPr>
            <a:xfrm rot="-8771227">
              <a:off x="5880774" y="3932042"/>
              <a:ext cx="310522" cy="310522"/>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00" name="Google Shape;1900;p47"/>
            <p:cNvSpPr/>
            <p:nvPr/>
          </p:nvSpPr>
          <p:spPr>
            <a:xfrm rot="-8769078">
              <a:off x="7095427" y="3734276"/>
              <a:ext cx="150269" cy="150269"/>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01" name="Google Shape;1901;p47"/>
            <p:cNvSpPr/>
            <p:nvPr/>
          </p:nvSpPr>
          <p:spPr>
            <a:xfrm rot="-8769078">
              <a:off x="6640677" y="4188276"/>
              <a:ext cx="150269" cy="15026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02" name="Google Shape;1902;p47"/>
            <p:cNvSpPr/>
            <p:nvPr/>
          </p:nvSpPr>
          <p:spPr>
            <a:xfrm rot="-8769078">
              <a:off x="5175227" y="3682551"/>
              <a:ext cx="150269" cy="150269"/>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903" name="Google Shape;1903;p47"/>
            <p:cNvCxnSpPr>
              <a:stCxn id="1902" idx="2"/>
              <a:endCxn id="1899" idx="6"/>
            </p:cNvCxnSpPr>
            <p:nvPr/>
          </p:nvCxnSpPr>
          <p:spPr>
            <a:xfrm>
              <a:off x="5312761" y="3799535"/>
              <a:ext cx="594300" cy="201300"/>
            </a:xfrm>
            <a:prstGeom prst="straightConnector1">
              <a:avLst/>
            </a:prstGeom>
            <a:noFill/>
            <a:ln cap="flat" cmpd="sng" w="9525">
              <a:solidFill>
                <a:schemeClr val="dk2"/>
              </a:solidFill>
              <a:prstDash val="solid"/>
              <a:round/>
              <a:headEnd len="med" w="med" type="none"/>
              <a:tailEnd len="med" w="med" type="none"/>
            </a:ln>
          </p:spPr>
        </p:cxnSp>
        <p:cxnSp>
          <p:nvCxnSpPr>
            <p:cNvPr id="1904" name="Google Shape;1904;p47"/>
            <p:cNvCxnSpPr>
              <a:stCxn id="1899" idx="3"/>
              <a:endCxn id="1900" idx="7"/>
            </p:cNvCxnSpPr>
            <p:nvPr/>
          </p:nvCxnSpPr>
          <p:spPr>
            <a:xfrm flipH="1" rot="10800000">
              <a:off x="6188345" y="3824080"/>
              <a:ext cx="908400" cy="233100"/>
            </a:xfrm>
            <a:prstGeom prst="straightConnector1">
              <a:avLst/>
            </a:prstGeom>
            <a:noFill/>
            <a:ln cap="flat" cmpd="sng" w="9525">
              <a:solidFill>
                <a:schemeClr val="dk2"/>
              </a:solidFill>
              <a:prstDash val="solid"/>
              <a:round/>
              <a:headEnd len="med" w="med" type="none"/>
              <a:tailEnd len="med" w="med" type="none"/>
            </a:ln>
          </p:spPr>
        </p:cxnSp>
        <p:cxnSp>
          <p:nvCxnSpPr>
            <p:cNvPr id="1905" name="Google Shape;1905;p47"/>
            <p:cNvCxnSpPr>
              <a:stCxn id="1901" idx="6"/>
              <a:endCxn id="1899" idx="3"/>
            </p:cNvCxnSpPr>
            <p:nvPr/>
          </p:nvCxnSpPr>
          <p:spPr>
            <a:xfrm rot="10800000">
              <a:off x="6188411" y="4057160"/>
              <a:ext cx="465000" cy="164400"/>
            </a:xfrm>
            <a:prstGeom prst="straightConnector1">
              <a:avLst/>
            </a:prstGeom>
            <a:noFill/>
            <a:ln cap="flat" cmpd="sng" w="9525">
              <a:solidFill>
                <a:schemeClr val="dk2"/>
              </a:solidFill>
              <a:prstDash val="solid"/>
              <a:round/>
              <a:headEnd len="med" w="med" type="none"/>
              <a:tailEnd len="med" w="med" type="none"/>
            </a:ln>
          </p:spPr>
        </p:cxnSp>
        <p:cxnSp>
          <p:nvCxnSpPr>
            <p:cNvPr id="1906" name="Google Shape;1906;p47"/>
            <p:cNvCxnSpPr>
              <a:stCxn id="1901" idx="4"/>
              <a:endCxn id="1900" idx="0"/>
            </p:cNvCxnSpPr>
            <p:nvPr/>
          </p:nvCxnSpPr>
          <p:spPr>
            <a:xfrm flipH="1" rot="10800000">
              <a:off x="6757661" y="3871910"/>
              <a:ext cx="371100" cy="329100"/>
            </a:xfrm>
            <a:prstGeom prst="straightConnector1">
              <a:avLst/>
            </a:prstGeom>
            <a:noFill/>
            <a:ln cap="flat" cmpd="sng" w="9525">
              <a:solidFill>
                <a:schemeClr val="dk2"/>
              </a:solidFill>
              <a:prstDash val="solid"/>
              <a:round/>
              <a:headEnd len="med" w="med" type="none"/>
              <a:tailEnd len="med" w="med" type="none"/>
            </a:ln>
          </p:spPr>
        </p:cxnSp>
        <p:cxnSp>
          <p:nvCxnSpPr>
            <p:cNvPr id="1907" name="Google Shape;1907;p47"/>
            <p:cNvCxnSpPr>
              <a:stCxn id="1902" idx="3"/>
              <a:endCxn id="1900" idx="7"/>
            </p:cNvCxnSpPr>
            <p:nvPr/>
          </p:nvCxnSpPr>
          <p:spPr>
            <a:xfrm>
              <a:off x="5324077" y="3743154"/>
              <a:ext cx="1772700" cy="80700"/>
            </a:xfrm>
            <a:prstGeom prst="straightConnector1">
              <a:avLst/>
            </a:prstGeom>
            <a:noFill/>
            <a:ln cap="flat" cmpd="sng" w="9525">
              <a:solidFill>
                <a:schemeClr val="dk2"/>
              </a:solidFill>
              <a:prstDash val="solid"/>
              <a:round/>
              <a:headEnd len="med" w="med" type="none"/>
              <a:tailEnd len="med" w="med" type="none"/>
            </a:ln>
          </p:spPr>
        </p:cxnSp>
      </p:grpSp>
      <p:grpSp>
        <p:nvGrpSpPr>
          <p:cNvPr id="1908" name="Google Shape;1908;p47"/>
          <p:cNvGrpSpPr/>
          <p:nvPr/>
        </p:nvGrpSpPr>
        <p:grpSpPr>
          <a:xfrm>
            <a:off x="1682842" y="3326920"/>
            <a:ext cx="1465319" cy="1026830"/>
            <a:chOff x="1682842" y="3326920"/>
            <a:chExt cx="1465319" cy="1026830"/>
          </a:xfrm>
        </p:grpSpPr>
        <p:sp>
          <p:nvSpPr>
            <p:cNvPr id="1909" name="Google Shape;1909;p47"/>
            <p:cNvSpPr/>
            <p:nvPr/>
          </p:nvSpPr>
          <p:spPr>
            <a:xfrm rot="-8771069">
              <a:off x="1712285" y="4136444"/>
              <a:ext cx="152016" cy="152016"/>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10" name="Google Shape;1910;p47"/>
            <p:cNvSpPr/>
            <p:nvPr/>
          </p:nvSpPr>
          <p:spPr>
            <a:xfrm rot="-8770215">
              <a:off x="2430834" y="3789966"/>
              <a:ext cx="204768" cy="204519"/>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11" name="Google Shape;1911;p47"/>
            <p:cNvSpPr/>
            <p:nvPr/>
          </p:nvSpPr>
          <p:spPr>
            <a:xfrm rot="-8769893">
              <a:off x="2557375" y="3346021"/>
              <a:ext cx="98598" cy="98598"/>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12" name="Google Shape;1912;p47"/>
            <p:cNvSpPr/>
            <p:nvPr/>
          </p:nvSpPr>
          <p:spPr>
            <a:xfrm rot="-8771069">
              <a:off x="2966703" y="3493329"/>
              <a:ext cx="152016" cy="152016"/>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13" name="Google Shape;1913;p47"/>
            <p:cNvSpPr/>
            <p:nvPr/>
          </p:nvSpPr>
          <p:spPr>
            <a:xfrm rot="-8769893">
              <a:off x="2993452" y="4236051"/>
              <a:ext cx="98598" cy="98598"/>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914" name="Google Shape;1914;p47"/>
            <p:cNvCxnSpPr>
              <a:stCxn id="1910" idx="4"/>
              <a:endCxn id="1912" idx="7"/>
            </p:cNvCxnSpPr>
            <p:nvPr/>
          </p:nvCxnSpPr>
          <p:spPr>
            <a:xfrm flipH="1" rot="10800000">
              <a:off x="2590218" y="3584126"/>
              <a:ext cx="378000" cy="223200"/>
            </a:xfrm>
            <a:prstGeom prst="straightConnector1">
              <a:avLst/>
            </a:prstGeom>
            <a:noFill/>
            <a:ln cap="flat" cmpd="sng" w="9525">
              <a:solidFill>
                <a:schemeClr val="dk2"/>
              </a:solidFill>
              <a:prstDash val="solid"/>
              <a:round/>
              <a:headEnd len="med" w="med" type="none"/>
              <a:tailEnd len="med" w="med" type="none"/>
            </a:ln>
          </p:spPr>
        </p:cxnSp>
        <p:cxnSp>
          <p:nvCxnSpPr>
            <p:cNvPr id="1915" name="Google Shape;1915;p47"/>
            <p:cNvCxnSpPr>
              <a:stCxn id="1911" idx="3"/>
              <a:endCxn id="1912" idx="6"/>
            </p:cNvCxnSpPr>
            <p:nvPr/>
          </p:nvCxnSpPr>
          <p:spPr>
            <a:xfrm>
              <a:off x="2655041" y="3385774"/>
              <a:ext cx="324600" cy="141300"/>
            </a:xfrm>
            <a:prstGeom prst="straightConnector1">
              <a:avLst/>
            </a:prstGeom>
            <a:noFill/>
            <a:ln cap="flat" cmpd="sng" w="9525">
              <a:solidFill>
                <a:schemeClr val="dk2"/>
              </a:solidFill>
              <a:prstDash val="solid"/>
              <a:round/>
              <a:headEnd len="med" w="med" type="none"/>
              <a:tailEnd len="med" w="med" type="none"/>
            </a:ln>
          </p:spPr>
        </p:cxnSp>
        <p:cxnSp>
          <p:nvCxnSpPr>
            <p:cNvPr id="1916" name="Google Shape;1916;p47"/>
            <p:cNvCxnSpPr>
              <a:stCxn id="1911" idx="0"/>
              <a:endCxn id="1910" idx="5"/>
            </p:cNvCxnSpPr>
            <p:nvPr/>
          </p:nvCxnSpPr>
          <p:spPr>
            <a:xfrm flipH="1">
              <a:off x="2513525" y="3436270"/>
              <a:ext cx="65700" cy="355500"/>
            </a:xfrm>
            <a:prstGeom prst="straightConnector1">
              <a:avLst/>
            </a:prstGeom>
            <a:noFill/>
            <a:ln cap="flat" cmpd="sng" w="9525">
              <a:solidFill>
                <a:schemeClr val="dk2"/>
              </a:solidFill>
              <a:prstDash val="solid"/>
              <a:round/>
              <a:headEnd len="med" w="med" type="none"/>
              <a:tailEnd len="med" w="med" type="none"/>
            </a:ln>
          </p:spPr>
        </p:cxnSp>
        <p:cxnSp>
          <p:nvCxnSpPr>
            <p:cNvPr id="1917" name="Google Shape;1917;p47"/>
            <p:cNvCxnSpPr>
              <a:stCxn id="1910" idx="2"/>
              <a:endCxn id="1913" idx="6"/>
            </p:cNvCxnSpPr>
            <p:nvPr/>
          </p:nvCxnSpPr>
          <p:spPr>
            <a:xfrm>
              <a:off x="2618268" y="3949226"/>
              <a:ext cx="383400" cy="308700"/>
            </a:xfrm>
            <a:prstGeom prst="straightConnector1">
              <a:avLst/>
            </a:prstGeom>
            <a:noFill/>
            <a:ln cap="flat" cmpd="sng" w="9525">
              <a:solidFill>
                <a:schemeClr val="dk2"/>
              </a:solidFill>
              <a:prstDash val="solid"/>
              <a:round/>
              <a:headEnd len="med" w="med" type="none"/>
              <a:tailEnd len="med" w="med" type="none"/>
            </a:ln>
          </p:spPr>
        </p:cxnSp>
        <p:cxnSp>
          <p:nvCxnSpPr>
            <p:cNvPr id="1918" name="Google Shape;1918;p47"/>
            <p:cNvCxnSpPr>
              <a:stCxn id="1912" idx="1"/>
              <a:endCxn id="1913" idx="5"/>
            </p:cNvCxnSpPr>
            <p:nvPr/>
          </p:nvCxnSpPr>
          <p:spPr>
            <a:xfrm flipH="1">
              <a:off x="3033154" y="3643902"/>
              <a:ext cx="24300" cy="593100"/>
            </a:xfrm>
            <a:prstGeom prst="straightConnector1">
              <a:avLst/>
            </a:prstGeom>
            <a:noFill/>
            <a:ln cap="flat" cmpd="sng" w="9525">
              <a:solidFill>
                <a:schemeClr val="dk2"/>
              </a:solidFill>
              <a:prstDash val="solid"/>
              <a:round/>
              <a:headEnd len="med" w="med" type="none"/>
              <a:tailEnd len="med" w="med" type="none"/>
            </a:ln>
          </p:spPr>
        </p:cxnSp>
        <p:cxnSp>
          <p:nvCxnSpPr>
            <p:cNvPr id="1919" name="Google Shape;1919;p47"/>
            <p:cNvCxnSpPr>
              <a:stCxn id="1909" idx="4"/>
              <a:endCxn id="1910" idx="7"/>
            </p:cNvCxnSpPr>
            <p:nvPr/>
          </p:nvCxnSpPr>
          <p:spPr>
            <a:xfrm flipH="1" rot="10800000">
              <a:off x="1830592" y="3912002"/>
              <a:ext cx="602100" cy="237300"/>
            </a:xfrm>
            <a:prstGeom prst="straightConnector1">
              <a:avLst/>
            </a:prstGeom>
            <a:noFill/>
            <a:ln cap="flat" cmpd="sng" w="9525">
              <a:solidFill>
                <a:schemeClr val="dk2"/>
              </a:solidFill>
              <a:prstDash val="solid"/>
              <a:round/>
              <a:headEnd len="med" w="med" type="none"/>
              <a:tailEnd len="med" w="med" type="none"/>
            </a:ln>
          </p:spPr>
        </p:cxnSp>
        <p:cxnSp>
          <p:nvCxnSpPr>
            <p:cNvPr id="1920" name="Google Shape;1920;p47"/>
            <p:cNvCxnSpPr>
              <a:stCxn id="1909" idx="3"/>
              <a:endCxn id="1913" idx="7"/>
            </p:cNvCxnSpPr>
            <p:nvPr/>
          </p:nvCxnSpPr>
          <p:spPr>
            <a:xfrm>
              <a:off x="1862857" y="4197709"/>
              <a:ext cx="1131600" cy="97200"/>
            </a:xfrm>
            <a:prstGeom prst="straightConnector1">
              <a:avLst/>
            </a:prstGeom>
            <a:noFill/>
            <a:ln cap="flat" cmpd="sng" w="9525">
              <a:solidFill>
                <a:schemeClr val="dk2"/>
              </a:solidFill>
              <a:prstDash val="solid"/>
              <a:round/>
              <a:headEnd len="med" w="med" type="none"/>
              <a:tailEnd len="med" w="med" type="none"/>
            </a:ln>
          </p:spPr>
        </p:cxnSp>
        <p:cxnSp>
          <p:nvCxnSpPr>
            <p:cNvPr id="1921" name="Google Shape;1921;p47"/>
            <p:cNvCxnSpPr>
              <a:stCxn id="1911" idx="1"/>
              <a:endCxn id="1913" idx="5"/>
            </p:cNvCxnSpPr>
            <p:nvPr/>
          </p:nvCxnSpPr>
          <p:spPr>
            <a:xfrm>
              <a:off x="2616221" y="3443686"/>
              <a:ext cx="417000" cy="793200"/>
            </a:xfrm>
            <a:prstGeom prst="straightConnector1">
              <a:avLst/>
            </a:prstGeom>
            <a:noFill/>
            <a:ln cap="flat" cmpd="sng" w="9525">
              <a:solidFill>
                <a:schemeClr val="dk2"/>
              </a:solidFill>
              <a:prstDash val="solid"/>
              <a:round/>
              <a:headEnd len="med" w="med" type="none"/>
              <a:tailEnd len="med" w="med" type="none"/>
            </a:ln>
          </p:spPr>
        </p:cxnSp>
        <p:sp>
          <p:nvSpPr>
            <p:cNvPr id="1922" name="Google Shape;1922;p47"/>
            <p:cNvSpPr/>
            <p:nvPr/>
          </p:nvSpPr>
          <p:spPr>
            <a:xfrm rot="-9467601">
              <a:off x="1910748" y="3683388"/>
              <a:ext cx="204790" cy="204512"/>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cxnSp>
          <p:nvCxnSpPr>
            <p:cNvPr id="1923" name="Google Shape;1923;p47"/>
            <p:cNvCxnSpPr>
              <a:stCxn id="1922" idx="0"/>
              <a:endCxn id="1909" idx="4"/>
            </p:cNvCxnSpPr>
            <p:nvPr/>
          </p:nvCxnSpPr>
          <p:spPr>
            <a:xfrm flipH="1">
              <a:off x="1830443" y="3880295"/>
              <a:ext cx="144000" cy="269100"/>
            </a:xfrm>
            <a:prstGeom prst="straightConnector1">
              <a:avLst/>
            </a:prstGeom>
            <a:noFill/>
            <a:ln cap="flat" cmpd="sng" w="9525">
              <a:solidFill>
                <a:schemeClr val="dk2"/>
              </a:solidFill>
              <a:prstDash val="solid"/>
              <a:round/>
              <a:headEnd len="med" w="med" type="none"/>
              <a:tailEnd len="med" w="med" type="none"/>
            </a:ln>
          </p:spPr>
        </p:cxnSp>
        <p:cxnSp>
          <p:nvCxnSpPr>
            <p:cNvPr id="1924" name="Google Shape;1924;p47"/>
            <p:cNvCxnSpPr>
              <a:stCxn id="1922" idx="2"/>
              <a:endCxn id="1910" idx="6"/>
            </p:cNvCxnSpPr>
            <p:nvPr/>
          </p:nvCxnSpPr>
          <p:spPr>
            <a:xfrm>
              <a:off x="2107943" y="3824345"/>
              <a:ext cx="340200" cy="10800"/>
            </a:xfrm>
            <a:prstGeom prst="straightConnector1">
              <a:avLst/>
            </a:prstGeom>
            <a:noFill/>
            <a:ln cap="flat" cmpd="sng" w="9525">
              <a:solidFill>
                <a:schemeClr val="dk2"/>
              </a:solidFill>
              <a:prstDash val="solid"/>
              <a:round/>
              <a:headEnd len="med" w="med" type="none"/>
              <a:tailEnd len="med" w="med" type="none"/>
            </a:ln>
          </p:spPr>
        </p:cxn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8" name="Shape 1928"/>
        <p:cNvGrpSpPr/>
        <p:nvPr/>
      </p:nvGrpSpPr>
      <p:grpSpPr>
        <a:xfrm>
          <a:off x="0" y="0"/>
          <a:ext cx="0" cy="0"/>
          <a:chOff x="0" y="0"/>
          <a:chExt cx="0" cy="0"/>
        </a:xfrm>
      </p:grpSpPr>
      <p:sp>
        <p:nvSpPr>
          <p:cNvPr id="1929" name="Google Shape;1929;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a:t>
            </a:r>
            <a:r>
              <a:rPr lang="en"/>
              <a:t>esources</a:t>
            </a:r>
            <a:endParaRPr/>
          </a:p>
        </p:txBody>
      </p:sp>
      <p:sp>
        <p:nvSpPr>
          <p:cNvPr id="1930" name="Google Shape;1930;p48"/>
          <p:cNvSpPr txBox="1"/>
          <p:nvPr>
            <p:ph idx="1" type="body"/>
          </p:nvPr>
        </p:nvSpPr>
        <p:spPr>
          <a:xfrm>
            <a:off x="720000" y="1215751"/>
            <a:ext cx="7704000" cy="170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on these websites:</a:t>
            </a:r>
            <a:endParaRPr/>
          </a:p>
          <a:p>
            <a:pPr indent="0" lvl="0" marL="0" rtl="0" algn="l">
              <a:spcBef>
                <a:spcPts val="1000"/>
              </a:spcBef>
              <a:spcAft>
                <a:spcPts val="0"/>
              </a:spcAft>
              <a:buNone/>
            </a:pPr>
            <a:r>
              <a:rPr b="1" lang="en"/>
              <a:t>Photos</a:t>
            </a:r>
            <a:endParaRPr b="1"/>
          </a:p>
          <a:p>
            <a:pPr indent="-317500" lvl="0" marL="457200" rtl="0" algn="l">
              <a:lnSpc>
                <a:spcPct val="115000"/>
              </a:lnSpc>
              <a:spcBef>
                <a:spcPts val="0"/>
              </a:spcBef>
              <a:spcAft>
                <a:spcPts val="0"/>
              </a:spcAft>
              <a:buSzPts val="1400"/>
              <a:buChar char="●"/>
            </a:pPr>
            <a:r>
              <a:rPr lang="en" u="sng">
                <a:hlinkClick r:id="rId3"/>
              </a:rPr>
              <a:t>Colleagues correcting charts</a:t>
            </a:r>
            <a:endParaRPr/>
          </a:p>
          <a:p>
            <a:pPr indent="-317500" lvl="0" marL="457200" rtl="0" algn="l">
              <a:lnSpc>
                <a:spcPct val="115000"/>
              </a:lnSpc>
              <a:spcBef>
                <a:spcPts val="0"/>
              </a:spcBef>
              <a:spcAft>
                <a:spcPts val="0"/>
              </a:spcAft>
              <a:buSzPts val="1400"/>
              <a:buChar char="●"/>
            </a:pPr>
            <a:r>
              <a:rPr lang="en" u="sng">
                <a:hlinkClick r:id="rId4"/>
              </a:rPr>
              <a:t>Networking concept still life assortment</a:t>
            </a:r>
            <a:endParaRPr/>
          </a:p>
          <a:p>
            <a:pPr indent="-317500" lvl="0" marL="457200" rtl="0" algn="l">
              <a:lnSpc>
                <a:spcPct val="115000"/>
              </a:lnSpc>
              <a:spcBef>
                <a:spcPts val="0"/>
              </a:spcBef>
              <a:spcAft>
                <a:spcPts val="0"/>
              </a:spcAft>
              <a:buSzPts val="1400"/>
              <a:buChar char="●"/>
            </a:pPr>
            <a:r>
              <a:rPr lang="en" u="sng">
                <a:hlinkClick r:id="rId5"/>
              </a:rPr>
              <a:t>Network concept with notebooks</a:t>
            </a:r>
            <a:endParaRPr/>
          </a:p>
        </p:txBody>
      </p:sp>
      <p:grpSp>
        <p:nvGrpSpPr>
          <p:cNvPr id="1931" name="Google Shape;1931;p48"/>
          <p:cNvGrpSpPr/>
          <p:nvPr/>
        </p:nvGrpSpPr>
        <p:grpSpPr>
          <a:xfrm rot="10800000">
            <a:off x="6494401" y="3778750"/>
            <a:ext cx="298275" cy="322675"/>
            <a:chOff x="8667225" y="681525"/>
            <a:chExt cx="298275" cy="322675"/>
          </a:xfrm>
        </p:grpSpPr>
        <p:sp>
          <p:nvSpPr>
            <p:cNvPr id="1932" name="Google Shape;1932;p48"/>
            <p:cNvSpPr/>
            <p:nvPr/>
          </p:nvSpPr>
          <p:spPr>
            <a:xfrm rot="10800000">
              <a:off x="8667225" y="821625"/>
              <a:ext cx="86700" cy="86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33" name="Google Shape;1933;p48"/>
            <p:cNvSpPr/>
            <p:nvPr/>
          </p:nvSpPr>
          <p:spPr>
            <a:xfrm rot="10800000">
              <a:off x="8825400" y="681525"/>
              <a:ext cx="140100" cy="14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34" name="Google Shape;1934;p48"/>
            <p:cNvSpPr/>
            <p:nvPr/>
          </p:nvSpPr>
          <p:spPr>
            <a:xfrm rot="10800000">
              <a:off x="8869800" y="952900"/>
              <a:ext cx="51300" cy="51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8" name="Shape 1938"/>
        <p:cNvGrpSpPr/>
        <p:nvPr/>
      </p:nvGrpSpPr>
      <p:grpSpPr>
        <a:xfrm>
          <a:off x="0" y="0"/>
          <a:ext cx="0" cy="0"/>
          <a:chOff x="0" y="0"/>
          <a:chExt cx="0" cy="0"/>
        </a:xfrm>
      </p:grpSpPr>
      <p:sp>
        <p:nvSpPr>
          <p:cNvPr id="1939" name="Google Shape;1939;p4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940" name="Google Shape;1940;p49"/>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44" name="Shape 1944"/>
        <p:cNvGrpSpPr/>
        <p:nvPr/>
      </p:nvGrpSpPr>
      <p:grpSpPr>
        <a:xfrm>
          <a:off x="0" y="0"/>
          <a:ext cx="0" cy="0"/>
          <a:chOff x="0" y="0"/>
          <a:chExt cx="0" cy="0"/>
        </a:xfrm>
      </p:grpSpPr>
      <p:sp>
        <p:nvSpPr>
          <p:cNvPr id="1945" name="Google Shape;1945;p50"/>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946" name="Google Shape;1946;p5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0" name="Shape 1950"/>
        <p:cNvGrpSpPr/>
        <p:nvPr/>
      </p:nvGrpSpPr>
      <p:grpSpPr>
        <a:xfrm>
          <a:off x="0" y="0"/>
          <a:ext cx="0" cy="0"/>
          <a:chOff x="0" y="0"/>
          <a:chExt cx="0" cy="0"/>
        </a:xfrm>
      </p:grpSpPr>
      <p:sp>
        <p:nvSpPr>
          <p:cNvPr id="1951" name="Google Shape;1951;p51"/>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Albert Sans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https://fonts.google.com/specimen/Albert+Sans</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Mulish</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https://fonts.google.com/specimen/Mulish</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952" name="Google Shape;1952;p51"/>
          <p:cNvSpPr/>
          <p:nvPr/>
        </p:nvSpPr>
        <p:spPr>
          <a:xfrm>
            <a:off x="2583563" y="2947175"/>
            <a:ext cx="791400" cy="754200"/>
          </a:xfrm>
          <a:prstGeom prst="roundRect">
            <a:avLst>
              <a:gd fmla="val 16667" name="adj"/>
            </a:avLst>
          </a:prstGeom>
          <a:solidFill>
            <a:srgbClr val="1A1A1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1"/>
          <p:cNvSpPr/>
          <p:nvPr/>
        </p:nvSpPr>
        <p:spPr>
          <a:xfrm>
            <a:off x="3645382" y="2947175"/>
            <a:ext cx="791400" cy="754200"/>
          </a:xfrm>
          <a:prstGeom prst="roundRect">
            <a:avLst>
              <a:gd fmla="val 16667" name="adj"/>
            </a:avLst>
          </a:prstGeom>
          <a:solidFill>
            <a:srgbClr val="FEFDF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1"/>
          <p:cNvSpPr/>
          <p:nvPr/>
        </p:nvSpPr>
        <p:spPr>
          <a:xfrm>
            <a:off x="4707202" y="29471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1"/>
          <p:cNvSpPr txBox="1"/>
          <p:nvPr/>
        </p:nvSpPr>
        <p:spPr>
          <a:xfrm>
            <a:off x="258356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#1a1a1a</a:t>
            </a:r>
            <a:endParaRPr sz="1000">
              <a:solidFill>
                <a:srgbClr val="FFFFFF"/>
              </a:solidFill>
            </a:endParaRPr>
          </a:p>
        </p:txBody>
      </p:sp>
      <p:sp>
        <p:nvSpPr>
          <p:cNvPr id="1956" name="Google Shape;1956;p51"/>
          <p:cNvSpPr txBox="1"/>
          <p:nvPr/>
        </p:nvSpPr>
        <p:spPr>
          <a:xfrm>
            <a:off x="36453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#fefdfa</a:t>
            </a:r>
            <a:endParaRPr sz="1000">
              <a:solidFill>
                <a:schemeClr val="dk1"/>
              </a:solidFill>
            </a:endParaRPr>
          </a:p>
        </p:txBody>
      </p:sp>
      <p:sp>
        <p:nvSpPr>
          <p:cNvPr id="1957" name="Google Shape;1957;p51"/>
          <p:cNvSpPr txBox="1"/>
          <p:nvPr/>
        </p:nvSpPr>
        <p:spPr>
          <a:xfrm>
            <a:off x="47072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#434343</a:t>
            </a:r>
            <a:endParaRPr sz="1000">
              <a:solidFill>
                <a:srgbClr val="FFFFFF"/>
              </a:solidFill>
            </a:endParaRPr>
          </a:p>
        </p:txBody>
      </p:sp>
      <p:sp>
        <p:nvSpPr>
          <p:cNvPr id="1958" name="Google Shape;1958;p51"/>
          <p:cNvSpPr/>
          <p:nvPr/>
        </p:nvSpPr>
        <p:spPr>
          <a:xfrm>
            <a:off x="5769038" y="2947175"/>
            <a:ext cx="791400" cy="754200"/>
          </a:xfrm>
          <a:prstGeom prst="roundRect">
            <a:avLst>
              <a:gd fmla="val 16667" name="adj"/>
            </a:avLst>
          </a:prstGeom>
          <a:solidFill>
            <a:srgbClr val="FF2E2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1"/>
          <p:cNvSpPr txBox="1"/>
          <p:nvPr/>
        </p:nvSpPr>
        <p:spPr>
          <a:xfrm>
            <a:off x="576903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#ff2e20</a:t>
            </a:r>
            <a:endParaRPr sz="1000">
              <a:solidFill>
                <a:schemeClr val="dk1"/>
              </a:solidFill>
            </a:endParaRPr>
          </a:p>
        </p:txBody>
      </p:sp>
      <p:sp>
        <p:nvSpPr>
          <p:cNvPr id="1960" name="Google Shape;1960;p51"/>
          <p:cNvSpPr/>
          <p:nvPr/>
        </p:nvSpPr>
        <p:spPr>
          <a:xfrm>
            <a:off x="4176300" y="3878275"/>
            <a:ext cx="791400" cy="754200"/>
          </a:xfrm>
          <a:prstGeom prst="roundRect">
            <a:avLst>
              <a:gd fmla="val 16667" name="adj"/>
            </a:avLst>
          </a:prstGeom>
          <a:solidFill>
            <a:srgbClr val="86CF6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1"/>
          <p:cNvSpPr/>
          <p:nvPr/>
        </p:nvSpPr>
        <p:spPr>
          <a:xfrm>
            <a:off x="5238120" y="3878275"/>
            <a:ext cx="791400" cy="754200"/>
          </a:xfrm>
          <a:prstGeom prst="roundRect">
            <a:avLst>
              <a:gd fmla="val 16667" name="adj"/>
            </a:avLst>
          </a:prstGeom>
          <a:solidFill>
            <a:srgbClr val="04B4D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1"/>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#86cf64</a:t>
            </a:r>
            <a:endParaRPr sz="1000">
              <a:solidFill>
                <a:schemeClr val="dk1"/>
              </a:solidFill>
            </a:endParaRPr>
          </a:p>
        </p:txBody>
      </p:sp>
      <p:sp>
        <p:nvSpPr>
          <p:cNvPr id="1963" name="Google Shape;1963;p51"/>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#04b4d8</a:t>
            </a:r>
            <a:endParaRPr sz="1000">
              <a:solidFill>
                <a:schemeClr val="dk1"/>
              </a:solidFill>
            </a:endParaRPr>
          </a:p>
        </p:txBody>
      </p:sp>
      <p:sp>
        <p:nvSpPr>
          <p:cNvPr id="1964" name="Google Shape;1964;p51"/>
          <p:cNvSpPr/>
          <p:nvPr/>
        </p:nvSpPr>
        <p:spPr>
          <a:xfrm>
            <a:off x="3114475" y="3878275"/>
            <a:ext cx="791400" cy="754200"/>
          </a:xfrm>
          <a:prstGeom prst="roundRect">
            <a:avLst>
              <a:gd fmla="val 16667" name="adj"/>
            </a:avLst>
          </a:prstGeom>
          <a:solidFill>
            <a:srgbClr val="FFD9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1"/>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#ffd966</a:t>
            </a:r>
            <a:endParaRPr sz="1000">
              <a:solidFill>
                <a:schemeClr val="dk1"/>
              </a:solidFill>
            </a:endParaRPr>
          </a:p>
        </p:txBody>
      </p:sp>
      <p:sp>
        <p:nvSpPr>
          <p:cNvPr id="1966" name="Google Shape;1966;p5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70" name="Shape 1970"/>
        <p:cNvGrpSpPr/>
        <p:nvPr/>
      </p:nvGrpSpPr>
      <p:grpSpPr>
        <a:xfrm>
          <a:off x="0" y="0"/>
          <a:ext cx="0" cy="0"/>
          <a:chOff x="0" y="0"/>
          <a:chExt cx="0" cy="0"/>
        </a:xfrm>
      </p:grpSpPr>
      <p:sp>
        <p:nvSpPr>
          <p:cNvPr id="1971" name="Google Shape;1971;p52"/>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972" name="Google Shape;1972;p5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973" name="Google Shape;1973;p5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974" name="Google Shape;1974;p5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975" name="Google Shape;1975;p5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976" name="Google Shape;1976;p5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977" name="Google Shape;1977;p5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978" name="Google Shape;1978;p5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979" name="Google Shape;1979;p5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980" name="Google Shape;1980;p5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981" name="Google Shape;1981;p5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982" name="Google Shape;1982;p5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86" name="Shape 1986"/>
        <p:cNvGrpSpPr/>
        <p:nvPr/>
      </p:nvGrpSpPr>
      <p:grpSpPr>
        <a:xfrm>
          <a:off x="0" y="0"/>
          <a:ext cx="0" cy="0"/>
          <a:chOff x="0" y="0"/>
          <a:chExt cx="0" cy="0"/>
        </a:xfrm>
      </p:grpSpPr>
      <p:grpSp>
        <p:nvGrpSpPr>
          <p:cNvPr id="1987" name="Google Shape;1987;p53"/>
          <p:cNvGrpSpPr/>
          <p:nvPr/>
        </p:nvGrpSpPr>
        <p:grpSpPr>
          <a:xfrm>
            <a:off x="5048544" y="3019584"/>
            <a:ext cx="442841" cy="514271"/>
            <a:chOff x="4727025" y="1332775"/>
            <a:chExt cx="59900" cy="69625"/>
          </a:xfrm>
        </p:grpSpPr>
        <p:sp>
          <p:nvSpPr>
            <p:cNvPr id="1988" name="Google Shape;1988;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 name="Google Shape;1990;p53"/>
          <p:cNvGrpSpPr/>
          <p:nvPr/>
        </p:nvGrpSpPr>
        <p:grpSpPr>
          <a:xfrm>
            <a:off x="5723860" y="2267072"/>
            <a:ext cx="500909" cy="500899"/>
            <a:chOff x="4820425" y="1329900"/>
            <a:chExt cx="70175" cy="70350"/>
          </a:xfrm>
        </p:grpSpPr>
        <p:sp>
          <p:nvSpPr>
            <p:cNvPr id="1991" name="Google Shape;1991;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 name="Google Shape;1995;p53"/>
          <p:cNvGrpSpPr/>
          <p:nvPr/>
        </p:nvGrpSpPr>
        <p:grpSpPr>
          <a:xfrm>
            <a:off x="6376484" y="2278862"/>
            <a:ext cx="538135" cy="493119"/>
            <a:chOff x="4903200" y="1331525"/>
            <a:chExt cx="73575" cy="67425"/>
          </a:xfrm>
        </p:grpSpPr>
        <p:sp>
          <p:nvSpPr>
            <p:cNvPr id="1996" name="Google Shape;1996;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97" name="Google Shape;1997;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 name="Google Shape;1998;p53"/>
          <p:cNvGrpSpPr/>
          <p:nvPr/>
        </p:nvGrpSpPr>
        <p:grpSpPr>
          <a:xfrm>
            <a:off x="5636435" y="3020840"/>
            <a:ext cx="544563" cy="511895"/>
            <a:chOff x="4815575" y="1416800"/>
            <a:chExt cx="73750" cy="71400"/>
          </a:xfrm>
        </p:grpSpPr>
        <p:sp>
          <p:nvSpPr>
            <p:cNvPr id="1999" name="Google Shape;1999;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 name="Google Shape;2002;p53"/>
          <p:cNvGrpSpPr/>
          <p:nvPr/>
        </p:nvGrpSpPr>
        <p:grpSpPr>
          <a:xfrm>
            <a:off x="6333060" y="3020546"/>
            <a:ext cx="602914" cy="512477"/>
            <a:chOff x="4902475" y="1418875"/>
            <a:chExt cx="74500" cy="63775"/>
          </a:xfrm>
        </p:grpSpPr>
        <p:sp>
          <p:nvSpPr>
            <p:cNvPr id="2003" name="Google Shape;2003;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 name="Google Shape;2005;p53"/>
          <p:cNvGrpSpPr/>
          <p:nvPr/>
        </p:nvGrpSpPr>
        <p:grpSpPr>
          <a:xfrm>
            <a:off x="5748932" y="3759785"/>
            <a:ext cx="515391" cy="525699"/>
            <a:chOff x="4818100" y="1507675"/>
            <a:chExt cx="71225" cy="71625"/>
          </a:xfrm>
        </p:grpSpPr>
        <p:sp>
          <p:nvSpPr>
            <p:cNvPr id="2006" name="Google Shape;2006;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 name="Google Shape;2010;p53"/>
          <p:cNvGrpSpPr/>
          <p:nvPr/>
        </p:nvGrpSpPr>
        <p:grpSpPr>
          <a:xfrm>
            <a:off x="5087034" y="3781317"/>
            <a:ext cx="522956" cy="489869"/>
            <a:chOff x="4721450" y="1509475"/>
            <a:chExt cx="79350" cy="74325"/>
          </a:xfrm>
        </p:grpSpPr>
        <p:sp>
          <p:nvSpPr>
            <p:cNvPr id="2011" name="Google Shape;2011;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53"/>
          <p:cNvGrpSpPr/>
          <p:nvPr/>
        </p:nvGrpSpPr>
        <p:grpSpPr>
          <a:xfrm>
            <a:off x="6410277" y="3761069"/>
            <a:ext cx="525704" cy="535436"/>
            <a:chOff x="4906800" y="1507500"/>
            <a:chExt cx="70350" cy="71075"/>
          </a:xfrm>
        </p:grpSpPr>
        <p:sp>
          <p:nvSpPr>
            <p:cNvPr id="2016" name="Google Shape;2016;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 name="Google Shape;2021;p53"/>
          <p:cNvGrpSpPr/>
          <p:nvPr/>
        </p:nvGrpSpPr>
        <p:grpSpPr>
          <a:xfrm>
            <a:off x="4443099" y="2267050"/>
            <a:ext cx="508054" cy="508095"/>
            <a:chOff x="3736598" y="2170606"/>
            <a:chExt cx="404889" cy="404889"/>
          </a:xfrm>
        </p:grpSpPr>
        <p:sp>
          <p:nvSpPr>
            <p:cNvPr id="2022" name="Google Shape;2022;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 name="Google Shape;2026;p53"/>
          <p:cNvGrpSpPr/>
          <p:nvPr/>
        </p:nvGrpSpPr>
        <p:grpSpPr>
          <a:xfrm>
            <a:off x="3731139" y="2267145"/>
            <a:ext cx="575790" cy="507904"/>
            <a:chOff x="3161917" y="2170682"/>
            <a:chExt cx="458870" cy="404737"/>
          </a:xfrm>
        </p:grpSpPr>
        <p:sp>
          <p:nvSpPr>
            <p:cNvPr id="2027" name="Google Shape;2027;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028" name="Google Shape;2028;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 name="Google Shape;2030;p53"/>
          <p:cNvGrpSpPr/>
          <p:nvPr/>
        </p:nvGrpSpPr>
        <p:grpSpPr>
          <a:xfrm>
            <a:off x="3758669" y="3027517"/>
            <a:ext cx="520730" cy="498567"/>
            <a:chOff x="3179914" y="2889488"/>
            <a:chExt cx="422876" cy="404911"/>
          </a:xfrm>
        </p:grpSpPr>
        <p:sp>
          <p:nvSpPr>
            <p:cNvPr id="2031" name="Google Shape;2031;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53"/>
          <p:cNvGrpSpPr/>
          <p:nvPr/>
        </p:nvGrpSpPr>
        <p:grpSpPr>
          <a:xfrm>
            <a:off x="4387349" y="3027477"/>
            <a:ext cx="516145" cy="498648"/>
            <a:chOff x="3729467" y="2889422"/>
            <a:chExt cx="419153" cy="404977"/>
          </a:xfrm>
        </p:grpSpPr>
        <p:sp>
          <p:nvSpPr>
            <p:cNvPr id="2038" name="Google Shape;2038;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5" name="Google Shape;2045;p53"/>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3"/>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3"/>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3"/>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9" name="Google Shape;2049;p53"/>
          <p:cNvGrpSpPr/>
          <p:nvPr/>
        </p:nvGrpSpPr>
        <p:grpSpPr>
          <a:xfrm>
            <a:off x="7107677" y="2474362"/>
            <a:ext cx="166473" cy="141497"/>
            <a:chOff x="4660325" y="1866850"/>
            <a:chExt cx="68350" cy="58100"/>
          </a:xfrm>
        </p:grpSpPr>
        <p:sp>
          <p:nvSpPr>
            <p:cNvPr id="2050" name="Google Shape;2050;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53"/>
          <p:cNvGrpSpPr/>
          <p:nvPr/>
        </p:nvGrpSpPr>
        <p:grpSpPr>
          <a:xfrm>
            <a:off x="7417022" y="2500086"/>
            <a:ext cx="162515" cy="90049"/>
            <a:chOff x="4791775" y="1877500"/>
            <a:chExt cx="66725" cy="36975"/>
          </a:xfrm>
        </p:grpSpPr>
        <p:sp>
          <p:nvSpPr>
            <p:cNvPr id="2053" name="Google Shape;2053;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53"/>
          <p:cNvGrpSpPr/>
          <p:nvPr/>
        </p:nvGrpSpPr>
        <p:grpSpPr>
          <a:xfrm>
            <a:off x="7738734" y="2500086"/>
            <a:ext cx="144979" cy="90049"/>
            <a:chOff x="4923925" y="1877500"/>
            <a:chExt cx="59525" cy="36975"/>
          </a:xfrm>
        </p:grpSpPr>
        <p:sp>
          <p:nvSpPr>
            <p:cNvPr id="2056" name="Google Shape;2056;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 name="Google Shape;2058;p53"/>
          <p:cNvGrpSpPr/>
          <p:nvPr/>
        </p:nvGrpSpPr>
        <p:grpSpPr>
          <a:xfrm>
            <a:off x="8033226" y="2482277"/>
            <a:ext cx="141447" cy="125667"/>
            <a:chOff x="5058450" y="1870100"/>
            <a:chExt cx="58075" cy="51600"/>
          </a:xfrm>
        </p:grpSpPr>
        <p:sp>
          <p:nvSpPr>
            <p:cNvPr id="2059" name="Google Shape;2059;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 name="Google Shape;2061;p53"/>
          <p:cNvGrpSpPr/>
          <p:nvPr/>
        </p:nvGrpSpPr>
        <p:grpSpPr>
          <a:xfrm>
            <a:off x="7447741" y="2904685"/>
            <a:ext cx="101077" cy="107645"/>
            <a:chOff x="4811425" y="2065025"/>
            <a:chExt cx="41500" cy="44200"/>
          </a:xfrm>
        </p:grpSpPr>
        <p:sp>
          <p:nvSpPr>
            <p:cNvPr id="2062" name="Google Shape;2062;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 name="Google Shape;2064;p53"/>
          <p:cNvGrpSpPr/>
          <p:nvPr/>
        </p:nvGrpSpPr>
        <p:grpSpPr>
          <a:xfrm>
            <a:off x="7740178" y="2904898"/>
            <a:ext cx="120867" cy="107218"/>
            <a:chOff x="4929875" y="2065025"/>
            <a:chExt cx="49625" cy="44025"/>
          </a:xfrm>
        </p:grpSpPr>
        <p:sp>
          <p:nvSpPr>
            <p:cNvPr id="2065" name="Google Shape;2065;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 name="Google Shape;2067;p53"/>
          <p:cNvGrpSpPr/>
          <p:nvPr/>
        </p:nvGrpSpPr>
        <p:grpSpPr>
          <a:xfrm>
            <a:off x="8068847" y="2907912"/>
            <a:ext cx="70206" cy="101191"/>
            <a:chOff x="5083925" y="2066350"/>
            <a:chExt cx="28825" cy="41550"/>
          </a:xfrm>
        </p:grpSpPr>
        <p:sp>
          <p:nvSpPr>
            <p:cNvPr id="2068" name="Google Shape;2068;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 name="Google Shape;2070;p53"/>
          <p:cNvGrpSpPr/>
          <p:nvPr/>
        </p:nvGrpSpPr>
        <p:grpSpPr>
          <a:xfrm>
            <a:off x="7100401" y="2923559"/>
            <a:ext cx="181026" cy="69896"/>
            <a:chOff x="4659775" y="2072775"/>
            <a:chExt cx="74325" cy="28700"/>
          </a:xfrm>
        </p:grpSpPr>
        <p:sp>
          <p:nvSpPr>
            <p:cNvPr id="2071" name="Google Shape;2071;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 name="Google Shape;2074;p53"/>
          <p:cNvGrpSpPr/>
          <p:nvPr/>
        </p:nvGrpSpPr>
        <p:grpSpPr>
          <a:xfrm>
            <a:off x="8020257" y="2714124"/>
            <a:ext cx="167387" cy="89197"/>
            <a:chOff x="4662475" y="1976500"/>
            <a:chExt cx="68725" cy="36625"/>
          </a:xfrm>
        </p:grpSpPr>
        <p:sp>
          <p:nvSpPr>
            <p:cNvPr id="2075" name="Google Shape;2075;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 name="Google Shape;2078;p53"/>
          <p:cNvGrpSpPr/>
          <p:nvPr/>
        </p:nvGrpSpPr>
        <p:grpSpPr>
          <a:xfrm>
            <a:off x="7717162" y="2717564"/>
            <a:ext cx="166899" cy="82317"/>
            <a:chOff x="4920150" y="1977875"/>
            <a:chExt cx="68525" cy="33800"/>
          </a:xfrm>
        </p:grpSpPr>
        <p:sp>
          <p:nvSpPr>
            <p:cNvPr id="2079" name="Google Shape;2079;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 name="Google Shape;2082;p53"/>
          <p:cNvGrpSpPr/>
          <p:nvPr/>
        </p:nvGrpSpPr>
        <p:grpSpPr>
          <a:xfrm>
            <a:off x="7128319" y="3121482"/>
            <a:ext cx="125190" cy="127858"/>
            <a:chOff x="4676550" y="2160575"/>
            <a:chExt cx="51400" cy="52500"/>
          </a:xfrm>
        </p:grpSpPr>
        <p:sp>
          <p:nvSpPr>
            <p:cNvPr id="2083" name="Google Shape;2083;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 name="Google Shape;2086;p53"/>
          <p:cNvGrpSpPr/>
          <p:nvPr/>
        </p:nvGrpSpPr>
        <p:grpSpPr>
          <a:xfrm>
            <a:off x="7425577" y="3128514"/>
            <a:ext cx="145405" cy="113794"/>
            <a:chOff x="4768325" y="2163475"/>
            <a:chExt cx="59700" cy="46725"/>
          </a:xfrm>
        </p:grpSpPr>
        <p:sp>
          <p:nvSpPr>
            <p:cNvPr id="2087" name="Google Shape;2087;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9" name="Google Shape;2089;p53"/>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3"/>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3"/>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3"/>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3"/>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3"/>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5" name="Google Shape;2095;p53"/>
          <p:cNvGrpSpPr/>
          <p:nvPr/>
        </p:nvGrpSpPr>
        <p:grpSpPr>
          <a:xfrm>
            <a:off x="7441895" y="3383608"/>
            <a:ext cx="112768" cy="106853"/>
            <a:chOff x="4768575" y="2253950"/>
            <a:chExt cx="46300" cy="43875"/>
          </a:xfrm>
        </p:grpSpPr>
        <p:sp>
          <p:nvSpPr>
            <p:cNvPr id="2096" name="Google Shape;2096;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 name="Google Shape;2098;p53"/>
          <p:cNvGrpSpPr/>
          <p:nvPr/>
        </p:nvGrpSpPr>
        <p:grpSpPr>
          <a:xfrm>
            <a:off x="7741518" y="3872634"/>
            <a:ext cx="118187" cy="146246"/>
            <a:chOff x="4960900" y="2433225"/>
            <a:chExt cx="48525" cy="60050"/>
          </a:xfrm>
        </p:grpSpPr>
        <p:sp>
          <p:nvSpPr>
            <p:cNvPr id="2099" name="Google Shape;2099;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 name="Google Shape;2101;p53"/>
          <p:cNvGrpSpPr/>
          <p:nvPr/>
        </p:nvGrpSpPr>
        <p:grpSpPr>
          <a:xfrm>
            <a:off x="7430083" y="4136695"/>
            <a:ext cx="136394" cy="143810"/>
            <a:chOff x="4854075" y="2527625"/>
            <a:chExt cx="56000" cy="59050"/>
          </a:xfrm>
        </p:grpSpPr>
        <p:sp>
          <p:nvSpPr>
            <p:cNvPr id="2102" name="Google Shape;2102;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4" name="Google Shape;2104;p53"/>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3"/>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3"/>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7" name="Google Shape;2107;p53"/>
          <p:cNvGrpSpPr/>
          <p:nvPr/>
        </p:nvGrpSpPr>
        <p:grpSpPr>
          <a:xfrm>
            <a:off x="8054294" y="3600439"/>
            <a:ext cx="99312" cy="160797"/>
            <a:chOff x="5059700" y="2334775"/>
            <a:chExt cx="40775" cy="66025"/>
          </a:xfrm>
        </p:grpSpPr>
        <p:sp>
          <p:nvSpPr>
            <p:cNvPr id="2108" name="Google Shape;2108;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 name="Google Shape;2117;p53"/>
          <p:cNvGrpSpPr/>
          <p:nvPr/>
        </p:nvGrpSpPr>
        <p:grpSpPr>
          <a:xfrm>
            <a:off x="8011458" y="3865571"/>
            <a:ext cx="184984" cy="160371"/>
            <a:chOff x="5037700" y="2430325"/>
            <a:chExt cx="75950" cy="65850"/>
          </a:xfrm>
        </p:grpSpPr>
        <p:sp>
          <p:nvSpPr>
            <p:cNvPr id="2118" name="Google Shape;2118;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53"/>
          <p:cNvGrpSpPr/>
          <p:nvPr/>
        </p:nvGrpSpPr>
        <p:grpSpPr>
          <a:xfrm>
            <a:off x="7430964" y="3632023"/>
            <a:ext cx="173014" cy="97629"/>
            <a:chOff x="4756975" y="2341800"/>
            <a:chExt cx="91975" cy="51925"/>
          </a:xfrm>
        </p:grpSpPr>
        <p:sp>
          <p:nvSpPr>
            <p:cNvPr id="2121" name="Google Shape;2121;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53"/>
          <p:cNvGrpSpPr/>
          <p:nvPr/>
        </p:nvGrpSpPr>
        <p:grpSpPr>
          <a:xfrm>
            <a:off x="7697901" y="4120720"/>
            <a:ext cx="212497" cy="175761"/>
            <a:chOff x="4943575" y="2516350"/>
            <a:chExt cx="98675" cy="81700"/>
          </a:xfrm>
        </p:grpSpPr>
        <p:sp>
          <p:nvSpPr>
            <p:cNvPr id="2142" name="Google Shape;2142;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 name="Google Shape;2220;p53"/>
          <p:cNvGrpSpPr/>
          <p:nvPr/>
        </p:nvGrpSpPr>
        <p:grpSpPr>
          <a:xfrm>
            <a:off x="1955962" y="3346963"/>
            <a:ext cx="965351" cy="134611"/>
            <a:chOff x="4411970" y="2962952"/>
            <a:chExt cx="706544" cy="104212"/>
          </a:xfrm>
        </p:grpSpPr>
        <p:sp>
          <p:nvSpPr>
            <p:cNvPr id="2221" name="Google Shape;2221;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 name="Google Shape;2225;p53"/>
          <p:cNvGrpSpPr/>
          <p:nvPr/>
        </p:nvGrpSpPr>
        <p:grpSpPr>
          <a:xfrm>
            <a:off x="1955962" y="2935877"/>
            <a:ext cx="960158" cy="289172"/>
            <a:chOff x="4411970" y="2726085"/>
            <a:chExt cx="643107" cy="193659"/>
          </a:xfrm>
        </p:grpSpPr>
        <p:sp>
          <p:nvSpPr>
            <p:cNvPr id="2226" name="Google Shape;2226;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 name="Google Shape;2229;p53"/>
          <p:cNvGrpSpPr/>
          <p:nvPr/>
        </p:nvGrpSpPr>
        <p:grpSpPr>
          <a:xfrm>
            <a:off x="958854" y="3201987"/>
            <a:ext cx="833173" cy="259209"/>
            <a:chOff x="4411970" y="4340222"/>
            <a:chExt cx="779467" cy="242683"/>
          </a:xfrm>
        </p:grpSpPr>
        <p:sp>
          <p:nvSpPr>
            <p:cNvPr id="2230" name="Google Shape;2230;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 name="Google Shape;2233;p53"/>
          <p:cNvGrpSpPr/>
          <p:nvPr/>
        </p:nvGrpSpPr>
        <p:grpSpPr>
          <a:xfrm>
            <a:off x="1955962" y="2597733"/>
            <a:ext cx="965160" cy="216230"/>
            <a:chOff x="4411970" y="2468674"/>
            <a:chExt cx="747317" cy="167425"/>
          </a:xfrm>
        </p:grpSpPr>
        <p:sp>
          <p:nvSpPr>
            <p:cNvPr id="2234" name="Google Shape;2234;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 name="Google Shape;2236;p53"/>
          <p:cNvGrpSpPr/>
          <p:nvPr/>
        </p:nvGrpSpPr>
        <p:grpSpPr>
          <a:xfrm>
            <a:off x="954709" y="2502450"/>
            <a:ext cx="810451" cy="319148"/>
            <a:chOff x="4411970" y="3686602"/>
            <a:chExt cx="797845" cy="314215"/>
          </a:xfrm>
        </p:grpSpPr>
        <p:sp>
          <p:nvSpPr>
            <p:cNvPr id="2237" name="Google Shape;2237;p5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2" name="Google Shape;2242;p53"/>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3" name="Google Shape;2243;p53"/>
          <p:cNvGrpSpPr/>
          <p:nvPr/>
        </p:nvGrpSpPr>
        <p:grpSpPr>
          <a:xfrm>
            <a:off x="954806" y="2256974"/>
            <a:ext cx="1970333" cy="208784"/>
            <a:chOff x="6336019" y="3733725"/>
            <a:chExt cx="2566206" cy="351310"/>
          </a:xfrm>
        </p:grpSpPr>
        <p:sp>
          <p:nvSpPr>
            <p:cNvPr id="2244" name="Google Shape;2244;p5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 name="Google Shape;2248;p53"/>
          <p:cNvGrpSpPr/>
          <p:nvPr/>
        </p:nvGrpSpPr>
        <p:grpSpPr>
          <a:xfrm>
            <a:off x="1955962" y="3864529"/>
            <a:ext cx="946551" cy="153200"/>
            <a:chOff x="4404545" y="3301592"/>
            <a:chExt cx="782403" cy="129272"/>
          </a:xfrm>
        </p:grpSpPr>
        <p:sp>
          <p:nvSpPr>
            <p:cNvPr id="2249" name="Google Shape;2249;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1" name="Google Shape;2251;p53"/>
          <p:cNvGrpSpPr/>
          <p:nvPr/>
        </p:nvGrpSpPr>
        <p:grpSpPr>
          <a:xfrm>
            <a:off x="1955962" y="3603488"/>
            <a:ext cx="962257" cy="139127"/>
            <a:chOff x="4411970" y="3131459"/>
            <a:chExt cx="710520" cy="117397"/>
          </a:xfrm>
        </p:grpSpPr>
        <p:sp>
          <p:nvSpPr>
            <p:cNvPr id="2252" name="Google Shape;2252;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254" name="Google Shape;2254;p53"/>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5" name="Google Shape;2255;p53"/>
          <p:cNvGrpSpPr/>
          <p:nvPr/>
        </p:nvGrpSpPr>
        <p:grpSpPr>
          <a:xfrm>
            <a:off x="956107" y="3538282"/>
            <a:ext cx="823838" cy="458988"/>
            <a:chOff x="4411970" y="1801825"/>
            <a:chExt cx="734586" cy="409262"/>
          </a:xfrm>
        </p:grpSpPr>
        <p:sp>
          <p:nvSpPr>
            <p:cNvPr id="2256" name="Google Shape;2256;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 name="Google Shape;2258;p53"/>
          <p:cNvGrpSpPr/>
          <p:nvPr/>
        </p:nvGrpSpPr>
        <p:grpSpPr>
          <a:xfrm>
            <a:off x="956107" y="4086708"/>
            <a:ext cx="856348" cy="212039"/>
            <a:chOff x="4411970" y="2233974"/>
            <a:chExt cx="763574" cy="189068"/>
          </a:xfrm>
        </p:grpSpPr>
        <p:sp>
          <p:nvSpPr>
            <p:cNvPr id="2259" name="Google Shape;2259;p5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 name="Google Shape;2261;p53"/>
          <p:cNvGrpSpPr/>
          <p:nvPr/>
        </p:nvGrpSpPr>
        <p:grpSpPr>
          <a:xfrm>
            <a:off x="3066303" y="2262044"/>
            <a:ext cx="511602" cy="511602"/>
            <a:chOff x="5681300" y="2527788"/>
            <a:chExt cx="805800" cy="805800"/>
          </a:xfrm>
        </p:grpSpPr>
        <p:sp>
          <p:nvSpPr>
            <p:cNvPr id="2262" name="Google Shape;2262;p5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 name="Google Shape;2264;p53"/>
          <p:cNvGrpSpPr/>
          <p:nvPr/>
        </p:nvGrpSpPr>
        <p:grpSpPr>
          <a:xfrm>
            <a:off x="3063497" y="3028627"/>
            <a:ext cx="513021" cy="512935"/>
            <a:chOff x="4049800" y="640400"/>
            <a:chExt cx="858900" cy="858900"/>
          </a:xfrm>
        </p:grpSpPr>
        <p:sp>
          <p:nvSpPr>
            <p:cNvPr id="2265" name="Google Shape;2265;p5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 name="Google Shape;2267;p53"/>
          <p:cNvGrpSpPr/>
          <p:nvPr/>
        </p:nvGrpSpPr>
        <p:grpSpPr>
          <a:xfrm>
            <a:off x="2980696" y="3680519"/>
            <a:ext cx="686489" cy="686585"/>
            <a:chOff x="5080188" y="927900"/>
            <a:chExt cx="961200" cy="961200"/>
          </a:xfrm>
        </p:grpSpPr>
        <p:sp>
          <p:nvSpPr>
            <p:cNvPr id="2268" name="Google Shape;2268;p5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 name="Google Shape;2276;p53"/>
          <p:cNvGrpSpPr/>
          <p:nvPr/>
        </p:nvGrpSpPr>
        <p:grpSpPr>
          <a:xfrm>
            <a:off x="3763848" y="3773248"/>
            <a:ext cx="510373" cy="510937"/>
            <a:chOff x="7508249" y="1522825"/>
            <a:chExt cx="1326332" cy="1322987"/>
          </a:xfrm>
        </p:grpSpPr>
        <p:sp>
          <p:nvSpPr>
            <p:cNvPr id="2277" name="Google Shape;2277;p5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 name="Google Shape;2287;p53"/>
          <p:cNvGrpSpPr/>
          <p:nvPr/>
        </p:nvGrpSpPr>
        <p:grpSpPr>
          <a:xfrm>
            <a:off x="4455441" y="3774653"/>
            <a:ext cx="492652" cy="503348"/>
            <a:chOff x="6039282" y="1042577"/>
            <a:chExt cx="734315" cy="731929"/>
          </a:xfrm>
        </p:grpSpPr>
        <p:sp>
          <p:nvSpPr>
            <p:cNvPr id="2288" name="Google Shape;2288;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 name="Google Shape;2309;p53"/>
          <p:cNvGrpSpPr/>
          <p:nvPr/>
        </p:nvGrpSpPr>
        <p:grpSpPr>
          <a:xfrm>
            <a:off x="5095855" y="2270694"/>
            <a:ext cx="483304" cy="504902"/>
            <a:chOff x="1825800" y="1651625"/>
            <a:chExt cx="568125" cy="591775"/>
          </a:xfrm>
        </p:grpSpPr>
        <p:sp>
          <p:nvSpPr>
            <p:cNvPr id="2310" name="Google Shape;2310;p5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6" name="Google Shape;2316;p53"/>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3"/>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3"/>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3"/>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3"/>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2321" name="Google Shape;2321;p5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5" name="Shape 2325"/>
        <p:cNvGrpSpPr/>
        <p:nvPr/>
      </p:nvGrpSpPr>
      <p:grpSpPr>
        <a:xfrm>
          <a:off x="0" y="0"/>
          <a:ext cx="0" cy="0"/>
          <a:chOff x="0" y="0"/>
          <a:chExt cx="0" cy="0"/>
        </a:xfrm>
      </p:grpSpPr>
      <p:grpSp>
        <p:nvGrpSpPr>
          <p:cNvPr id="2326" name="Google Shape;2326;p54"/>
          <p:cNvGrpSpPr/>
          <p:nvPr/>
        </p:nvGrpSpPr>
        <p:grpSpPr>
          <a:xfrm>
            <a:off x="722059" y="955168"/>
            <a:ext cx="2492868" cy="1379876"/>
            <a:chOff x="2654821" y="2311071"/>
            <a:chExt cx="2279715" cy="1262120"/>
          </a:xfrm>
        </p:grpSpPr>
        <p:grpSp>
          <p:nvGrpSpPr>
            <p:cNvPr id="2327" name="Google Shape;2327;p54"/>
            <p:cNvGrpSpPr/>
            <p:nvPr/>
          </p:nvGrpSpPr>
          <p:grpSpPr>
            <a:xfrm>
              <a:off x="4034269" y="2840745"/>
              <a:ext cx="40212" cy="36437"/>
              <a:chOff x="4293400" y="2574725"/>
              <a:chExt cx="84425" cy="80100"/>
            </a:xfrm>
          </p:grpSpPr>
          <p:sp>
            <p:nvSpPr>
              <p:cNvPr id="2328" name="Google Shape;2328;p5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329" name="Google Shape;2329;p5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 name="Google Shape;2330;p54"/>
            <p:cNvGrpSpPr/>
            <p:nvPr/>
          </p:nvGrpSpPr>
          <p:grpSpPr>
            <a:xfrm>
              <a:off x="3894606" y="2334874"/>
              <a:ext cx="913198" cy="518984"/>
              <a:chOff x="4000175" y="1462675"/>
              <a:chExt cx="1917275" cy="1140875"/>
            </a:xfrm>
          </p:grpSpPr>
          <p:sp>
            <p:nvSpPr>
              <p:cNvPr id="2331" name="Google Shape;2331;p5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332" name="Google Shape;2332;p54"/>
              <p:cNvGrpSpPr/>
              <p:nvPr/>
            </p:nvGrpSpPr>
            <p:grpSpPr>
              <a:xfrm>
                <a:off x="4000175" y="1462675"/>
                <a:ext cx="1917275" cy="1140875"/>
                <a:chOff x="4000175" y="1462675"/>
                <a:chExt cx="1917275" cy="1140875"/>
              </a:xfrm>
            </p:grpSpPr>
            <p:sp>
              <p:nvSpPr>
                <p:cNvPr id="2333" name="Google Shape;2333;p5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334" name="Google Shape;2334;p5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38" name="Google Shape;2338;p5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39" name="Google Shape;2339;p54"/>
            <p:cNvGrpSpPr/>
            <p:nvPr/>
          </p:nvGrpSpPr>
          <p:grpSpPr>
            <a:xfrm>
              <a:off x="3875768" y="2846704"/>
              <a:ext cx="44796" cy="47366"/>
              <a:chOff x="3960625" y="2587825"/>
              <a:chExt cx="94050" cy="104125"/>
            </a:xfrm>
          </p:grpSpPr>
          <p:sp>
            <p:nvSpPr>
              <p:cNvPr id="2340" name="Google Shape;2340;p5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341" name="Google Shape;2341;p5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2" name="Google Shape;2342;p54"/>
            <p:cNvGrpSpPr/>
            <p:nvPr/>
          </p:nvGrpSpPr>
          <p:grpSpPr>
            <a:xfrm>
              <a:off x="3782759" y="2807162"/>
              <a:ext cx="82686" cy="85487"/>
              <a:chOff x="3765350" y="2500900"/>
              <a:chExt cx="173600" cy="187925"/>
            </a:xfrm>
          </p:grpSpPr>
          <p:sp>
            <p:nvSpPr>
              <p:cNvPr id="2343" name="Google Shape;2343;p5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344" name="Google Shape;2344;p5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 name="Google Shape;2349;p54"/>
            <p:cNvGrpSpPr/>
            <p:nvPr/>
          </p:nvGrpSpPr>
          <p:grpSpPr>
            <a:xfrm>
              <a:off x="3775674" y="2798496"/>
              <a:ext cx="40545" cy="23564"/>
              <a:chOff x="3750475" y="2481850"/>
              <a:chExt cx="85125" cy="51800"/>
            </a:xfrm>
          </p:grpSpPr>
          <p:sp>
            <p:nvSpPr>
              <p:cNvPr id="2350" name="Google Shape;2350;p5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352" name="Google Shape;2352;p54"/>
            <p:cNvGrpSpPr/>
            <p:nvPr/>
          </p:nvGrpSpPr>
          <p:grpSpPr>
            <a:xfrm>
              <a:off x="3716946" y="2776024"/>
              <a:ext cx="81971" cy="76912"/>
              <a:chOff x="3627175" y="2432450"/>
              <a:chExt cx="172100" cy="169075"/>
            </a:xfrm>
          </p:grpSpPr>
          <p:sp>
            <p:nvSpPr>
              <p:cNvPr id="2353" name="Google Shape;2353;p5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355" name="Google Shape;2355;p5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356" name="Google Shape;2356;p54"/>
            <p:cNvGrpSpPr/>
            <p:nvPr/>
          </p:nvGrpSpPr>
          <p:grpSpPr>
            <a:xfrm>
              <a:off x="3685682" y="2845624"/>
              <a:ext cx="29311" cy="45055"/>
              <a:chOff x="3561536" y="2585450"/>
              <a:chExt cx="61539" cy="99045"/>
            </a:xfrm>
          </p:grpSpPr>
          <p:sp>
            <p:nvSpPr>
              <p:cNvPr id="2357" name="Google Shape;2357;p5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359" name="Google Shape;2359;p54"/>
            <p:cNvGrpSpPr/>
            <p:nvPr/>
          </p:nvGrpSpPr>
          <p:grpSpPr>
            <a:xfrm>
              <a:off x="3849905" y="2572252"/>
              <a:ext cx="74339" cy="119559"/>
              <a:chOff x="3906325" y="1984500"/>
              <a:chExt cx="156075" cy="262825"/>
            </a:xfrm>
          </p:grpSpPr>
          <p:sp>
            <p:nvSpPr>
              <p:cNvPr id="2360" name="Google Shape;2360;p5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361" name="Google Shape;2361;p5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2" name="Google Shape;2362;p54"/>
            <p:cNvGrpSpPr/>
            <p:nvPr/>
          </p:nvGrpSpPr>
          <p:grpSpPr>
            <a:xfrm>
              <a:off x="2654821" y="2414345"/>
              <a:ext cx="667570" cy="558731"/>
              <a:chOff x="1397225" y="1637375"/>
              <a:chExt cx="1401575" cy="1228250"/>
            </a:xfrm>
          </p:grpSpPr>
          <p:sp>
            <p:nvSpPr>
              <p:cNvPr id="2363" name="Google Shape;2363;p5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364" name="Google Shape;2364;p54"/>
              <p:cNvGrpSpPr/>
              <p:nvPr/>
            </p:nvGrpSpPr>
            <p:grpSpPr>
              <a:xfrm>
                <a:off x="1397225" y="1637375"/>
                <a:ext cx="1398775" cy="1228250"/>
                <a:chOff x="1397225" y="1637375"/>
                <a:chExt cx="1398775" cy="1228250"/>
              </a:xfrm>
            </p:grpSpPr>
            <p:sp>
              <p:nvSpPr>
                <p:cNvPr id="2365" name="Google Shape;2365;p5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67" name="Google Shape;2367;p54"/>
            <p:cNvGrpSpPr/>
            <p:nvPr/>
          </p:nvGrpSpPr>
          <p:grpSpPr>
            <a:xfrm>
              <a:off x="3230417" y="3103734"/>
              <a:ext cx="282982" cy="280332"/>
              <a:chOff x="2605700" y="3152850"/>
              <a:chExt cx="594125" cy="616250"/>
            </a:xfrm>
          </p:grpSpPr>
          <p:sp>
            <p:nvSpPr>
              <p:cNvPr id="2368" name="Google Shape;2368;p5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369" name="Google Shape;2369;p5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370" name="Google Shape;2370;p54"/>
            <p:cNvGrpSpPr/>
            <p:nvPr/>
          </p:nvGrpSpPr>
          <p:grpSpPr>
            <a:xfrm>
              <a:off x="3265985" y="3226989"/>
              <a:ext cx="87151" cy="346202"/>
              <a:chOff x="2680375" y="3423800"/>
              <a:chExt cx="182975" cy="761050"/>
            </a:xfrm>
          </p:grpSpPr>
          <p:sp>
            <p:nvSpPr>
              <p:cNvPr id="2371" name="Google Shape;2371;p5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372" name="Google Shape;2372;p5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 name="Google Shape;2373;p54"/>
            <p:cNvGrpSpPr/>
            <p:nvPr/>
          </p:nvGrpSpPr>
          <p:grpSpPr>
            <a:xfrm>
              <a:off x="3855466" y="3289811"/>
              <a:ext cx="112514" cy="94210"/>
              <a:chOff x="3918000" y="3561900"/>
              <a:chExt cx="236225" cy="207100"/>
            </a:xfrm>
          </p:grpSpPr>
          <p:sp>
            <p:nvSpPr>
              <p:cNvPr id="2374" name="Google Shape;2374;p5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375" name="Google Shape;2375;p5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6" name="Google Shape;2376;p5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379" name="Google Shape;2379;p54"/>
            <p:cNvGrpSpPr/>
            <p:nvPr/>
          </p:nvGrpSpPr>
          <p:grpSpPr>
            <a:xfrm>
              <a:off x="2905224" y="2311071"/>
              <a:ext cx="596721" cy="528992"/>
              <a:chOff x="1922950" y="1410350"/>
              <a:chExt cx="1252825" cy="1162875"/>
            </a:xfrm>
          </p:grpSpPr>
          <p:sp>
            <p:nvSpPr>
              <p:cNvPr id="2380" name="Google Shape;2380;p5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396" name="Google Shape;2396;p5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16" name="Google Shape;2416;p5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17" name="Google Shape;2417;p5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8" name="Google Shape;2418;p54"/>
            <p:cNvGrpSpPr/>
            <p:nvPr/>
          </p:nvGrpSpPr>
          <p:grpSpPr>
            <a:xfrm>
              <a:off x="3280929" y="3294542"/>
              <a:ext cx="109894" cy="272224"/>
              <a:chOff x="2711750" y="3572300"/>
              <a:chExt cx="230725" cy="598425"/>
            </a:xfrm>
          </p:grpSpPr>
          <p:sp>
            <p:nvSpPr>
              <p:cNvPr id="2419" name="Google Shape;2419;p5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1" name="Google Shape;2421;p5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2" name="Google Shape;2422;p54"/>
            <p:cNvGrpSpPr/>
            <p:nvPr/>
          </p:nvGrpSpPr>
          <p:grpSpPr>
            <a:xfrm>
              <a:off x="3790439" y="2408636"/>
              <a:ext cx="73017" cy="75684"/>
              <a:chOff x="3781475" y="1624825"/>
              <a:chExt cx="153300" cy="166375"/>
            </a:xfrm>
          </p:grpSpPr>
          <p:sp>
            <p:nvSpPr>
              <p:cNvPr id="2423" name="Google Shape;2423;p5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7" name="Google Shape;2427;p5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4" name="Google Shape;2434;p54"/>
            <p:cNvGrpSpPr/>
            <p:nvPr/>
          </p:nvGrpSpPr>
          <p:grpSpPr>
            <a:xfrm>
              <a:off x="4403342" y="3107749"/>
              <a:ext cx="316680" cy="101374"/>
              <a:chOff x="5068275" y="3161675"/>
              <a:chExt cx="664875" cy="222850"/>
            </a:xfrm>
          </p:grpSpPr>
          <p:sp>
            <p:nvSpPr>
              <p:cNvPr id="2435" name="Google Shape;2435;p5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9" name="Google Shape;2439;p5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8" name="Google Shape;2468;p54"/>
            <p:cNvGrpSpPr/>
            <p:nvPr/>
          </p:nvGrpSpPr>
          <p:grpSpPr>
            <a:xfrm>
              <a:off x="3697513" y="2707266"/>
              <a:ext cx="59549" cy="79733"/>
              <a:chOff x="3586375" y="2281300"/>
              <a:chExt cx="125025" cy="175275"/>
            </a:xfrm>
          </p:grpSpPr>
          <p:sp>
            <p:nvSpPr>
              <p:cNvPr id="2469" name="Google Shape;2469;p5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1" name="Google Shape;2471;p5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2" name="Google Shape;2472;p54"/>
            <p:cNvGrpSpPr/>
            <p:nvPr/>
          </p:nvGrpSpPr>
          <p:grpSpPr>
            <a:xfrm>
              <a:off x="4513224" y="3221724"/>
              <a:ext cx="274563" cy="280321"/>
              <a:chOff x="5298975" y="3412225"/>
              <a:chExt cx="576450" cy="616225"/>
            </a:xfrm>
          </p:grpSpPr>
          <p:sp>
            <p:nvSpPr>
              <p:cNvPr id="2473" name="Google Shape;2473;p5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74" name="Google Shape;2474;p5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 name="Google Shape;2475;p54"/>
            <p:cNvGrpSpPr/>
            <p:nvPr/>
          </p:nvGrpSpPr>
          <p:grpSpPr>
            <a:xfrm>
              <a:off x="4824403" y="3421846"/>
              <a:ext cx="110132" cy="130647"/>
              <a:chOff x="5952300" y="3852150"/>
              <a:chExt cx="231225" cy="287200"/>
            </a:xfrm>
          </p:grpSpPr>
          <p:sp>
            <p:nvSpPr>
              <p:cNvPr id="2476" name="Google Shape;2476;p5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8" name="Google Shape;2478;p5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6" name="Google Shape;2486;p54"/>
            <p:cNvGrpSpPr/>
            <p:nvPr/>
          </p:nvGrpSpPr>
          <p:grpSpPr>
            <a:xfrm>
              <a:off x="4295710" y="3079670"/>
              <a:ext cx="14968" cy="27135"/>
              <a:chOff x="4842300" y="3099950"/>
              <a:chExt cx="31425" cy="59650"/>
            </a:xfrm>
          </p:grpSpPr>
          <p:sp>
            <p:nvSpPr>
              <p:cNvPr id="2487" name="Google Shape;2487;p5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1" name="Google Shape;2491;p5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9" name="Google Shape;2499;p54"/>
            <p:cNvGrpSpPr/>
            <p:nvPr/>
          </p:nvGrpSpPr>
          <p:grpSpPr>
            <a:xfrm>
              <a:off x="3831056" y="2816010"/>
              <a:ext cx="37378" cy="27612"/>
              <a:chOff x="3866750" y="2520350"/>
              <a:chExt cx="78475" cy="60700"/>
            </a:xfrm>
          </p:grpSpPr>
          <p:sp>
            <p:nvSpPr>
              <p:cNvPr id="2500" name="Google Shape;2500;p5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4" name="Google Shape;2504;p5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21" name="Google Shape;2521;p5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33" name="Google Shape;2533;p5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6" name="Google Shape;2546;p54"/>
            <p:cNvGrpSpPr/>
            <p:nvPr/>
          </p:nvGrpSpPr>
          <p:grpSpPr>
            <a:xfrm>
              <a:off x="3632736" y="3051591"/>
              <a:ext cx="63288" cy="45217"/>
              <a:chOff x="3450375" y="3038225"/>
              <a:chExt cx="132875" cy="99400"/>
            </a:xfrm>
          </p:grpSpPr>
          <p:sp>
            <p:nvSpPr>
              <p:cNvPr id="2547" name="Google Shape;2547;p5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9" name="Google Shape;2549;p5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58" name="Google Shape;2558;p5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68" name="Google Shape;2568;p5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74" name="Google Shape;2574;p5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 name="Google Shape;2584;p54"/>
          <p:cNvGrpSpPr/>
          <p:nvPr/>
        </p:nvGrpSpPr>
        <p:grpSpPr>
          <a:xfrm>
            <a:off x="719116" y="2850945"/>
            <a:ext cx="2622876" cy="1333540"/>
            <a:chOff x="238125" y="1038125"/>
            <a:chExt cx="7146800" cy="3633625"/>
          </a:xfrm>
        </p:grpSpPr>
        <p:sp>
          <p:nvSpPr>
            <p:cNvPr id="2585" name="Google Shape;2585;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7" name="Google Shape;4157;p54"/>
          <p:cNvGrpSpPr/>
          <p:nvPr/>
        </p:nvGrpSpPr>
        <p:grpSpPr>
          <a:xfrm>
            <a:off x="5834044" y="993055"/>
            <a:ext cx="2590840" cy="1380235"/>
            <a:chOff x="233350" y="949250"/>
            <a:chExt cx="7137300" cy="3802300"/>
          </a:xfrm>
        </p:grpSpPr>
        <p:sp>
          <p:nvSpPr>
            <p:cNvPr id="4158" name="Google Shape;4158;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9" name="Google Shape;4209;p54"/>
          <p:cNvGrpSpPr/>
          <p:nvPr/>
        </p:nvGrpSpPr>
        <p:grpSpPr>
          <a:xfrm>
            <a:off x="7648473" y="3037828"/>
            <a:ext cx="104231" cy="320340"/>
            <a:chOff x="7564426" y="3224343"/>
            <a:chExt cx="119985" cy="368801"/>
          </a:xfrm>
        </p:grpSpPr>
        <p:sp>
          <p:nvSpPr>
            <p:cNvPr id="4210" name="Google Shape;4210;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2" name="Google Shape;4212;p54"/>
          <p:cNvGrpSpPr/>
          <p:nvPr/>
        </p:nvGrpSpPr>
        <p:grpSpPr>
          <a:xfrm>
            <a:off x="7347962" y="3031929"/>
            <a:ext cx="189489" cy="332132"/>
            <a:chOff x="8370831" y="3202002"/>
            <a:chExt cx="218129" cy="382376"/>
          </a:xfrm>
        </p:grpSpPr>
        <p:sp>
          <p:nvSpPr>
            <p:cNvPr id="4213" name="Google Shape;4213;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5" name="Google Shape;4215;p54"/>
          <p:cNvGrpSpPr/>
          <p:nvPr/>
        </p:nvGrpSpPr>
        <p:grpSpPr>
          <a:xfrm>
            <a:off x="8071351" y="3443061"/>
            <a:ext cx="309429" cy="267000"/>
            <a:chOff x="6742064" y="3750480"/>
            <a:chExt cx="399315" cy="344560"/>
          </a:xfrm>
        </p:grpSpPr>
        <p:sp>
          <p:nvSpPr>
            <p:cNvPr id="4216" name="Google Shape;4216;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54"/>
          <p:cNvGrpSpPr/>
          <p:nvPr/>
        </p:nvGrpSpPr>
        <p:grpSpPr>
          <a:xfrm>
            <a:off x="7610370" y="3794109"/>
            <a:ext cx="180437" cy="281608"/>
            <a:chOff x="7248525" y="3739696"/>
            <a:chExt cx="230531" cy="359790"/>
          </a:xfrm>
        </p:grpSpPr>
        <p:sp>
          <p:nvSpPr>
            <p:cNvPr id="4219" name="Google Shape;4219;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1" name="Google Shape;4221;p54"/>
          <p:cNvGrpSpPr/>
          <p:nvPr/>
        </p:nvGrpSpPr>
        <p:grpSpPr>
          <a:xfrm>
            <a:off x="7856289" y="3437333"/>
            <a:ext cx="162896" cy="278710"/>
            <a:chOff x="7601242" y="3729267"/>
            <a:chExt cx="222566" cy="380803"/>
          </a:xfrm>
        </p:grpSpPr>
        <p:sp>
          <p:nvSpPr>
            <p:cNvPr id="4222" name="Google Shape;4222;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4" name="Google Shape;4224;p54"/>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5" name="Google Shape;4225;p54"/>
          <p:cNvGrpSpPr/>
          <p:nvPr/>
        </p:nvGrpSpPr>
        <p:grpSpPr>
          <a:xfrm>
            <a:off x="7345935" y="3438473"/>
            <a:ext cx="193543" cy="275990"/>
            <a:chOff x="8304647" y="3738687"/>
            <a:chExt cx="225076" cy="320956"/>
          </a:xfrm>
        </p:grpSpPr>
        <p:sp>
          <p:nvSpPr>
            <p:cNvPr id="4226" name="Google Shape;4226;p5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54"/>
          <p:cNvGrpSpPr/>
          <p:nvPr/>
        </p:nvGrpSpPr>
        <p:grpSpPr>
          <a:xfrm>
            <a:off x="7618427" y="3438473"/>
            <a:ext cx="178492" cy="275990"/>
            <a:chOff x="8615101" y="3738687"/>
            <a:chExt cx="207573" cy="320956"/>
          </a:xfrm>
        </p:grpSpPr>
        <p:sp>
          <p:nvSpPr>
            <p:cNvPr id="4230" name="Google Shape;4230;p5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3" name="Google Shape;4233;p54"/>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4" name="Google Shape;4234;p54"/>
          <p:cNvGrpSpPr/>
          <p:nvPr/>
        </p:nvGrpSpPr>
        <p:grpSpPr>
          <a:xfrm>
            <a:off x="6013132" y="3559961"/>
            <a:ext cx="557671" cy="511283"/>
            <a:chOff x="6015419" y="3716859"/>
            <a:chExt cx="557671" cy="511283"/>
          </a:xfrm>
        </p:grpSpPr>
        <p:sp>
          <p:nvSpPr>
            <p:cNvPr id="4235" name="Google Shape;4235;p5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6" name="Google Shape;4236;p54"/>
            <p:cNvGrpSpPr/>
            <p:nvPr/>
          </p:nvGrpSpPr>
          <p:grpSpPr>
            <a:xfrm>
              <a:off x="6036094" y="3716980"/>
              <a:ext cx="529860" cy="510468"/>
              <a:chOff x="6036094" y="3716980"/>
              <a:chExt cx="529860" cy="510468"/>
            </a:xfrm>
          </p:grpSpPr>
          <p:sp>
            <p:nvSpPr>
              <p:cNvPr id="4237" name="Google Shape;4237;p5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7" name="Google Shape;4247;p54"/>
          <p:cNvGrpSpPr/>
          <p:nvPr/>
        </p:nvGrpSpPr>
        <p:grpSpPr>
          <a:xfrm>
            <a:off x="6642017" y="2916730"/>
            <a:ext cx="576302" cy="511871"/>
            <a:chOff x="6644304" y="3073628"/>
            <a:chExt cx="576302" cy="511871"/>
          </a:xfrm>
        </p:grpSpPr>
        <p:sp>
          <p:nvSpPr>
            <p:cNvPr id="4248" name="Google Shape;4248;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9" name="Google Shape;4249;p54"/>
            <p:cNvGrpSpPr/>
            <p:nvPr/>
          </p:nvGrpSpPr>
          <p:grpSpPr>
            <a:xfrm>
              <a:off x="6712169" y="3085440"/>
              <a:ext cx="481622" cy="494913"/>
              <a:chOff x="6712169" y="3085440"/>
              <a:chExt cx="481622" cy="494913"/>
            </a:xfrm>
          </p:grpSpPr>
          <p:sp>
            <p:nvSpPr>
              <p:cNvPr id="4250" name="Google Shape;4250;p5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5" name="Google Shape;4255;p5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8" name="Google Shape;4258;p54"/>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9" name="Google Shape;4259;p54"/>
          <p:cNvGrpSpPr/>
          <p:nvPr/>
        </p:nvGrpSpPr>
        <p:grpSpPr>
          <a:xfrm>
            <a:off x="6649868" y="3559725"/>
            <a:ext cx="560631" cy="511352"/>
            <a:chOff x="6652154" y="3716623"/>
            <a:chExt cx="560631" cy="511352"/>
          </a:xfrm>
        </p:grpSpPr>
        <p:sp>
          <p:nvSpPr>
            <p:cNvPr id="4260" name="Google Shape;4260;p5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1" name="Google Shape;4261;p54"/>
            <p:cNvGrpSpPr/>
            <p:nvPr/>
          </p:nvGrpSpPr>
          <p:grpSpPr>
            <a:xfrm>
              <a:off x="6669657" y="3716715"/>
              <a:ext cx="466779" cy="464290"/>
              <a:chOff x="6669657" y="3716715"/>
              <a:chExt cx="466779" cy="464290"/>
            </a:xfrm>
          </p:grpSpPr>
          <p:sp>
            <p:nvSpPr>
              <p:cNvPr id="4262" name="Google Shape;4262;p5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5" name="Google Shape;4275;p54"/>
          <p:cNvGrpSpPr/>
          <p:nvPr/>
        </p:nvGrpSpPr>
        <p:grpSpPr>
          <a:xfrm>
            <a:off x="7843959" y="3841134"/>
            <a:ext cx="187557" cy="187557"/>
            <a:chOff x="8565775" y="671075"/>
            <a:chExt cx="441000" cy="441000"/>
          </a:xfrm>
        </p:grpSpPr>
        <p:sp>
          <p:nvSpPr>
            <p:cNvPr id="4276" name="Google Shape;4276;p5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8" name="Google Shape;4278;p54"/>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0" name="Google Shape;4280;p54"/>
          <p:cNvGrpSpPr/>
          <p:nvPr/>
        </p:nvGrpSpPr>
        <p:grpSpPr>
          <a:xfrm>
            <a:off x="5997814" y="2919352"/>
            <a:ext cx="587871" cy="512373"/>
            <a:chOff x="6000100" y="3076250"/>
            <a:chExt cx="587871" cy="512373"/>
          </a:xfrm>
        </p:grpSpPr>
        <p:sp>
          <p:nvSpPr>
            <p:cNvPr id="4281" name="Google Shape;4281;p5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2" name="Google Shape;4282;p54"/>
            <p:cNvGrpSpPr/>
            <p:nvPr/>
          </p:nvGrpSpPr>
          <p:grpSpPr>
            <a:xfrm>
              <a:off x="6031360" y="3076713"/>
              <a:ext cx="539107" cy="480965"/>
              <a:chOff x="6031360" y="3076713"/>
              <a:chExt cx="539107" cy="480965"/>
            </a:xfrm>
          </p:grpSpPr>
          <p:sp>
            <p:nvSpPr>
              <p:cNvPr id="4283" name="Google Shape;4283;p5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0" name="Google Shape;4290;p54"/>
          <p:cNvGrpSpPr/>
          <p:nvPr/>
        </p:nvGrpSpPr>
        <p:grpSpPr>
          <a:xfrm>
            <a:off x="3369305" y="938716"/>
            <a:ext cx="2310381" cy="1488888"/>
            <a:chOff x="229225" y="549050"/>
            <a:chExt cx="7161750" cy="4615275"/>
          </a:xfrm>
        </p:grpSpPr>
        <p:sp>
          <p:nvSpPr>
            <p:cNvPr id="4291" name="Google Shape;4291;p5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8" name="Google Shape;4408;p54"/>
          <p:cNvGrpSpPr/>
          <p:nvPr/>
        </p:nvGrpSpPr>
        <p:grpSpPr>
          <a:xfrm>
            <a:off x="3514723" y="2830563"/>
            <a:ext cx="2310282" cy="1374222"/>
            <a:chOff x="238125" y="732525"/>
            <a:chExt cx="7130500" cy="4241425"/>
          </a:xfrm>
        </p:grpSpPr>
        <p:sp>
          <p:nvSpPr>
            <p:cNvPr id="4409" name="Google Shape;4409;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26" name="Shape 4526"/>
        <p:cNvGrpSpPr/>
        <p:nvPr/>
      </p:nvGrpSpPr>
      <p:grpSpPr>
        <a:xfrm>
          <a:off x="0" y="0"/>
          <a:ext cx="0" cy="0"/>
          <a:chOff x="0" y="0"/>
          <a:chExt cx="0" cy="0"/>
        </a:xfrm>
      </p:grpSpPr>
      <p:grpSp>
        <p:nvGrpSpPr>
          <p:cNvPr id="4527" name="Google Shape;4527;p55"/>
          <p:cNvGrpSpPr/>
          <p:nvPr/>
        </p:nvGrpSpPr>
        <p:grpSpPr>
          <a:xfrm>
            <a:off x="725414" y="969763"/>
            <a:ext cx="2507799" cy="206239"/>
            <a:chOff x="106648" y="895722"/>
            <a:chExt cx="4481413" cy="374300"/>
          </a:xfrm>
        </p:grpSpPr>
        <p:grpSp>
          <p:nvGrpSpPr>
            <p:cNvPr id="4528" name="Google Shape;4528;p55"/>
            <p:cNvGrpSpPr/>
            <p:nvPr/>
          </p:nvGrpSpPr>
          <p:grpSpPr>
            <a:xfrm>
              <a:off x="2233276" y="895722"/>
              <a:ext cx="1082667" cy="223591"/>
              <a:chOff x="4808316" y="2800065"/>
              <a:chExt cx="1999386" cy="412910"/>
            </a:xfrm>
          </p:grpSpPr>
          <p:sp>
            <p:nvSpPr>
              <p:cNvPr id="4529" name="Google Shape;4529;p5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0" name="Google Shape;4530;p55"/>
              <p:cNvGrpSpPr/>
              <p:nvPr/>
            </p:nvGrpSpPr>
            <p:grpSpPr>
              <a:xfrm>
                <a:off x="4808316" y="2800065"/>
                <a:ext cx="92400" cy="411825"/>
                <a:chOff x="845575" y="2563700"/>
                <a:chExt cx="92400" cy="411825"/>
              </a:xfrm>
            </p:grpSpPr>
            <p:cxnSp>
              <p:nvCxnSpPr>
                <p:cNvPr id="4531" name="Google Shape;4531;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32" name="Google Shape;4532;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3" name="Google Shape;4533;p55"/>
            <p:cNvGrpSpPr/>
            <p:nvPr/>
          </p:nvGrpSpPr>
          <p:grpSpPr>
            <a:xfrm>
              <a:off x="106648" y="895722"/>
              <a:ext cx="1088401" cy="223591"/>
              <a:chOff x="881025" y="2800065"/>
              <a:chExt cx="2009975" cy="412910"/>
            </a:xfrm>
          </p:grpSpPr>
          <p:sp>
            <p:nvSpPr>
              <p:cNvPr id="4534" name="Google Shape;4534;p5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5" name="Google Shape;4535;p55"/>
              <p:cNvGrpSpPr/>
              <p:nvPr/>
            </p:nvGrpSpPr>
            <p:grpSpPr>
              <a:xfrm>
                <a:off x="881025" y="2800065"/>
                <a:ext cx="92400" cy="411825"/>
                <a:chOff x="845575" y="2563700"/>
                <a:chExt cx="92400" cy="411825"/>
              </a:xfrm>
            </p:grpSpPr>
            <p:cxnSp>
              <p:nvCxnSpPr>
                <p:cNvPr id="4536" name="Google Shape;4536;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37" name="Google Shape;4537;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8" name="Google Shape;4538;p55"/>
            <p:cNvGrpSpPr/>
            <p:nvPr/>
          </p:nvGrpSpPr>
          <p:grpSpPr>
            <a:xfrm>
              <a:off x="1172346" y="1047018"/>
              <a:ext cx="1083151" cy="223003"/>
              <a:chOff x="2849073" y="3079467"/>
              <a:chExt cx="2000279" cy="411825"/>
            </a:xfrm>
          </p:grpSpPr>
          <p:sp>
            <p:nvSpPr>
              <p:cNvPr id="4539" name="Google Shape;4539;p5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0" name="Google Shape;4540;p55"/>
              <p:cNvGrpSpPr/>
              <p:nvPr/>
            </p:nvGrpSpPr>
            <p:grpSpPr>
              <a:xfrm rot="10800000">
                <a:off x="2849073" y="3079467"/>
                <a:ext cx="92400" cy="411825"/>
                <a:chOff x="2070100" y="2563700"/>
                <a:chExt cx="92400" cy="411825"/>
              </a:xfrm>
            </p:grpSpPr>
            <p:cxnSp>
              <p:nvCxnSpPr>
                <p:cNvPr id="4541" name="Google Shape;4541;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42" name="Google Shape;4542;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3" name="Google Shape;4543;p55"/>
            <p:cNvGrpSpPr/>
            <p:nvPr/>
          </p:nvGrpSpPr>
          <p:grpSpPr>
            <a:xfrm>
              <a:off x="3290132" y="1047018"/>
              <a:ext cx="1297929" cy="223003"/>
              <a:chOff x="6760035" y="3079467"/>
              <a:chExt cx="2396914" cy="411825"/>
            </a:xfrm>
          </p:grpSpPr>
          <p:sp>
            <p:nvSpPr>
              <p:cNvPr id="4544" name="Google Shape;4544;p5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5" name="Google Shape;4545;p55"/>
              <p:cNvGrpSpPr/>
              <p:nvPr/>
            </p:nvGrpSpPr>
            <p:grpSpPr>
              <a:xfrm rot="10800000">
                <a:off x="6760035" y="3079467"/>
                <a:ext cx="92400" cy="411825"/>
                <a:chOff x="2070100" y="2563700"/>
                <a:chExt cx="92400" cy="411825"/>
              </a:xfrm>
            </p:grpSpPr>
            <p:cxnSp>
              <p:nvCxnSpPr>
                <p:cNvPr id="4546" name="Google Shape;4546;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47" name="Google Shape;4547;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48" name="Google Shape;4548;p55"/>
          <p:cNvGrpSpPr/>
          <p:nvPr/>
        </p:nvGrpSpPr>
        <p:grpSpPr>
          <a:xfrm>
            <a:off x="2143176" y="3369134"/>
            <a:ext cx="1086701" cy="799429"/>
            <a:chOff x="2183288" y="3555572"/>
            <a:chExt cx="1136241" cy="835873"/>
          </a:xfrm>
        </p:grpSpPr>
        <p:sp>
          <p:nvSpPr>
            <p:cNvPr id="4549" name="Google Shape;4549;p5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0" name="Google Shape;4550;p55"/>
            <p:cNvGrpSpPr/>
            <p:nvPr/>
          </p:nvGrpSpPr>
          <p:grpSpPr>
            <a:xfrm>
              <a:off x="2205895" y="3637269"/>
              <a:ext cx="1089848" cy="724993"/>
              <a:chOff x="2205895" y="3637269"/>
              <a:chExt cx="1089848" cy="724993"/>
            </a:xfrm>
          </p:grpSpPr>
          <p:sp>
            <p:nvSpPr>
              <p:cNvPr id="4551" name="Google Shape;4551;p5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7" name="Google Shape;4557;p5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58" name="Google Shape;4558;p5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59" name="Google Shape;4559;p55"/>
            <p:cNvGrpSpPr/>
            <p:nvPr/>
          </p:nvGrpSpPr>
          <p:grpSpPr>
            <a:xfrm>
              <a:off x="3173850" y="3779426"/>
              <a:ext cx="145679" cy="70048"/>
              <a:chOff x="3173850" y="3779426"/>
              <a:chExt cx="145679" cy="70048"/>
            </a:xfrm>
          </p:grpSpPr>
          <p:cxnSp>
            <p:nvCxnSpPr>
              <p:cNvPr id="4560" name="Google Shape;4560;p5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561" name="Google Shape;4561;p5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55"/>
            <p:cNvGrpSpPr/>
            <p:nvPr/>
          </p:nvGrpSpPr>
          <p:grpSpPr>
            <a:xfrm>
              <a:off x="2183288" y="4139483"/>
              <a:ext cx="145133" cy="70048"/>
              <a:chOff x="2183288" y="4139483"/>
              <a:chExt cx="145133" cy="70048"/>
            </a:xfrm>
          </p:grpSpPr>
          <p:cxnSp>
            <p:nvCxnSpPr>
              <p:cNvPr id="4563" name="Google Shape;4563;p5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564" name="Google Shape;4564;p5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5" name="Google Shape;4565;p5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6" name="Google Shape;4566;p5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67" name="Google Shape;4567;p55"/>
            <p:cNvGrpSpPr/>
            <p:nvPr/>
          </p:nvGrpSpPr>
          <p:grpSpPr>
            <a:xfrm>
              <a:off x="2943836" y="4268886"/>
              <a:ext cx="60717" cy="122559"/>
              <a:chOff x="2943836" y="4268886"/>
              <a:chExt cx="60717" cy="122559"/>
            </a:xfrm>
          </p:grpSpPr>
          <p:sp>
            <p:nvSpPr>
              <p:cNvPr id="4568" name="Google Shape;4568;p5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9" name="Google Shape;4569;p5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570" name="Google Shape;4570;p55"/>
          <p:cNvGrpSpPr/>
          <p:nvPr/>
        </p:nvGrpSpPr>
        <p:grpSpPr>
          <a:xfrm>
            <a:off x="3406121" y="1290134"/>
            <a:ext cx="1675870" cy="758251"/>
            <a:chOff x="3530532" y="1496185"/>
            <a:chExt cx="1562000" cy="706730"/>
          </a:xfrm>
        </p:grpSpPr>
        <p:cxnSp>
          <p:nvCxnSpPr>
            <p:cNvPr id="4571" name="Google Shape;4571;p5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572" name="Google Shape;4572;p55"/>
            <p:cNvGrpSpPr/>
            <p:nvPr/>
          </p:nvGrpSpPr>
          <p:grpSpPr>
            <a:xfrm>
              <a:off x="3530532" y="1496185"/>
              <a:ext cx="323430" cy="463587"/>
              <a:chOff x="3530532" y="1496185"/>
              <a:chExt cx="323430" cy="463587"/>
            </a:xfrm>
          </p:grpSpPr>
          <p:grpSp>
            <p:nvGrpSpPr>
              <p:cNvPr id="4573" name="Google Shape;4573;p55"/>
              <p:cNvGrpSpPr/>
              <p:nvPr/>
            </p:nvGrpSpPr>
            <p:grpSpPr>
              <a:xfrm>
                <a:off x="3567462" y="1496185"/>
                <a:ext cx="286500" cy="361376"/>
                <a:chOff x="3567462" y="1496185"/>
                <a:chExt cx="286500" cy="361376"/>
              </a:xfrm>
            </p:grpSpPr>
            <p:cxnSp>
              <p:nvCxnSpPr>
                <p:cNvPr id="4574" name="Google Shape;4574;p5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75" name="Google Shape;4575;p5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6" name="Google Shape;4576;p5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55"/>
            <p:cNvGrpSpPr/>
            <p:nvPr/>
          </p:nvGrpSpPr>
          <p:grpSpPr>
            <a:xfrm>
              <a:off x="3891569" y="1779209"/>
              <a:ext cx="323945" cy="423706"/>
              <a:chOff x="3891569" y="1779209"/>
              <a:chExt cx="323945" cy="423706"/>
            </a:xfrm>
          </p:grpSpPr>
          <p:grpSp>
            <p:nvGrpSpPr>
              <p:cNvPr id="4578" name="Google Shape;4578;p55"/>
              <p:cNvGrpSpPr/>
              <p:nvPr/>
            </p:nvGrpSpPr>
            <p:grpSpPr>
              <a:xfrm>
                <a:off x="3929014" y="1881638"/>
                <a:ext cx="286500" cy="321278"/>
                <a:chOff x="3929014" y="1881638"/>
                <a:chExt cx="286500" cy="321278"/>
              </a:xfrm>
            </p:grpSpPr>
            <p:cxnSp>
              <p:nvCxnSpPr>
                <p:cNvPr id="4579" name="Google Shape;4579;p5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580" name="Google Shape;4580;p5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1" name="Google Shape;4581;p5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55"/>
            <p:cNvGrpSpPr/>
            <p:nvPr/>
          </p:nvGrpSpPr>
          <p:grpSpPr>
            <a:xfrm>
              <a:off x="4252606" y="1496185"/>
              <a:ext cx="324721" cy="463587"/>
              <a:chOff x="4252606" y="1496185"/>
              <a:chExt cx="324721" cy="463587"/>
            </a:xfrm>
          </p:grpSpPr>
          <p:grpSp>
            <p:nvGrpSpPr>
              <p:cNvPr id="4583" name="Google Shape;4583;p55"/>
              <p:cNvGrpSpPr/>
              <p:nvPr/>
            </p:nvGrpSpPr>
            <p:grpSpPr>
              <a:xfrm>
                <a:off x="4290828" y="1496185"/>
                <a:ext cx="286500" cy="361376"/>
                <a:chOff x="4290828" y="1496185"/>
                <a:chExt cx="286500" cy="361376"/>
              </a:xfrm>
            </p:grpSpPr>
            <p:cxnSp>
              <p:nvCxnSpPr>
                <p:cNvPr id="4584" name="Google Shape;4584;p5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85" name="Google Shape;4585;p5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6" name="Google Shape;4586;p5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7" name="Google Shape;4587;p55"/>
            <p:cNvGrpSpPr/>
            <p:nvPr/>
          </p:nvGrpSpPr>
          <p:grpSpPr>
            <a:xfrm>
              <a:off x="4613643" y="1763716"/>
              <a:ext cx="325308" cy="439200"/>
              <a:chOff x="4613643" y="1763716"/>
              <a:chExt cx="325308" cy="439200"/>
            </a:xfrm>
          </p:grpSpPr>
          <p:grpSp>
            <p:nvGrpSpPr>
              <p:cNvPr id="4588" name="Google Shape;4588;p55"/>
              <p:cNvGrpSpPr/>
              <p:nvPr/>
            </p:nvGrpSpPr>
            <p:grpSpPr>
              <a:xfrm>
                <a:off x="4652451" y="1879538"/>
                <a:ext cx="286500" cy="323378"/>
                <a:chOff x="4652451" y="1879538"/>
                <a:chExt cx="286500" cy="323378"/>
              </a:xfrm>
            </p:grpSpPr>
            <p:cxnSp>
              <p:nvCxnSpPr>
                <p:cNvPr id="4589" name="Google Shape;4589;p5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590" name="Google Shape;4590;p5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1" name="Google Shape;4591;p5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2" name="Google Shape;4592;p55"/>
          <p:cNvGrpSpPr/>
          <p:nvPr/>
        </p:nvGrpSpPr>
        <p:grpSpPr>
          <a:xfrm>
            <a:off x="3417981" y="2143759"/>
            <a:ext cx="1652173" cy="391517"/>
            <a:chOff x="3512551" y="2358270"/>
            <a:chExt cx="1597383" cy="378533"/>
          </a:xfrm>
        </p:grpSpPr>
        <p:cxnSp>
          <p:nvCxnSpPr>
            <p:cNvPr id="4593" name="Google Shape;4593;p55"/>
            <p:cNvCxnSpPr>
              <a:stCxn id="4594" idx="6"/>
              <a:endCxn id="459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596" name="Google Shape;4596;p55"/>
            <p:cNvGrpSpPr/>
            <p:nvPr/>
          </p:nvGrpSpPr>
          <p:grpSpPr>
            <a:xfrm>
              <a:off x="3512551" y="2358270"/>
              <a:ext cx="225647" cy="307714"/>
              <a:chOff x="2182679" y="2004714"/>
              <a:chExt cx="792300" cy="1080458"/>
            </a:xfrm>
          </p:grpSpPr>
          <p:cxnSp>
            <p:nvCxnSpPr>
              <p:cNvPr id="4597" name="Google Shape;4597;p55"/>
              <p:cNvCxnSpPr>
                <a:stCxn id="459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94" name="Google Shape;4594;p5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9" name="Google Shape;4599;p55"/>
            <p:cNvGrpSpPr/>
            <p:nvPr/>
          </p:nvGrpSpPr>
          <p:grpSpPr>
            <a:xfrm>
              <a:off x="3969644" y="2440153"/>
              <a:ext cx="225853" cy="296651"/>
              <a:chOff x="3775710" y="1729289"/>
              <a:chExt cx="136500" cy="179289"/>
            </a:xfrm>
          </p:grpSpPr>
          <p:cxnSp>
            <p:nvCxnSpPr>
              <p:cNvPr id="4600" name="Google Shape;4600;p5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601" name="Google Shape;4601;p5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 name="Google Shape;4603;p55"/>
            <p:cNvGrpSpPr/>
            <p:nvPr/>
          </p:nvGrpSpPr>
          <p:grpSpPr>
            <a:xfrm>
              <a:off x="4427051" y="2358270"/>
              <a:ext cx="225647" cy="307714"/>
              <a:chOff x="5393704" y="2004714"/>
              <a:chExt cx="792300" cy="1080458"/>
            </a:xfrm>
          </p:grpSpPr>
          <p:cxnSp>
            <p:nvCxnSpPr>
              <p:cNvPr id="4604" name="Google Shape;4604;p55"/>
              <p:cNvCxnSpPr>
                <a:stCxn id="460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606" name="Google Shape;4606;p5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7" name="Google Shape;4607;p55"/>
            <p:cNvGrpSpPr/>
            <p:nvPr/>
          </p:nvGrpSpPr>
          <p:grpSpPr>
            <a:xfrm>
              <a:off x="4884287" y="2440252"/>
              <a:ext cx="225647" cy="296532"/>
              <a:chOff x="6999166" y="2292572"/>
              <a:chExt cx="792300" cy="1041192"/>
            </a:xfrm>
          </p:grpSpPr>
          <p:cxnSp>
            <p:nvCxnSpPr>
              <p:cNvPr id="4608" name="Google Shape;4608;p5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595" name="Google Shape;4595;p5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0" name="Google Shape;4610;p55"/>
          <p:cNvGrpSpPr/>
          <p:nvPr/>
        </p:nvGrpSpPr>
        <p:grpSpPr>
          <a:xfrm>
            <a:off x="6838789" y="979959"/>
            <a:ext cx="1581844" cy="732818"/>
            <a:chOff x="634175" y="2986275"/>
            <a:chExt cx="3147949" cy="1458344"/>
          </a:xfrm>
        </p:grpSpPr>
        <p:cxnSp>
          <p:nvCxnSpPr>
            <p:cNvPr id="4611" name="Google Shape;4611;p55"/>
            <p:cNvCxnSpPr>
              <a:stCxn id="4612" idx="4"/>
              <a:endCxn id="461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614" name="Google Shape;4614;p55"/>
            <p:cNvCxnSpPr>
              <a:stCxn id="4613" idx="0"/>
              <a:endCxn id="461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616" name="Google Shape;4616;p55"/>
            <p:cNvCxnSpPr>
              <a:stCxn id="4615" idx="4"/>
              <a:endCxn id="461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618" name="Google Shape;4618;p55"/>
            <p:cNvCxnSpPr>
              <a:stCxn id="4617" idx="0"/>
              <a:endCxn id="461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619" name="Google Shape;4619;p5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15" name="Google Shape;4615;p5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12" name="Google Shape;4612;p5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17" name="Google Shape;4617;p5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13" name="Google Shape;4613;p5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620" name="Google Shape;4620;p55"/>
          <p:cNvGrpSpPr/>
          <p:nvPr/>
        </p:nvGrpSpPr>
        <p:grpSpPr>
          <a:xfrm>
            <a:off x="3406504" y="2674269"/>
            <a:ext cx="1675128" cy="313674"/>
            <a:chOff x="998425" y="1182125"/>
            <a:chExt cx="1065400" cy="199500"/>
          </a:xfrm>
        </p:grpSpPr>
        <p:sp>
          <p:nvSpPr>
            <p:cNvPr id="4621" name="Google Shape;4621;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6" name="Google Shape;4626;p55"/>
          <p:cNvGrpSpPr/>
          <p:nvPr/>
        </p:nvGrpSpPr>
        <p:grpSpPr>
          <a:xfrm>
            <a:off x="3406503" y="3630235"/>
            <a:ext cx="1675129" cy="525345"/>
            <a:chOff x="5194708" y="3484366"/>
            <a:chExt cx="3148148" cy="987304"/>
          </a:xfrm>
        </p:grpSpPr>
        <p:grpSp>
          <p:nvGrpSpPr>
            <p:cNvPr id="4627" name="Google Shape;4627;p55"/>
            <p:cNvGrpSpPr/>
            <p:nvPr/>
          </p:nvGrpSpPr>
          <p:grpSpPr>
            <a:xfrm>
              <a:off x="7531521" y="3484366"/>
              <a:ext cx="811335" cy="987304"/>
              <a:chOff x="3379425" y="1617275"/>
              <a:chExt cx="1090650" cy="1327200"/>
            </a:xfrm>
          </p:grpSpPr>
          <p:sp>
            <p:nvSpPr>
              <p:cNvPr id="4628" name="Google Shape;4628;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1" name="Google Shape;4631;p55"/>
            <p:cNvGrpSpPr/>
            <p:nvPr/>
          </p:nvGrpSpPr>
          <p:grpSpPr>
            <a:xfrm>
              <a:off x="6752546" y="3484366"/>
              <a:ext cx="811428" cy="987304"/>
              <a:chOff x="2332275" y="1617275"/>
              <a:chExt cx="1090775" cy="1327200"/>
            </a:xfrm>
          </p:grpSpPr>
          <p:sp>
            <p:nvSpPr>
              <p:cNvPr id="4632" name="Google Shape;4632;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5" name="Google Shape;4635;p55"/>
            <p:cNvGrpSpPr/>
            <p:nvPr/>
          </p:nvGrpSpPr>
          <p:grpSpPr>
            <a:xfrm>
              <a:off x="5973664" y="3484366"/>
              <a:ext cx="811335" cy="987304"/>
              <a:chOff x="1285250" y="1617275"/>
              <a:chExt cx="1090650" cy="1327200"/>
            </a:xfrm>
          </p:grpSpPr>
          <p:sp>
            <p:nvSpPr>
              <p:cNvPr id="4636" name="Google Shape;4636;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9" name="Google Shape;4639;p55"/>
            <p:cNvGrpSpPr/>
            <p:nvPr/>
          </p:nvGrpSpPr>
          <p:grpSpPr>
            <a:xfrm>
              <a:off x="5194708" y="3484366"/>
              <a:ext cx="811409" cy="987304"/>
              <a:chOff x="238125" y="1617275"/>
              <a:chExt cx="1090750" cy="1327200"/>
            </a:xfrm>
          </p:grpSpPr>
          <p:sp>
            <p:nvSpPr>
              <p:cNvPr id="4640" name="Google Shape;4640;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3" name="Google Shape;4643;p55"/>
          <p:cNvGrpSpPr/>
          <p:nvPr/>
        </p:nvGrpSpPr>
        <p:grpSpPr>
          <a:xfrm>
            <a:off x="6840188" y="2276124"/>
            <a:ext cx="1579046" cy="522230"/>
            <a:chOff x="6853641" y="2534077"/>
            <a:chExt cx="1515545" cy="501229"/>
          </a:xfrm>
        </p:grpSpPr>
        <p:grpSp>
          <p:nvGrpSpPr>
            <p:cNvPr id="4644" name="Google Shape;4644;p55"/>
            <p:cNvGrpSpPr/>
            <p:nvPr/>
          </p:nvGrpSpPr>
          <p:grpSpPr>
            <a:xfrm>
              <a:off x="6853641" y="2618923"/>
              <a:ext cx="1515545" cy="324556"/>
              <a:chOff x="6853641" y="2618923"/>
              <a:chExt cx="1515545" cy="324556"/>
            </a:xfrm>
          </p:grpSpPr>
          <p:sp>
            <p:nvSpPr>
              <p:cNvPr id="4645" name="Google Shape;4645;p5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0" name="Google Shape;4650;p5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5" name="Google Shape;4655;p55"/>
          <p:cNvGrpSpPr/>
          <p:nvPr/>
        </p:nvGrpSpPr>
        <p:grpSpPr>
          <a:xfrm>
            <a:off x="3435080" y="3151165"/>
            <a:ext cx="1617976" cy="346616"/>
            <a:chOff x="1808063" y="4294338"/>
            <a:chExt cx="3370782" cy="721817"/>
          </a:xfrm>
        </p:grpSpPr>
        <p:sp>
          <p:nvSpPr>
            <p:cNvPr id="4656" name="Google Shape;4656;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55"/>
          <p:cNvGrpSpPr/>
          <p:nvPr/>
        </p:nvGrpSpPr>
        <p:grpSpPr>
          <a:xfrm>
            <a:off x="5261076" y="3817915"/>
            <a:ext cx="1417067" cy="350605"/>
            <a:chOff x="4234950" y="2101012"/>
            <a:chExt cx="4219974" cy="1044090"/>
          </a:xfrm>
        </p:grpSpPr>
        <p:sp>
          <p:nvSpPr>
            <p:cNvPr id="4667" name="Google Shape;4667;p5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3" name="Google Shape;4683;p55"/>
          <p:cNvGrpSpPr/>
          <p:nvPr/>
        </p:nvGrpSpPr>
        <p:grpSpPr>
          <a:xfrm>
            <a:off x="6836548" y="1808672"/>
            <a:ext cx="1586327" cy="371557"/>
            <a:chOff x="1247650" y="2075423"/>
            <a:chExt cx="6648477" cy="1557238"/>
          </a:xfrm>
        </p:grpSpPr>
        <p:sp>
          <p:nvSpPr>
            <p:cNvPr id="4684" name="Google Shape;4684;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55"/>
          <p:cNvGrpSpPr/>
          <p:nvPr/>
        </p:nvGrpSpPr>
        <p:grpSpPr>
          <a:xfrm>
            <a:off x="5267818" y="961862"/>
            <a:ext cx="1415601" cy="1648533"/>
            <a:chOff x="1839112" y="2209163"/>
            <a:chExt cx="1918159" cy="2233784"/>
          </a:xfrm>
        </p:grpSpPr>
        <p:sp>
          <p:nvSpPr>
            <p:cNvPr id="4691" name="Google Shape;4691;p5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94" name="Google Shape;4694;p55"/>
            <p:cNvCxnSpPr>
              <a:stCxn id="4691" idx="6"/>
              <a:endCxn id="469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95" name="Google Shape;4695;p55"/>
            <p:cNvCxnSpPr>
              <a:stCxn id="4692" idx="4"/>
              <a:endCxn id="469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697" name="Google Shape;4697;p55"/>
            <p:cNvCxnSpPr>
              <a:stCxn id="4696" idx="6"/>
              <a:endCxn id="469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98" name="Google Shape;4698;p55"/>
            <p:cNvCxnSpPr>
              <a:stCxn id="4693" idx="4"/>
              <a:endCxn id="469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696" name="Google Shape;4696;p5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01" name="Google Shape;4701;p55"/>
            <p:cNvCxnSpPr>
              <a:endCxn id="470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702" name="Google Shape;4702;p55"/>
          <p:cNvGrpSpPr/>
          <p:nvPr/>
        </p:nvGrpSpPr>
        <p:grpSpPr>
          <a:xfrm>
            <a:off x="3425084" y="979946"/>
            <a:ext cx="1637968" cy="154942"/>
            <a:chOff x="238125" y="2506075"/>
            <a:chExt cx="7115411" cy="673075"/>
          </a:xfrm>
        </p:grpSpPr>
        <p:sp>
          <p:nvSpPr>
            <p:cNvPr id="4703" name="Google Shape;4703;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55"/>
          <p:cNvGrpSpPr/>
          <p:nvPr/>
        </p:nvGrpSpPr>
        <p:grpSpPr>
          <a:xfrm>
            <a:off x="1965820" y="1294664"/>
            <a:ext cx="1262932" cy="785408"/>
            <a:chOff x="548861" y="389676"/>
            <a:chExt cx="3843371" cy="2390163"/>
          </a:xfrm>
        </p:grpSpPr>
        <p:cxnSp>
          <p:nvCxnSpPr>
            <p:cNvPr id="4709" name="Google Shape;4709;p5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710" name="Google Shape;4710;p5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711" name="Google Shape;4711;p5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712" name="Google Shape;4712;p5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713" name="Google Shape;4713;p5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714" name="Google Shape;4714;p5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15" name="Google Shape;4715;p5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716" name="Google Shape;4716;p5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55"/>
          <p:cNvGrpSpPr/>
          <p:nvPr/>
        </p:nvGrpSpPr>
        <p:grpSpPr>
          <a:xfrm>
            <a:off x="753952" y="2401541"/>
            <a:ext cx="1412054" cy="633562"/>
            <a:chOff x="1187400" y="2529299"/>
            <a:chExt cx="6769193" cy="2241903"/>
          </a:xfrm>
        </p:grpSpPr>
        <p:sp>
          <p:nvSpPr>
            <p:cNvPr id="4723" name="Google Shape;4723;p5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724" name="Google Shape;4724;p5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25" name="Google Shape;4725;p5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26" name="Google Shape;4726;p5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27" name="Google Shape;4727;p5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28" name="Google Shape;4728;p5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29" name="Google Shape;4729;p5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730" name="Google Shape;4730;p55"/>
            <p:cNvCxnSpPr>
              <a:stCxn id="4723" idx="2"/>
              <a:endCxn id="472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31" name="Google Shape;4731;p55"/>
            <p:cNvCxnSpPr>
              <a:stCxn id="4725" idx="0"/>
              <a:endCxn id="472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32" name="Google Shape;4732;p55"/>
            <p:cNvCxnSpPr>
              <a:stCxn id="4725" idx="2"/>
              <a:endCxn id="472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33" name="Google Shape;4733;p55"/>
            <p:cNvCxnSpPr>
              <a:stCxn id="4726" idx="0"/>
              <a:endCxn id="472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34" name="Google Shape;4734;p55"/>
            <p:cNvCxnSpPr>
              <a:stCxn id="4724" idx="2"/>
              <a:endCxn id="472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35" name="Google Shape;4735;p55"/>
            <p:cNvCxnSpPr>
              <a:stCxn id="4728" idx="0"/>
              <a:endCxn id="472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736" name="Google Shape;4736;p55"/>
          <p:cNvGrpSpPr/>
          <p:nvPr/>
        </p:nvGrpSpPr>
        <p:grpSpPr>
          <a:xfrm>
            <a:off x="6840198" y="2894250"/>
            <a:ext cx="1579035" cy="540873"/>
            <a:chOff x="6895650" y="3126697"/>
            <a:chExt cx="1436662" cy="492105"/>
          </a:xfrm>
        </p:grpSpPr>
        <p:sp>
          <p:nvSpPr>
            <p:cNvPr id="4737" name="Google Shape;4737;p5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2" name="Google Shape;4742;p55"/>
            <p:cNvGrpSpPr/>
            <p:nvPr/>
          </p:nvGrpSpPr>
          <p:grpSpPr>
            <a:xfrm>
              <a:off x="6995957" y="3335810"/>
              <a:ext cx="1230393" cy="71754"/>
              <a:chOff x="6995957" y="3287964"/>
              <a:chExt cx="1230393" cy="71754"/>
            </a:xfrm>
          </p:grpSpPr>
          <p:sp>
            <p:nvSpPr>
              <p:cNvPr id="4743" name="Google Shape;4743;p5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8" name="Google Shape;4748;p55"/>
          <p:cNvGrpSpPr/>
          <p:nvPr/>
        </p:nvGrpSpPr>
        <p:grpSpPr>
          <a:xfrm>
            <a:off x="6838780" y="3531013"/>
            <a:ext cx="1581862" cy="650625"/>
            <a:chOff x="6777990" y="3710194"/>
            <a:chExt cx="1646915" cy="677382"/>
          </a:xfrm>
        </p:grpSpPr>
        <p:grpSp>
          <p:nvGrpSpPr>
            <p:cNvPr id="4749" name="Google Shape;4749;p55"/>
            <p:cNvGrpSpPr/>
            <p:nvPr/>
          </p:nvGrpSpPr>
          <p:grpSpPr>
            <a:xfrm>
              <a:off x="6777990" y="3874492"/>
              <a:ext cx="411129" cy="513083"/>
              <a:chOff x="6777990" y="3874492"/>
              <a:chExt cx="411129" cy="513083"/>
            </a:xfrm>
          </p:grpSpPr>
          <p:cxnSp>
            <p:nvCxnSpPr>
              <p:cNvPr id="4750" name="Google Shape;4750;p5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51" name="Google Shape;4751;p5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55"/>
            <p:cNvGrpSpPr/>
            <p:nvPr/>
          </p:nvGrpSpPr>
          <p:grpSpPr>
            <a:xfrm>
              <a:off x="7188425" y="3710194"/>
              <a:ext cx="411123" cy="520535"/>
              <a:chOff x="7188425" y="3710194"/>
              <a:chExt cx="411123" cy="520535"/>
            </a:xfrm>
          </p:grpSpPr>
          <p:cxnSp>
            <p:nvCxnSpPr>
              <p:cNvPr id="4753" name="Google Shape;4753;p5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54" name="Google Shape;4754;p5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55"/>
            <p:cNvGrpSpPr/>
            <p:nvPr/>
          </p:nvGrpSpPr>
          <p:grpSpPr>
            <a:xfrm>
              <a:off x="7603341" y="3874492"/>
              <a:ext cx="411474" cy="513083"/>
              <a:chOff x="7603341" y="3874492"/>
              <a:chExt cx="411474" cy="513083"/>
            </a:xfrm>
          </p:grpSpPr>
          <p:cxnSp>
            <p:nvCxnSpPr>
              <p:cNvPr id="4756" name="Google Shape;4756;p5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57" name="Google Shape;4757;p5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55"/>
            <p:cNvGrpSpPr/>
            <p:nvPr/>
          </p:nvGrpSpPr>
          <p:grpSpPr>
            <a:xfrm>
              <a:off x="8013776" y="3722847"/>
              <a:ext cx="411129" cy="507881"/>
              <a:chOff x="8013776" y="3722847"/>
              <a:chExt cx="411129" cy="507881"/>
            </a:xfrm>
          </p:grpSpPr>
          <p:cxnSp>
            <p:nvCxnSpPr>
              <p:cNvPr id="4759" name="Google Shape;4759;p5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760" name="Google Shape;4760;p5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61" name="Google Shape;4761;p55"/>
          <p:cNvGrpSpPr/>
          <p:nvPr/>
        </p:nvGrpSpPr>
        <p:grpSpPr>
          <a:xfrm>
            <a:off x="5258295" y="2703853"/>
            <a:ext cx="1421889" cy="1020603"/>
            <a:chOff x="5190863" y="2824811"/>
            <a:chExt cx="1544860" cy="1108869"/>
          </a:xfrm>
        </p:grpSpPr>
        <p:grpSp>
          <p:nvGrpSpPr>
            <p:cNvPr id="4762" name="Google Shape;4762;p55"/>
            <p:cNvGrpSpPr/>
            <p:nvPr/>
          </p:nvGrpSpPr>
          <p:grpSpPr>
            <a:xfrm>
              <a:off x="5938695" y="3176919"/>
              <a:ext cx="685761" cy="404739"/>
              <a:chOff x="5938695" y="3176919"/>
              <a:chExt cx="685761" cy="404739"/>
            </a:xfrm>
          </p:grpSpPr>
          <p:grpSp>
            <p:nvGrpSpPr>
              <p:cNvPr id="4763" name="Google Shape;4763;p55"/>
              <p:cNvGrpSpPr/>
              <p:nvPr/>
            </p:nvGrpSpPr>
            <p:grpSpPr>
              <a:xfrm>
                <a:off x="5938695" y="3176919"/>
                <a:ext cx="685761" cy="404739"/>
                <a:chOff x="5938695" y="3176919"/>
                <a:chExt cx="685761" cy="404739"/>
              </a:xfrm>
            </p:grpSpPr>
            <p:sp>
              <p:nvSpPr>
                <p:cNvPr id="4764" name="Google Shape;4764;p5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6" name="Google Shape;4766;p5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55"/>
            <p:cNvGrpSpPr/>
            <p:nvPr/>
          </p:nvGrpSpPr>
          <p:grpSpPr>
            <a:xfrm>
              <a:off x="5305233" y="3176835"/>
              <a:ext cx="685971" cy="404655"/>
              <a:chOff x="5305233" y="3176835"/>
              <a:chExt cx="685971" cy="404655"/>
            </a:xfrm>
          </p:grpSpPr>
          <p:grpSp>
            <p:nvGrpSpPr>
              <p:cNvPr id="4768" name="Google Shape;4768;p55"/>
              <p:cNvGrpSpPr/>
              <p:nvPr/>
            </p:nvGrpSpPr>
            <p:grpSpPr>
              <a:xfrm>
                <a:off x="5305233" y="3176835"/>
                <a:ext cx="685971" cy="404655"/>
                <a:chOff x="5305233" y="3176835"/>
                <a:chExt cx="685971" cy="404655"/>
              </a:xfrm>
            </p:grpSpPr>
            <p:sp>
              <p:nvSpPr>
                <p:cNvPr id="4769" name="Google Shape;4769;p5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1" name="Google Shape;4771;p5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2" name="Google Shape;4772;p5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3" name="Google Shape;4773;p55"/>
            <p:cNvGrpSpPr/>
            <p:nvPr/>
          </p:nvGrpSpPr>
          <p:grpSpPr>
            <a:xfrm>
              <a:off x="5657361" y="2824811"/>
              <a:ext cx="1078361" cy="404655"/>
              <a:chOff x="5657361" y="2824811"/>
              <a:chExt cx="1078361" cy="404655"/>
            </a:xfrm>
          </p:grpSpPr>
          <p:grpSp>
            <p:nvGrpSpPr>
              <p:cNvPr id="4774" name="Google Shape;4774;p55"/>
              <p:cNvGrpSpPr/>
              <p:nvPr/>
            </p:nvGrpSpPr>
            <p:grpSpPr>
              <a:xfrm>
                <a:off x="5657361" y="2824811"/>
                <a:ext cx="1078361" cy="404655"/>
                <a:chOff x="5657361" y="2824811"/>
                <a:chExt cx="1078361" cy="404655"/>
              </a:xfrm>
            </p:grpSpPr>
            <p:grpSp>
              <p:nvGrpSpPr>
                <p:cNvPr id="4775" name="Google Shape;4775;p55"/>
                <p:cNvGrpSpPr/>
                <p:nvPr/>
              </p:nvGrpSpPr>
              <p:grpSpPr>
                <a:xfrm>
                  <a:off x="5938485" y="2824811"/>
                  <a:ext cx="797237" cy="404655"/>
                  <a:chOff x="5938485" y="2824811"/>
                  <a:chExt cx="797237" cy="404655"/>
                </a:xfrm>
              </p:grpSpPr>
              <p:sp>
                <p:nvSpPr>
                  <p:cNvPr id="4776" name="Google Shape;4776;p5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8" name="Google Shape;4778;p5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9" name="Google Shape;4779;p5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0" name="Google Shape;4780;p55"/>
            <p:cNvGrpSpPr/>
            <p:nvPr/>
          </p:nvGrpSpPr>
          <p:grpSpPr>
            <a:xfrm>
              <a:off x="5190863" y="3528942"/>
              <a:ext cx="1078026" cy="404739"/>
              <a:chOff x="5190863" y="3528942"/>
              <a:chExt cx="1078026" cy="404739"/>
            </a:xfrm>
          </p:grpSpPr>
          <p:sp>
            <p:nvSpPr>
              <p:cNvPr id="4781" name="Google Shape;4781;p5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2" name="Google Shape;4782;p55"/>
              <p:cNvGrpSpPr/>
              <p:nvPr/>
            </p:nvGrpSpPr>
            <p:grpSpPr>
              <a:xfrm>
                <a:off x="5190863" y="3528942"/>
                <a:ext cx="1078026" cy="404739"/>
                <a:chOff x="5190863" y="3528942"/>
                <a:chExt cx="1078026" cy="404739"/>
              </a:xfrm>
            </p:grpSpPr>
            <p:sp>
              <p:nvSpPr>
                <p:cNvPr id="4783" name="Google Shape;4783;p5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85" name="Google Shape;4785;p55"/>
          <p:cNvGrpSpPr/>
          <p:nvPr/>
        </p:nvGrpSpPr>
        <p:grpSpPr>
          <a:xfrm>
            <a:off x="724302" y="1268321"/>
            <a:ext cx="1086719" cy="879487"/>
            <a:chOff x="803162" y="1474292"/>
            <a:chExt cx="1086719" cy="879487"/>
          </a:xfrm>
        </p:grpSpPr>
        <p:grpSp>
          <p:nvGrpSpPr>
            <p:cNvPr id="4786" name="Google Shape;4786;p55"/>
            <p:cNvGrpSpPr/>
            <p:nvPr/>
          </p:nvGrpSpPr>
          <p:grpSpPr>
            <a:xfrm>
              <a:off x="803162" y="1625948"/>
              <a:ext cx="445856" cy="576579"/>
              <a:chOff x="803162" y="1625948"/>
              <a:chExt cx="445856" cy="576579"/>
            </a:xfrm>
          </p:grpSpPr>
          <p:sp>
            <p:nvSpPr>
              <p:cNvPr id="4787" name="Google Shape;4787;p5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8" name="Google Shape;4788;p55"/>
              <p:cNvGrpSpPr/>
              <p:nvPr/>
            </p:nvGrpSpPr>
            <p:grpSpPr>
              <a:xfrm>
                <a:off x="1056023" y="1625948"/>
                <a:ext cx="192995" cy="576579"/>
                <a:chOff x="1056023" y="1625948"/>
                <a:chExt cx="192995" cy="576579"/>
              </a:xfrm>
            </p:grpSpPr>
            <p:sp>
              <p:nvSpPr>
                <p:cNvPr id="4789" name="Google Shape;4789;p5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4" name="Google Shape;4794;p55"/>
            <p:cNvGrpSpPr/>
            <p:nvPr/>
          </p:nvGrpSpPr>
          <p:grpSpPr>
            <a:xfrm>
              <a:off x="1371406" y="1474292"/>
              <a:ext cx="518475" cy="879487"/>
              <a:chOff x="1398231" y="1474292"/>
              <a:chExt cx="518475" cy="879487"/>
            </a:xfrm>
          </p:grpSpPr>
          <p:grpSp>
            <p:nvGrpSpPr>
              <p:cNvPr id="4795" name="Google Shape;4795;p55"/>
              <p:cNvGrpSpPr/>
              <p:nvPr/>
            </p:nvGrpSpPr>
            <p:grpSpPr>
              <a:xfrm>
                <a:off x="1398231" y="1474292"/>
                <a:ext cx="518475" cy="341643"/>
                <a:chOff x="1398231" y="1474292"/>
                <a:chExt cx="518475" cy="341643"/>
              </a:xfrm>
            </p:grpSpPr>
            <p:sp>
              <p:nvSpPr>
                <p:cNvPr id="4796" name="Google Shape;4796;p5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7" name="Google Shape;4797;p55"/>
                <p:cNvGrpSpPr/>
                <p:nvPr/>
              </p:nvGrpSpPr>
              <p:grpSpPr>
                <a:xfrm>
                  <a:off x="1616453" y="1474292"/>
                  <a:ext cx="300253" cy="341643"/>
                  <a:chOff x="1616453" y="1475379"/>
                  <a:chExt cx="300253" cy="341643"/>
                </a:xfrm>
              </p:grpSpPr>
              <p:sp>
                <p:nvSpPr>
                  <p:cNvPr id="4798" name="Google Shape;4798;p5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5" name="Google Shape;4805;p55"/>
                  <p:cNvGrpSpPr/>
                  <p:nvPr/>
                </p:nvGrpSpPr>
                <p:grpSpPr>
                  <a:xfrm>
                    <a:off x="1839639" y="1475379"/>
                    <a:ext cx="77067" cy="341643"/>
                    <a:chOff x="1839639" y="1475379"/>
                    <a:chExt cx="77067" cy="341643"/>
                  </a:xfrm>
                </p:grpSpPr>
                <p:sp>
                  <p:nvSpPr>
                    <p:cNvPr id="4806" name="Google Shape;4806;p5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08" name="Google Shape;4808;p55"/>
              <p:cNvGrpSpPr/>
              <p:nvPr/>
            </p:nvGrpSpPr>
            <p:grpSpPr>
              <a:xfrm>
                <a:off x="1398451" y="2012951"/>
                <a:ext cx="518255" cy="340828"/>
                <a:chOff x="1398451" y="2012951"/>
                <a:chExt cx="518255" cy="340828"/>
              </a:xfrm>
            </p:grpSpPr>
            <p:sp>
              <p:nvSpPr>
                <p:cNvPr id="4809" name="Google Shape;4809;p5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0" name="Google Shape;4810;p55"/>
                <p:cNvGrpSpPr/>
                <p:nvPr/>
              </p:nvGrpSpPr>
              <p:grpSpPr>
                <a:xfrm>
                  <a:off x="1616453" y="2012951"/>
                  <a:ext cx="300253" cy="340828"/>
                  <a:chOff x="1616453" y="2013538"/>
                  <a:chExt cx="300253" cy="340828"/>
                </a:xfrm>
              </p:grpSpPr>
              <p:sp>
                <p:nvSpPr>
                  <p:cNvPr id="4811" name="Google Shape;4811;p5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8" name="Google Shape;4818;p55"/>
                  <p:cNvGrpSpPr/>
                  <p:nvPr/>
                </p:nvGrpSpPr>
                <p:grpSpPr>
                  <a:xfrm>
                    <a:off x="1839639" y="2013538"/>
                    <a:ext cx="77067" cy="340828"/>
                    <a:chOff x="1839639" y="2013538"/>
                    <a:chExt cx="77067" cy="340828"/>
                  </a:xfrm>
                </p:grpSpPr>
                <p:sp>
                  <p:nvSpPr>
                    <p:cNvPr id="4819" name="Google Shape;4819;p5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821" name="Google Shape;4821;p55"/>
          <p:cNvGrpSpPr/>
          <p:nvPr/>
        </p:nvGrpSpPr>
        <p:grpSpPr>
          <a:xfrm>
            <a:off x="721126" y="3399508"/>
            <a:ext cx="1368681" cy="682918"/>
            <a:chOff x="724986" y="3605478"/>
            <a:chExt cx="1368681" cy="682918"/>
          </a:xfrm>
        </p:grpSpPr>
        <p:grpSp>
          <p:nvGrpSpPr>
            <p:cNvPr id="4822" name="Google Shape;4822;p55"/>
            <p:cNvGrpSpPr/>
            <p:nvPr/>
          </p:nvGrpSpPr>
          <p:grpSpPr>
            <a:xfrm>
              <a:off x="1289102" y="3823629"/>
              <a:ext cx="240442" cy="250435"/>
              <a:chOff x="-165066" y="3843615"/>
              <a:chExt cx="221259" cy="230455"/>
            </a:xfrm>
          </p:grpSpPr>
          <p:sp>
            <p:nvSpPr>
              <p:cNvPr id="4823" name="Google Shape;4823;p5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55"/>
            <p:cNvGrpSpPr/>
            <p:nvPr/>
          </p:nvGrpSpPr>
          <p:grpSpPr>
            <a:xfrm>
              <a:off x="724986" y="3605478"/>
              <a:ext cx="1368681" cy="682918"/>
              <a:chOff x="724986" y="3605478"/>
              <a:chExt cx="1368681" cy="682918"/>
            </a:xfrm>
          </p:grpSpPr>
          <p:grpSp>
            <p:nvGrpSpPr>
              <p:cNvPr id="4844" name="Google Shape;4844;p55"/>
              <p:cNvGrpSpPr/>
              <p:nvPr/>
            </p:nvGrpSpPr>
            <p:grpSpPr>
              <a:xfrm>
                <a:off x="1498221" y="4047614"/>
                <a:ext cx="529172" cy="240783"/>
                <a:chOff x="1498221" y="4047614"/>
                <a:chExt cx="529172" cy="240783"/>
              </a:xfrm>
            </p:grpSpPr>
            <p:grpSp>
              <p:nvGrpSpPr>
                <p:cNvPr id="4845" name="Google Shape;4845;p55"/>
                <p:cNvGrpSpPr/>
                <p:nvPr/>
              </p:nvGrpSpPr>
              <p:grpSpPr>
                <a:xfrm>
                  <a:off x="1826655" y="4224370"/>
                  <a:ext cx="200738" cy="25631"/>
                  <a:chOff x="1826655" y="4224370"/>
                  <a:chExt cx="200738" cy="25631"/>
                </a:xfrm>
              </p:grpSpPr>
              <p:sp>
                <p:nvSpPr>
                  <p:cNvPr id="4846" name="Google Shape;4846;p5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8" name="Google Shape;4848;p55"/>
                <p:cNvGrpSpPr/>
                <p:nvPr/>
              </p:nvGrpSpPr>
              <p:grpSpPr>
                <a:xfrm>
                  <a:off x="1498221" y="4047614"/>
                  <a:ext cx="328444" cy="240783"/>
                  <a:chOff x="1498221" y="4047614"/>
                  <a:chExt cx="328444" cy="240783"/>
                </a:xfrm>
              </p:grpSpPr>
              <p:sp>
                <p:nvSpPr>
                  <p:cNvPr id="4849" name="Google Shape;4849;p5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0" name="Google Shape;4850;p55"/>
                  <p:cNvGrpSpPr/>
                  <p:nvPr/>
                </p:nvGrpSpPr>
                <p:grpSpPr>
                  <a:xfrm>
                    <a:off x="1498221" y="4047614"/>
                    <a:ext cx="150566" cy="190416"/>
                    <a:chOff x="1498221" y="4047614"/>
                    <a:chExt cx="150566" cy="190416"/>
                  </a:xfrm>
                </p:grpSpPr>
                <p:sp>
                  <p:nvSpPr>
                    <p:cNvPr id="4851" name="Google Shape;4851;p5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53" name="Google Shape;4853;p55"/>
              <p:cNvGrpSpPr/>
              <p:nvPr/>
            </p:nvGrpSpPr>
            <p:grpSpPr>
              <a:xfrm>
                <a:off x="1560718" y="3800594"/>
                <a:ext cx="532948" cy="302090"/>
                <a:chOff x="1560718" y="3800594"/>
                <a:chExt cx="532948" cy="302090"/>
              </a:xfrm>
            </p:grpSpPr>
            <p:grpSp>
              <p:nvGrpSpPr>
                <p:cNvPr id="4854" name="Google Shape;4854;p55"/>
                <p:cNvGrpSpPr/>
                <p:nvPr/>
              </p:nvGrpSpPr>
              <p:grpSpPr>
                <a:xfrm>
                  <a:off x="1912179" y="3827344"/>
                  <a:ext cx="181487" cy="25631"/>
                  <a:chOff x="1912179" y="3827344"/>
                  <a:chExt cx="181487" cy="25631"/>
                </a:xfrm>
              </p:grpSpPr>
              <p:sp>
                <p:nvSpPr>
                  <p:cNvPr id="4855" name="Google Shape;4855;p5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7" name="Google Shape;4857;p55"/>
                <p:cNvGrpSpPr/>
                <p:nvPr/>
              </p:nvGrpSpPr>
              <p:grpSpPr>
                <a:xfrm>
                  <a:off x="1912179" y="4044505"/>
                  <a:ext cx="181487" cy="25622"/>
                  <a:chOff x="1912179" y="4044506"/>
                  <a:chExt cx="181487" cy="25622"/>
                </a:xfrm>
              </p:grpSpPr>
              <p:sp>
                <p:nvSpPr>
                  <p:cNvPr id="4858" name="Google Shape;4858;p5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0" name="Google Shape;4860;p55"/>
                <p:cNvGrpSpPr/>
                <p:nvPr/>
              </p:nvGrpSpPr>
              <p:grpSpPr>
                <a:xfrm>
                  <a:off x="1560718" y="3800594"/>
                  <a:ext cx="351472" cy="302090"/>
                  <a:chOff x="1560718" y="3800594"/>
                  <a:chExt cx="351472" cy="302090"/>
                </a:xfrm>
              </p:grpSpPr>
              <p:grpSp>
                <p:nvGrpSpPr>
                  <p:cNvPr id="4861" name="Google Shape;4861;p55"/>
                  <p:cNvGrpSpPr/>
                  <p:nvPr/>
                </p:nvGrpSpPr>
                <p:grpSpPr>
                  <a:xfrm>
                    <a:off x="1560718" y="3842857"/>
                    <a:ext cx="173586" cy="217131"/>
                    <a:chOff x="1560718" y="3842857"/>
                    <a:chExt cx="173586" cy="217131"/>
                  </a:xfrm>
                </p:grpSpPr>
                <p:sp>
                  <p:nvSpPr>
                    <p:cNvPr id="4862" name="Google Shape;4862;p5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5" name="Google Shape;4865;p5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867" name="Google Shape;4867;p5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8" name="Google Shape;4868;p55"/>
              <p:cNvGrpSpPr/>
              <p:nvPr/>
            </p:nvGrpSpPr>
            <p:grpSpPr>
              <a:xfrm>
                <a:off x="785350" y="3605478"/>
                <a:ext cx="535311" cy="249245"/>
                <a:chOff x="785350" y="3605478"/>
                <a:chExt cx="535311" cy="249245"/>
              </a:xfrm>
            </p:grpSpPr>
            <p:grpSp>
              <p:nvGrpSpPr>
                <p:cNvPr id="4869" name="Google Shape;4869;p55"/>
                <p:cNvGrpSpPr/>
                <p:nvPr/>
              </p:nvGrpSpPr>
              <p:grpSpPr>
                <a:xfrm>
                  <a:off x="785350" y="3605478"/>
                  <a:ext cx="376191" cy="102736"/>
                  <a:chOff x="785350" y="3605478"/>
                  <a:chExt cx="376191" cy="102736"/>
                </a:xfrm>
              </p:grpSpPr>
              <p:sp>
                <p:nvSpPr>
                  <p:cNvPr id="4870" name="Google Shape;4870;p5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3" name="Google Shape;4873;p55"/>
                <p:cNvGrpSpPr/>
                <p:nvPr/>
              </p:nvGrpSpPr>
              <p:grpSpPr>
                <a:xfrm>
                  <a:off x="1161530" y="3655851"/>
                  <a:ext cx="159131" cy="198872"/>
                  <a:chOff x="1161530" y="3655851"/>
                  <a:chExt cx="159131" cy="198872"/>
                </a:xfrm>
              </p:grpSpPr>
              <p:sp>
                <p:nvSpPr>
                  <p:cNvPr id="4874" name="Google Shape;4874;p5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6" name="Google Shape;4876;p55"/>
              <p:cNvGrpSpPr/>
              <p:nvPr/>
            </p:nvGrpSpPr>
            <p:grpSpPr>
              <a:xfrm>
                <a:off x="785350" y="4047614"/>
                <a:ext cx="535311" cy="240783"/>
                <a:chOff x="785350" y="4047614"/>
                <a:chExt cx="535311" cy="240783"/>
              </a:xfrm>
            </p:grpSpPr>
            <p:grpSp>
              <p:nvGrpSpPr>
                <p:cNvPr id="4877" name="Google Shape;4877;p55"/>
                <p:cNvGrpSpPr/>
                <p:nvPr/>
              </p:nvGrpSpPr>
              <p:grpSpPr>
                <a:xfrm>
                  <a:off x="1161636" y="4047614"/>
                  <a:ext cx="159025" cy="190415"/>
                  <a:chOff x="1161636" y="4047614"/>
                  <a:chExt cx="159025" cy="190415"/>
                </a:xfrm>
              </p:grpSpPr>
              <p:sp>
                <p:nvSpPr>
                  <p:cNvPr id="4878" name="Google Shape;4878;p5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55"/>
                <p:cNvGrpSpPr/>
                <p:nvPr/>
              </p:nvGrpSpPr>
              <p:grpSpPr>
                <a:xfrm>
                  <a:off x="785350" y="4185661"/>
                  <a:ext cx="376191" cy="102736"/>
                  <a:chOff x="785350" y="4185661"/>
                  <a:chExt cx="376191" cy="102736"/>
                </a:xfrm>
              </p:grpSpPr>
              <p:sp>
                <p:nvSpPr>
                  <p:cNvPr id="4881" name="Google Shape;4881;p5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84" name="Google Shape;4884;p55"/>
              <p:cNvGrpSpPr/>
              <p:nvPr/>
            </p:nvGrpSpPr>
            <p:grpSpPr>
              <a:xfrm>
                <a:off x="1501054" y="3605478"/>
                <a:ext cx="526340" cy="249240"/>
                <a:chOff x="1501054" y="3605478"/>
                <a:chExt cx="526340" cy="249240"/>
              </a:xfrm>
            </p:grpSpPr>
            <p:grpSp>
              <p:nvGrpSpPr>
                <p:cNvPr id="4885" name="Google Shape;4885;p55"/>
                <p:cNvGrpSpPr/>
                <p:nvPr/>
              </p:nvGrpSpPr>
              <p:grpSpPr>
                <a:xfrm>
                  <a:off x="1834208" y="3643867"/>
                  <a:ext cx="193185" cy="25622"/>
                  <a:chOff x="1834208" y="3643867"/>
                  <a:chExt cx="193185" cy="25622"/>
                </a:xfrm>
              </p:grpSpPr>
              <p:sp>
                <p:nvSpPr>
                  <p:cNvPr id="4886" name="Google Shape;4886;p5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55"/>
                <p:cNvGrpSpPr/>
                <p:nvPr/>
              </p:nvGrpSpPr>
              <p:grpSpPr>
                <a:xfrm>
                  <a:off x="1501054" y="3605478"/>
                  <a:ext cx="333165" cy="249240"/>
                  <a:chOff x="1501054" y="3605478"/>
                  <a:chExt cx="333165" cy="249240"/>
                </a:xfrm>
              </p:grpSpPr>
              <p:sp>
                <p:nvSpPr>
                  <p:cNvPr id="4889" name="Google Shape;4889;p5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0" name="Google Shape;4890;p55"/>
                  <p:cNvGrpSpPr/>
                  <p:nvPr/>
                </p:nvGrpSpPr>
                <p:grpSpPr>
                  <a:xfrm>
                    <a:off x="1501054" y="3655851"/>
                    <a:ext cx="155286" cy="198867"/>
                    <a:chOff x="1501054" y="3655851"/>
                    <a:chExt cx="155286" cy="198867"/>
                  </a:xfrm>
                </p:grpSpPr>
                <p:sp>
                  <p:nvSpPr>
                    <p:cNvPr id="4891" name="Google Shape;4891;p5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93" name="Google Shape;4893;p55"/>
              <p:cNvGrpSpPr/>
              <p:nvPr/>
            </p:nvGrpSpPr>
            <p:grpSpPr>
              <a:xfrm>
                <a:off x="724986" y="3800594"/>
                <a:ext cx="532950" cy="302090"/>
                <a:chOff x="724986" y="3800594"/>
                <a:chExt cx="532950" cy="302090"/>
              </a:xfrm>
            </p:grpSpPr>
            <p:grpSp>
              <p:nvGrpSpPr>
                <p:cNvPr id="4894" name="Google Shape;4894;p55"/>
                <p:cNvGrpSpPr/>
                <p:nvPr/>
              </p:nvGrpSpPr>
              <p:grpSpPr>
                <a:xfrm>
                  <a:off x="724986" y="4044367"/>
                  <a:ext cx="181314" cy="25626"/>
                  <a:chOff x="724986" y="4044367"/>
                  <a:chExt cx="181314" cy="25626"/>
                </a:xfrm>
              </p:grpSpPr>
              <p:sp>
                <p:nvSpPr>
                  <p:cNvPr id="4895" name="Google Shape;4895;p5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7" name="Google Shape;4897;p55"/>
                <p:cNvGrpSpPr/>
                <p:nvPr/>
              </p:nvGrpSpPr>
              <p:grpSpPr>
                <a:xfrm>
                  <a:off x="906290" y="3800594"/>
                  <a:ext cx="351646" cy="302090"/>
                  <a:chOff x="906290" y="3800594"/>
                  <a:chExt cx="351646" cy="302090"/>
                </a:xfrm>
              </p:grpSpPr>
              <p:grpSp>
                <p:nvGrpSpPr>
                  <p:cNvPr id="4898" name="Google Shape;4898;p55"/>
                  <p:cNvGrpSpPr/>
                  <p:nvPr/>
                </p:nvGrpSpPr>
                <p:grpSpPr>
                  <a:xfrm>
                    <a:off x="1084172" y="3842857"/>
                    <a:ext cx="173764" cy="217131"/>
                    <a:chOff x="1084172" y="3842857"/>
                    <a:chExt cx="173764" cy="217131"/>
                  </a:xfrm>
                </p:grpSpPr>
                <p:grpSp>
                  <p:nvGrpSpPr>
                    <p:cNvPr id="4899" name="Google Shape;4899;p55"/>
                    <p:cNvGrpSpPr/>
                    <p:nvPr/>
                  </p:nvGrpSpPr>
                  <p:grpSpPr>
                    <a:xfrm>
                      <a:off x="1156862" y="3936509"/>
                      <a:ext cx="101073" cy="25622"/>
                      <a:chOff x="1156862" y="3936509"/>
                      <a:chExt cx="101073" cy="25622"/>
                    </a:xfrm>
                  </p:grpSpPr>
                  <p:sp>
                    <p:nvSpPr>
                      <p:cNvPr id="4900" name="Google Shape;4900;p5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2" name="Google Shape;4902;p5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3" name="Google Shape;4903;p5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 name="Google Shape;4905;p55"/>
                <p:cNvGrpSpPr/>
                <p:nvPr/>
              </p:nvGrpSpPr>
              <p:grpSpPr>
                <a:xfrm>
                  <a:off x="724986" y="3830189"/>
                  <a:ext cx="189533" cy="25626"/>
                  <a:chOff x="724986" y="3830189"/>
                  <a:chExt cx="189533" cy="25626"/>
                </a:xfrm>
              </p:grpSpPr>
              <p:sp>
                <p:nvSpPr>
                  <p:cNvPr id="4906" name="Google Shape;4906;p5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908" name="Google Shape;4908;p55"/>
          <p:cNvGrpSpPr/>
          <p:nvPr/>
        </p:nvGrpSpPr>
        <p:grpSpPr>
          <a:xfrm>
            <a:off x="2249438" y="2249669"/>
            <a:ext cx="948701" cy="935378"/>
            <a:chOff x="2253298" y="2428317"/>
            <a:chExt cx="948701" cy="935378"/>
          </a:xfrm>
        </p:grpSpPr>
        <p:sp>
          <p:nvSpPr>
            <p:cNvPr id="4909" name="Google Shape;4909;p5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5" name="Shape 4945"/>
        <p:cNvGrpSpPr/>
        <p:nvPr/>
      </p:nvGrpSpPr>
      <p:grpSpPr>
        <a:xfrm>
          <a:off x="0" y="0"/>
          <a:ext cx="0" cy="0"/>
          <a:chOff x="0" y="0"/>
          <a:chExt cx="0" cy="0"/>
        </a:xfrm>
      </p:grpSpPr>
      <p:grpSp>
        <p:nvGrpSpPr>
          <p:cNvPr id="4946" name="Google Shape;4946;p56"/>
          <p:cNvGrpSpPr/>
          <p:nvPr/>
        </p:nvGrpSpPr>
        <p:grpSpPr>
          <a:xfrm>
            <a:off x="3339745" y="952988"/>
            <a:ext cx="2363393" cy="1017867"/>
            <a:chOff x="3292400" y="1219146"/>
            <a:chExt cx="2615240" cy="1110239"/>
          </a:xfrm>
        </p:grpSpPr>
        <p:sp>
          <p:nvSpPr>
            <p:cNvPr id="4947" name="Google Shape;4947;p5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948" name="Google Shape;4948;p5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49" name="Google Shape;4949;p5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950" name="Google Shape;4950;p5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951" name="Google Shape;4951;p5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952" name="Google Shape;4952;p5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953" name="Google Shape;4953;p5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954" name="Google Shape;4954;p5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955" name="Google Shape;4955;p5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956" name="Google Shape;4956;p5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957" name="Google Shape;4957;p5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58" name="Google Shape;4958;p5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959" name="Google Shape;4959;p5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960" name="Google Shape;4960;p5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961" name="Google Shape;4961;p56"/>
            <p:cNvGrpSpPr/>
            <p:nvPr/>
          </p:nvGrpSpPr>
          <p:grpSpPr>
            <a:xfrm>
              <a:off x="3748438" y="1378608"/>
              <a:ext cx="2159202" cy="903971"/>
              <a:chOff x="1683525" y="2179850"/>
              <a:chExt cx="4519050" cy="2134525"/>
            </a:xfrm>
          </p:grpSpPr>
          <p:sp>
            <p:nvSpPr>
              <p:cNvPr id="4962" name="Google Shape;4962;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63" name="Google Shape;4963;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64" name="Google Shape;4964;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65" name="Google Shape;4965;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66" name="Google Shape;4966;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67" name="Google Shape;4967;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68" name="Google Shape;4968;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69" name="Google Shape;4969;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70" name="Google Shape;4970;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71" name="Google Shape;4971;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72" name="Google Shape;4972;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973" name="Google Shape;4973;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974" name="Google Shape;4974;p56"/>
          <p:cNvGraphicFramePr/>
          <p:nvPr/>
        </p:nvGraphicFramePr>
        <p:xfrm>
          <a:off x="5935838" y="2130461"/>
          <a:ext cx="3000000" cy="3000000"/>
        </p:xfrm>
        <a:graphic>
          <a:graphicData uri="http://schemas.openxmlformats.org/drawingml/2006/table">
            <a:tbl>
              <a:tblPr>
                <a:noFill/>
                <a:tableStyleId>{E24F199E-F192-4DCC-8E23-968DF69702C7}</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975" name="Google Shape;4975;p56"/>
          <p:cNvGrpSpPr/>
          <p:nvPr/>
        </p:nvGrpSpPr>
        <p:grpSpPr>
          <a:xfrm>
            <a:off x="5935948" y="3189058"/>
            <a:ext cx="2496964" cy="1001454"/>
            <a:chOff x="1919611" y="789980"/>
            <a:chExt cx="1474179" cy="606868"/>
          </a:xfrm>
        </p:grpSpPr>
        <p:cxnSp>
          <p:nvCxnSpPr>
            <p:cNvPr id="4976" name="Google Shape;4976;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77" name="Google Shape;4977;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78" name="Google Shape;4978;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979" name="Google Shape;4979;p5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980" name="Google Shape;4980;p5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981" name="Google Shape;4981;p5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982" name="Google Shape;4982;p5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983" name="Google Shape;4983;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6"/>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990" name="Google Shape;4990;p56"/>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991" name="Google Shape;4991;p56"/>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992" name="Google Shape;4992;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3" name="Google Shape;4993;p56"/>
          <p:cNvGrpSpPr/>
          <p:nvPr/>
        </p:nvGrpSpPr>
        <p:grpSpPr>
          <a:xfrm>
            <a:off x="712562" y="998017"/>
            <a:ext cx="2394370" cy="976502"/>
            <a:chOff x="749309" y="1112739"/>
            <a:chExt cx="2371603" cy="976502"/>
          </a:xfrm>
        </p:grpSpPr>
        <p:sp>
          <p:nvSpPr>
            <p:cNvPr id="4994" name="Google Shape;4994;p5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026" name="Google Shape;5026;p56"/>
          <p:cNvGraphicFramePr/>
          <p:nvPr/>
        </p:nvGraphicFramePr>
        <p:xfrm>
          <a:off x="5935863" y="996311"/>
          <a:ext cx="3000000" cy="3000000"/>
        </p:xfrm>
        <a:graphic>
          <a:graphicData uri="http://schemas.openxmlformats.org/drawingml/2006/table">
            <a:tbl>
              <a:tblPr>
                <a:noFill/>
                <a:tableStyleId>{E24F199E-F192-4DCC-8E23-968DF69702C7}</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027" name="Google Shape;5027;p56"/>
          <p:cNvGraphicFramePr/>
          <p:nvPr/>
        </p:nvGraphicFramePr>
        <p:xfrm>
          <a:off x="3342575" y="2130461"/>
          <a:ext cx="3000000" cy="3000000"/>
        </p:xfrm>
        <a:graphic>
          <a:graphicData uri="http://schemas.openxmlformats.org/drawingml/2006/table">
            <a:tbl>
              <a:tblPr>
                <a:noFill/>
                <a:tableStyleId>{E24F199E-F192-4DCC-8E23-968DF69702C7}</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028" name="Google Shape;5028;p56"/>
          <p:cNvGrpSpPr/>
          <p:nvPr/>
        </p:nvGrpSpPr>
        <p:grpSpPr>
          <a:xfrm>
            <a:off x="4086505" y="2517104"/>
            <a:ext cx="1517436" cy="74460"/>
            <a:chOff x="3980086" y="2804397"/>
            <a:chExt cx="1227600" cy="66900"/>
          </a:xfrm>
        </p:grpSpPr>
        <p:sp>
          <p:nvSpPr>
            <p:cNvPr id="5029" name="Google Shape;5029;p5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56"/>
          <p:cNvGrpSpPr/>
          <p:nvPr/>
        </p:nvGrpSpPr>
        <p:grpSpPr>
          <a:xfrm>
            <a:off x="4711569" y="2809692"/>
            <a:ext cx="892956" cy="74460"/>
            <a:chOff x="3980086" y="2804397"/>
            <a:chExt cx="1227600" cy="66900"/>
          </a:xfrm>
        </p:grpSpPr>
        <p:sp>
          <p:nvSpPr>
            <p:cNvPr id="5032" name="Google Shape;5032;p5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56"/>
          <p:cNvGrpSpPr/>
          <p:nvPr/>
        </p:nvGrpSpPr>
        <p:grpSpPr>
          <a:xfrm>
            <a:off x="3344661" y="3168575"/>
            <a:ext cx="2363244" cy="1005943"/>
            <a:chOff x="3358415" y="3361302"/>
            <a:chExt cx="2363244" cy="1024695"/>
          </a:xfrm>
        </p:grpSpPr>
        <p:grpSp>
          <p:nvGrpSpPr>
            <p:cNvPr id="5035" name="Google Shape;5035;p56"/>
            <p:cNvGrpSpPr/>
            <p:nvPr/>
          </p:nvGrpSpPr>
          <p:grpSpPr>
            <a:xfrm>
              <a:off x="3358415" y="3361302"/>
              <a:ext cx="441300" cy="1024695"/>
              <a:chOff x="3358415" y="3361302"/>
              <a:chExt cx="441300" cy="1024695"/>
            </a:xfrm>
          </p:grpSpPr>
          <p:sp>
            <p:nvSpPr>
              <p:cNvPr id="5036" name="Google Shape;5036;p5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2" name="Google Shape;5042;p56"/>
            <p:cNvGrpSpPr/>
            <p:nvPr/>
          </p:nvGrpSpPr>
          <p:grpSpPr>
            <a:xfrm>
              <a:off x="3838901" y="3361302"/>
              <a:ext cx="441300" cy="1024695"/>
              <a:chOff x="3838901" y="3361302"/>
              <a:chExt cx="441300" cy="1024695"/>
            </a:xfrm>
          </p:grpSpPr>
          <p:sp>
            <p:nvSpPr>
              <p:cNvPr id="5043" name="Google Shape;5043;p5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56"/>
            <p:cNvGrpSpPr/>
            <p:nvPr/>
          </p:nvGrpSpPr>
          <p:grpSpPr>
            <a:xfrm>
              <a:off x="4319387" y="3361302"/>
              <a:ext cx="441300" cy="1024695"/>
              <a:chOff x="4319387" y="3361302"/>
              <a:chExt cx="441300" cy="1024695"/>
            </a:xfrm>
          </p:grpSpPr>
          <p:sp>
            <p:nvSpPr>
              <p:cNvPr id="5050" name="Google Shape;5050;p5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6" name="Google Shape;5056;p56"/>
            <p:cNvGrpSpPr/>
            <p:nvPr/>
          </p:nvGrpSpPr>
          <p:grpSpPr>
            <a:xfrm>
              <a:off x="4799873" y="3361302"/>
              <a:ext cx="441300" cy="1024695"/>
              <a:chOff x="4799873" y="3361302"/>
              <a:chExt cx="441300" cy="1024695"/>
            </a:xfrm>
          </p:grpSpPr>
          <p:sp>
            <p:nvSpPr>
              <p:cNvPr id="5057" name="Google Shape;5057;p5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3" name="Google Shape;5063;p56"/>
            <p:cNvGrpSpPr/>
            <p:nvPr/>
          </p:nvGrpSpPr>
          <p:grpSpPr>
            <a:xfrm>
              <a:off x="5280360" y="3361302"/>
              <a:ext cx="441300" cy="1024695"/>
              <a:chOff x="5280360" y="3361302"/>
              <a:chExt cx="441300" cy="1024695"/>
            </a:xfrm>
          </p:grpSpPr>
          <p:sp>
            <p:nvSpPr>
              <p:cNvPr id="5064" name="Google Shape;5064;p5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070" name="Google Shape;5070;p56"/>
          <p:cNvGraphicFramePr/>
          <p:nvPr/>
        </p:nvGraphicFramePr>
        <p:xfrm>
          <a:off x="711088" y="2130461"/>
          <a:ext cx="3000000" cy="3000000"/>
        </p:xfrm>
        <a:graphic>
          <a:graphicData uri="http://schemas.openxmlformats.org/drawingml/2006/table">
            <a:tbl>
              <a:tblPr>
                <a:noFill/>
                <a:tableStyleId>{E24F199E-F192-4DCC-8E23-968DF69702C7}</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071" name="Google Shape;5071;p56"/>
          <p:cNvGrpSpPr/>
          <p:nvPr/>
        </p:nvGrpSpPr>
        <p:grpSpPr>
          <a:xfrm>
            <a:off x="712613" y="3180186"/>
            <a:ext cx="2403614" cy="1005900"/>
            <a:chOff x="726450" y="3372825"/>
            <a:chExt cx="2403614" cy="1005900"/>
          </a:xfrm>
        </p:grpSpPr>
        <p:grpSp>
          <p:nvGrpSpPr>
            <p:cNvPr id="5072" name="Google Shape;5072;p56"/>
            <p:cNvGrpSpPr/>
            <p:nvPr/>
          </p:nvGrpSpPr>
          <p:grpSpPr>
            <a:xfrm>
              <a:off x="726450" y="3696000"/>
              <a:ext cx="2403614" cy="500898"/>
              <a:chOff x="726450" y="3696000"/>
              <a:chExt cx="2403614" cy="500898"/>
            </a:xfrm>
          </p:grpSpPr>
          <p:sp>
            <p:nvSpPr>
              <p:cNvPr id="5073" name="Google Shape;5073;p5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74" name="Google Shape;5074;p5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75" name="Google Shape;5075;p56"/>
            <p:cNvGrpSpPr/>
            <p:nvPr/>
          </p:nvGrpSpPr>
          <p:grpSpPr>
            <a:xfrm>
              <a:off x="1348050" y="3372825"/>
              <a:ext cx="1720425" cy="1005900"/>
              <a:chOff x="1348050" y="3372825"/>
              <a:chExt cx="1720425" cy="1005900"/>
            </a:xfrm>
          </p:grpSpPr>
          <p:sp>
            <p:nvSpPr>
              <p:cNvPr id="5076" name="Google Shape;5076;p5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77" name="Google Shape;5077;p5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78" name="Google Shape;5078;p5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79" name="Google Shape;5079;p5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80" name="Google Shape;5080;p5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81" name="Google Shape;5081;p56"/>
            <p:cNvGrpSpPr/>
            <p:nvPr/>
          </p:nvGrpSpPr>
          <p:grpSpPr>
            <a:xfrm>
              <a:off x="1455707" y="3731058"/>
              <a:ext cx="1491150" cy="417657"/>
              <a:chOff x="1455707" y="3731058"/>
              <a:chExt cx="1491150" cy="417657"/>
            </a:xfrm>
          </p:grpSpPr>
          <p:grpSp>
            <p:nvGrpSpPr>
              <p:cNvPr id="5082" name="Google Shape;5082;p56"/>
              <p:cNvGrpSpPr/>
              <p:nvPr/>
            </p:nvGrpSpPr>
            <p:grpSpPr>
              <a:xfrm>
                <a:off x="1472938" y="3745828"/>
                <a:ext cx="72126" cy="53788"/>
                <a:chOff x="1472938" y="3745828"/>
                <a:chExt cx="72126" cy="53788"/>
              </a:xfrm>
            </p:grpSpPr>
            <p:sp>
              <p:nvSpPr>
                <p:cNvPr id="5083" name="Google Shape;5083;p5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56"/>
              <p:cNvGrpSpPr/>
              <p:nvPr/>
            </p:nvGrpSpPr>
            <p:grpSpPr>
              <a:xfrm>
                <a:off x="1819181" y="4089633"/>
                <a:ext cx="72126" cy="53788"/>
                <a:chOff x="1819181" y="4089633"/>
                <a:chExt cx="72126" cy="53788"/>
              </a:xfrm>
            </p:grpSpPr>
            <p:sp>
              <p:nvSpPr>
                <p:cNvPr id="5086" name="Google Shape;5086;p5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56"/>
              <p:cNvGrpSpPr/>
              <p:nvPr/>
            </p:nvGrpSpPr>
            <p:grpSpPr>
              <a:xfrm>
                <a:off x="1455707" y="4084171"/>
                <a:ext cx="64321" cy="64544"/>
                <a:chOff x="1455707" y="4084171"/>
                <a:chExt cx="64321" cy="64544"/>
              </a:xfrm>
            </p:grpSpPr>
            <p:sp>
              <p:nvSpPr>
                <p:cNvPr id="5089" name="Google Shape;5089;p5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1" name="Google Shape;5091;p56"/>
              <p:cNvGrpSpPr/>
              <p:nvPr/>
            </p:nvGrpSpPr>
            <p:grpSpPr>
              <a:xfrm>
                <a:off x="1818610" y="3731058"/>
                <a:ext cx="64321" cy="64544"/>
                <a:chOff x="1818610" y="3731058"/>
                <a:chExt cx="64321" cy="64544"/>
              </a:xfrm>
            </p:grpSpPr>
            <p:sp>
              <p:nvSpPr>
                <p:cNvPr id="5092" name="Google Shape;5092;p5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4" name="Google Shape;5094;p56"/>
              <p:cNvGrpSpPr/>
              <p:nvPr/>
            </p:nvGrpSpPr>
            <p:grpSpPr>
              <a:xfrm>
                <a:off x="2172491" y="4089633"/>
                <a:ext cx="72126" cy="53788"/>
                <a:chOff x="2172491" y="4089633"/>
                <a:chExt cx="72126" cy="53788"/>
              </a:xfrm>
            </p:grpSpPr>
            <p:sp>
              <p:nvSpPr>
                <p:cNvPr id="5095" name="Google Shape;5095;p5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7" name="Google Shape;5097;p56"/>
              <p:cNvGrpSpPr/>
              <p:nvPr/>
            </p:nvGrpSpPr>
            <p:grpSpPr>
              <a:xfrm>
                <a:off x="2171920" y="3731058"/>
                <a:ext cx="64321" cy="64544"/>
                <a:chOff x="2171920" y="3731058"/>
                <a:chExt cx="64321" cy="64544"/>
              </a:xfrm>
            </p:grpSpPr>
            <p:sp>
              <p:nvSpPr>
                <p:cNvPr id="5098" name="Google Shape;5098;p5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0" name="Google Shape;5100;p56"/>
              <p:cNvGrpSpPr/>
              <p:nvPr/>
            </p:nvGrpSpPr>
            <p:grpSpPr>
              <a:xfrm>
                <a:off x="2874730" y="3745828"/>
                <a:ext cx="72126" cy="53788"/>
                <a:chOff x="2874730" y="3745828"/>
                <a:chExt cx="72126" cy="53788"/>
              </a:xfrm>
            </p:grpSpPr>
            <p:sp>
              <p:nvSpPr>
                <p:cNvPr id="5101" name="Google Shape;5101;p5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56"/>
              <p:cNvGrpSpPr/>
              <p:nvPr/>
            </p:nvGrpSpPr>
            <p:grpSpPr>
              <a:xfrm>
                <a:off x="2878589" y="4081481"/>
                <a:ext cx="64321" cy="64544"/>
                <a:chOff x="2878589" y="4081481"/>
                <a:chExt cx="64321" cy="64544"/>
              </a:xfrm>
            </p:grpSpPr>
            <p:sp>
              <p:nvSpPr>
                <p:cNvPr id="5104" name="Google Shape;5104;p5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56"/>
              <p:cNvGrpSpPr/>
              <p:nvPr/>
            </p:nvGrpSpPr>
            <p:grpSpPr>
              <a:xfrm>
                <a:off x="2525796" y="4089633"/>
                <a:ext cx="72126" cy="53788"/>
                <a:chOff x="2525796" y="4089633"/>
                <a:chExt cx="72126" cy="53788"/>
              </a:xfrm>
            </p:grpSpPr>
            <p:sp>
              <p:nvSpPr>
                <p:cNvPr id="5107" name="Google Shape;5107;p5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9" name="Google Shape;5109;p56"/>
              <p:cNvGrpSpPr/>
              <p:nvPr/>
            </p:nvGrpSpPr>
            <p:grpSpPr>
              <a:xfrm>
                <a:off x="2525225" y="3731058"/>
                <a:ext cx="64321" cy="64544"/>
                <a:chOff x="2525225" y="3731058"/>
                <a:chExt cx="64321" cy="64544"/>
              </a:xfrm>
            </p:grpSpPr>
            <p:sp>
              <p:nvSpPr>
                <p:cNvPr id="5110" name="Google Shape;5110;p5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5" name="Shape 5115"/>
        <p:cNvGrpSpPr/>
        <p:nvPr/>
      </p:nvGrpSpPr>
      <p:grpSpPr>
        <a:xfrm>
          <a:off x="0" y="0"/>
          <a:ext cx="0" cy="0"/>
          <a:chOff x="0" y="0"/>
          <a:chExt cx="0" cy="0"/>
        </a:xfrm>
      </p:grpSpPr>
      <p:grpSp>
        <p:nvGrpSpPr>
          <p:cNvPr id="5116" name="Google Shape;5116;p57"/>
          <p:cNvGrpSpPr/>
          <p:nvPr/>
        </p:nvGrpSpPr>
        <p:grpSpPr>
          <a:xfrm>
            <a:off x="5780153" y="1859606"/>
            <a:ext cx="671400" cy="674856"/>
            <a:chOff x="5780148" y="1859605"/>
            <a:chExt cx="671400" cy="674856"/>
          </a:xfrm>
        </p:grpSpPr>
        <p:sp>
          <p:nvSpPr>
            <p:cNvPr id="5117" name="Google Shape;5117;p57"/>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7"/>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7"/>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7"/>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1" name="Google Shape;5121;p57"/>
          <p:cNvGrpSpPr/>
          <p:nvPr/>
        </p:nvGrpSpPr>
        <p:grpSpPr>
          <a:xfrm>
            <a:off x="716996" y="971307"/>
            <a:ext cx="845921" cy="690752"/>
            <a:chOff x="732428" y="1198513"/>
            <a:chExt cx="845921" cy="690752"/>
          </a:xfrm>
        </p:grpSpPr>
        <p:grpSp>
          <p:nvGrpSpPr>
            <p:cNvPr id="5122" name="Google Shape;5122;p57"/>
            <p:cNvGrpSpPr/>
            <p:nvPr/>
          </p:nvGrpSpPr>
          <p:grpSpPr>
            <a:xfrm>
              <a:off x="823030" y="1198513"/>
              <a:ext cx="755319" cy="690752"/>
              <a:chOff x="823030" y="1198513"/>
              <a:chExt cx="755319" cy="690752"/>
            </a:xfrm>
          </p:grpSpPr>
          <p:sp>
            <p:nvSpPr>
              <p:cNvPr id="5123" name="Google Shape;5123;p5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5" name="Google Shape;5125;p57"/>
            <p:cNvGrpSpPr/>
            <p:nvPr/>
          </p:nvGrpSpPr>
          <p:grpSpPr>
            <a:xfrm>
              <a:off x="732428" y="1239937"/>
              <a:ext cx="739912" cy="607886"/>
              <a:chOff x="732428" y="1239937"/>
              <a:chExt cx="739912" cy="607886"/>
            </a:xfrm>
          </p:grpSpPr>
          <p:sp>
            <p:nvSpPr>
              <p:cNvPr id="5126" name="Google Shape;5126;p5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8" name="Google Shape;5128;p57"/>
            <p:cNvGrpSpPr/>
            <p:nvPr/>
          </p:nvGrpSpPr>
          <p:grpSpPr>
            <a:xfrm>
              <a:off x="732428" y="1277018"/>
              <a:ext cx="702832" cy="533758"/>
              <a:chOff x="732428" y="1277018"/>
              <a:chExt cx="702832" cy="533758"/>
            </a:xfrm>
          </p:grpSpPr>
          <p:sp>
            <p:nvSpPr>
              <p:cNvPr id="5129" name="Google Shape;5129;p5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57"/>
            <p:cNvGrpSpPr/>
            <p:nvPr/>
          </p:nvGrpSpPr>
          <p:grpSpPr>
            <a:xfrm>
              <a:off x="931170" y="1306653"/>
              <a:ext cx="647179" cy="474455"/>
              <a:chOff x="931170" y="1306653"/>
              <a:chExt cx="647179" cy="474455"/>
            </a:xfrm>
          </p:grpSpPr>
          <p:sp>
            <p:nvSpPr>
              <p:cNvPr id="5132" name="Google Shape;5132;p5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4" name="Google Shape;5134;p5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57"/>
          <p:cNvGrpSpPr/>
          <p:nvPr/>
        </p:nvGrpSpPr>
        <p:grpSpPr>
          <a:xfrm>
            <a:off x="3948605" y="971313"/>
            <a:ext cx="634656" cy="699982"/>
            <a:chOff x="5985650" y="2860025"/>
            <a:chExt cx="1396075" cy="1539775"/>
          </a:xfrm>
        </p:grpSpPr>
        <p:sp>
          <p:nvSpPr>
            <p:cNvPr id="5136" name="Google Shape;5136;p5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57"/>
          <p:cNvGrpSpPr/>
          <p:nvPr/>
        </p:nvGrpSpPr>
        <p:grpSpPr>
          <a:xfrm>
            <a:off x="4704254" y="971307"/>
            <a:ext cx="725845" cy="699975"/>
            <a:chOff x="4249973" y="1201875"/>
            <a:chExt cx="1958568" cy="1888762"/>
          </a:xfrm>
        </p:grpSpPr>
        <p:sp>
          <p:nvSpPr>
            <p:cNvPr id="5169" name="Google Shape;5169;p5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0" name="Google Shape;5170;p57"/>
            <p:cNvGrpSpPr/>
            <p:nvPr/>
          </p:nvGrpSpPr>
          <p:grpSpPr>
            <a:xfrm>
              <a:off x="5853086" y="1789142"/>
              <a:ext cx="355454" cy="1048099"/>
              <a:chOff x="5576108" y="2016725"/>
              <a:chExt cx="565200" cy="1666560"/>
            </a:xfrm>
          </p:grpSpPr>
          <p:sp>
            <p:nvSpPr>
              <p:cNvPr id="5171" name="Google Shape;5171;p5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72" name="Google Shape;5172;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3" name="Google Shape;5173;p57"/>
            <p:cNvGrpSpPr/>
            <p:nvPr/>
          </p:nvGrpSpPr>
          <p:grpSpPr>
            <a:xfrm>
              <a:off x="4869455" y="2691676"/>
              <a:ext cx="1013897" cy="398961"/>
              <a:chOff x="4012057" y="3451825"/>
              <a:chExt cx="1612175" cy="634379"/>
            </a:xfrm>
          </p:grpSpPr>
          <p:sp>
            <p:nvSpPr>
              <p:cNvPr id="5174" name="Google Shape;5174;p5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75" name="Google Shape;5175;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57"/>
            <p:cNvGrpSpPr/>
            <p:nvPr/>
          </p:nvGrpSpPr>
          <p:grpSpPr>
            <a:xfrm>
              <a:off x="4276937" y="2155961"/>
              <a:ext cx="651965" cy="891358"/>
              <a:chOff x="3069908" y="2599997"/>
              <a:chExt cx="1036675" cy="1417328"/>
            </a:xfrm>
          </p:grpSpPr>
          <p:sp>
            <p:nvSpPr>
              <p:cNvPr id="5177" name="Google Shape;5177;p5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78" name="Google Shape;5178;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 name="Google Shape;5179;p57"/>
            <p:cNvGrpSpPr/>
            <p:nvPr/>
          </p:nvGrpSpPr>
          <p:grpSpPr>
            <a:xfrm>
              <a:off x="5054918" y="1201875"/>
              <a:ext cx="999548" cy="602711"/>
              <a:chOff x="4306958" y="1082925"/>
              <a:chExt cx="1589359" cy="958358"/>
            </a:xfrm>
          </p:grpSpPr>
          <p:sp>
            <p:nvSpPr>
              <p:cNvPr id="5180" name="Google Shape;5180;p5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81" name="Google Shape;5181;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57"/>
            <p:cNvGrpSpPr/>
            <p:nvPr/>
          </p:nvGrpSpPr>
          <p:grpSpPr>
            <a:xfrm>
              <a:off x="4249973" y="1303451"/>
              <a:ext cx="799317" cy="841334"/>
              <a:chOff x="3027033" y="1244439"/>
              <a:chExt cx="1270977" cy="1337786"/>
            </a:xfrm>
          </p:grpSpPr>
          <p:sp>
            <p:nvSpPr>
              <p:cNvPr id="5183" name="Google Shape;5183;p5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84" name="Google Shape;5184;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85" name="Google Shape;5185;p57"/>
          <p:cNvGrpSpPr/>
          <p:nvPr/>
        </p:nvGrpSpPr>
        <p:grpSpPr>
          <a:xfrm>
            <a:off x="4057119" y="1858087"/>
            <a:ext cx="750769" cy="683784"/>
            <a:chOff x="4204684" y="2104422"/>
            <a:chExt cx="699822" cy="637382"/>
          </a:xfrm>
        </p:grpSpPr>
        <p:grpSp>
          <p:nvGrpSpPr>
            <p:cNvPr id="5186" name="Google Shape;5186;p57"/>
            <p:cNvGrpSpPr/>
            <p:nvPr/>
          </p:nvGrpSpPr>
          <p:grpSpPr>
            <a:xfrm>
              <a:off x="4204684" y="2430067"/>
              <a:ext cx="342957" cy="311738"/>
              <a:chOff x="4204684" y="2430067"/>
              <a:chExt cx="342957" cy="311738"/>
            </a:xfrm>
          </p:grpSpPr>
          <p:sp>
            <p:nvSpPr>
              <p:cNvPr id="5187" name="Google Shape;5187;p5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 name="Google Shape;5189;p57"/>
            <p:cNvGrpSpPr/>
            <p:nvPr/>
          </p:nvGrpSpPr>
          <p:grpSpPr>
            <a:xfrm>
              <a:off x="4561586" y="2430067"/>
              <a:ext cx="342920" cy="311738"/>
              <a:chOff x="4561586" y="2430067"/>
              <a:chExt cx="342920" cy="311738"/>
            </a:xfrm>
          </p:grpSpPr>
          <p:sp>
            <p:nvSpPr>
              <p:cNvPr id="5190" name="Google Shape;5190;p5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57"/>
            <p:cNvGrpSpPr/>
            <p:nvPr/>
          </p:nvGrpSpPr>
          <p:grpSpPr>
            <a:xfrm>
              <a:off x="4561586" y="2104422"/>
              <a:ext cx="342920" cy="311738"/>
              <a:chOff x="4561586" y="2104422"/>
              <a:chExt cx="342920" cy="311738"/>
            </a:xfrm>
          </p:grpSpPr>
          <p:sp>
            <p:nvSpPr>
              <p:cNvPr id="5193" name="Google Shape;5193;p5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5" name="Google Shape;5195;p57"/>
            <p:cNvGrpSpPr/>
            <p:nvPr/>
          </p:nvGrpSpPr>
          <p:grpSpPr>
            <a:xfrm>
              <a:off x="4204684" y="2104422"/>
              <a:ext cx="342957" cy="311664"/>
              <a:chOff x="4204684" y="2104422"/>
              <a:chExt cx="342957" cy="311664"/>
            </a:xfrm>
          </p:grpSpPr>
          <p:sp>
            <p:nvSpPr>
              <p:cNvPr id="5196" name="Google Shape;5196;p5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8" name="Google Shape;5198;p57"/>
          <p:cNvGrpSpPr/>
          <p:nvPr/>
        </p:nvGrpSpPr>
        <p:grpSpPr>
          <a:xfrm>
            <a:off x="5521552" y="971301"/>
            <a:ext cx="660591" cy="688867"/>
            <a:chOff x="5830645" y="1267368"/>
            <a:chExt cx="530340" cy="553040"/>
          </a:xfrm>
        </p:grpSpPr>
        <p:sp>
          <p:nvSpPr>
            <p:cNvPr id="5199" name="Google Shape;5199;p5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0" name="Google Shape;5200;p57"/>
            <p:cNvGrpSpPr/>
            <p:nvPr/>
          </p:nvGrpSpPr>
          <p:grpSpPr>
            <a:xfrm>
              <a:off x="5830645" y="1267368"/>
              <a:ext cx="259743" cy="269909"/>
              <a:chOff x="5830645" y="1267368"/>
              <a:chExt cx="259743" cy="269909"/>
            </a:xfrm>
          </p:grpSpPr>
          <p:sp>
            <p:nvSpPr>
              <p:cNvPr id="5201" name="Google Shape;5201;p5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57"/>
            <p:cNvGrpSpPr/>
            <p:nvPr/>
          </p:nvGrpSpPr>
          <p:grpSpPr>
            <a:xfrm>
              <a:off x="6101293" y="1267368"/>
              <a:ext cx="259692" cy="269909"/>
              <a:chOff x="6101293" y="1267368"/>
              <a:chExt cx="259692" cy="269909"/>
            </a:xfrm>
          </p:grpSpPr>
          <p:sp>
            <p:nvSpPr>
              <p:cNvPr id="5204" name="Google Shape;5204;p5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57"/>
            <p:cNvGrpSpPr/>
            <p:nvPr/>
          </p:nvGrpSpPr>
          <p:grpSpPr>
            <a:xfrm>
              <a:off x="5830645" y="1550500"/>
              <a:ext cx="259692" cy="269909"/>
              <a:chOff x="5830645" y="1550500"/>
              <a:chExt cx="259692" cy="269909"/>
            </a:xfrm>
          </p:grpSpPr>
          <p:sp>
            <p:nvSpPr>
              <p:cNvPr id="5207" name="Google Shape;5207;p5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57"/>
            <p:cNvGrpSpPr/>
            <p:nvPr/>
          </p:nvGrpSpPr>
          <p:grpSpPr>
            <a:xfrm>
              <a:off x="6101293" y="1550500"/>
              <a:ext cx="259692" cy="269909"/>
              <a:chOff x="6101293" y="1550500"/>
              <a:chExt cx="259692" cy="269909"/>
            </a:xfrm>
          </p:grpSpPr>
          <p:sp>
            <p:nvSpPr>
              <p:cNvPr id="5210" name="Google Shape;5210;p5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2" name="Google Shape;5212;p57"/>
          <p:cNvGrpSpPr/>
          <p:nvPr/>
        </p:nvGrpSpPr>
        <p:grpSpPr>
          <a:xfrm>
            <a:off x="723705" y="1861761"/>
            <a:ext cx="697154" cy="679574"/>
            <a:chOff x="2679875" y="2361475"/>
            <a:chExt cx="780425" cy="760575"/>
          </a:xfrm>
        </p:grpSpPr>
        <p:sp>
          <p:nvSpPr>
            <p:cNvPr id="5213" name="Google Shape;5213;p5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57"/>
          <p:cNvGrpSpPr/>
          <p:nvPr/>
        </p:nvGrpSpPr>
        <p:grpSpPr>
          <a:xfrm>
            <a:off x="3122864" y="971353"/>
            <a:ext cx="735829" cy="684547"/>
            <a:chOff x="3351965" y="1148808"/>
            <a:chExt cx="750770" cy="698375"/>
          </a:xfrm>
        </p:grpSpPr>
        <p:grpSp>
          <p:nvGrpSpPr>
            <p:cNvPr id="5220" name="Google Shape;5220;p57"/>
            <p:cNvGrpSpPr/>
            <p:nvPr/>
          </p:nvGrpSpPr>
          <p:grpSpPr>
            <a:xfrm>
              <a:off x="3586796" y="1148808"/>
              <a:ext cx="294857" cy="286830"/>
              <a:chOff x="3750225" y="1774000"/>
              <a:chExt cx="149575" cy="145525"/>
            </a:xfrm>
          </p:grpSpPr>
          <p:sp>
            <p:nvSpPr>
              <p:cNvPr id="5221" name="Google Shape;5221;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3" name="Google Shape;5223;p57"/>
            <p:cNvGrpSpPr/>
            <p:nvPr/>
          </p:nvGrpSpPr>
          <p:grpSpPr>
            <a:xfrm>
              <a:off x="3779245" y="1375768"/>
              <a:ext cx="323490" cy="286978"/>
              <a:chOff x="3847850" y="1889150"/>
              <a:chExt cx="164100" cy="145600"/>
            </a:xfrm>
          </p:grpSpPr>
          <p:sp>
            <p:nvSpPr>
              <p:cNvPr id="5224" name="Google Shape;5224;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 name="Google Shape;5226;p57"/>
            <p:cNvGrpSpPr/>
            <p:nvPr/>
          </p:nvGrpSpPr>
          <p:grpSpPr>
            <a:xfrm>
              <a:off x="3351965" y="1330435"/>
              <a:ext cx="295449" cy="285401"/>
              <a:chOff x="3631100" y="1866150"/>
              <a:chExt cx="149875" cy="144800"/>
            </a:xfrm>
          </p:grpSpPr>
          <p:sp>
            <p:nvSpPr>
              <p:cNvPr id="5227" name="Google Shape;5227;p5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9" name="Google Shape;5229;p57"/>
            <p:cNvGrpSpPr/>
            <p:nvPr/>
          </p:nvGrpSpPr>
          <p:grpSpPr>
            <a:xfrm>
              <a:off x="3548208" y="1560352"/>
              <a:ext cx="294808" cy="286830"/>
              <a:chOff x="3730650" y="1982800"/>
              <a:chExt cx="149550" cy="145525"/>
            </a:xfrm>
          </p:grpSpPr>
          <p:sp>
            <p:nvSpPr>
              <p:cNvPr id="5230" name="Google Shape;5230;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2" name="Google Shape;5232;p57"/>
          <p:cNvGrpSpPr/>
          <p:nvPr/>
        </p:nvGrpSpPr>
        <p:grpSpPr>
          <a:xfrm>
            <a:off x="7624517" y="971307"/>
            <a:ext cx="804565" cy="677795"/>
            <a:chOff x="7636443" y="1204988"/>
            <a:chExt cx="804565" cy="677795"/>
          </a:xfrm>
        </p:grpSpPr>
        <p:grpSp>
          <p:nvGrpSpPr>
            <p:cNvPr id="5233" name="Google Shape;5233;p57"/>
            <p:cNvGrpSpPr/>
            <p:nvPr/>
          </p:nvGrpSpPr>
          <p:grpSpPr>
            <a:xfrm>
              <a:off x="7636443" y="1509705"/>
              <a:ext cx="804565" cy="373078"/>
              <a:chOff x="7636443" y="1509705"/>
              <a:chExt cx="804565" cy="373078"/>
            </a:xfrm>
          </p:grpSpPr>
          <p:sp>
            <p:nvSpPr>
              <p:cNvPr id="5234" name="Google Shape;5234;p5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6" name="Google Shape;5236;p57"/>
            <p:cNvGrpSpPr/>
            <p:nvPr/>
          </p:nvGrpSpPr>
          <p:grpSpPr>
            <a:xfrm>
              <a:off x="7636443" y="1408133"/>
              <a:ext cx="804565" cy="373078"/>
              <a:chOff x="7636443" y="1408133"/>
              <a:chExt cx="804565" cy="373078"/>
            </a:xfrm>
          </p:grpSpPr>
          <p:sp>
            <p:nvSpPr>
              <p:cNvPr id="5237" name="Google Shape;5237;p5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57"/>
            <p:cNvGrpSpPr/>
            <p:nvPr/>
          </p:nvGrpSpPr>
          <p:grpSpPr>
            <a:xfrm>
              <a:off x="7636443" y="1306560"/>
              <a:ext cx="804565" cy="373078"/>
              <a:chOff x="7636443" y="1306560"/>
              <a:chExt cx="804565" cy="373078"/>
            </a:xfrm>
          </p:grpSpPr>
          <p:sp>
            <p:nvSpPr>
              <p:cNvPr id="5240" name="Google Shape;5240;p5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57"/>
            <p:cNvGrpSpPr/>
            <p:nvPr/>
          </p:nvGrpSpPr>
          <p:grpSpPr>
            <a:xfrm>
              <a:off x="7636443" y="1204988"/>
              <a:ext cx="804565" cy="373078"/>
              <a:chOff x="7636443" y="1204988"/>
              <a:chExt cx="804565" cy="373078"/>
            </a:xfrm>
          </p:grpSpPr>
          <p:sp>
            <p:nvSpPr>
              <p:cNvPr id="5243" name="Google Shape;5243;p5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45" name="Google Shape;5245;p57"/>
          <p:cNvGrpSpPr/>
          <p:nvPr/>
        </p:nvGrpSpPr>
        <p:grpSpPr>
          <a:xfrm>
            <a:off x="4963363" y="1878721"/>
            <a:ext cx="661339" cy="661188"/>
            <a:chOff x="3990000" y="975400"/>
            <a:chExt cx="3934200" cy="3933300"/>
          </a:xfrm>
        </p:grpSpPr>
        <p:sp>
          <p:nvSpPr>
            <p:cNvPr id="5246" name="Google Shape;5246;p5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0" name="Google Shape;5250;p57"/>
          <p:cNvGrpSpPr/>
          <p:nvPr/>
        </p:nvGrpSpPr>
        <p:grpSpPr>
          <a:xfrm>
            <a:off x="6607011" y="1857359"/>
            <a:ext cx="868881" cy="684241"/>
            <a:chOff x="6598259" y="2078634"/>
            <a:chExt cx="868881" cy="684241"/>
          </a:xfrm>
        </p:grpSpPr>
        <p:sp>
          <p:nvSpPr>
            <p:cNvPr id="5251" name="Google Shape;5251;p5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7" name="Google Shape;5257;p57"/>
            <p:cNvGrpSpPr/>
            <p:nvPr/>
          </p:nvGrpSpPr>
          <p:grpSpPr>
            <a:xfrm>
              <a:off x="6808175" y="2078634"/>
              <a:ext cx="452229" cy="684241"/>
              <a:chOff x="6808175" y="2078634"/>
              <a:chExt cx="452229" cy="684241"/>
            </a:xfrm>
          </p:grpSpPr>
          <p:sp>
            <p:nvSpPr>
              <p:cNvPr id="5258" name="Google Shape;5258;p5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4" name="Google Shape;5264;p57"/>
              <p:cNvGrpSpPr/>
              <p:nvPr/>
            </p:nvGrpSpPr>
            <p:grpSpPr>
              <a:xfrm>
                <a:off x="6821586" y="2078634"/>
                <a:ext cx="426871" cy="684241"/>
                <a:chOff x="6821586" y="2078634"/>
                <a:chExt cx="426871" cy="684241"/>
              </a:xfrm>
            </p:grpSpPr>
            <p:grpSp>
              <p:nvGrpSpPr>
                <p:cNvPr id="5265" name="Google Shape;5265;p57"/>
                <p:cNvGrpSpPr/>
                <p:nvPr/>
              </p:nvGrpSpPr>
              <p:grpSpPr>
                <a:xfrm>
                  <a:off x="6821586" y="2078634"/>
                  <a:ext cx="426871" cy="684241"/>
                  <a:chOff x="6821586" y="2078634"/>
                  <a:chExt cx="426871" cy="684241"/>
                </a:xfrm>
              </p:grpSpPr>
              <p:sp>
                <p:nvSpPr>
                  <p:cNvPr id="5266" name="Google Shape;5266;p5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5" name="Google Shape;5285;p5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91" name="Google Shape;5291;p57"/>
          <p:cNvGrpSpPr/>
          <p:nvPr/>
        </p:nvGrpSpPr>
        <p:grpSpPr>
          <a:xfrm>
            <a:off x="716994" y="3531369"/>
            <a:ext cx="1340789" cy="640830"/>
            <a:chOff x="238125" y="1151100"/>
            <a:chExt cx="7139450" cy="3412300"/>
          </a:xfrm>
        </p:grpSpPr>
        <p:sp>
          <p:nvSpPr>
            <p:cNvPr id="5292" name="Google Shape;5292;p5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57"/>
          <p:cNvGrpSpPr/>
          <p:nvPr/>
        </p:nvGrpSpPr>
        <p:grpSpPr>
          <a:xfrm>
            <a:off x="5584217" y="2734650"/>
            <a:ext cx="985357" cy="585764"/>
            <a:chOff x="5145061" y="2881789"/>
            <a:chExt cx="1107641" cy="658458"/>
          </a:xfrm>
        </p:grpSpPr>
        <p:grpSp>
          <p:nvGrpSpPr>
            <p:cNvPr id="5305" name="Google Shape;5305;p57"/>
            <p:cNvGrpSpPr/>
            <p:nvPr/>
          </p:nvGrpSpPr>
          <p:grpSpPr>
            <a:xfrm>
              <a:off x="5722989" y="3244587"/>
              <a:ext cx="529713" cy="295659"/>
              <a:chOff x="5722989" y="3244587"/>
              <a:chExt cx="529713" cy="295659"/>
            </a:xfrm>
          </p:grpSpPr>
          <p:sp>
            <p:nvSpPr>
              <p:cNvPr id="5306" name="Google Shape;5306;p5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307" name="Google Shape;5307;p5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308" name="Google Shape;5308;p57"/>
            <p:cNvGrpSpPr/>
            <p:nvPr/>
          </p:nvGrpSpPr>
          <p:grpSpPr>
            <a:xfrm>
              <a:off x="5145061" y="3244587"/>
              <a:ext cx="536807" cy="295659"/>
              <a:chOff x="5145061" y="3244587"/>
              <a:chExt cx="536807" cy="295659"/>
            </a:xfrm>
          </p:grpSpPr>
          <p:sp>
            <p:nvSpPr>
              <p:cNvPr id="5309" name="Google Shape;5309;p5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310" name="Google Shape;5310;p5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311" name="Google Shape;5311;p57"/>
            <p:cNvGrpSpPr/>
            <p:nvPr/>
          </p:nvGrpSpPr>
          <p:grpSpPr>
            <a:xfrm>
              <a:off x="5341327" y="2898245"/>
              <a:ext cx="532309" cy="614891"/>
              <a:chOff x="5341327" y="2898245"/>
              <a:chExt cx="532309" cy="614891"/>
            </a:xfrm>
          </p:grpSpPr>
          <p:sp>
            <p:nvSpPr>
              <p:cNvPr id="5312" name="Google Shape;5312;p5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313" name="Google Shape;5313;p5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314" name="Google Shape;5314;p57"/>
            <p:cNvGrpSpPr/>
            <p:nvPr/>
          </p:nvGrpSpPr>
          <p:grpSpPr>
            <a:xfrm>
              <a:off x="5532290" y="2881789"/>
              <a:ext cx="620516" cy="305456"/>
              <a:chOff x="5532290" y="2881789"/>
              <a:chExt cx="620516" cy="305456"/>
            </a:xfrm>
          </p:grpSpPr>
          <p:sp>
            <p:nvSpPr>
              <p:cNvPr id="5315" name="Google Shape;5315;p5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316" name="Google Shape;5316;p5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317" name="Google Shape;5317;p57"/>
          <p:cNvGrpSpPr/>
          <p:nvPr/>
        </p:nvGrpSpPr>
        <p:grpSpPr>
          <a:xfrm>
            <a:off x="8163140" y="3526708"/>
            <a:ext cx="269068" cy="645491"/>
            <a:chOff x="7026852" y="3311869"/>
            <a:chExt cx="434331" cy="1041954"/>
          </a:xfrm>
        </p:grpSpPr>
        <p:sp>
          <p:nvSpPr>
            <p:cNvPr id="5318" name="Google Shape;5318;p5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57"/>
          <p:cNvGrpSpPr/>
          <p:nvPr/>
        </p:nvGrpSpPr>
        <p:grpSpPr>
          <a:xfrm>
            <a:off x="6179721" y="3565945"/>
            <a:ext cx="293882" cy="293836"/>
            <a:chOff x="4873519" y="3311869"/>
            <a:chExt cx="499374" cy="499296"/>
          </a:xfrm>
        </p:grpSpPr>
        <p:sp>
          <p:nvSpPr>
            <p:cNvPr id="5322" name="Google Shape;5322;p5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57"/>
          <p:cNvGrpSpPr/>
          <p:nvPr/>
        </p:nvGrpSpPr>
        <p:grpSpPr>
          <a:xfrm>
            <a:off x="6179721" y="3878317"/>
            <a:ext cx="293882" cy="293882"/>
            <a:chOff x="4873519" y="3875839"/>
            <a:chExt cx="499374" cy="499374"/>
          </a:xfrm>
        </p:grpSpPr>
        <p:sp>
          <p:nvSpPr>
            <p:cNvPr id="5325" name="Google Shape;5325;p5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57"/>
          <p:cNvGrpSpPr/>
          <p:nvPr/>
        </p:nvGrpSpPr>
        <p:grpSpPr>
          <a:xfrm>
            <a:off x="2410248" y="1850269"/>
            <a:ext cx="698104" cy="698208"/>
            <a:chOff x="2565073" y="2075876"/>
            <a:chExt cx="672482" cy="672518"/>
          </a:xfrm>
        </p:grpSpPr>
        <p:sp>
          <p:nvSpPr>
            <p:cNvPr id="5328" name="Google Shape;5328;p5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4" name="Google Shape;5334;p57"/>
          <p:cNvGrpSpPr/>
          <p:nvPr/>
        </p:nvGrpSpPr>
        <p:grpSpPr>
          <a:xfrm>
            <a:off x="5633660" y="3534870"/>
            <a:ext cx="438354" cy="637329"/>
            <a:chOff x="1697726" y="3244179"/>
            <a:chExt cx="788124" cy="1146069"/>
          </a:xfrm>
        </p:grpSpPr>
        <p:sp>
          <p:nvSpPr>
            <p:cNvPr id="5335" name="Google Shape;5335;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7" name="Google Shape;5337;p57"/>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8" name="Google Shape;5338;p57"/>
          <p:cNvGrpSpPr/>
          <p:nvPr/>
        </p:nvGrpSpPr>
        <p:grpSpPr>
          <a:xfrm>
            <a:off x="7634874" y="1863232"/>
            <a:ext cx="799565" cy="670282"/>
            <a:chOff x="7617850" y="2063282"/>
            <a:chExt cx="799565" cy="670282"/>
          </a:xfrm>
        </p:grpSpPr>
        <p:cxnSp>
          <p:nvCxnSpPr>
            <p:cNvPr id="5339" name="Google Shape;5339;p5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40" name="Google Shape;5340;p5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41" name="Google Shape;5341;p5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42" name="Google Shape;5342;p5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43" name="Google Shape;5343;p5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344" name="Google Shape;5344;p5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345" name="Google Shape;5345;p57"/>
            <p:cNvGrpSpPr/>
            <p:nvPr/>
          </p:nvGrpSpPr>
          <p:grpSpPr>
            <a:xfrm>
              <a:off x="7734309" y="2063282"/>
              <a:ext cx="570957" cy="620095"/>
              <a:chOff x="7734309" y="2063282"/>
              <a:chExt cx="570957" cy="620095"/>
            </a:xfrm>
          </p:grpSpPr>
          <p:grpSp>
            <p:nvGrpSpPr>
              <p:cNvPr id="5346" name="Google Shape;5346;p57"/>
              <p:cNvGrpSpPr/>
              <p:nvPr/>
            </p:nvGrpSpPr>
            <p:grpSpPr>
              <a:xfrm>
                <a:off x="8031573" y="2063282"/>
                <a:ext cx="273693" cy="620095"/>
                <a:chOff x="8031573" y="2063282"/>
                <a:chExt cx="273693" cy="620095"/>
              </a:xfrm>
            </p:grpSpPr>
            <p:sp>
              <p:nvSpPr>
                <p:cNvPr id="5347" name="Google Shape;5347;p5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57"/>
              <p:cNvGrpSpPr/>
              <p:nvPr/>
            </p:nvGrpSpPr>
            <p:grpSpPr>
              <a:xfrm flipH="1">
                <a:off x="7734309" y="2063282"/>
                <a:ext cx="273693" cy="620095"/>
                <a:chOff x="8031573" y="2063282"/>
                <a:chExt cx="273693" cy="620095"/>
              </a:xfrm>
            </p:grpSpPr>
            <p:sp>
              <p:nvSpPr>
                <p:cNvPr id="5352" name="Google Shape;5352;p5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356" name="Google Shape;5356;p57"/>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7"/>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8" name="Google Shape;5358;p57"/>
          <p:cNvGrpSpPr/>
          <p:nvPr/>
        </p:nvGrpSpPr>
        <p:grpSpPr>
          <a:xfrm>
            <a:off x="7821480" y="2716716"/>
            <a:ext cx="602567" cy="601884"/>
            <a:chOff x="1186975" y="238125"/>
            <a:chExt cx="5244275" cy="5238325"/>
          </a:xfrm>
        </p:grpSpPr>
        <p:sp>
          <p:nvSpPr>
            <p:cNvPr id="5359" name="Google Shape;5359;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 name="Google Shape;5363;p57"/>
          <p:cNvGrpSpPr/>
          <p:nvPr/>
        </p:nvGrpSpPr>
        <p:grpSpPr>
          <a:xfrm>
            <a:off x="3264218" y="1856199"/>
            <a:ext cx="651848" cy="687338"/>
            <a:chOff x="3400515" y="2056248"/>
            <a:chExt cx="698134" cy="735987"/>
          </a:xfrm>
        </p:grpSpPr>
        <p:grpSp>
          <p:nvGrpSpPr>
            <p:cNvPr id="5364" name="Google Shape;5364;p57"/>
            <p:cNvGrpSpPr/>
            <p:nvPr/>
          </p:nvGrpSpPr>
          <p:grpSpPr>
            <a:xfrm>
              <a:off x="3400515" y="2283913"/>
              <a:ext cx="312919" cy="219900"/>
              <a:chOff x="3400515" y="2283913"/>
              <a:chExt cx="312919" cy="219900"/>
            </a:xfrm>
          </p:grpSpPr>
          <p:sp>
            <p:nvSpPr>
              <p:cNvPr id="5365" name="Google Shape;5365;p5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66" name="Google Shape;5366;p5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367" name="Google Shape;5367;p57"/>
            <p:cNvGrpSpPr/>
            <p:nvPr/>
          </p:nvGrpSpPr>
          <p:grpSpPr>
            <a:xfrm>
              <a:off x="3547823" y="2461089"/>
              <a:ext cx="219900" cy="331146"/>
              <a:chOff x="3547823" y="2461089"/>
              <a:chExt cx="219900" cy="331146"/>
            </a:xfrm>
          </p:grpSpPr>
          <p:sp>
            <p:nvSpPr>
              <p:cNvPr id="5368" name="Google Shape;5368;p5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69" name="Google Shape;5369;p5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370" name="Google Shape;5370;p57"/>
            <p:cNvGrpSpPr/>
            <p:nvPr/>
          </p:nvGrpSpPr>
          <p:grpSpPr>
            <a:xfrm>
              <a:off x="3734138" y="2461089"/>
              <a:ext cx="219900" cy="331146"/>
              <a:chOff x="3734138" y="2461089"/>
              <a:chExt cx="219900" cy="331146"/>
            </a:xfrm>
          </p:grpSpPr>
          <p:sp>
            <p:nvSpPr>
              <p:cNvPr id="5371" name="Google Shape;5371;p5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72" name="Google Shape;5372;p5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373" name="Google Shape;5373;p57"/>
            <p:cNvGrpSpPr/>
            <p:nvPr/>
          </p:nvGrpSpPr>
          <p:grpSpPr>
            <a:xfrm>
              <a:off x="3787560" y="2281742"/>
              <a:ext cx="311089" cy="219900"/>
              <a:chOff x="3787560" y="2281742"/>
              <a:chExt cx="311089" cy="219900"/>
            </a:xfrm>
          </p:grpSpPr>
          <p:sp>
            <p:nvSpPr>
              <p:cNvPr id="5374" name="Google Shape;5374;p5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75" name="Google Shape;5375;p5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376" name="Google Shape;5376;p57"/>
            <p:cNvGrpSpPr/>
            <p:nvPr/>
          </p:nvGrpSpPr>
          <p:grpSpPr>
            <a:xfrm>
              <a:off x="3637290" y="2056248"/>
              <a:ext cx="219900" cy="330736"/>
              <a:chOff x="3637290" y="2056248"/>
              <a:chExt cx="219900" cy="330736"/>
            </a:xfrm>
          </p:grpSpPr>
          <p:sp>
            <p:nvSpPr>
              <p:cNvPr id="5377" name="Google Shape;5377;p5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378" name="Google Shape;5378;p5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379" name="Google Shape;5379;p57"/>
          <p:cNvGrpSpPr/>
          <p:nvPr/>
        </p:nvGrpSpPr>
        <p:grpSpPr>
          <a:xfrm>
            <a:off x="2555923" y="2726206"/>
            <a:ext cx="1268144" cy="592394"/>
            <a:chOff x="238125" y="1188750"/>
            <a:chExt cx="7140450" cy="3335550"/>
          </a:xfrm>
        </p:grpSpPr>
        <p:sp>
          <p:nvSpPr>
            <p:cNvPr id="5380" name="Google Shape;5380;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5" name="Google Shape;5385;p57"/>
          <p:cNvGrpSpPr/>
          <p:nvPr/>
        </p:nvGrpSpPr>
        <p:grpSpPr>
          <a:xfrm>
            <a:off x="6663824" y="2728360"/>
            <a:ext cx="1053944" cy="590147"/>
            <a:chOff x="238125" y="1335475"/>
            <a:chExt cx="5418735" cy="3034175"/>
          </a:xfrm>
        </p:grpSpPr>
        <p:sp>
          <p:nvSpPr>
            <p:cNvPr id="5386" name="Google Shape;5386;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57"/>
          <p:cNvGrpSpPr/>
          <p:nvPr/>
        </p:nvGrpSpPr>
        <p:grpSpPr>
          <a:xfrm>
            <a:off x="4094633" y="3533260"/>
            <a:ext cx="1268207" cy="638939"/>
            <a:chOff x="3967651" y="3645904"/>
            <a:chExt cx="1479304" cy="745292"/>
          </a:xfrm>
        </p:grpSpPr>
        <p:grpSp>
          <p:nvGrpSpPr>
            <p:cNvPr id="5390" name="Google Shape;5390;p57"/>
            <p:cNvGrpSpPr/>
            <p:nvPr/>
          </p:nvGrpSpPr>
          <p:grpSpPr>
            <a:xfrm>
              <a:off x="3967651" y="4009026"/>
              <a:ext cx="1479304" cy="382170"/>
              <a:chOff x="3967651" y="4009026"/>
              <a:chExt cx="1479304" cy="382170"/>
            </a:xfrm>
          </p:grpSpPr>
          <p:grpSp>
            <p:nvGrpSpPr>
              <p:cNvPr id="5391" name="Google Shape;5391;p57"/>
              <p:cNvGrpSpPr/>
              <p:nvPr/>
            </p:nvGrpSpPr>
            <p:grpSpPr>
              <a:xfrm>
                <a:off x="4892216" y="4195630"/>
                <a:ext cx="554739" cy="195566"/>
                <a:chOff x="3604375" y="4892160"/>
                <a:chExt cx="1651500" cy="582215"/>
              </a:xfrm>
            </p:grpSpPr>
            <p:sp>
              <p:nvSpPr>
                <p:cNvPr id="5392" name="Google Shape;5392;p5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57"/>
              <p:cNvGrpSpPr/>
              <p:nvPr/>
            </p:nvGrpSpPr>
            <p:grpSpPr>
              <a:xfrm>
                <a:off x="3967651" y="4146303"/>
                <a:ext cx="579402" cy="244893"/>
                <a:chOff x="851875" y="4745310"/>
                <a:chExt cx="1724925" cy="729065"/>
              </a:xfrm>
            </p:grpSpPr>
            <p:sp>
              <p:nvSpPr>
                <p:cNvPr id="5395" name="Google Shape;5395;p5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57"/>
              <p:cNvGrpSpPr/>
              <p:nvPr/>
            </p:nvGrpSpPr>
            <p:grpSpPr>
              <a:xfrm>
                <a:off x="4460753" y="4009026"/>
                <a:ext cx="493110" cy="382170"/>
                <a:chOff x="2319875" y="4336625"/>
                <a:chExt cx="1468025" cy="1137750"/>
              </a:xfrm>
            </p:grpSpPr>
            <p:sp>
              <p:nvSpPr>
                <p:cNvPr id="5398" name="Google Shape;5398;p5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00" name="Google Shape;5400;p57"/>
            <p:cNvGrpSpPr/>
            <p:nvPr/>
          </p:nvGrpSpPr>
          <p:grpSpPr>
            <a:xfrm>
              <a:off x="4479443" y="3645904"/>
              <a:ext cx="455965" cy="388789"/>
              <a:chOff x="2957425" y="238100"/>
              <a:chExt cx="1910200" cy="1628775"/>
            </a:xfrm>
          </p:grpSpPr>
          <p:sp>
            <p:nvSpPr>
              <p:cNvPr id="5401" name="Google Shape;5401;p5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11" name="Google Shape;5411;p57"/>
          <p:cNvGrpSpPr/>
          <p:nvPr/>
        </p:nvGrpSpPr>
        <p:grpSpPr>
          <a:xfrm>
            <a:off x="2480746" y="3534460"/>
            <a:ext cx="1243128" cy="637739"/>
            <a:chOff x="2496310" y="3693351"/>
            <a:chExt cx="1342906" cy="688926"/>
          </a:xfrm>
        </p:grpSpPr>
        <p:grpSp>
          <p:nvGrpSpPr>
            <p:cNvPr id="5412" name="Google Shape;5412;p57"/>
            <p:cNvGrpSpPr/>
            <p:nvPr/>
          </p:nvGrpSpPr>
          <p:grpSpPr>
            <a:xfrm>
              <a:off x="2496310" y="3693351"/>
              <a:ext cx="1342906" cy="688875"/>
              <a:chOff x="2496310" y="3693351"/>
              <a:chExt cx="1342906" cy="688875"/>
            </a:xfrm>
          </p:grpSpPr>
          <p:sp>
            <p:nvSpPr>
              <p:cNvPr id="5413" name="Google Shape;5413;p5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19" name="Google Shape;5419;p57"/>
              <p:cNvCxnSpPr>
                <a:stCxn id="541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420" name="Google Shape;5420;p57"/>
              <p:cNvCxnSpPr>
                <a:stCxn id="541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421" name="Google Shape;5421;p57"/>
              <p:cNvCxnSpPr>
                <a:stCxn id="541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22" name="Google Shape;5422;p57"/>
              <p:cNvCxnSpPr>
                <a:stCxn id="541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23" name="Google Shape;5423;p57"/>
              <p:cNvCxnSpPr>
                <a:stCxn id="541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424" name="Google Shape;5424;p57"/>
            <p:cNvGrpSpPr/>
            <p:nvPr/>
          </p:nvGrpSpPr>
          <p:grpSpPr>
            <a:xfrm>
              <a:off x="2675275" y="3930557"/>
              <a:ext cx="1003306" cy="451719"/>
              <a:chOff x="2675275" y="4174282"/>
              <a:chExt cx="1003306" cy="451719"/>
            </a:xfrm>
          </p:grpSpPr>
          <p:sp>
            <p:nvSpPr>
              <p:cNvPr id="5425" name="Google Shape;5425;p5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8" name="Google Shape;5428;p57"/>
          <p:cNvGrpSpPr/>
          <p:nvPr/>
        </p:nvGrpSpPr>
        <p:grpSpPr>
          <a:xfrm>
            <a:off x="1654417" y="971307"/>
            <a:ext cx="574511" cy="874709"/>
            <a:chOff x="1715404" y="1112080"/>
            <a:chExt cx="642270" cy="977984"/>
          </a:xfrm>
        </p:grpSpPr>
        <p:grpSp>
          <p:nvGrpSpPr>
            <p:cNvPr id="5429" name="Google Shape;5429;p57"/>
            <p:cNvGrpSpPr/>
            <p:nvPr/>
          </p:nvGrpSpPr>
          <p:grpSpPr>
            <a:xfrm>
              <a:off x="1715404" y="1112080"/>
              <a:ext cx="642270" cy="977984"/>
              <a:chOff x="1715404" y="1112080"/>
              <a:chExt cx="642270" cy="977984"/>
            </a:xfrm>
          </p:grpSpPr>
          <p:sp>
            <p:nvSpPr>
              <p:cNvPr id="5430" name="Google Shape;5430;p5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2" name="Google Shape;5432;p57"/>
            <p:cNvGrpSpPr/>
            <p:nvPr/>
          </p:nvGrpSpPr>
          <p:grpSpPr>
            <a:xfrm>
              <a:off x="1768927" y="1165603"/>
              <a:ext cx="535225" cy="851367"/>
              <a:chOff x="1768927" y="1165603"/>
              <a:chExt cx="535225" cy="851367"/>
            </a:xfrm>
          </p:grpSpPr>
          <p:sp>
            <p:nvSpPr>
              <p:cNvPr id="5433" name="Google Shape;5433;p5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57"/>
            <p:cNvGrpSpPr/>
            <p:nvPr/>
          </p:nvGrpSpPr>
          <p:grpSpPr>
            <a:xfrm>
              <a:off x="1822449" y="1219125"/>
              <a:ext cx="428180" cy="718859"/>
              <a:chOff x="1822449" y="1219125"/>
              <a:chExt cx="428180" cy="718859"/>
            </a:xfrm>
          </p:grpSpPr>
          <p:sp>
            <p:nvSpPr>
              <p:cNvPr id="5436" name="Google Shape;5436;p5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57"/>
            <p:cNvGrpSpPr/>
            <p:nvPr/>
          </p:nvGrpSpPr>
          <p:grpSpPr>
            <a:xfrm>
              <a:off x="1875972" y="1272648"/>
              <a:ext cx="321135" cy="586939"/>
              <a:chOff x="1875972" y="1272648"/>
              <a:chExt cx="321135" cy="586939"/>
            </a:xfrm>
          </p:grpSpPr>
          <p:sp>
            <p:nvSpPr>
              <p:cNvPr id="5439" name="Google Shape;5439;p5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1" name="Google Shape;5441;p57"/>
          <p:cNvGrpSpPr/>
          <p:nvPr/>
        </p:nvGrpSpPr>
        <p:grpSpPr>
          <a:xfrm>
            <a:off x="7761578" y="3528028"/>
            <a:ext cx="293855" cy="644170"/>
            <a:chOff x="241025" y="3151575"/>
            <a:chExt cx="293855" cy="644170"/>
          </a:xfrm>
        </p:grpSpPr>
        <p:sp>
          <p:nvSpPr>
            <p:cNvPr id="5442" name="Google Shape;5442;p5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57"/>
          <p:cNvGrpSpPr/>
          <p:nvPr/>
        </p:nvGrpSpPr>
        <p:grpSpPr>
          <a:xfrm>
            <a:off x="709562" y="2728028"/>
            <a:ext cx="1779649" cy="591620"/>
            <a:chOff x="246070" y="1983375"/>
            <a:chExt cx="1855347" cy="616849"/>
          </a:xfrm>
        </p:grpSpPr>
        <p:sp>
          <p:nvSpPr>
            <p:cNvPr id="5445" name="Google Shape;5445;p5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4" name="Google Shape;5454;p57"/>
          <p:cNvGrpSpPr/>
          <p:nvPr/>
        </p:nvGrpSpPr>
        <p:grpSpPr>
          <a:xfrm>
            <a:off x="2320428" y="971307"/>
            <a:ext cx="711055" cy="745993"/>
            <a:chOff x="2496269" y="1171698"/>
            <a:chExt cx="761953" cy="799392"/>
          </a:xfrm>
        </p:grpSpPr>
        <p:grpSp>
          <p:nvGrpSpPr>
            <p:cNvPr id="5455" name="Google Shape;5455;p57"/>
            <p:cNvGrpSpPr/>
            <p:nvPr/>
          </p:nvGrpSpPr>
          <p:grpSpPr>
            <a:xfrm>
              <a:off x="2496269" y="1171698"/>
              <a:ext cx="761953" cy="723022"/>
              <a:chOff x="2496269" y="1171698"/>
              <a:chExt cx="761953" cy="723022"/>
            </a:xfrm>
          </p:grpSpPr>
          <p:sp>
            <p:nvSpPr>
              <p:cNvPr id="5456" name="Google Shape;5456;p5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8" name="Google Shape;5458;p57"/>
              <p:cNvGrpSpPr/>
              <p:nvPr/>
            </p:nvGrpSpPr>
            <p:grpSpPr>
              <a:xfrm>
                <a:off x="2496269" y="1171698"/>
                <a:ext cx="761953" cy="723022"/>
                <a:chOff x="2496269" y="1120652"/>
                <a:chExt cx="761953" cy="723022"/>
              </a:xfrm>
            </p:grpSpPr>
            <p:grpSp>
              <p:nvGrpSpPr>
                <p:cNvPr id="5459" name="Google Shape;5459;p57"/>
                <p:cNvGrpSpPr/>
                <p:nvPr/>
              </p:nvGrpSpPr>
              <p:grpSpPr>
                <a:xfrm>
                  <a:off x="2496269" y="1120652"/>
                  <a:ext cx="761953" cy="723022"/>
                  <a:chOff x="2496269" y="1120652"/>
                  <a:chExt cx="761953" cy="723022"/>
                </a:xfrm>
              </p:grpSpPr>
              <p:grpSp>
                <p:nvGrpSpPr>
                  <p:cNvPr id="5460" name="Google Shape;5460;p57"/>
                  <p:cNvGrpSpPr/>
                  <p:nvPr/>
                </p:nvGrpSpPr>
                <p:grpSpPr>
                  <a:xfrm>
                    <a:off x="2496269" y="1304589"/>
                    <a:ext cx="407089" cy="305057"/>
                    <a:chOff x="2496269" y="1304589"/>
                    <a:chExt cx="407089" cy="305057"/>
                  </a:xfrm>
                </p:grpSpPr>
                <p:sp>
                  <p:nvSpPr>
                    <p:cNvPr id="5461" name="Google Shape;5461;p5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57"/>
                  <p:cNvGrpSpPr/>
                  <p:nvPr/>
                </p:nvGrpSpPr>
                <p:grpSpPr>
                  <a:xfrm>
                    <a:off x="2586468" y="1493376"/>
                    <a:ext cx="358850" cy="349656"/>
                    <a:chOff x="2586468" y="1493376"/>
                    <a:chExt cx="358850" cy="349656"/>
                  </a:xfrm>
                </p:grpSpPr>
                <p:sp>
                  <p:nvSpPr>
                    <p:cNvPr id="5464" name="Google Shape;5464;p5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6" name="Google Shape;5466;p57"/>
                  <p:cNvGrpSpPr/>
                  <p:nvPr/>
                </p:nvGrpSpPr>
                <p:grpSpPr>
                  <a:xfrm>
                    <a:off x="2807939" y="1494024"/>
                    <a:ext cx="358857" cy="349650"/>
                    <a:chOff x="2807939" y="1494024"/>
                    <a:chExt cx="358857" cy="349650"/>
                  </a:xfrm>
                </p:grpSpPr>
                <p:sp>
                  <p:nvSpPr>
                    <p:cNvPr id="5467" name="Google Shape;5467;p5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9" name="Google Shape;5469;p57"/>
                  <p:cNvGrpSpPr/>
                  <p:nvPr/>
                </p:nvGrpSpPr>
                <p:grpSpPr>
                  <a:xfrm>
                    <a:off x="2851133" y="1305635"/>
                    <a:ext cx="407089" cy="305057"/>
                    <a:chOff x="2851133" y="1305635"/>
                    <a:chExt cx="407089" cy="305057"/>
                  </a:xfrm>
                </p:grpSpPr>
                <p:sp>
                  <p:nvSpPr>
                    <p:cNvPr id="5470" name="Google Shape;5470;p5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57"/>
                  <p:cNvGrpSpPr/>
                  <p:nvPr/>
                </p:nvGrpSpPr>
                <p:grpSpPr>
                  <a:xfrm>
                    <a:off x="2727495" y="1120652"/>
                    <a:ext cx="300271" cy="396358"/>
                    <a:chOff x="2727495" y="1120652"/>
                    <a:chExt cx="300271" cy="396358"/>
                  </a:xfrm>
                </p:grpSpPr>
                <p:sp>
                  <p:nvSpPr>
                    <p:cNvPr id="5473" name="Google Shape;5473;p5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75" name="Google Shape;5475;p57"/>
                <p:cNvGrpSpPr/>
                <p:nvPr/>
              </p:nvGrpSpPr>
              <p:grpSpPr>
                <a:xfrm>
                  <a:off x="2722305" y="1350460"/>
                  <a:ext cx="308357" cy="308344"/>
                  <a:chOff x="2722305" y="1350460"/>
                  <a:chExt cx="308357" cy="308344"/>
                </a:xfrm>
              </p:grpSpPr>
              <p:sp>
                <p:nvSpPr>
                  <p:cNvPr id="5476" name="Google Shape;5476;p5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7" name="Google Shape;5477;p57"/>
                  <p:cNvGrpSpPr/>
                  <p:nvPr/>
                </p:nvGrpSpPr>
                <p:grpSpPr>
                  <a:xfrm>
                    <a:off x="2725064" y="1364529"/>
                    <a:ext cx="297954" cy="280182"/>
                    <a:chOff x="2725064" y="1364529"/>
                    <a:chExt cx="297954" cy="280182"/>
                  </a:xfrm>
                </p:grpSpPr>
                <p:sp>
                  <p:nvSpPr>
                    <p:cNvPr id="5478" name="Google Shape;5478;p5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483" name="Google Shape;5483;p5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8" name="Google Shape;5488;p57"/>
          <p:cNvGrpSpPr/>
          <p:nvPr/>
        </p:nvGrpSpPr>
        <p:grpSpPr>
          <a:xfrm>
            <a:off x="3909129" y="2727412"/>
            <a:ext cx="1569144" cy="591015"/>
            <a:chOff x="3820100" y="3023049"/>
            <a:chExt cx="1303926" cy="491162"/>
          </a:xfrm>
        </p:grpSpPr>
        <p:grpSp>
          <p:nvGrpSpPr>
            <p:cNvPr id="5489" name="Google Shape;5489;p57"/>
            <p:cNvGrpSpPr/>
            <p:nvPr/>
          </p:nvGrpSpPr>
          <p:grpSpPr>
            <a:xfrm>
              <a:off x="3820100" y="3023072"/>
              <a:ext cx="1303926" cy="491139"/>
              <a:chOff x="3820100" y="3023072"/>
              <a:chExt cx="1303926" cy="491139"/>
            </a:xfrm>
          </p:grpSpPr>
          <p:sp>
            <p:nvSpPr>
              <p:cNvPr id="5490" name="Google Shape;5490;p5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2" name="Google Shape;5492;p57"/>
            <p:cNvGrpSpPr/>
            <p:nvPr/>
          </p:nvGrpSpPr>
          <p:grpSpPr>
            <a:xfrm>
              <a:off x="4132439" y="3023645"/>
              <a:ext cx="393633" cy="177096"/>
              <a:chOff x="4132439" y="3023645"/>
              <a:chExt cx="393633" cy="177096"/>
            </a:xfrm>
          </p:grpSpPr>
          <p:sp>
            <p:nvSpPr>
              <p:cNvPr id="5493" name="Google Shape;5493;p5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57"/>
            <p:cNvGrpSpPr/>
            <p:nvPr/>
          </p:nvGrpSpPr>
          <p:grpSpPr>
            <a:xfrm>
              <a:off x="3921811" y="3023049"/>
              <a:ext cx="1002397" cy="388943"/>
              <a:chOff x="3921811" y="3023049"/>
              <a:chExt cx="1002397" cy="388943"/>
            </a:xfrm>
          </p:grpSpPr>
          <p:sp>
            <p:nvSpPr>
              <p:cNvPr id="5496" name="Google Shape;5496;p5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57"/>
            <p:cNvGrpSpPr/>
            <p:nvPr/>
          </p:nvGrpSpPr>
          <p:grpSpPr>
            <a:xfrm>
              <a:off x="4023645" y="3023049"/>
              <a:ext cx="683032" cy="286722"/>
              <a:chOff x="4023645" y="3023049"/>
              <a:chExt cx="683032" cy="286722"/>
            </a:xfrm>
          </p:grpSpPr>
          <p:sp>
            <p:nvSpPr>
              <p:cNvPr id="5499" name="Google Shape;5499;p5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1" name="Google Shape;5501;p57"/>
          <p:cNvGrpSpPr/>
          <p:nvPr/>
        </p:nvGrpSpPr>
        <p:grpSpPr>
          <a:xfrm>
            <a:off x="1541251" y="1854258"/>
            <a:ext cx="713522" cy="688025"/>
            <a:chOff x="1706078" y="2092648"/>
            <a:chExt cx="660913" cy="637296"/>
          </a:xfrm>
        </p:grpSpPr>
        <p:sp>
          <p:nvSpPr>
            <p:cNvPr id="5502" name="Google Shape;5502;p5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3" name="Google Shape;5503;p57"/>
            <p:cNvGrpSpPr/>
            <p:nvPr/>
          </p:nvGrpSpPr>
          <p:grpSpPr>
            <a:xfrm>
              <a:off x="1706078" y="2092648"/>
              <a:ext cx="660913" cy="575241"/>
              <a:chOff x="1706078" y="2092648"/>
              <a:chExt cx="660913" cy="575241"/>
            </a:xfrm>
          </p:grpSpPr>
          <p:sp>
            <p:nvSpPr>
              <p:cNvPr id="5504" name="Google Shape;5504;p5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7" name="Google Shape;5507;p57"/>
          <p:cNvGrpSpPr/>
          <p:nvPr/>
        </p:nvGrpSpPr>
        <p:grpSpPr>
          <a:xfrm>
            <a:off x="6303109" y="971806"/>
            <a:ext cx="1317459" cy="684168"/>
            <a:chOff x="238125" y="999450"/>
            <a:chExt cx="7140700" cy="3708225"/>
          </a:xfrm>
        </p:grpSpPr>
        <p:sp>
          <p:nvSpPr>
            <p:cNvPr id="5508" name="Google Shape;5508;p5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0" name="Shape 5520"/>
        <p:cNvGrpSpPr/>
        <p:nvPr/>
      </p:nvGrpSpPr>
      <p:grpSpPr>
        <a:xfrm>
          <a:off x="0" y="0"/>
          <a:ext cx="0" cy="0"/>
          <a:chOff x="0" y="0"/>
          <a:chExt cx="0" cy="0"/>
        </a:xfrm>
      </p:grpSpPr>
      <p:grpSp>
        <p:nvGrpSpPr>
          <p:cNvPr id="5521" name="Google Shape;5521;p58"/>
          <p:cNvGrpSpPr/>
          <p:nvPr/>
        </p:nvGrpSpPr>
        <p:grpSpPr>
          <a:xfrm>
            <a:off x="717027" y="967622"/>
            <a:ext cx="1636117" cy="1526144"/>
            <a:chOff x="729238" y="1179665"/>
            <a:chExt cx="1636117" cy="1526144"/>
          </a:xfrm>
        </p:grpSpPr>
        <p:grpSp>
          <p:nvGrpSpPr>
            <p:cNvPr id="5522" name="Google Shape;5522;p58"/>
            <p:cNvGrpSpPr/>
            <p:nvPr/>
          </p:nvGrpSpPr>
          <p:grpSpPr>
            <a:xfrm>
              <a:off x="729238" y="1179665"/>
              <a:ext cx="80700" cy="1526144"/>
              <a:chOff x="729238" y="1179665"/>
              <a:chExt cx="80700" cy="1526144"/>
            </a:xfrm>
          </p:grpSpPr>
          <p:sp>
            <p:nvSpPr>
              <p:cNvPr id="5523" name="Google Shape;5523;p5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3" name="Google Shape;5533;p58"/>
            <p:cNvGrpSpPr/>
            <p:nvPr/>
          </p:nvGrpSpPr>
          <p:grpSpPr>
            <a:xfrm>
              <a:off x="903098" y="1179665"/>
              <a:ext cx="80700" cy="1526144"/>
              <a:chOff x="903098" y="1179665"/>
              <a:chExt cx="80700" cy="1526144"/>
            </a:xfrm>
          </p:grpSpPr>
          <p:sp>
            <p:nvSpPr>
              <p:cNvPr id="5534" name="Google Shape;5534;p5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58"/>
            <p:cNvGrpSpPr/>
            <p:nvPr/>
          </p:nvGrpSpPr>
          <p:grpSpPr>
            <a:xfrm>
              <a:off x="1076958" y="1179665"/>
              <a:ext cx="80700" cy="1526144"/>
              <a:chOff x="1076958" y="1179665"/>
              <a:chExt cx="80700" cy="1526144"/>
            </a:xfrm>
          </p:grpSpPr>
          <p:sp>
            <p:nvSpPr>
              <p:cNvPr id="5545" name="Google Shape;5545;p5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58"/>
            <p:cNvGrpSpPr/>
            <p:nvPr/>
          </p:nvGrpSpPr>
          <p:grpSpPr>
            <a:xfrm>
              <a:off x="1247707" y="1179665"/>
              <a:ext cx="80700" cy="1526144"/>
              <a:chOff x="1247707" y="1179665"/>
              <a:chExt cx="80700" cy="1526144"/>
            </a:xfrm>
          </p:grpSpPr>
          <p:sp>
            <p:nvSpPr>
              <p:cNvPr id="5556" name="Google Shape;5556;p5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 name="Google Shape;5566;p58"/>
            <p:cNvGrpSpPr/>
            <p:nvPr/>
          </p:nvGrpSpPr>
          <p:grpSpPr>
            <a:xfrm>
              <a:off x="1421567" y="1179665"/>
              <a:ext cx="80700" cy="1526144"/>
              <a:chOff x="1421567" y="1179665"/>
              <a:chExt cx="80700" cy="1526144"/>
            </a:xfrm>
          </p:grpSpPr>
          <p:sp>
            <p:nvSpPr>
              <p:cNvPr id="5567" name="Google Shape;5567;p5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58"/>
            <p:cNvGrpSpPr/>
            <p:nvPr/>
          </p:nvGrpSpPr>
          <p:grpSpPr>
            <a:xfrm>
              <a:off x="1592327" y="1179665"/>
              <a:ext cx="80700" cy="1526144"/>
              <a:chOff x="1592327" y="1179665"/>
              <a:chExt cx="80700" cy="1526144"/>
            </a:xfrm>
          </p:grpSpPr>
          <p:sp>
            <p:nvSpPr>
              <p:cNvPr id="5578" name="Google Shape;5578;p5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58"/>
            <p:cNvGrpSpPr/>
            <p:nvPr/>
          </p:nvGrpSpPr>
          <p:grpSpPr>
            <a:xfrm>
              <a:off x="1766187" y="1179665"/>
              <a:ext cx="80700" cy="1526144"/>
              <a:chOff x="1766187" y="1179665"/>
              <a:chExt cx="80700" cy="1526144"/>
            </a:xfrm>
          </p:grpSpPr>
          <p:sp>
            <p:nvSpPr>
              <p:cNvPr id="5589" name="Google Shape;5589;p5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9" name="Google Shape;5599;p58"/>
            <p:cNvGrpSpPr/>
            <p:nvPr/>
          </p:nvGrpSpPr>
          <p:grpSpPr>
            <a:xfrm>
              <a:off x="1936935" y="1179665"/>
              <a:ext cx="80700" cy="1526144"/>
              <a:chOff x="1936935" y="1179665"/>
              <a:chExt cx="80700" cy="1526144"/>
            </a:xfrm>
          </p:grpSpPr>
          <p:sp>
            <p:nvSpPr>
              <p:cNvPr id="5600" name="Google Shape;5600;p5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58"/>
            <p:cNvGrpSpPr/>
            <p:nvPr/>
          </p:nvGrpSpPr>
          <p:grpSpPr>
            <a:xfrm>
              <a:off x="2110795" y="1179665"/>
              <a:ext cx="80700" cy="1526144"/>
              <a:chOff x="2110795" y="1179665"/>
              <a:chExt cx="80700" cy="1526144"/>
            </a:xfrm>
          </p:grpSpPr>
          <p:sp>
            <p:nvSpPr>
              <p:cNvPr id="5611" name="Google Shape;5611;p5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1" name="Google Shape;5621;p58"/>
            <p:cNvGrpSpPr/>
            <p:nvPr/>
          </p:nvGrpSpPr>
          <p:grpSpPr>
            <a:xfrm>
              <a:off x="2284655" y="1179665"/>
              <a:ext cx="80700" cy="1526144"/>
              <a:chOff x="2284655" y="1179665"/>
              <a:chExt cx="80700" cy="1526144"/>
            </a:xfrm>
          </p:grpSpPr>
          <p:sp>
            <p:nvSpPr>
              <p:cNvPr id="5622" name="Google Shape;5622;p5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32" name="Google Shape;5632;p58"/>
          <p:cNvGrpSpPr/>
          <p:nvPr/>
        </p:nvGrpSpPr>
        <p:grpSpPr>
          <a:xfrm>
            <a:off x="2611693" y="986760"/>
            <a:ext cx="1364248" cy="1102133"/>
            <a:chOff x="2623904" y="1198803"/>
            <a:chExt cx="1364248" cy="1102133"/>
          </a:xfrm>
        </p:grpSpPr>
        <p:grpSp>
          <p:nvGrpSpPr>
            <p:cNvPr id="5633" name="Google Shape;5633;p58"/>
            <p:cNvGrpSpPr/>
            <p:nvPr/>
          </p:nvGrpSpPr>
          <p:grpSpPr>
            <a:xfrm>
              <a:off x="2623907" y="1198803"/>
              <a:ext cx="1364245" cy="273000"/>
              <a:chOff x="2623907" y="1198803"/>
              <a:chExt cx="1364245" cy="273000"/>
            </a:xfrm>
          </p:grpSpPr>
          <p:sp>
            <p:nvSpPr>
              <p:cNvPr id="5634" name="Google Shape;5634;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58"/>
            <p:cNvGrpSpPr/>
            <p:nvPr/>
          </p:nvGrpSpPr>
          <p:grpSpPr>
            <a:xfrm>
              <a:off x="2623904" y="1476964"/>
              <a:ext cx="1364245" cy="273000"/>
              <a:chOff x="2623904" y="1476964"/>
              <a:chExt cx="1364245" cy="273000"/>
            </a:xfrm>
          </p:grpSpPr>
          <p:sp>
            <p:nvSpPr>
              <p:cNvPr id="5640" name="Google Shape;5640;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58"/>
            <p:cNvGrpSpPr/>
            <p:nvPr/>
          </p:nvGrpSpPr>
          <p:grpSpPr>
            <a:xfrm>
              <a:off x="2623907" y="1749775"/>
              <a:ext cx="1364245" cy="273000"/>
              <a:chOff x="2623907" y="1749775"/>
              <a:chExt cx="1364245" cy="273000"/>
            </a:xfrm>
          </p:grpSpPr>
          <p:sp>
            <p:nvSpPr>
              <p:cNvPr id="5646" name="Google Shape;5646;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58"/>
            <p:cNvGrpSpPr/>
            <p:nvPr/>
          </p:nvGrpSpPr>
          <p:grpSpPr>
            <a:xfrm>
              <a:off x="2623904" y="2027936"/>
              <a:ext cx="1364245" cy="273000"/>
              <a:chOff x="2623904" y="2027936"/>
              <a:chExt cx="1364245" cy="273000"/>
            </a:xfrm>
          </p:grpSpPr>
          <p:sp>
            <p:nvSpPr>
              <p:cNvPr id="5652" name="Google Shape;5652;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57" name="Google Shape;5657;p58"/>
          <p:cNvGrpSpPr/>
          <p:nvPr/>
        </p:nvGrpSpPr>
        <p:grpSpPr>
          <a:xfrm>
            <a:off x="2601154" y="2445833"/>
            <a:ext cx="1387541" cy="159124"/>
            <a:chOff x="3200660" y="2180272"/>
            <a:chExt cx="2563824" cy="378237"/>
          </a:xfrm>
        </p:grpSpPr>
        <p:sp>
          <p:nvSpPr>
            <p:cNvPr id="5658" name="Google Shape;5658;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6" name="Google Shape;5676;p58"/>
          <p:cNvGrpSpPr/>
          <p:nvPr/>
        </p:nvGrpSpPr>
        <p:grpSpPr>
          <a:xfrm>
            <a:off x="2597679" y="2723597"/>
            <a:ext cx="1390502" cy="159625"/>
            <a:chOff x="3530150" y="2790075"/>
            <a:chExt cx="1962600" cy="225300"/>
          </a:xfrm>
        </p:grpSpPr>
        <p:sp>
          <p:nvSpPr>
            <p:cNvPr id="5677" name="Google Shape;5677;p5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9" name="Google Shape;5679;p58"/>
          <p:cNvGrpSpPr/>
          <p:nvPr/>
        </p:nvGrpSpPr>
        <p:grpSpPr>
          <a:xfrm>
            <a:off x="2597736" y="3001862"/>
            <a:ext cx="1411629" cy="154175"/>
            <a:chOff x="3558802" y="4011244"/>
            <a:chExt cx="1866000" cy="111600"/>
          </a:xfrm>
        </p:grpSpPr>
        <p:sp>
          <p:nvSpPr>
            <p:cNvPr id="5680" name="Google Shape;5680;p5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2" name="Google Shape;5682;p58"/>
          <p:cNvGrpSpPr/>
          <p:nvPr/>
        </p:nvGrpSpPr>
        <p:grpSpPr>
          <a:xfrm>
            <a:off x="2598024" y="2207432"/>
            <a:ext cx="1383503" cy="119761"/>
            <a:chOff x="3465975" y="2270258"/>
            <a:chExt cx="1986364" cy="171947"/>
          </a:xfrm>
        </p:grpSpPr>
        <p:sp>
          <p:nvSpPr>
            <p:cNvPr id="5683" name="Google Shape;5683;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58"/>
          <p:cNvGrpSpPr/>
          <p:nvPr/>
        </p:nvGrpSpPr>
        <p:grpSpPr>
          <a:xfrm>
            <a:off x="2609031" y="3571205"/>
            <a:ext cx="1369531" cy="195460"/>
            <a:chOff x="723300" y="4253549"/>
            <a:chExt cx="2276482" cy="324900"/>
          </a:xfrm>
        </p:grpSpPr>
        <p:sp>
          <p:nvSpPr>
            <p:cNvPr id="5692" name="Google Shape;5692;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58"/>
          <p:cNvGrpSpPr/>
          <p:nvPr/>
        </p:nvGrpSpPr>
        <p:grpSpPr>
          <a:xfrm>
            <a:off x="2598592" y="3272446"/>
            <a:ext cx="1389066" cy="180119"/>
            <a:chOff x="705948" y="3788465"/>
            <a:chExt cx="2308953" cy="299400"/>
          </a:xfrm>
        </p:grpSpPr>
        <p:sp>
          <p:nvSpPr>
            <p:cNvPr id="5698" name="Google Shape;5698;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58"/>
          <p:cNvGrpSpPr/>
          <p:nvPr/>
        </p:nvGrpSpPr>
        <p:grpSpPr>
          <a:xfrm>
            <a:off x="4195583" y="1876400"/>
            <a:ext cx="1433821" cy="191501"/>
            <a:chOff x="4273350" y="2088443"/>
            <a:chExt cx="1433821" cy="191501"/>
          </a:xfrm>
        </p:grpSpPr>
        <p:grpSp>
          <p:nvGrpSpPr>
            <p:cNvPr id="5704" name="Google Shape;5704;p58"/>
            <p:cNvGrpSpPr/>
            <p:nvPr/>
          </p:nvGrpSpPr>
          <p:grpSpPr>
            <a:xfrm>
              <a:off x="4273350" y="2088443"/>
              <a:ext cx="1433821" cy="0"/>
              <a:chOff x="5224975" y="2962250"/>
              <a:chExt cx="1544400" cy="0"/>
            </a:xfrm>
          </p:grpSpPr>
          <p:cxnSp>
            <p:nvCxnSpPr>
              <p:cNvPr id="5705" name="Google Shape;5705;p5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706" name="Google Shape;5706;p5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707" name="Google Shape;5707;p58"/>
            <p:cNvGrpSpPr/>
            <p:nvPr/>
          </p:nvGrpSpPr>
          <p:grpSpPr>
            <a:xfrm>
              <a:off x="4273350" y="2279944"/>
              <a:ext cx="1433821" cy="0"/>
              <a:chOff x="5224975" y="2962250"/>
              <a:chExt cx="1544400" cy="0"/>
            </a:xfrm>
          </p:grpSpPr>
          <p:cxnSp>
            <p:nvCxnSpPr>
              <p:cNvPr id="5708" name="Google Shape;5708;p5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709" name="Google Shape;5709;p5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710" name="Google Shape;5710;p58"/>
          <p:cNvGrpSpPr/>
          <p:nvPr/>
        </p:nvGrpSpPr>
        <p:grpSpPr>
          <a:xfrm>
            <a:off x="2646529" y="3885304"/>
            <a:ext cx="1304609" cy="294074"/>
            <a:chOff x="2658741" y="4097347"/>
            <a:chExt cx="1304609" cy="294074"/>
          </a:xfrm>
        </p:grpSpPr>
        <p:grpSp>
          <p:nvGrpSpPr>
            <p:cNvPr id="5711" name="Google Shape;5711;p58"/>
            <p:cNvGrpSpPr/>
            <p:nvPr/>
          </p:nvGrpSpPr>
          <p:grpSpPr>
            <a:xfrm>
              <a:off x="2658741" y="4097347"/>
              <a:ext cx="118572" cy="294074"/>
              <a:chOff x="3343310" y="4475555"/>
              <a:chExt cx="127717" cy="316753"/>
            </a:xfrm>
          </p:grpSpPr>
          <p:sp>
            <p:nvSpPr>
              <p:cNvPr id="5712" name="Google Shape;5712;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58"/>
            <p:cNvGrpSpPr/>
            <p:nvPr/>
          </p:nvGrpSpPr>
          <p:grpSpPr>
            <a:xfrm>
              <a:off x="3815519" y="4098388"/>
              <a:ext cx="147831" cy="291991"/>
              <a:chOff x="3527539" y="4476677"/>
              <a:chExt cx="159232" cy="314510"/>
            </a:xfrm>
          </p:grpSpPr>
          <p:sp>
            <p:nvSpPr>
              <p:cNvPr id="5715" name="Google Shape;5715;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58"/>
            <p:cNvGrpSpPr/>
            <p:nvPr/>
          </p:nvGrpSpPr>
          <p:grpSpPr>
            <a:xfrm>
              <a:off x="3511696" y="4098388"/>
              <a:ext cx="147831" cy="291991"/>
              <a:chOff x="3527539" y="4476677"/>
              <a:chExt cx="159232" cy="314510"/>
            </a:xfrm>
          </p:grpSpPr>
          <p:sp>
            <p:nvSpPr>
              <p:cNvPr id="5718" name="Google Shape;5718;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58"/>
            <p:cNvGrpSpPr/>
            <p:nvPr/>
          </p:nvGrpSpPr>
          <p:grpSpPr>
            <a:xfrm>
              <a:off x="3207874" y="4098388"/>
              <a:ext cx="147831" cy="291991"/>
              <a:chOff x="3527539" y="4476677"/>
              <a:chExt cx="159232" cy="314510"/>
            </a:xfrm>
          </p:grpSpPr>
          <p:sp>
            <p:nvSpPr>
              <p:cNvPr id="5721" name="Google Shape;5721;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3" name="Google Shape;5723;p58"/>
            <p:cNvGrpSpPr/>
            <p:nvPr/>
          </p:nvGrpSpPr>
          <p:grpSpPr>
            <a:xfrm>
              <a:off x="2933305" y="4097347"/>
              <a:ext cx="118572" cy="294074"/>
              <a:chOff x="3343310" y="4475555"/>
              <a:chExt cx="127717" cy="316753"/>
            </a:xfrm>
          </p:grpSpPr>
          <p:sp>
            <p:nvSpPr>
              <p:cNvPr id="5724" name="Google Shape;5724;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6" name="Google Shape;5726;p58"/>
          <p:cNvGrpSpPr/>
          <p:nvPr/>
        </p:nvGrpSpPr>
        <p:grpSpPr>
          <a:xfrm>
            <a:off x="4197138" y="963998"/>
            <a:ext cx="1430711" cy="751237"/>
            <a:chOff x="5159450" y="1919950"/>
            <a:chExt cx="1541050" cy="862500"/>
          </a:xfrm>
        </p:grpSpPr>
        <p:sp>
          <p:nvSpPr>
            <p:cNvPr id="5727" name="Google Shape;5727;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728" name="Google Shape;5728;p58"/>
            <p:cNvGrpSpPr/>
            <p:nvPr/>
          </p:nvGrpSpPr>
          <p:grpSpPr>
            <a:xfrm>
              <a:off x="5159450" y="1919950"/>
              <a:ext cx="1541050" cy="862500"/>
              <a:chOff x="5159450" y="1919950"/>
              <a:chExt cx="1541050" cy="862500"/>
            </a:xfrm>
          </p:grpSpPr>
          <p:cxnSp>
            <p:nvCxnSpPr>
              <p:cNvPr id="5729" name="Google Shape;5729;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730" name="Google Shape;5730;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731" name="Google Shape;5731;p58"/>
          <p:cNvGrpSpPr/>
          <p:nvPr/>
        </p:nvGrpSpPr>
        <p:grpSpPr>
          <a:xfrm>
            <a:off x="4245275" y="2227768"/>
            <a:ext cx="1334436" cy="967914"/>
            <a:chOff x="4294923" y="2439811"/>
            <a:chExt cx="1334436" cy="967914"/>
          </a:xfrm>
        </p:grpSpPr>
        <p:grpSp>
          <p:nvGrpSpPr>
            <p:cNvPr id="5732" name="Google Shape;5732;p58"/>
            <p:cNvGrpSpPr/>
            <p:nvPr/>
          </p:nvGrpSpPr>
          <p:grpSpPr>
            <a:xfrm>
              <a:off x="4960455" y="2469658"/>
              <a:ext cx="668904" cy="885524"/>
              <a:chOff x="4960455" y="2469658"/>
              <a:chExt cx="668904" cy="885524"/>
            </a:xfrm>
          </p:grpSpPr>
          <p:sp>
            <p:nvSpPr>
              <p:cNvPr id="5733" name="Google Shape;5733;p5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58"/>
            <p:cNvGrpSpPr/>
            <p:nvPr/>
          </p:nvGrpSpPr>
          <p:grpSpPr>
            <a:xfrm>
              <a:off x="4294923" y="2469658"/>
              <a:ext cx="668951" cy="885524"/>
              <a:chOff x="4294923" y="2469658"/>
              <a:chExt cx="668951" cy="885524"/>
            </a:xfrm>
          </p:grpSpPr>
          <p:sp>
            <p:nvSpPr>
              <p:cNvPr id="5740" name="Google Shape;5740;p5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6" name="Google Shape;5746;p5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58"/>
          <p:cNvGrpSpPr/>
          <p:nvPr/>
        </p:nvGrpSpPr>
        <p:grpSpPr>
          <a:xfrm>
            <a:off x="4231478" y="3282213"/>
            <a:ext cx="1430949" cy="897289"/>
            <a:chOff x="4351371" y="3547942"/>
            <a:chExt cx="1345130" cy="843475"/>
          </a:xfrm>
        </p:grpSpPr>
        <p:grpSp>
          <p:nvGrpSpPr>
            <p:cNvPr id="5748" name="Google Shape;5748;p58"/>
            <p:cNvGrpSpPr/>
            <p:nvPr/>
          </p:nvGrpSpPr>
          <p:grpSpPr>
            <a:xfrm>
              <a:off x="4351371" y="4209917"/>
              <a:ext cx="1345130" cy="181500"/>
              <a:chOff x="4351371" y="4209917"/>
              <a:chExt cx="1345130" cy="181500"/>
            </a:xfrm>
          </p:grpSpPr>
          <p:sp>
            <p:nvSpPr>
              <p:cNvPr id="5749" name="Google Shape;5749;p5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50" name="Google Shape;5750;p5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751" name="Google Shape;5751;p58"/>
            <p:cNvGrpSpPr/>
            <p:nvPr/>
          </p:nvGrpSpPr>
          <p:grpSpPr>
            <a:xfrm>
              <a:off x="4403010" y="3985221"/>
              <a:ext cx="1109518" cy="181500"/>
              <a:chOff x="4403010" y="3985221"/>
              <a:chExt cx="1109518" cy="181500"/>
            </a:xfrm>
          </p:grpSpPr>
          <p:sp>
            <p:nvSpPr>
              <p:cNvPr id="5752" name="Google Shape;5752;p5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53" name="Google Shape;5753;p5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754" name="Google Shape;5754;p58"/>
            <p:cNvGrpSpPr/>
            <p:nvPr/>
          </p:nvGrpSpPr>
          <p:grpSpPr>
            <a:xfrm>
              <a:off x="4618704" y="3766582"/>
              <a:ext cx="807858" cy="181500"/>
              <a:chOff x="4618704" y="3766582"/>
              <a:chExt cx="807858" cy="181500"/>
            </a:xfrm>
          </p:grpSpPr>
          <p:sp>
            <p:nvSpPr>
              <p:cNvPr id="5755" name="Google Shape;5755;p5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56" name="Google Shape;5756;p5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757" name="Google Shape;5757;p58"/>
            <p:cNvGrpSpPr/>
            <p:nvPr/>
          </p:nvGrpSpPr>
          <p:grpSpPr>
            <a:xfrm>
              <a:off x="4735238" y="3547942"/>
              <a:ext cx="462839" cy="181500"/>
              <a:chOff x="4735238" y="3547942"/>
              <a:chExt cx="462839" cy="181500"/>
            </a:xfrm>
          </p:grpSpPr>
          <p:sp>
            <p:nvSpPr>
              <p:cNvPr id="5758" name="Google Shape;5758;p5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59" name="Google Shape;5759;p5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760" name="Google Shape;5760;p58"/>
          <p:cNvGrpSpPr/>
          <p:nvPr/>
        </p:nvGrpSpPr>
        <p:grpSpPr>
          <a:xfrm>
            <a:off x="7407836" y="2217537"/>
            <a:ext cx="1020955" cy="928853"/>
            <a:chOff x="926675" y="238125"/>
            <a:chExt cx="5755100" cy="5232975"/>
          </a:xfrm>
        </p:grpSpPr>
        <p:sp>
          <p:nvSpPr>
            <p:cNvPr id="5761" name="Google Shape;5761;p5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58"/>
          <p:cNvGrpSpPr/>
          <p:nvPr/>
        </p:nvGrpSpPr>
        <p:grpSpPr>
          <a:xfrm>
            <a:off x="715210" y="2616272"/>
            <a:ext cx="1695374" cy="1560837"/>
            <a:chOff x="727421" y="2828315"/>
            <a:chExt cx="1695374" cy="1560837"/>
          </a:xfrm>
        </p:grpSpPr>
        <p:grpSp>
          <p:nvGrpSpPr>
            <p:cNvPr id="5766" name="Google Shape;5766;p58"/>
            <p:cNvGrpSpPr/>
            <p:nvPr/>
          </p:nvGrpSpPr>
          <p:grpSpPr>
            <a:xfrm>
              <a:off x="727421" y="2828315"/>
              <a:ext cx="1695374" cy="1560837"/>
              <a:chOff x="734799" y="2782450"/>
              <a:chExt cx="1571100" cy="1577400"/>
            </a:xfrm>
          </p:grpSpPr>
          <p:cxnSp>
            <p:nvCxnSpPr>
              <p:cNvPr id="5767" name="Google Shape;5767;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768" name="Google Shape;5768;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769" name="Google Shape;5769;p58"/>
            <p:cNvGrpSpPr/>
            <p:nvPr/>
          </p:nvGrpSpPr>
          <p:grpSpPr>
            <a:xfrm>
              <a:off x="819108" y="2882501"/>
              <a:ext cx="1556791" cy="1426186"/>
              <a:chOff x="819108" y="2882501"/>
              <a:chExt cx="1556791" cy="1426186"/>
            </a:xfrm>
          </p:grpSpPr>
          <p:grpSp>
            <p:nvGrpSpPr>
              <p:cNvPr id="5770" name="Google Shape;5770;p58"/>
              <p:cNvGrpSpPr/>
              <p:nvPr/>
            </p:nvGrpSpPr>
            <p:grpSpPr>
              <a:xfrm>
                <a:off x="819108" y="2882501"/>
                <a:ext cx="103104" cy="1426186"/>
                <a:chOff x="4674013" y="3100904"/>
                <a:chExt cx="122758" cy="1698043"/>
              </a:xfrm>
            </p:grpSpPr>
            <p:sp>
              <p:nvSpPr>
                <p:cNvPr id="5771" name="Google Shape;5771;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58"/>
              <p:cNvGrpSpPr/>
              <p:nvPr/>
            </p:nvGrpSpPr>
            <p:grpSpPr>
              <a:xfrm>
                <a:off x="1062475" y="2882501"/>
                <a:ext cx="103104" cy="1426186"/>
                <a:chOff x="4940438" y="3100904"/>
                <a:chExt cx="122758" cy="1698043"/>
              </a:xfrm>
            </p:grpSpPr>
            <p:sp>
              <p:nvSpPr>
                <p:cNvPr id="5779" name="Google Shape;5779;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6" name="Google Shape;5786;p58"/>
              <p:cNvGrpSpPr/>
              <p:nvPr/>
            </p:nvGrpSpPr>
            <p:grpSpPr>
              <a:xfrm>
                <a:off x="1299324" y="2882501"/>
                <a:ext cx="103104" cy="1426186"/>
                <a:chOff x="5206863" y="3100904"/>
                <a:chExt cx="122758" cy="1698043"/>
              </a:xfrm>
            </p:grpSpPr>
            <p:sp>
              <p:nvSpPr>
                <p:cNvPr id="5787" name="Google Shape;5787;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58"/>
              <p:cNvGrpSpPr/>
              <p:nvPr/>
            </p:nvGrpSpPr>
            <p:grpSpPr>
              <a:xfrm>
                <a:off x="1786057" y="2882501"/>
                <a:ext cx="103104" cy="1426186"/>
                <a:chOff x="6006138" y="3143629"/>
                <a:chExt cx="122758" cy="1698043"/>
              </a:xfrm>
            </p:grpSpPr>
            <p:sp>
              <p:nvSpPr>
                <p:cNvPr id="5795" name="Google Shape;5795;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2" name="Google Shape;5802;p58"/>
              <p:cNvGrpSpPr/>
              <p:nvPr/>
            </p:nvGrpSpPr>
            <p:grpSpPr>
              <a:xfrm>
                <a:off x="2029422" y="2882501"/>
                <a:ext cx="103104" cy="1426186"/>
                <a:chOff x="6805413" y="3100904"/>
                <a:chExt cx="122758" cy="1698043"/>
              </a:xfrm>
            </p:grpSpPr>
            <p:sp>
              <p:nvSpPr>
                <p:cNvPr id="5803" name="Google Shape;5803;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58"/>
              <p:cNvGrpSpPr/>
              <p:nvPr/>
            </p:nvGrpSpPr>
            <p:grpSpPr>
              <a:xfrm>
                <a:off x="2272795" y="2882501"/>
                <a:ext cx="103104" cy="1426186"/>
                <a:chOff x="5206863" y="3100904"/>
                <a:chExt cx="122758" cy="1698043"/>
              </a:xfrm>
            </p:grpSpPr>
            <p:sp>
              <p:nvSpPr>
                <p:cNvPr id="5811" name="Google Shape;5811;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8" name="Google Shape;5818;p58"/>
              <p:cNvGrpSpPr/>
              <p:nvPr/>
            </p:nvGrpSpPr>
            <p:grpSpPr>
              <a:xfrm>
                <a:off x="1542694" y="2882501"/>
                <a:ext cx="103104" cy="1426186"/>
                <a:chOff x="6006138" y="3143629"/>
                <a:chExt cx="122758" cy="1698043"/>
              </a:xfrm>
            </p:grpSpPr>
            <p:sp>
              <p:nvSpPr>
                <p:cNvPr id="5819" name="Google Shape;5819;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26" name="Google Shape;5826;p58"/>
          <p:cNvGrpSpPr/>
          <p:nvPr/>
        </p:nvGrpSpPr>
        <p:grpSpPr>
          <a:xfrm>
            <a:off x="5671260" y="3305994"/>
            <a:ext cx="2749952" cy="870677"/>
            <a:chOff x="238125" y="1725700"/>
            <a:chExt cx="7139025" cy="2260325"/>
          </a:xfrm>
        </p:grpSpPr>
        <p:sp>
          <p:nvSpPr>
            <p:cNvPr id="5827" name="Google Shape;5827;p5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58"/>
          <p:cNvGrpSpPr/>
          <p:nvPr/>
        </p:nvGrpSpPr>
        <p:grpSpPr>
          <a:xfrm>
            <a:off x="5941424" y="2247740"/>
            <a:ext cx="1105452" cy="916747"/>
            <a:chOff x="5249100" y="1210600"/>
            <a:chExt cx="3502700" cy="2904775"/>
          </a:xfrm>
        </p:grpSpPr>
        <p:sp>
          <p:nvSpPr>
            <p:cNvPr id="5838" name="Google Shape;5838;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2" name="Google Shape;5842;p5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843" name="Google Shape;5843;p5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844" name="Google Shape;5844;p5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845" name="Google Shape;5845;p5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846" name="Google Shape;5846;p5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58"/>
          <p:cNvGrpSpPr/>
          <p:nvPr/>
        </p:nvGrpSpPr>
        <p:grpSpPr>
          <a:xfrm>
            <a:off x="7123972" y="967158"/>
            <a:ext cx="1304650" cy="1124856"/>
            <a:chOff x="7287122" y="1165658"/>
            <a:chExt cx="1219413" cy="1051365"/>
          </a:xfrm>
        </p:grpSpPr>
        <p:grpSp>
          <p:nvGrpSpPr>
            <p:cNvPr id="5848" name="Google Shape;5848;p58"/>
            <p:cNvGrpSpPr/>
            <p:nvPr/>
          </p:nvGrpSpPr>
          <p:grpSpPr>
            <a:xfrm>
              <a:off x="7287122" y="1969723"/>
              <a:ext cx="1219413" cy="247300"/>
              <a:chOff x="7287122" y="1969723"/>
              <a:chExt cx="1219413" cy="247300"/>
            </a:xfrm>
          </p:grpSpPr>
          <p:sp>
            <p:nvSpPr>
              <p:cNvPr id="5849" name="Google Shape;5849;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0" name="Google Shape;5850;p58"/>
              <p:cNvGrpSpPr/>
              <p:nvPr/>
            </p:nvGrpSpPr>
            <p:grpSpPr>
              <a:xfrm>
                <a:off x="7287122" y="2063892"/>
                <a:ext cx="1151753" cy="73428"/>
                <a:chOff x="7287122" y="2063892"/>
                <a:chExt cx="1151753" cy="73428"/>
              </a:xfrm>
            </p:grpSpPr>
            <p:sp>
              <p:nvSpPr>
                <p:cNvPr id="5851" name="Google Shape;5851;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52" name="Google Shape;5852;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853" name="Google Shape;5853;p58"/>
            <p:cNvGrpSpPr/>
            <p:nvPr/>
          </p:nvGrpSpPr>
          <p:grpSpPr>
            <a:xfrm>
              <a:off x="7287122" y="1712201"/>
              <a:ext cx="1219403" cy="246767"/>
              <a:chOff x="7287122" y="1712201"/>
              <a:chExt cx="1219403" cy="246767"/>
            </a:xfrm>
          </p:grpSpPr>
          <p:sp>
            <p:nvSpPr>
              <p:cNvPr id="5854" name="Google Shape;5854;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5" name="Google Shape;5855;p58"/>
              <p:cNvGrpSpPr/>
              <p:nvPr/>
            </p:nvGrpSpPr>
            <p:grpSpPr>
              <a:xfrm>
                <a:off x="7287122" y="1842861"/>
                <a:ext cx="1005303" cy="73419"/>
                <a:chOff x="7287122" y="1842861"/>
                <a:chExt cx="1005303" cy="73419"/>
              </a:xfrm>
            </p:grpSpPr>
            <p:sp>
              <p:nvSpPr>
                <p:cNvPr id="5856" name="Google Shape;5856;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57" name="Google Shape;5857;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858" name="Google Shape;5858;p58"/>
            <p:cNvGrpSpPr/>
            <p:nvPr/>
          </p:nvGrpSpPr>
          <p:grpSpPr>
            <a:xfrm>
              <a:off x="7287122" y="1447520"/>
              <a:ext cx="1219403" cy="286667"/>
              <a:chOff x="7287122" y="1447520"/>
              <a:chExt cx="1219403" cy="286667"/>
            </a:xfrm>
          </p:grpSpPr>
          <p:sp>
            <p:nvSpPr>
              <p:cNvPr id="5859" name="Google Shape;5859;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0" name="Google Shape;5860;p58"/>
              <p:cNvGrpSpPr/>
              <p:nvPr/>
            </p:nvGrpSpPr>
            <p:grpSpPr>
              <a:xfrm>
                <a:off x="7287122" y="1581977"/>
                <a:ext cx="852803" cy="73428"/>
                <a:chOff x="7287122" y="1581977"/>
                <a:chExt cx="852803" cy="73428"/>
              </a:xfrm>
            </p:grpSpPr>
            <p:sp>
              <p:nvSpPr>
                <p:cNvPr id="5861" name="Google Shape;5861;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2" name="Google Shape;5862;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863" name="Google Shape;5863;p58"/>
            <p:cNvGrpSpPr/>
            <p:nvPr/>
          </p:nvGrpSpPr>
          <p:grpSpPr>
            <a:xfrm>
              <a:off x="7287122" y="1165658"/>
              <a:ext cx="1219403" cy="344253"/>
              <a:chOff x="7287122" y="1165658"/>
              <a:chExt cx="1219403" cy="344253"/>
            </a:xfrm>
          </p:grpSpPr>
          <p:sp>
            <p:nvSpPr>
              <p:cNvPr id="5864" name="Google Shape;5864;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5" name="Google Shape;5865;p58"/>
              <p:cNvGrpSpPr/>
              <p:nvPr/>
            </p:nvGrpSpPr>
            <p:grpSpPr>
              <a:xfrm>
                <a:off x="7287122" y="1341025"/>
                <a:ext cx="695703" cy="73419"/>
                <a:chOff x="7287122" y="1341025"/>
                <a:chExt cx="695703" cy="73419"/>
              </a:xfrm>
            </p:grpSpPr>
            <p:sp>
              <p:nvSpPr>
                <p:cNvPr id="5866" name="Google Shape;5866;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7" name="Google Shape;5867;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868" name="Google Shape;5868;p58"/>
          <p:cNvGrpSpPr/>
          <p:nvPr/>
        </p:nvGrpSpPr>
        <p:grpSpPr>
          <a:xfrm>
            <a:off x="5790464" y="973181"/>
            <a:ext cx="1397729" cy="1098540"/>
            <a:chOff x="5900602" y="1193063"/>
            <a:chExt cx="1299851" cy="1021707"/>
          </a:xfrm>
        </p:grpSpPr>
        <p:grpSp>
          <p:nvGrpSpPr>
            <p:cNvPr id="5869" name="Google Shape;5869;p58"/>
            <p:cNvGrpSpPr/>
            <p:nvPr/>
          </p:nvGrpSpPr>
          <p:grpSpPr>
            <a:xfrm>
              <a:off x="6520337" y="1193063"/>
              <a:ext cx="341815" cy="799959"/>
              <a:chOff x="6520337" y="1193063"/>
              <a:chExt cx="341815" cy="799959"/>
            </a:xfrm>
          </p:grpSpPr>
          <p:grpSp>
            <p:nvGrpSpPr>
              <p:cNvPr id="5870" name="Google Shape;5870;p58"/>
              <p:cNvGrpSpPr/>
              <p:nvPr/>
            </p:nvGrpSpPr>
            <p:grpSpPr>
              <a:xfrm>
                <a:off x="6520337" y="1589527"/>
                <a:ext cx="213950" cy="403494"/>
                <a:chOff x="6520337" y="1589527"/>
                <a:chExt cx="213950" cy="403494"/>
              </a:xfrm>
            </p:grpSpPr>
            <p:sp>
              <p:nvSpPr>
                <p:cNvPr id="5871" name="Google Shape;5871;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58"/>
              <p:cNvGrpSpPr/>
              <p:nvPr/>
            </p:nvGrpSpPr>
            <p:grpSpPr>
              <a:xfrm>
                <a:off x="6577204" y="1193063"/>
                <a:ext cx="284947" cy="464512"/>
                <a:chOff x="6577204" y="1193063"/>
                <a:chExt cx="284947" cy="464512"/>
              </a:xfrm>
            </p:grpSpPr>
            <p:sp>
              <p:nvSpPr>
                <p:cNvPr id="5874" name="Google Shape;5874;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75" name="Google Shape;5875;p5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876" name="Google Shape;5876;p58"/>
            <p:cNvGrpSpPr/>
            <p:nvPr/>
          </p:nvGrpSpPr>
          <p:grpSpPr>
            <a:xfrm>
              <a:off x="6238903" y="1193063"/>
              <a:ext cx="300475" cy="900152"/>
              <a:chOff x="6238903" y="1193063"/>
              <a:chExt cx="300475" cy="900152"/>
            </a:xfrm>
          </p:grpSpPr>
          <p:grpSp>
            <p:nvGrpSpPr>
              <p:cNvPr id="5877" name="Google Shape;5877;p58"/>
              <p:cNvGrpSpPr/>
              <p:nvPr/>
            </p:nvGrpSpPr>
            <p:grpSpPr>
              <a:xfrm>
                <a:off x="6290865" y="1489315"/>
                <a:ext cx="248514" cy="603900"/>
                <a:chOff x="6290865" y="1489315"/>
                <a:chExt cx="248514" cy="603900"/>
              </a:xfrm>
            </p:grpSpPr>
            <p:sp>
              <p:nvSpPr>
                <p:cNvPr id="5878" name="Google Shape;5878;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0" name="Google Shape;5880;p58"/>
              <p:cNvGrpSpPr/>
              <p:nvPr/>
            </p:nvGrpSpPr>
            <p:grpSpPr>
              <a:xfrm>
                <a:off x="6238903" y="1193063"/>
                <a:ext cx="284947" cy="333087"/>
                <a:chOff x="6238903" y="1193063"/>
                <a:chExt cx="284947" cy="333087"/>
              </a:xfrm>
            </p:grpSpPr>
            <p:sp>
              <p:nvSpPr>
                <p:cNvPr id="5881" name="Google Shape;5881;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82" name="Google Shape;5882;p5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883" name="Google Shape;5883;p58"/>
            <p:cNvGrpSpPr/>
            <p:nvPr/>
          </p:nvGrpSpPr>
          <p:grpSpPr>
            <a:xfrm>
              <a:off x="5900602" y="1193063"/>
              <a:ext cx="444345" cy="1021707"/>
              <a:chOff x="5900602" y="1193063"/>
              <a:chExt cx="444345" cy="1021707"/>
            </a:xfrm>
          </p:grpSpPr>
          <p:grpSp>
            <p:nvGrpSpPr>
              <p:cNvPr id="5884" name="Google Shape;5884;p58"/>
              <p:cNvGrpSpPr/>
              <p:nvPr/>
            </p:nvGrpSpPr>
            <p:grpSpPr>
              <a:xfrm>
                <a:off x="6046501" y="1367785"/>
                <a:ext cx="298446" cy="846986"/>
                <a:chOff x="6046501" y="1367785"/>
                <a:chExt cx="298446" cy="846986"/>
              </a:xfrm>
            </p:grpSpPr>
            <p:sp>
              <p:nvSpPr>
                <p:cNvPr id="5885" name="Google Shape;5885;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58"/>
              <p:cNvGrpSpPr/>
              <p:nvPr/>
            </p:nvGrpSpPr>
            <p:grpSpPr>
              <a:xfrm>
                <a:off x="5900602" y="1193063"/>
                <a:ext cx="284947" cy="182312"/>
                <a:chOff x="5900602" y="1193063"/>
                <a:chExt cx="284947" cy="182312"/>
              </a:xfrm>
            </p:grpSpPr>
            <p:sp>
              <p:nvSpPr>
                <p:cNvPr id="5888" name="Google Shape;5888;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89" name="Google Shape;5889;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890" name="Google Shape;5890;p58"/>
            <p:cNvGrpSpPr/>
            <p:nvPr/>
          </p:nvGrpSpPr>
          <p:grpSpPr>
            <a:xfrm>
              <a:off x="6738300" y="1193063"/>
              <a:ext cx="462153" cy="707634"/>
              <a:chOff x="6738300" y="1193063"/>
              <a:chExt cx="462153" cy="707634"/>
            </a:xfrm>
          </p:grpSpPr>
          <p:grpSp>
            <p:nvGrpSpPr>
              <p:cNvPr id="5891" name="Google Shape;5891;p58"/>
              <p:cNvGrpSpPr/>
              <p:nvPr/>
            </p:nvGrpSpPr>
            <p:grpSpPr>
              <a:xfrm>
                <a:off x="6915505" y="1193063"/>
                <a:ext cx="284947" cy="597387"/>
                <a:chOff x="6915505" y="1193063"/>
                <a:chExt cx="284947" cy="597387"/>
              </a:xfrm>
            </p:grpSpPr>
            <p:sp>
              <p:nvSpPr>
                <p:cNvPr id="5892" name="Google Shape;5892;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93" name="Google Shape;5893;p5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894" name="Google Shape;5894;p58"/>
              <p:cNvGrpSpPr/>
              <p:nvPr/>
            </p:nvGrpSpPr>
            <p:grpSpPr>
              <a:xfrm>
                <a:off x="6738300" y="1684725"/>
                <a:ext cx="230066" cy="215971"/>
                <a:chOff x="6738300" y="1684725"/>
                <a:chExt cx="230066" cy="215971"/>
              </a:xfrm>
            </p:grpSpPr>
            <p:sp>
              <p:nvSpPr>
                <p:cNvPr id="5895" name="Google Shape;5895;p5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00" name="Shape 5900"/>
        <p:cNvGrpSpPr/>
        <p:nvPr/>
      </p:nvGrpSpPr>
      <p:grpSpPr>
        <a:xfrm>
          <a:off x="0" y="0"/>
          <a:ext cx="0" cy="0"/>
          <a:chOff x="0" y="0"/>
          <a:chExt cx="0" cy="0"/>
        </a:xfrm>
      </p:grpSpPr>
      <p:grpSp>
        <p:nvGrpSpPr>
          <p:cNvPr id="5901" name="Google Shape;5901;p59"/>
          <p:cNvGrpSpPr/>
          <p:nvPr/>
        </p:nvGrpSpPr>
        <p:grpSpPr>
          <a:xfrm>
            <a:off x="821785" y="2307635"/>
            <a:ext cx="339235" cy="298186"/>
            <a:chOff x="898875" y="244725"/>
            <a:chExt cx="481800" cy="423500"/>
          </a:xfrm>
        </p:grpSpPr>
        <p:sp>
          <p:nvSpPr>
            <p:cNvPr id="5902" name="Google Shape;5902;p59"/>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3" name="Google Shape;5903;p59"/>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4" name="Google Shape;5904;p59"/>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5" name="Google Shape;5905;p59"/>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6" name="Google Shape;5906;p59"/>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7" name="Google Shape;5907;p59"/>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8" name="Google Shape;5908;p59"/>
          <p:cNvGrpSpPr/>
          <p:nvPr/>
        </p:nvGrpSpPr>
        <p:grpSpPr>
          <a:xfrm>
            <a:off x="1260167" y="2287103"/>
            <a:ext cx="298169" cy="339253"/>
            <a:chOff x="1529350" y="258825"/>
            <a:chExt cx="423475" cy="481825"/>
          </a:xfrm>
        </p:grpSpPr>
        <p:sp>
          <p:nvSpPr>
            <p:cNvPr id="5909" name="Google Shape;5909;p59"/>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0" name="Google Shape;5910;p59"/>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1" name="Google Shape;5911;p59"/>
          <p:cNvGrpSpPr/>
          <p:nvPr/>
        </p:nvGrpSpPr>
        <p:grpSpPr>
          <a:xfrm>
            <a:off x="2102437" y="2287102"/>
            <a:ext cx="298169" cy="339253"/>
            <a:chOff x="2707500" y="249400"/>
            <a:chExt cx="423475" cy="481825"/>
          </a:xfrm>
        </p:grpSpPr>
        <p:sp>
          <p:nvSpPr>
            <p:cNvPr id="5912" name="Google Shape;5912;p59"/>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3" name="Google Shape;5913;p59"/>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4" name="Google Shape;5914;p59"/>
          <p:cNvGrpSpPr/>
          <p:nvPr/>
        </p:nvGrpSpPr>
        <p:grpSpPr>
          <a:xfrm>
            <a:off x="2516052" y="2287428"/>
            <a:ext cx="305386" cy="338602"/>
            <a:chOff x="3300325" y="249875"/>
            <a:chExt cx="433725" cy="480900"/>
          </a:xfrm>
        </p:grpSpPr>
        <p:sp>
          <p:nvSpPr>
            <p:cNvPr id="5915" name="Google Shape;5915;p59"/>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6" name="Google Shape;5916;p59"/>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7" name="Google Shape;5917;p59"/>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8" name="Google Shape;5918;p59"/>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9" name="Google Shape;5919;p59"/>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0" name="Google Shape;5920;p59"/>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1" name="Google Shape;5921;p59"/>
          <p:cNvGrpSpPr/>
          <p:nvPr/>
        </p:nvGrpSpPr>
        <p:grpSpPr>
          <a:xfrm>
            <a:off x="1653142" y="2367273"/>
            <a:ext cx="340890" cy="178912"/>
            <a:chOff x="2084325" y="363300"/>
            <a:chExt cx="484150" cy="254100"/>
          </a:xfrm>
        </p:grpSpPr>
        <p:sp>
          <p:nvSpPr>
            <p:cNvPr id="5922" name="Google Shape;5922;p59"/>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3" name="Google Shape;5923;p59"/>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4" name="Google Shape;5924;p59"/>
          <p:cNvGrpSpPr/>
          <p:nvPr/>
        </p:nvGrpSpPr>
        <p:grpSpPr>
          <a:xfrm>
            <a:off x="2905137" y="2287349"/>
            <a:ext cx="352349" cy="338760"/>
            <a:chOff x="3854700" y="249750"/>
            <a:chExt cx="500425" cy="481125"/>
          </a:xfrm>
        </p:grpSpPr>
        <p:sp>
          <p:nvSpPr>
            <p:cNvPr id="5925" name="Google Shape;5925;p59"/>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6" name="Google Shape;5926;p59"/>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7" name="Google Shape;5927;p59"/>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8" name="Google Shape;5928;p59"/>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9" name="Google Shape;5929;p59"/>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0" name="Google Shape;5930;p59"/>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1" name="Google Shape;5931;p59"/>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2" name="Google Shape;5932;p59"/>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3" name="Google Shape;5933;p59"/>
          <p:cNvGrpSpPr/>
          <p:nvPr/>
        </p:nvGrpSpPr>
        <p:grpSpPr>
          <a:xfrm>
            <a:off x="3323126" y="2287349"/>
            <a:ext cx="352349" cy="338760"/>
            <a:chOff x="4447550" y="249750"/>
            <a:chExt cx="500425" cy="481125"/>
          </a:xfrm>
        </p:grpSpPr>
        <p:sp>
          <p:nvSpPr>
            <p:cNvPr id="5934" name="Google Shape;5934;p59"/>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5" name="Google Shape;5935;p59"/>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6" name="Google Shape;5936;p59"/>
          <p:cNvGrpSpPr/>
          <p:nvPr/>
        </p:nvGrpSpPr>
        <p:grpSpPr>
          <a:xfrm>
            <a:off x="3752328" y="2287102"/>
            <a:ext cx="339253" cy="339253"/>
            <a:chOff x="5049725" y="249400"/>
            <a:chExt cx="481825" cy="481825"/>
          </a:xfrm>
        </p:grpSpPr>
        <p:sp>
          <p:nvSpPr>
            <p:cNvPr id="5937" name="Google Shape;5937;p59"/>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8" name="Google Shape;5938;p59"/>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9" name="Google Shape;5939;p59"/>
          <p:cNvGrpSpPr/>
          <p:nvPr/>
        </p:nvGrpSpPr>
        <p:grpSpPr>
          <a:xfrm>
            <a:off x="4166269" y="2287102"/>
            <a:ext cx="339253" cy="339253"/>
            <a:chOff x="5660400" y="238125"/>
            <a:chExt cx="481825" cy="481825"/>
          </a:xfrm>
        </p:grpSpPr>
        <p:sp>
          <p:nvSpPr>
            <p:cNvPr id="5940" name="Google Shape;5940;p59"/>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1" name="Google Shape;5941;p59"/>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2" name="Google Shape;5942;p59"/>
          <p:cNvGrpSpPr/>
          <p:nvPr/>
        </p:nvGrpSpPr>
        <p:grpSpPr>
          <a:xfrm>
            <a:off x="4582955" y="2287102"/>
            <a:ext cx="339253" cy="339253"/>
            <a:chOff x="6235400" y="249400"/>
            <a:chExt cx="481825" cy="481825"/>
          </a:xfrm>
        </p:grpSpPr>
        <p:sp>
          <p:nvSpPr>
            <p:cNvPr id="5943" name="Google Shape;5943;p59"/>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4" name="Google Shape;5944;p59"/>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5" name="Google Shape;5945;p59"/>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6" name="Google Shape;5946;p59"/>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7" name="Google Shape;5947;p59"/>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8" name="Google Shape;5948;p59"/>
          <p:cNvGrpSpPr/>
          <p:nvPr/>
        </p:nvGrpSpPr>
        <p:grpSpPr>
          <a:xfrm>
            <a:off x="821301" y="2731810"/>
            <a:ext cx="340204" cy="298116"/>
            <a:chOff x="899850" y="871450"/>
            <a:chExt cx="483175" cy="423400"/>
          </a:xfrm>
        </p:grpSpPr>
        <p:sp>
          <p:nvSpPr>
            <p:cNvPr id="5949" name="Google Shape;5949;p59"/>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0" name="Google Shape;5950;p59"/>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1" name="Google Shape;5951;p59"/>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2" name="Google Shape;5952;p59"/>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53" name="Google Shape;5953;p59"/>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54" name="Google Shape;5954;p59"/>
          <p:cNvGrpSpPr/>
          <p:nvPr/>
        </p:nvGrpSpPr>
        <p:grpSpPr>
          <a:xfrm>
            <a:off x="1653301" y="2711232"/>
            <a:ext cx="340573" cy="339271"/>
            <a:chOff x="2085450" y="842250"/>
            <a:chExt cx="483700" cy="481850"/>
          </a:xfrm>
        </p:grpSpPr>
        <p:sp>
          <p:nvSpPr>
            <p:cNvPr id="5955" name="Google Shape;5955;p59"/>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6" name="Google Shape;5956;p59"/>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7" name="Google Shape;5957;p59"/>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8" name="Google Shape;5958;p59"/>
          <p:cNvGrpSpPr/>
          <p:nvPr/>
        </p:nvGrpSpPr>
        <p:grpSpPr>
          <a:xfrm>
            <a:off x="2081868" y="2711241"/>
            <a:ext cx="339306" cy="339253"/>
            <a:chOff x="2685825" y="840375"/>
            <a:chExt cx="481900" cy="481825"/>
          </a:xfrm>
        </p:grpSpPr>
        <p:sp>
          <p:nvSpPr>
            <p:cNvPr id="5959" name="Google Shape;5959;p59"/>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0" name="Google Shape;5960;p59"/>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1" name="Google Shape;5961;p59"/>
          <p:cNvGrpSpPr/>
          <p:nvPr/>
        </p:nvGrpSpPr>
        <p:grpSpPr>
          <a:xfrm>
            <a:off x="2493529" y="2710924"/>
            <a:ext cx="350431" cy="339887"/>
            <a:chOff x="3270675" y="841800"/>
            <a:chExt cx="497700" cy="482725"/>
          </a:xfrm>
        </p:grpSpPr>
        <p:sp>
          <p:nvSpPr>
            <p:cNvPr id="5962" name="Google Shape;5962;p5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3" name="Google Shape;5963;p5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4" name="Google Shape;5964;p5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65" name="Google Shape;5965;p59"/>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66" name="Google Shape;5966;p59"/>
          <p:cNvGrpSpPr/>
          <p:nvPr/>
        </p:nvGrpSpPr>
        <p:grpSpPr>
          <a:xfrm>
            <a:off x="3329675" y="2731783"/>
            <a:ext cx="339253" cy="298169"/>
            <a:chOff x="4467200" y="877100"/>
            <a:chExt cx="481825" cy="423475"/>
          </a:xfrm>
        </p:grpSpPr>
        <p:sp>
          <p:nvSpPr>
            <p:cNvPr id="5967" name="Google Shape;5967;p59"/>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8" name="Google Shape;5968;p59"/>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9" name="Google Shape;5969;p59"/>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0" name="Google Shape;5970;p59"/>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1" name="Google Shape;5971;p59"/>
          <p:cNvGrpSpPr/>
          <p:nvPr/>
        </p:nvGrpSpPr>
        <p:grpSpPr>
          <a:xfrm>
            <a:off x="3744565" y="2711232"/>
            <a:ext cx="354778" cy="339271"/>
            <a:chOff x="5045500" y="842250"/>
            <a:chExt cx="503875" cy="481850"/>
          </a:xfrm>
        </p:grpSpPr>
        <p:sp>
          <p:nvSpPr>
            <p:cNvPr id="5972" name="Google Shape;5972;p59"/>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3" name="Google Shape;5973;p59"/>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4" name="Google Shape;5974;p59"/>
          <p:cNvGrpSpPr/>
          <p:nvPr/>
        </p:nvGrpSpPr>
        <p:grpSpPr>
          <a:xfrm>
            <a:off x="4167413" y="2737451"/>
            <a:ext cx="336965" cy="286833"/>
            <a:chOff x="5645200" y="879425"/>
            <a:chExt cx="478575" cy="407375"/>
          </a:xfrm>
        </p:grpSpPr>
        <p:sp>
          <p:nvSpPr>
            <p:cNvPr id="5975" name="Google Shape;5975;p59"/>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6" name="Google Shape;5976;p59"/>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7" name="Google Shape;5977;p59"/>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8" name="Google Shape;5978;p59"/>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9" name="Google Shape;5979;p59"/>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0" name="Google Shape;5980;p59"/>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1" name="Google Shape;5981;p59"/>
          <p:cNvGrpSpPr/>
          <p:nvPr/>
        </p:nvGrpSpPr>
        <p:grpSpPr>
          <a:xfrm>
            <a:off x="4603488" y="2711241"/>
            <a:ext cx="298186" cy="339253"/>
            <a:chOff x="6264525" y="842250"/>
            <a:chExt cx="423500" cy="481825"/>
          </a:xfrm>
        </p:grpSpPr>
        <p:sp>
          <p:nvSpPr>
            <p:cNvPr id="5982" name="Google Shape;5982;p59"/>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3" name="Google Shape;5983;p59"/>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4" name="Google Shape;5984;p59"/>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5" name="Google Shape;5985;p59"/>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6" name="Google Shape;5986;p59"/>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7" name="Google Shape;5987;p59"/>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8" name="Google Shape;5988;p59"/>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9" name="Google Shape;5989;p59"/>
          <p:cNvGrpSpPr/>
          <p:nvPr/>
        </p:nvGrpSpPr>
        <p:grpSpPr>
          <a:xfrm>
            <a:off x="821776" y="3125895"/>
            <a:ext cx="339253" cy="339253"/>
            <a:chOff x="900750" y="1436075"/>
            <a:chExt cx="481825" cy="481825"/>
          </a:xfrm>
        </p:grpSpPr>
        <p:sp>
          <p:nvSpPr>
            <p:cNvPr id="5990" name="Google Shape;5990;p59"/>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1" name="Google Shape;5991;p59"/>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2" name="Google Shape;5992;p59"/>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3" name="Google Shape;5993;p59"/>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4" name="Google Shape;5994;p59"/>
          <p:cNvGrpSpPr/>
          <p:nvPr/>
        </p:nvGrpSpPr>
        <p:grpSpPr>
          <a:xfrm>
            <a:off x="1239624" y="3186183"/>
            <a:ext cx="339253" cy="218676"/>
            <a:chOff x="1492675" y="1520750"/>
            <a:chExt cx="481825" cy="310575"/>
          </a:xfrm>
        </p:grpSpPr>
        <p:sp>
          <p:nvSpPr>
            <p:cNvPr id="5995" name="Google Shape;5995;p59"/>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6" name="Google Shape;5996;p59"/>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7" name="Google Shape;5997;p59"/>
          <p:cNvGrpSpPr/>
          <p:nvPr/>
        </p:nvGrpSpPr>
        <p:grpSpPr>
          <a:xfrm>
            <a:off x="1647421" y="3125877"/>
            <a:ext cx="352332" cy="339288"/>
            <a:chOff x="2071000" y="1435025"/>
            <a:chExt cx="500400" cy="481875"/>
          </a:xfrm>
        </p:grpSpPr>
        <p:sp>
          <p:nvSpPr>
            <p:cNvPr id="5998" name="Google Shape;5998;p59"/>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9" name="Google Shape;5999;p59"/>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0" name="Google Shape;6000;p59"/>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1" name="Google Shape;6001;p59"/>
          <p:cNvGrpSpPr/>
          <p:nvPr/>
        </p:nvGrpSpPr>
        <p:grpSpPr>
          <a:xfrm>
            <a:off x="2073509" y="3167747"/>
            <a:ext cx="351874" cy="297623"/>
            <a:chOff x="2678350" y="1464650"/>
            <a:chExt cx="499750" cy="422700"/>
          </a:xfrm>
        </p:grpSpPr>
        <p:sp>
          <p:nvSpPr>
            <p:cNvPr id="6002" name="Google Shape;6002;p59"/>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3" name="Google Shape;6003;p59"/>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4" name="Google Shape;6004;p59"/>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5" name="Google Shape;6005;p59"/>
          <p:cNvGrpSpPr/>
          <p:nvPr/>
        </p:nvGrpSpPr>
        <p:grpSpPr>
          <a:xfrm>
            <a:off x="2499118" y="3125895"/>
            <a:ext cx="339253" cy="339253"/>
            <a:chOff x="3271200" y="1435075"/>
            <a:chExt cx="481825" cy="481825"/>
          </a:xfrm>
        </p:grpSpPr>
        <p:sp>
          <p:nvSpPr>
            <p:cNvPr id="6006" name="Google Shape;6006;p59"/>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7" name="Google Shape;6007;p59"/>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8" name="Google Shape;6008;p59"/>
          <p:cNvGrpSpPr/>
          <p:nvPr/>
        </p:nvGrpSpPr>
        <p:grpSpPr>
          <a:xfrm>
            <a:off x="2909591" y="3125877"/>
            <a:ext cx="343442" cy="339288"/>
            <a:chOff x="3858100" y="1435075"/>
            <a:chExt cx="487775" cy="481875"/>
          </a:xfrm>
        </p:grpSpPr>
        <p:sp>
          <p:nvSpPr>
            <p:cNvPr id="6009" name="Google Shape;6009;p59"/>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0" name="Google Shape;6010;p59"/>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1" name="Google Shape;6011;p59"/>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2" name="Google Shape;6012;p59"/>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3" name="Google Shape;6013;p59"/>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4" name="Google Shape;6014;p59"/>
          <p:cNvGrpSpPr/>
          <p:nvPr/>
        </p:nvGrpSpPr>
        <p:grpSpPr>
          <a:xfrm>
            <a:off x="3329674" y="3125895"/>
            <a:ext cx="339253" cy="339253"/>
            <a:chOff x="4456875" y="1435075"/>
            <a:chExt cx="481825" cy="481825"/>
          </a:xfrm>
        </p:grpSpPr>
        <p:sp>
          <p:nvSpPr>
            <p:cNvPr id="6015" name="Google Shape;6015;p59"/>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6" name="Google Shape;6016;p59"/>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7" name="Google Shape;6017;p59"/>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8" name="Google Shape;6018;p59"/>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9" name="Google Shape;6019;p59"/>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0" name="Google Shape;6020;p59"/>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1" name="Google Shape;6021;p59"/>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2" name="Google Shape;6022;p59"/>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3" name="Google Shape;6023;p59"/>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4" name="Google Shape;6024;p59"/>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5" name="Google Shape;6025;p59"/>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6" name="Google Shape;6026;p59"/>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7" name="Google Shape;6027;p59"/>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8" name="Google Shape;6028;p59"/>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9" name="Google Shape;6029;p59"/>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0" name="Google Shape;6030;p59"/>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1" name="Google Shape;6031;p59"/>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2" name="Google Shape;6032;p59"/>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3" name="Google Shape;6033;p59"/>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4" name="Google Shape;6034;p59"/>
          <p:cNvGrpSpPr/>
          <p:nvPr/>
        </p:nvGrpSpPr>
        <p:grpSpPr>
          <a:xfrm>
            <a:off x="3750665" y="3125886"/>
            <a:ext cx="342580" cy="339271"/>
            <a:chOff x="5049725" y="1435050"/>
            <a:chExt cx="486550" cy="481850"/>
          </a:xfrm>
        </p:grpSpPr>
        <p:sp>
          <p:nvSpPr>
            <p:cNvPr id="6035" name="Google Shape;6035;p59"/>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6" name="Google Shape;6036;p59"/>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7" name="Google Shape;6037;p59"/>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8" name="Google Shape;6038;p59"/>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9" name="Google Shape;6039;p59"/>
          <p:cNvGrpSpPr/>
          <p:nvPr/>
        </p:nvGrpSpPr>
        <p:grpSpPr>
          <a:xfrm>
            <a:off x="4166216" y="3125895"/>
            <a:ext cx="339359" cy="339253"/>
            <a:chOff x="5642475" y="1435075"/>
            <a:chExt cx="481975" cy="481825"/>
          </a:xfrm>
        </p:grpSpPr>
        <p:sp>
          <p:nvSpPr>
            <p:cNvPr id="6040" name="Google Shape;6040;p59"/>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1" name="Google Shape;6041;p59"/>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2" name="Google Shape;6042;p59"/>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3" name="Google Shape;6043;p59"/>
          <p:cNvGrpSpPr/>
          <p:nvPr/>
        </p:nvGrpSpPr>
        <p:grpSpPr>
          <a:xfrm>
            <a:off x="4580702" y="3125886"/>
            <a:ext cx="343759" cy="339271"/>
            <a:chOff x="6232000" y="1435050"/>
            <a:chExt cx="488225" cy="481850"/>
          </a:xfrm>
        </p:grpSpPr>
        <p:sp>
          <p:nvSpPr>
            <p:cNvPr id="6044" name="Google Shape;6044;p59"/>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5" name="Google Shape;6045;p59"/>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6" name="Google Shape;6046;p59"/>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7" name="Google Shape;6047;p59"/>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8" name="Google Shape;6048;p59"/>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9" name="Google Shape;6049;p59"/>
          <p:cNvGrpSpPr/>
          <p:nvPr/>
        </p:nvGrpSpPr>
        <p:grpSpPr>
          <a:xfrm>
            <a:off x="841438" y="3539545"/>
            <a:ext cx="299929" cy="337792"/>
            <a:chOff x="924450" y="2028975"/>
            <a:chExt cx="425975" cy="479750"/>
          </a:xfrm>
        </p:grpSpPr>
        <p:sp>
          <p:nvSpPr>
            <p:cNvPr id="6050" name="Google Shape;6050;p59"/>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1" name="Google Shape;6051;p59"/>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2" name="Google Shape;6052;p59"/>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3" name="Google Shape;6053;p59"/>
          <p:cNvGrpSpPr/>
          <p:nvPr/>
        </p:nvGrpSpPr>
        <p:grpSpPr>
          <a:xfrm>
            <a:off x="1653934" y="3559347"/>
            <a:ext cx="339306" cy="298186"/>
            <a:chOff x="2085450" y="2057100"/>
            <a:chExt cx="481900" cy="423500"/>
          </a:xfrm>
        </p:grpSpPr>
        <p:sp>
          <p:nvSpPr>
            <p:cNvPr id="6054" name="Google Shape;6054;p59"/>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5" name="Google Shape;6055;p59"/>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6" name="Google Shape;6056;p59"/>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7" name="Google Shape;6057;p59"/>
          <p:cNvGrpSpPr/>
          <p:nvPr/>
        </p:nvGrpSpPr>
        <p:grpSpPr>
          <a:xfrm>
            <a:off x="2081868" y="3582592"/>
            <a:ext cx="339306" cy="251698"/>
            <a:chOff x="2678275" y="2090100"/>
            <a:chExt cx="481900" cy="357475"/>
          </a:xfrm>
        </p:grpSpPr>
        <p:sp>
          <p:nvSpPr>
            <p:cNvPr id="6058" name="Google Shape;6058;p59"/>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9" name="Google Shape;6059;p59"/>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0" name="Google Shape;6060;p59"/>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1" name="Google Shape;6061;p59"/>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2" name="Google Shape;6062;p59"/>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3" name="Google Shape;6063;p59"/>
          <p:cNvGrpSpPr/>
          <p:nvPr/>
        </p:nvGrpSpPr>
        <p:grpSpPr>
          <a:xfrm>
            <a:off x="2559072" y="3594790"/>
            <a:ext cx="219345" cy="227301"/>
            <a:chOff x="3357325" y="2093500"/>
            <a:chExt cx="311525" cy="322825"/>
          </a:xfrm>
        </p:grpSpPr>
        <p:sp>
          <p:nvSpPr>
            <p:cNvPr id="6064" name="Google Shape;6064;p59"/>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5" name="Google Shape;6065;p59"/>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6" name="Google Shape;6066;p59"/>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67" name="Google Shape;6067;p59"/>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68" name="Google Shape;6068;p59"/>
          <p:cNvGrpSpPr/>
          <p:nvPr/>
        </p:nvGrpSpPr>
        <p:grpSpPr>
          <a:xfrm>
            <a:off x="3353262" y="3538814"/>
            <a:ext cx="292078" cy="339253"/>
            <a:chOff x="4492800" y="2027925"/>
            <a:chExt cx="414825" cy="481825"/>
          </a:xfrm>
        </p:grpSpPr>
        <p:sp>
          <p:nvSpPr>
            <p:cNvPr id="6069" name="Google Shape;6069;p59"/>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0" name="Google Shape;6070;p59"/>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1" name="Google Shape;6071;p59"/>
          <p:cNvGrpSpPr/>
          <p:nvPr/>
        </p:nvGrpSpPr>
        <p:grpSpPr>
          <a:xfrm>
            <a:off x="3752354" y="3538805"/>
            <a:ext cx="339200" cy="339271"/>
            <a:chOff x="5049725" y="2027900"/>
            <a:chExt cx="481750" cy="481850"/>
          </a:xfrm>
        </p:grpSpPr>
        <p:sp>
          <p:nvSpPr>
            <p:cNvPr id="6072" name="Google Shape;6072;p59"/>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3" name="Google Shape;6073;p59"/>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4" name="Google Shape;6074;p59"/>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5" name="Google Shape;6075;p59"/>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6" name="Google Shape;6076;p59"/>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7" name="Google Shape;6077;p59"/>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8" name="Google Shape;6078;p59"/>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9" name="Google Shape;6079;p59"/>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0" name="Google Shape;6080;p59"/>
          <p:cNvGrpSpPr/>
          <p:nvPr/>
        </p:nvGrpSpPr>
        <p:grpSpPr>
          <a:xfrm>
            <a:off x="4225950" y="3538893"/>
            <a:ext cx="219890" cy="339095"/>
            <a:chOff x="5726350" y="2028150"/>
            <a:chExt cx="312300" cy="481600"/>
          </a:xfrm>
        </p:grpSpPr>
        <p:sp>
          <p:nvSpPr>
            <p:cNvPr id="6081" name="Google Shape;6081;p59"/>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2" name="Google Shape;6082;p59"/>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3" name="Google Shape;6083;p59"/>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4" name="Google Shape;6084;p59"/>
          <p:cNvGrpSpPr/>
          <p:nvPr/>
        </p:nvGrpSpPr>
        <p:grpSpPr>
          <a:xfrm>
            <a:off x="4586141" y="3542000"/>
            <a:ext cx="332881" cy="332881"/>
            <a:chOff x="6239925" y="2032450"/>
            <a:chExt cx="472775" cy="472775"/>
          </a:xfrm>
        </p:grpSpPr>
        <p:sp>
          <p:nvSpPr>
            <p:cNvPr id="6085" name="Google Shape;6085;p59"/>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6" name="Google Shape;6086;p59"/>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7" name="Google Shape;6087;p59"/>
          <p:cNvGrpSpPr/>
          <p:nvPr/>
        </p:nvGrpSpPr>
        <p:grpSpPr>
          <a:xfrm>
            <a:off x="5035233" y="2364092"/>
            <a:ext cx="334641" cy="185425"/>
            <a:chOff x="903075" y="2730000"/>
            <a:chExt cx="475275" cy="263350"/>
          </a:xfrm>
        </p:grpSpPr>
        <p:sp>
          <p:nvSpPr>
            <p:cNvPr id="6088" name="Google Shape;6088;p59"/>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9" name="Google Shape;6089;p59"/>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0" name="Google Shape;6090;p59"/>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1" name="Google Shape;6091;p59"/>
          <p:cNvGrpSpPr/>
          <p:nvPr/>
        </p:nvGrpSpPr>
        <p:grpSpPr>
          <a:xfrm>
            <a:off x="1239624" y="3538814"/>
            <a:ext cx="339253" cy="339253"/>
            <a:chOff x="1492675" y="2027925"/>
            <a:chExt cx="481825" cy="481825"/>
          </a:xfrm>
        </p:grpSpPr>
        <p:sp>
          <p:nvSpPr>
            <p:cNvPr id="6092" name="Google Shape;6092;p59"/>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3" name="Google Shape;6093;p59"/>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4" name="Google Shape;6094;p59"/>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5" name="Google Shape;6095;p59"/>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6" name="Google Shape;6096;p59"/>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7" name="Google Shape;6097;p59"/>
          <p:cNvGrpSpPr/>
          <p:nvPr/>
        </p:nvGrpSpPr>
        <p:grpSpPr>
          <a:xfrm>
            <a:off x="5466000" y="2287178"/>
            <a:ext cx="339253" cy="339253"/>
            <a:chOff x="1492675" y="2620775"/>
            <a:chExt cx="481825" cy="481825"/>
          </a:xfrm>
        </p:grpSpPr>
        <p:sp>
          <p:nvSpPr>
            <p:cNvPr id="6098" name="Google Shape;6098;p59"/>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9" name="Google Shape;6099;p59"/>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00" name="Google Shape;6100;p59"/>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01" name="Google Shape;6101;p59"/>
          <p:cNvGrpSpPr/>
          <p:nvPr/>
        </p:nvGrpSpPr>
        <p:grpSpPr>
          <a:xfrm>
            <a:off x="6289754" y="2303161"/>
            <a:ext cx="333585" cy="307287"/>
            <a:chOff x="2682350" y="2643425"/>
            <a:chExt cx="473775" cy="436425"/>
          </a:xfrm>
        </p:grpSpPr>
        <p:sp>
          <p:nvSpPr>
            <p:cNvPr id="6102" name="Google Shape;6102;p59"/>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3" name="Google Shape;6103;p59"/>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4" name="Google Shape;6104;p59"/>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5" name="Google Shape;6105;p59"/>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6" name="Google Shape;6106;p59"/>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7" name="Google Shape;6107;p59"/>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8" name="Google Shape;6108;p59"/>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9" name="Google Shape;6109;p59"/>
          <p:cNvGrpSpPr/>
          <p:nvPr/>
        </p:nvGrpSpPr>
        <p:grpSpPr>
          <a:xfrm>
            <a:off x="6755243" y="2287178"/>
            <a:ext cx="238531" cy="339253"/>
            <a:chOff x="3342725" y="2620775"/>
            <a:chExt cx="338775" cy="481825"/>
          </a:xfrm>
        </p:grpSpPr>
        <p:sp>
          <p:nvSpPr>
            <p:cNvPr id="6110" name="Google Shape;6110;p59"/>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1" name="Google Shape;6111;p59"/>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2" name="Google Shape;6112;p59"/>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3" name="Google Shape;6113;p59"/>
          <p:cNvGrpSpPr/>
          <p:nvPr/>
        </p:nvGrpSpPr>
        <p:grpSpPr>
          <a:xfrm>
            <a:off x="7148994" y="2287178"/>
            <a:ext cx="278296" cy="339253"/>
            <a:chOff x="3907325" y="2620775"/>
            <a:chExt cx="395250" cy="481825"/>
          </a:xfrm>
        </p:grpSpPr>
        <p:sp>
          <p:nvSpPr>
            <p:cNvPr id="6114" name="Google Shape;6114;p59"/>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5" name="Google Shape;6115;p59"/>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6" name="Google Shape;6116;p59"/>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7" name="Google Shape;6117;p59"/>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8" name="Google Shape;6118;p59"/>
          <p:cNvGrpSpPr/>
          <p:nvPr/>
        </p:nvGrpSpPr>
        <p:grpSpPr>
          <a:xfrm>
            <a:off x="7542181" y="2297783"/>
            <a:ext cx="339253" cy="318042"/>
            <a:chOff x="4456875" y="2635825"/>
            <a:chExt cx="481825" cy="451700"/>
          </a:xfrm>
        </p:grpSpPr>
        <p:sp>
          <p:nvSpPr>
            <p:cNvPr id="6119" name="Google Shape;6119;p59"/>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0" name="Google Shape;6120;p59"/>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1" name="Google Shape;6121;p59"/>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2" name="Google Shape;6122;p59"/>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3" name="Google Shape;6123;p59"/>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4" name="Google Shape;6124;p59"/>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5" name="Google Shape;6125;p59"/>
          <p:cNvGrpSpPr/>
          <p:nvPr/>
        </p:nvGrpSpPr>
        <p:grpSpPr>
          <a:xfrm>
            <a:off x="7967105" y="2297783"/>
            <a:ext cx="339253" cy="318042"/>
            <a:chOff x="5049725" y="2635825"/>
            <a:chExt cx="481825" cy="451700"/>
          </a:xfrm>
        </p:grpSpPr>
        <p:sp>
          <p:nvSpPr>
            <p:cNvPr id="6126" name="Google Shape;6126;p59"/>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7" name="Google Shape;6127;p59"/>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8" name="Google Shape;6128;p59"/>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9" name="Google Shape;6129;p59"/>
          <p:cNvGrpSpPr/>
          <p:nvPr/>
        </p:nvGrpSpPr>
        <p:grpSpPr>
          <a:xfrm>
            <a:off x="2211475" y="3952243"/>
            <a:ext cx="338566" cy="338373"/>
            <a:chOff x="5643000" y="2621375"/>
            <a:chExt cx="480850" cy="480575"/>
          </a:xfrm>
        </p:grpSpPr>
        <p:sp>
          <p:nvSpPr>
            <p:cNvPr id="6130" name="Google Shape;6130;p59"/>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1" name="Google Shape;6131;p59"/>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2" name="Google Shape;6132;p59"/>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3" name="Google Shape;6133;p59"/>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4" name="Google Shape;6134;p59"/>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5" name="Google Shape;6135;p59"/>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6" name="Google Shape;6136;p59"/>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7" name="Google Shape;6137;p59"/>
          <p:cNvGrpSpPr/>
          <p:nvPr/>
        </p:nvGrpSpPr>
        <p:grpSpPr>
          <a:xfrm>
            <a:off x="4032695" y="3951803"/>
            <a:ext cx="339359" cy="339253"/>
            <a:chOff x="6235250" y="2620775"/>
            <a:chExt cx="481975" cy="481825"/>
          </a:xfrm>
        </p:grpSpPr>
        <p:sp>
          <p:nvSpPr>
            <p:cNvPr id="6138" name="Google Shape;6138;p59"/>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9" name="Google Shape;6139;p59"/>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0" name="Google Shape;6140;p59"/>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1" name="Google Shape;6141;p59"/>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2" name="Google Shape;6142;p59"/>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43" name="Google Shape;6143;p59"/>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44" name="Google Shape;6144;p59"/>
          <p:cNvGrpSpPr/>
          <p:nvPr/>
        </p:nvGrpSpPr>
        <p:grpSpPr>
          <a:xfrm>
            <a:off x="5465078" y="2711317"/>
            <a:ext cx="341101" cy="339253"/>
            <a:chOff x="1535000" y="3223325"/>
            <a:chExt cx="484450" cy="481825"/>
          </a:xfrm>
        </p:grpSpPr>
        <p:sp>
          <p:nvSpPr>
            <p:cNvPr id="6145" name="Google Shape;6145;p59"/>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6" name="Google Shape;6146;p59"/>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7" name="Google Shape;6147;p59"/>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8" name="Google Shape;6148;p59"/>
          <p:cNvGrpSpPr/>
          <p:nvPr/>
        </p:nvGrpSpPr>
        <p:grpSpPr>
          <a:xfrm>
            <a:off x="5872645" y="2746618"/>
            <a:ext cx="339253" cy="268649"/>
            <a:chOff x="2085525" y="3263750"/>
            <a:chExt cx="481825" cy="381550"/>
          </a:xfrm>
        </p:grpSpPr>
        <p:sp>
          <p:nvSpPr>
            <p:cNvPr id="6149" name="Google Shape;6149;p59"/>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0" name="Google Shape;6150;p59"/>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51" name="Google Shape;6151;p59"/>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52" name="Google Shape;6152;p59"/>
          <p:cNvGrpSpPr/>
          <p:nvPr/>
        </p:nvGrpSpPr>
        <p:grpSpPr>
          <a:xfrm>
            <a:off x="6704407" y="2711308"/>
            <a:ext cx="340204" cy="339271"/>
            <a:chOff x="3270450" y="3213625"/>
            <a:chExt cx="483175" cy="481850"/>
          </a:xfrm>
        </p:grpSpPr>
        <p:sp>
          <p:nvSpPr>
            <p:cNvPr id="6153" name="Google Shape;6153;p59"/>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4" name="Google Shape;6154;p59"/>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5" name="Google Shape;6155;p59"/>
          <p:cNvGrpSpPr/>
          <p:nvPr/>
        </p:nvGrpSpPr>
        <p:grpSpPr>
          <a:xfrm>
            <a:off x="7203676" y="2711317"/>
            <a:ext cx="168931" cy="339253"/>
            <a:chOff x="3984950" y="3213600"/>
            <a:chExt cx="239925" cy="481825"/>
          </a:xfrm>
        </p:grpSpPr>
        <p:sp>
          <p:nvSpPr>
            <p:cNvPr id="6156" name="Google Shape;6156;p59"/>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7" name="Google Shape;6157;p59"/>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58" name="Google Shape;6158;p59"/>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9" name="Google Shape;6159;p59"/>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60" name="Google Shape;6160;p59"/>
          <p:cNvGrpSpPr/>
          <p:nvPr/>
        </p:nvGrpSpPr>
        <p:grpSpPr>
          <a:xfrm>
            <a:off x="1736111" y="3981487"/>
            <a:ext cx="355218" cy="279880"/>
            <a:chOff x="5629975" y="3255775"/>
            <a:chExt cx="504500" cy="397500"/>
          </a:xfrm>
        </p:grpSpPr>
        <p:sp>
          <p:nvSpPr>
            <p:cNvPr id="6161" name="Google Shape;6161;p59"/>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2" name="Google Shape;6162;p59"/>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3" name="Google Shape;6163;p59"/>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4" name="Google Shape;6164;p59"/>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5" name="Google Shape;6165;p59"/>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6" name="Google Shape;6166;p59"/>
          <p:cNvGrpSpPr/>
          <p:nvPr/>
        </p:nvGrpSpPr>
        <p:grpSpPr>
          <a:xfrm>
            <a:off x="3572294" y="3981593"/>
            <a:ext cx="340256" cy="279669"/>
            <a:chOff x="6234950" y="3255925"/>
            <a:chExt cx="483250" cy="397200"/>
          </a:xfrm>
        </p:grpSpPr>
        <p:sp>
          <p:nvSpPr>
            <p:cNvPr id="6167" name="Google Shape;6167;p59"/>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8" name="Google Shape;6168;p59"/>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9" name="Google Shape;6169;p59"/>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0" name="Google Shape;6170;p59"/>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1" name="Google Shape;6171;p59"/>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2" name="Google Shape;6172;p59"/>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3" name="Google Shape;6173;p59"/>
          <p:cNvGrpSpPr/>
          <p:nvPr/>
        </p:nvGrpSpPr>
        <p:grpSpPr>
          <a:xfrm>
            <a:off x="5043532" y="3125970"/>
            <a:ext cx="318042" cy="339253"/>
            <a:chOff x="914900" y="3806450"/>
            <a:chExt cx="451700" cy="481825"/>
          </a:xfrm>
        </p:grpSpPr>
        <p:sp>
          <p:nvSpPr>
            <p:cNvPr id="6174" name="Google Shape;6174;p59"/>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5" name="Google Shape;6175;p59"/>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6" name="Google Shape;6176;p59"/>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7" name="Google Shape;6177;p59"/>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8" name="Google Shape;6178;p59"/>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9" name="Google Shape;6179;p59"/>
          <p:cNvGrpSpPr/>
          <p:nvPr/>
        </p:nvGrpSpPr>
        <p:grpSpPr>
          <a:xfrm>
            <a:off x="5462454" y="3125785"/>
            <a:ext cx="346347" cy="339623"/>
            <a:chOff x="1490050" y="3805975"/>
            <a:chExt cx="491900" cy="482350"/>
          </a:xfrm>
        </p:grpSpPr>
        <p:sp>
          <p:nvSpPr>
            <p:cNvPr id="6180" name="Google Shape;6180;p59"/>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1" name="Google Shape;6181;p59"/>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2" name="Google Shape;6182;p59"/>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3" name="Google Shape;6183;p59"/>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4" name="Google Shape;6184;p59"/>
          <p:cNvGrpSpPr/>
          <p:nvPr/>
        </p:nvGrpSpPr>
        <p:grpSpPr>
          <a:xfrm>
            <a:off x="5886322" y="3125970"/>
            <a:ext cx="311899" cy="339253"/>
            <a:chOff x="2104275" y="3806450"/>
            <a:chExt cx="442975" cy="481825"/>
          </a:xfrm>
        </p:grpSpPr>
        <p:sp>
          <p:nvSpPr>
            <p:cNvPr id="6185" name="Google Shape;6185;p59"/>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6" name="Google Shape;6186;p59"/>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7" name="Google Shape;6187;p59"/>
          <p:cNvGrpSpPr/>
          <p:nvPr/>
        </p:nvGrpSpPr>
        <p:grpSpPr>
          <a:xfrm>
            <a:off x="6309839" y="3125970"/>
            <a:ext cx="293416" cy="339253"/>
            <a:chOff x="2710875" y="3806450"/>
            <a:chExt cx="416725" cy="481825"/>
          </a:xfrm>
        </p:grpSpPr>
        <p:sp>
          <p:nvSpPr>
            <p:cNvPr id="6188" name="Google Shape;6188;p59"/>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9" name="Google Shape;6189;p59"/>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0" name="Google Shape;6190;p59"/>
          <p:cNvGrpSpPr/>
          <p:nvPr/>
        </p:nvGrpSpPr>
        <p:grpSpPr>
          <a:xfrm>
            <a:off x="6704883" y="3166412"/>
            <a:ext cx="339253" cy="258369"/>
            <a:chOff x="3271200" y="3863875"/>
            <a:chExt cx="481825" cy="366950"/>
          </a:xfrm>
        </p:grpSpPr>
        <p:sp>
          <p:nvSpPr>
            <p:cNvPr id="6191" name="Google Shape;6191;p59"/>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2" name="Google Shape;6192;p59"/>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3" name="Google Shape;6193;p59"/>
          <p:cNvGrpSpPr/>
          <p:nvPr/>
        </p:nvGrpSpPr>
        <p:grpSpPr>
          <a:xfrm>
            <a:off x="7140377" y="3126199"/>
            <a:ext cx="295528" cy="338795"/>
            <a:chOff x="3895050" y="3806775"/>
            <a:chExt cx="419725" cy="481175"/>
          </a:xfrm>
        </p:grpSpPr>
        <p:sp>
          <p:nvSpPr>
            <p:cNvPr id="6194" name="Google Shape;6194;p59"/>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5" name="Google Shape;6195;p59"/>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6" name="Google Shape;6196;p59"/>
          <p:cNvGrpSpPr/>
          <p:nvPr/>
        </p:nvGrpSpPr>
        <p:grpSpPr>
          <a:xfrm>
            <a:off x="7543659" y="3125979"/>
            <a:ext cx="336296" cy="339235"/>
            <a:chOff x="4464775" y="3806475"/>
            <a:chExt cx="477625" cy="481800"/>
          </a:xfrm>
        </p:grpSpPr>
        <p:sp>
          <p:nvSpPr>
            <p:cNvPr id="6197" name="Google Shape;6197;p59"/>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8" name="Google Shape;6198;p59"/>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9" name="Google Shape;6199;p59"/>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0" name="Google Shape;6200;p59"/>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1" name="Google Shape;6201;p59"/>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2" name="Google Shape;6202;p59"/>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3" name="Google Shape;6203;p59"/>
          <p:cNvGrpSpPr/>
          <p:nvPr/>
        </p:nvGrpSpPr>
        <p:grpSpPr>
          <a:xfrm>
            <a:off x="7967105" y="3125970"/>
            <a:ext cx="339253" cy="339253"/>
            <a:chOff x="5049725" y="3806450"/>
            <a:chExt cx="481825" cy="481825"/>
          </a:xfrm>
        </p:grpSpPr>
        <p:sp>
          <p:nvSpPr>
            <p:cNvPr id="6204" name="Google Shape;6204;p59"/>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5" name="Google Shape;6205;p59"/>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6" name="Google Shape;6206;p59"/>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7" name="Google Shape;6207;p59"/>
          <p:cNvGrpSpPr/>
          <p:nvPr/>
        </p:nvGrpSpPr>
        <p:grpSpPr>
          <a:xfrm>
            <a:off x="1276714" y="3951798"/>
            <a:ext cx="339253" cy="339253"/>
            <a:chOff x="5651375" y="3806450"/>
            <a:chExt cx="481825" cy="481825"/>
          </a:xfrm>
        </p:grpSpPr>
        <p:sp>
          <p:nvSpPr>
            <p:cNvPr id="6208" name="Google Shape;6208;p59"/>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9" name="Google Shape;6209;p59"/>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0" name="Google Shape;6210;p59"/>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1" name="Google Shape;6211;p59"/>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2" name="Google Shape;6212;p59"/>
          <p:cNvGrpSpPr/>
          <p:nvPr/>
        </p:nvGrpSpPr>
        <p:grpSpPr>
          <a:xfrm>
            <a:off x="3153646" y="3953787"/>
            <a:ext cx="298503" cy="335275"/>
            <a:chOff x="6264300" y="3809300"/>
            <a:chExt cx="423950" cy="476175"/>
          </a:xfrm>
        </p:grpSpPr>
        <p:sp>
          <p:nvSpPr>
            <p:cNvPr id="6213" name="Google Shape;6213;p59"/>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4" name="Google Shape;6214;p59"/>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5" name="Google Shape;6215;p59"/>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6" name="Google Shape;6216;p59"/>
          <p:cNvGrpSpPr/>
          <p:nvPr/>
        </p:nvGrpSpPr>
        <p:grpSpPr>
          <a:xfrm>
            <a:off x="5032267" y="3538881"/>
            <a:ext cx="340573" cy="339271"/>
            <a:chOff x="898875" y="4399275"/>
            <a:chExt cx="483700" cy="481850"/>
          </a:xfrm>
        </p:grpSpPr>
        <p:sp>
          <p:nvSpPr>
            <p:cNvPr id="6217" name="Google Shape;6217;p59"/>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8" name="Google Shape;6218;p59"/>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9" name="Google Shape;6219;p59"/>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0" name="Google Shape;6220;p59"/>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1" name="Google Shape;6221;p59"/>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2" name="Google Shape;6222;p59"/>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3" name="Google Shape;6223;p59"/>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4" name="Google Shape;6224;p59"/>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25" name="Google Shape;6225;p59"/>
          <p:cNvGrpSpPr/>
          <p:nvPr/>
        </p:nvGrpSpPr>
        <p:grpSpPr>
          <a:xfrm>
            <a:off x="5466000" y="3554133"/>
            <a:ext cx="339253" cy="308765"/>
            <a:chOff x="1492675" y="4420975"/>
            <a:chExt cx="481825" cy="438525"/>
          </a:xfrm>
        </p:grpSpPr>
        <p:sp>
          <p:nvSpPr>
            <p:cNvPr id="6226" name="Google Shape;6226;p59"/>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7" name="Google Shape;6227;p59"/>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8" name="Google Shape;6228;p59"/>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9" name="Google Shape;6229;p59"/>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0" name="Google Shape;6230;p59"/>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1" name="Google Shape;6231;p59"/>
          <p:cNvGrpSpPr/>
          <p:nvPr/>
        </p:nvGrpSpPr>
        <p:grpSpPr>
          <a:xfrm>
            <a:off x="5870982" y="3539558"/>
            <a:ext cx="342580" cy="337915"/>
            <a:chOff x="2084100" y="4400250"/>
            <a:chExt cx="486550" cy="479925"/>
          </a:xfrm>
        </p:grpSpPr>
        <p:sp>
          <p:nvSpPr>
            <p:cNvPr id="6232" name="Google Shape;6232;p59"/>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3" name="Google Shape;6233;p59"/>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4" name="Google Shape;6234;p59"/>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5" name="Google Shape;6235;p59"/>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6" name="Google Shape;6236;p59"/>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7" name="Google Shape;6237;p59"/>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8" name="Google Shape;6238;p59"/>
          <p:cNvGrpSpPr/>
          <p:nvPr/>
        </p:nvGrpSpPr>
        <p:grpSpPr>
          <a:xfrm>
            <a:off x="6307462" y="3538907"/>
            <a:ext cx="298169" cy="339218"/>
            <a:chOff x="2707950" y="4399325"/>
            <a:chExt cx="423475" cy="481775"/>
          </a:xfrm>
        </p:grpSpPr>
        <p:sp>
          <p:nvSpPr>
            <p:cNvPr id="6239" name="Google Shape;6239;p59"/>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0" name="Google Shape;6240;p59"/>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1" name="Google Shape;6241;p59"/>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2" name="Google Shape;6242;p59"/>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3" name="Google Shape;6243;p59"/>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4" name="Google Shape;6244;p59"/>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5" name="Google Shape;6245;p59"/>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6" name="Google Shape;6246;p59"/>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7" name="Google Shape;6247;p59"/>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8" name="Google Shape;6248;p59"/>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9" name="Google Shape;6249;p59"/>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0" name="Google Shape;6250;p59"/>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1" name="Google Shape;6251;p59"/>
          <p:cNvGrpSpPr/>
          <p:nvPr/>
        </p:nvGrpSpPr>
        <p:grpSpPr>
          <a:xfrm>
            <a:off x="6736981" y="3538881"/>
            <a:ext cx="275057" cy="339271"/>
            <a:chOff x="3330525" y="4399275"/>
            <a:chExt cx="390650" cy="481850"/>
          </a:xfrm>
        </p:grpSpPr>
        <p:sp>
          <p:nvSpPr>
            <p:cNvPr id="6252" name="Google Shape;6252;p59"/>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3" name="Google Shape;6253;p59"/>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4" name="Google Shape;6254;p59"/>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5" name="Google Shape;6255;p59"/>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6" name="Google Shape;6256;p59"/>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7" name="Google Shape;6257;p59"/>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8" name="Google Shape;6258;p59"/>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9" name="Google Shape;6259;p59"/>
          <p:cNvGrpSpPr/>
          <p:nvPr/>
        </p:nvGrpSpPr>
        <p:grpSpPr>
          <a:xfrm>
            <a:off x="7161510" y="3538890"/>
            <a:ext cx="253265" cy="339253"/>
            <a:chOff x="3938800" y="4399275"/>
            <a:chExt cx="359700" cy="481825"/>
          </a:xfrm>
        </p:grpSpPr>
        <p:sp>
          <p:nvSpPr>
            <p:cNvPr id="6260" name="Google Shape;6260;p59"/>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1" name="Google Shape;6261;p59"/>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2" name="Google Shape;6262;p59"/>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3" name="Google Shape;6263;p59"/>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4" name="Google Shape;6264;p59"/>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5" name="Google Shape;6265;p59"/>
          <p:cNvGrpSpPr/>
          <p:nvPr/>
        </p:nvGrpSpPr>
        <p:grpSpPr>
          <a:xfrm>
            <a:off x="7632288" y="3538890"/>
            <a:ext cx="159039" cy="339253"/>
            <a:chOff x="4584850" y="4399275"/>
            <a:chExt cx="225875" cy="481825"/>
          </a:xfrm>
        </p:grpSpPr>
        <p:sp>
          <p:nvSpPr>
            <p:cNvPr id="6266" name="Google Shape;6266;p59"/>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7" name="Google Shape;6267;p59"/>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68" name="Google Shape;6268;p59"/>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69" name="Google Shape;6269;p59"/>
          <p:cNvGrpSpPr/>
          <p:nvPr/>
        </p:nvGrpSpPr>
        <p:grpSpPr>
          <a:xfrm>
            <a:off x="817316" y="3951795"/>
            <a:ext cx="339253" cy="339253"/>
            <a:chOff x="5642550" y="4399275"/>
            <a:chExt cx="481825" cy="481825"/>
          </a:xfrm>
        </p:grpSpPr>
        <p:sp>
          <p:nvSpPr>
            <p:cNvPr id="6270" name="Google Shape;6270;p59"/>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1" name="Google Shape;6271;p59"/>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2" name="Google Shape;6272;p59"/>
          <p:cNvGrpSpPr/>
          <p:nvPr/>
        </p:nvGrpSpPr>
        <p:grpSpPr>
          <a:xfrm>
            <a:off x="2670186" y="3963703"/>
            <a:ext cx="363316" cy="315437"/>
            <a:chOff x="6218300" y="4416175"/>
            <a:chExt cx="516000" cy="448000"/>
          </a:xfrm>
        </p:grpSpPr>
        <p:sp>
          <p:nvSpPr>
            <p:cNvPr id="6273" name="Google Shape;6273;p59"/>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4" name="Google Shape;6274;p59"/>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5" name="Google Shape;6275;p59"/>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6" name="Google Shape;6276;p59"/>
          <p:cNvGrpSpPr/>
          <p:nvPr/>
        </p:nvGrpSpPr>
        <p:grpSpPr>
          <a:xfrm>
            <a:off x="5870391" y="3951792"/>
            <a:ext cx="339253" cy="339253"/>
            <a:chOff x="899850" y="4992125"/>
            <a:chExt cx="481825" cy="481825"/>
          </a:xfrm>
        </p:grpSpPr>
        <p:sp>
          <p:nvSpPr>
            <p:cNvPr id="6277" name="Google Shape;6277;p59"/>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8" name="Google Shape;6278;p59"/>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9" name="Google Shape;6279;p59"/>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80" name="Google Shape;6280;p59"/>
          <p:cNvGrpSpPr/>
          <p:nvPr/>
        </p:nvGrpSpPr>
        <p:grpSpPr>
          <a:xfrm>
            <a:off x="5410993" y="3951792"/>
            <a:ext cx="339253" cy="339253"/>
            <a:chOff x="1492675" y="4992125"/>
            <a:chExt cx="481825" cy="481825"/>
          </a:xfrm>
        </p:grpSpPr>
        <p:sp>
          <p:nvSpPr>
            <p:cNvPr id="6281" name="Google Shape;6281;p59"/>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2" name="Google Shape;6282;p59"/>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83" name="Google Shape;6283;p59"/>
          <p:cNvGrpSpPr/>
          <p:nvPr/>
        </p:nvGrpSpPr>
        <p:grpSpPr>
          <a:xfrm>
            <a:off x="4951595" y="3951792"/>
            <a:ext cx="339253" cy="339253"/>
            <a:chOff x="2085525" y="4992125"/>
            <a:chExt cx="481825" cy="481825"/>
          </a:xfrm>
        </p:grpSpPr>
        <p:sp>
          <p:nvSpPr>
            <p:cNvPr id="6284" name="Google Shape;6284;p59"/>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5" name="Google Shape;6285;p59"/>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86" name="Google Shape;6286;p59"/>
          <p:cNvGrpSpPr/>
          <p:nvPr/>
        </p:nvGrpSpPr>
        <p:grpSpPr>
          <a:xfrm>
            <a:off x="6789344" y="3951792"/>
            <a:ext cx="339253" cy="339253"/>
            <a:chOff x="2678350" y="4992125"/>
            <a:chExt cx="481825" cy="481825"/>
          </a:xfrm>
        </p:grpSpPr>
        <p:sp>
          <p:nvSpPr>
            <p:cNvPr id="6287" name="Google Shape;6287;p59"/>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8" name="Google Shape;6288;p59"/>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9" name="Google Shape;6289;p59"/>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90" name="Google Shape;6290;p59"/>
          <p:cNvGrpSpPr/>
          <p:nvPr/>
        </p:nvGrpSpPr>
        <p:grpSpPr>
          <a:xfrm>
            <a:off x="4492198" y="3951792"/>
            <a:ext cx="339253" cy="339253"/>
            <a:chOff x="3271200" y="4992125"/>
            <a:chExt cx="481825" cy="481825"/>
          </a:xfrm>
        </p:grpSpPr>
        <p:sp>
          <p:nvSpPr>
            <p:cNvPr id="6291" name="Google Shape;6291;p59"/>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2" name="Google Shape;6292;p59"/>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3" name="Google Shape;6293;p59"/>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94" name="Google Shape;6294;p59"/>
          <p:cNvGrpSpPr/>
          <p:nvPr/>
        </p:nvGrpSpPr>
        <p:grpSpPr>
          <a:xfrm>
            <a:off x="6329788" y="3952813"/>
            <a:ext cx="339411" cy="337211"/>
            <a:chOff x="5049575" y="4993600"/>
            <a:chExt cx="482050" cy="478925"/>
          </a:xfrm>
        </p:grpSpPr>
        <p:sp>
          <p:nvSpPr>
            <p:cNvPr id="6295" name="Google Shape;6295;p59"/>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6" name="Google Shape;6296;p59"/>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7" name="Google Shape;6297;p59"/>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8" name="Google Shape;6298;p59"/>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99" name="Google Shape;6299;p59"/>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6300" name="Google Shape;6300;p5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6301" name="Google Shape;6301;p59"/>
          <p:cNvGrpSpPr/>
          <p:nvPr/>
        </p:nvGrpSpPr>
        <p:grpSpPr>
          <a:xfrm>
            <a:off x="7248742" y="3975375"/>
            <a:ext cx="195300" cy="343772"/>
            <a:chOff x="3999225" y="4364775"/>
            <a:chExt cx="195300" cy="343772"/>
          </a:xfrm>
        </p:grpSpPr>
        <p:grpSp>
          <p:nvGrpSpPr>
            <p:cNvPr id="6302" name="Google Shape;6302;p59"/>
            <p:cNvGrpSpPr/>
            <p:nvPr/>
          </p:nvGrpSpPr>
          <p:grpSpPr>
            <a:xfrm>
              <a:off x="4048568" y="4562577"/>
              <a:ext cx="97317" cy="145970"/>
              <a:chOff x="1529575" y="2222650"/>
              <a:chExt cx="203125" cy="304675"/>
            </a:xfrm>
          </p:grpSpPr>
          <p:sp>
            <p:nvSpPr>
              <p:cNvPr id="6303" name="Google Shape;6303;p59"/>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9"/>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5" name="Google Shape;6305;p59"/>
            <p:cNvGrpSpPr/>
            <p:nvPr/>
          </p:nvGrpSpPr>
          <p:grpSpPr>
            <a:xfrm>
              <a:off x="3999225" y="4364775"/>
              <a:ext cx="195300" cy="195300"/>
              <a:chOff x="3999225" y="4364775"/>
              <a:chExt cx="195300" cy="195300"/>
            </a:xfrm>
          </p:grpSpPr>
          <p:sp>
            <p:nvSpPr>
              <p:cNvPr id="6306" name="Google Shape;6306;p59"/>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9"/>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8" name="Google Shape;6308;p59"/>
          <p:cNvGrpSpPr/>
          <p:nvPr/>
        </p:nvGrpSpPr>
        <p:grpSpPr>
          <a:xfrm>
            <a:off x="7564186" y="3991627"/>
            <a:ext cx="277088" cy="259611"/>
            <a:chOff x="4335888" y="4398114"/>
            <a:chExt cx="277088" cy="259611"/>
          </a:xfrm>
        </p:grpSpPr>
        <p:grpSp>
          <p:nvGrpSpPr>
            <p:cNvPr id="6309" name="Google Shape;6309;p59"/>
            <p:cNvGrpSpPr/>
            <p:nvPr/>
          </p:nvGrpSpPr>
          <p:grpSpPr>
            <a:xfrm>
              <a:off x="4335888" y="4462425"/>
              <a:ext cx="195300" cy="195300"/>
              <a:chOff x="4335888" y="4462425"/>
              <a:chExt cx="195300" cy="195300"/>
            </a:xfrm>
          </p:grpSpPr>
          <p:sp>
            <p:nvSpPr>
              <p:cNvPr id="6310" name="Google Shape;6310;p5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59"/>
            <p:cNvGrpSpPr/>
            <p:nvPr/>
          </p:nvGrpSpPr>
          <p:grpSpPr>
            <a:xfrm>
              <a:off x="4509813" y="4398114"/>
              <a:ext cx="103162" cy="103198"/>
              <a:chOff x="2277975" y="2021700"/>
              <a:chExt cx="215325" cy="215400"/>
            </a:xfrm>
          </p:grpSpPr>
          <p:sp>
            <p:nvSpPr>
              <p:cNvPr id="6313" name="Google Shape;6313;p59"/>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5" name="Google Shape;6315;p59"/>
          <p:cNvGrpSpPr/>
          <p:nvPr/>
        </p:nvGrpSpPr>
        <p:grpSpPr>
          <a:xfrm>
            <a:off x="7961419" y="4049613"/>
            <a:ext cx="392275" cy="195300"/>
            <a:chOff x="4752588" y="4440200"/>
            <a:chExt cx="392275" cy="195300"/>
          </a:xfrm>
        </p:grpSpPr>
        <p:grpSp>
          <p:nvGrpSpPr>
            <p:cNvPr id="6316" name="Google Shape;6316;p59"/>
            <p:cNvGrpSpPr/>
            <p:nvPr/>
          </p:nvGrpSpPr>
          <p:grpSpPr>
            <a:xfrm>
              <a:off x="4950384" y="4469728"/>
              <a:ext cx="194479" cy="136244"/>
              <a:chOff x="3163375" y="2175125"/>
              <a:chExt cx="405925" cy="284375"/>
            </a:xfrm>
          </p:grpSpPr>
          <p:sp>
            <p:nvSpPr>
              <p:cNvPr id="6317" name="Google Shape;6317;p59"/>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9"/>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59"/>
            <p:cNvGrpSpPr/>
            <p:nvPr/>
          </p:nvGrpSpPr>
          <p:grpSpPr>
            <a:xfrm>
              <a:off x="4752588" y="4440200"/>
              <a:ext cx="195300" cy="195300"/>
              <a:chOff x="4335888" y="4462425"/>
              <a:chExt cx="195300" cy="195300"/>
            </a:xfrm>
          </p:grpSpPr>
          <p:sp>
            <p:nvSpPr>
              <p:cNvPr id="6321" name="Google Shape;6321;p59"/>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9"/>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26" name="Shape 6326"/>
        <p:cNvGrpSpPr/>
        <p:nvPr/>
      </p:nvGrpSpPr>
      <p:grpSpPr>
        <a:xfrm>
          <a:off x="0" y="0"/>
          <a:ext cx="0" cy="0"/>
          <a:chOff x="0" y="0"/>
          <a:chExt cx="0" cy="0"/>
        </a:xfrm>
      </p:grpSpPr>
      <p:grpSp>
        <p:nvGrpSpPr>
          <p:cNvPr id="6327" name="Google Shape;6327;p60"/>
          <p:cNvGrpSpPr/>
          <p:nvPr/>
        </p:nvGrpSpPr>
        <p:grpSpPr>
          <a:xfrm>
            <a:off x="856199" y="1311179"/>
            <a:ext cx="322099" cy="370529"/>
            <a:chOff x="-42971725" y="3217825"/>
            <a:chExt cx="275675" cy="317125"/>
          </a:xfrm>
        </p:grpSpPr>
        <p:sp>
          <p:nvSpPr>
            <p:cNvPr id="6328" name="Google Shape;6328;p60"/>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0"/>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0"/>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60"/>
          <p:cNvGrpSpPr/>
          <p:nvPr/>
        </p:nvGrpSpPr>
        <p:grpSpPr>
          <a:xfrm>
            <a:off x="828113" y="1779835"/>
            <a:ext cx="378270" cy="337551"/>
            <a:chOff x="-42996150" y="3612600"/>
            <a:chExt cx="323750" cy="288900"/>
          </a:xfrm>
        </p:grpSpPr>
        <p:sp>
          <p:nvSpPr>
            <p:cNvPr id="6332" name="Google Shape;6332;p60"/>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0"/>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0"/>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60"/>
          <p:cNvGrpSpPr/>
          <p:nvPr/>
        </p:nvGrpSpPr>
        <p:grpSpPr>
          <a:xfrm>
            <a:off x="830874" y="2189205"/>
            <a:ext cx="372749" cy="370909"/>
            <a:chOff x="-42994575" y="3950300"/>
            <a:chExt cx="319025" cy="317450"/>
          </a:xfrm>
        </p:grpSpPr>
        <p:sp>
          <p:nvSpPr>
            <p:cNvPr id="6336" name="Google Shape;6336;p60"/>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0"/>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0"/>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60"/>
          <p:cNvGrpSpPr/>
          <p:nvPr/>
        </p:nvGrpSpPr>
        <p:grpSpPr>
          <a:xfrm>
            <a:off x="2984269" y="1336037"/>
            <a:ext cx="371785" cy="370879"/>
            <a:chOff x="-41111350" y="3239100"/>
            <a:chExt cx="318200" cy="317425"/>
          </a:xfrm>
        </p:grpSpPr>
        <p:sp>
          <p:nvSpPr>
            <p:cNvPr id="6340" name="Google Shape;6340;p60"/>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0"/>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0"/>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0"/>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4" name="Google Shape;6344;p60"/>
          <p:cNvGrpSpPr/>
          <p:nvPr/>
        </p:nvGrpSpPr>
        <p:grpSpPr>
          <a:xfrm>
            <a:off x="2980588" y="1771568"/>
            <a:ext cx="379146" cy="370967"/>
            <a:chOff x="-41117650" y="3605525"/>
            <a:chExt cx="324500" cy="317500"/>
          </a:xfrm>
        </p:grpSpPr>
        <p:sp>
          <p:nvSpPr>
            <p:cNvPr id="6345" name="Google Shape;6345;p60"/>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0"/>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0"/>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8" name="Google Shape;6348;p60"/>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9" name="Google Shape;6349;p60"/>
          <p:cNvGrpSpPr/>
          <p:nvPr/>
        </p:nvGrpSpPr>
        <p:grpSpPr>
          <a:xfrm>
            <a:off x="1806843" y="2663092"/>
            <a:ext cx="216271" cy="371814"/>
            <a:chOff x="-39205300" y="3220175"/>
            <a:chExt cx="185100" cy="318225"/>
          </a:xfrm>
        </p:grpSpPr>
        <p:sp>
          <p:nvSpPr>
            <p:cNvPr id="6350" name="Google Shape;6350;p60"/>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0"/>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2" name="Google Shape;6352;p60"/>
          <p:cNvGrpSpPr/>
          <p:nvPr/>
        </p:nvGrpSpPr>
        <p:grpSpPr>
          <a:xfrm>
            <a:off x="1772370" y="3123163"/>
            <a:ext cx="300016" cy="369273"/>
            <a:chOff x="-39248625" y="3588600"/>
            <a:chExt cx="256775" cy="316050"/>
          </a:xfrm>
        </p:grpSpPr>
        <p:sp>
          <p:nvSpPr>
            <p:cNvPr id="6353" name="Google Shape;6353;p60"/>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0"/>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5" name="Google Shape;6355;p60"/>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0"/>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7" name="Google Shape;6357;p60"/>
          <p:cNvGrpSpPr/>
          <p:nvPr/>
        </p:nvGrpSpPr>
        <p:grpSpPr>
          <a:xfrm>
            <a:off x="1223084" y="1311179"/>
            <a:ext cx="429504" cy="370879"/>
            <a:chOff x="-42651700" y="3217825"/>
            <a:chExt cx="367600" cy="317425"/>
          </a:xfrm>
        </p:grpSpPr>
        <p:sp>
          <p:nvSpPr>
            <p:cNvPr id="6358" name="Google Shape;6358;p60"/>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0"/>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0"/>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0"/>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60"/>
          <p:cNvGrpSpPr/>
          <p:nvPr/>
        </p:nvGrpSpPr>
        <p:grpSpPr>
          <a:xfrm>
            <a:off x="1258516" y="1750829"/>
            <a:ext cx="358640" cy="363226"/>
            <a:chOff x="-42617300" y="3587775"/>
            <a:chExt cx="306950" cy="310875"/>
          </a:xfrm>
        </p:grpSpPr>
        <p:sp>
          <p:nvSpPr>
            <p:cNvPr id="6363" name="Google Shape;6363;p60"/>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0"/>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5" name="Google Shape;6365;p60"/>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6" name="Google Shape;6366;p60"/>
          <p:cNvGrpSpPr/>
          <p:nvPr/>
        </p:nvGrpSpPr>
        <p:grpSpPr>
          <a:xfrm>
            <a:off x="3430343" y="1335569"/>
            <a:ext cx="376926" cy="370324"/>
            <a:chOff x="-40748275" y="3238700"/>
            <a:chExt cx="322600" cy="316950"/>
          </a:xfrm>
        </p:grpSpPr>
        <p:sp>
          <p:nvSpPr>
            <p:cNvPr id="6367" name="Google Shape;6367;p60"/>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0"/>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0"/>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0"/>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0"/>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0"/>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3" name="Google Shape;6373;p60"/>
          <p:cNvGrpSpPr/>
          <p:nvPr/>
        </p:nvGrpSpPr>
        <p:grpSpPr>
          <a:xfrm>
            <a:off x="3432899" y="1803553"/>
            <a:ext cx="371814" cy="338690"/>
            <a:chOff x="-40745125" y="3632900"/>
            <a:chExt cx="318225" cy="289875"/>
          </a:xfrm>
        </p:grpSpPr>
        <p:sp>
          <p:nvSpPr>
            <p:cNvPr id="6374" name="Google Shape;6374;p60"/>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0"/>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0"/>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0"/>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0"/>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0"/>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0"/>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60"/>
          <p:cNvGrpSpPr/>
          <p:nvPr/>
        </p:nvGrpSpPr>
        <p:grpSpPr>
          <a:xfrm>
            <a:off x="3437047" y="2214764"/>
            <a:ext cx="363518" cy="370178"/>
            <a:chOff x="-40742750" y="3972175"/>
            <a:chExt cx="311125" cy="316825"/>
          </a:xfrm>
        </p:grpSpPr>
        <p:sp>
          <p:nvSpPr>
            <p:cNvPr id="6382" name="Google Shape;6382;p60"/>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0"/>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60"/>
          <p:cNvGrpSpPr/>
          <p:nvPr/>
        </p:nvGrpSpPr>
        <p:grpSpPr>
          <a:xfrm>
            <a:off x="2219708" y="2664932"/>
            <a:ext cx="266892" cy="369974"/>
            <a:chOff x="-38860325" y="3221750"/>
            <a:chExt cx="228425" cy="316650"/>
          </a:xfrm>
        </p:grpSpPr>
        <p:sp>
          <p:nvSpPr>
            <p:cNvPr id="6385" name="Google Shape;6385;p60"/>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0"/>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0"/>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0"/>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60"/>
          <p:cNvGrpSpPr/>
          <p:nvPr/>
        </p:nvGrpSpPr>
        <p:grpSpPr>
          <a:xfrm>
            <a:off x="2170515" y="3126989"/>
            <a:ext cx="380081" cy="367111"/>
            <a:chOff x="-38905225" y="3591875"/>
            <a:chExt cx="325300" cy="314200"/>
          </a:xfrm>
        </p:grpSpPr>
        <p:sp>
          <p:nvSpPr>
            <p:cNvPr id="6390" name="Google Shape;6390;p60"/>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0"/>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0"/>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3" name="Google Shape;6393;p60"/>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4" name="Google Shape;6394;p60"/>
          <p:cNvGrpSpPr/>
          <p:nvPr/>
        </p:nvGrpSpPr>
        <p:grpSpPr>
          <a:xfrm>
            <a:off x="3977265" y="3112069"/>
            <a:ext cx="290815" cy="369740"/>
            <a:chOff x="-37370925" y="3579105"/>
            <a:chExt cx="248900" cy="316450"/>
          </a:xfrm>
        </p:grpSpPr>
        <p:sp>
          <p:nvSpPr>
            <p:cNvPr id="6395" name="Google Shape;6395;p60"/>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0"/>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7" name="Google Shape;6397;p60"/>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0"/>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9" name="Google Shape;6399;p60"/>
          <p:cNvGrpSpPr/>
          <p:nvPr/>
        </p:nvGrpSpPr>
        <p:grpSpPr>
          <a:xfrm>
            <a:off x="1670640" y="2190140"/>
            <a:ext cx="371814" cy="369974"/>
            <a:chOff x="-42259725" y="3951100"/>
            <a:chExt cx="318225" cy="316650"/>
          </a:xfrm>
        </p:grpSpPr>
        <p:sp>
          <p:nvSpPr>
            <p:cNvPr id="6400" name="Google Shape;6400;p60"/>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0"/>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60"/>
          <p:cNvGrpSpPr/>
          <p:nvPr/>
        </p:nvGrpSpPr>
        <p:grpSpPr>
          <a:xfrm>
            <a:off x="3869002" y="1369161"/>
            <a:ext cx="370879" cy="337755"/>
            <a:chOff x="-40378075" y="3267450"/>
            <a:chExt cx="317425" cy="289075"/>
          </a:xfrm>
        </p:grpSpPr>
        <p:sp>
          <p:nvSpPr>
            <p:cNvPr id="6403" name="Google Shape;6403;p60"/>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0"/>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0"/>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0"/>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60"/>
          <p:cNvGrpSpPr/>
          <p:nvPr/>
        </p:nvGrpSpPr>
        <p:grpSpPr>
          <a:xfrm>
            <a:off x="3872668" y="1770429"/>
            <a:ext cx="363548" cy="369974"/>
            <a:chOff x="-40372575" y="3604550"/>
            <a:chExt cx="311150" cy="316650"/>
          </a:xfrm>
        </p:grpSpPr>
        <p:sp>
          <p:nvSpPr>
            <p:cNvPr id="6408" name="Google Shape;6408;p60"/>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0"/>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0"/>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1" name="Google Shape;6411;p60"/>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2" name="Google Shape;6412;p60"/>
          <p:cNvGrpSpPr/>
          <p:nvPr/>
        </p:nvGrpSpPr>
        <p:grpSpPr>
          <a:xfrm>
            <a:off x="2596617" y="2663092"/>
            <a:ext cx="399038" cy="372165"/>
            <a:chOff x="-38542250" y="3220175"/>
            <a:chExt cx="341525" cy="318525"/>
          </a:xfrm>
        </p:grpSpPr>
        <p:sp>
          <p:nvSpPr>
            <p:cNvPr id="6413" name="Google Shape;6413;p60"/>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0"/>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0"/>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60"/>
          <p:cNvGrpSpPr/>
          <p:nvPr/>
        </p:nvGrpSpPr>
        <p:grpSpPr>
          <a:xfrm>
            <a:off x="2618549" y="3122462"/>
            <a:ext cx="369974" cy="369068"/>
            <a:chOff x="-38537400" y="3588000"/>
            <a:chExt cx="316650" cy="315875"/>
          </a:xfrm>
        </p:grpSpPr>
        <p:sp>
          <p:nvSpPr>
            <p:cNvPr id="6417" name="Google Shape;6417;p60"/>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0"/>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0"/>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0"/>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60"/>
          <p:cNvGrpSpPr/>
          <p:nvPr/>
        </p:nvGrpSpPr>
        <p:grpSpPr>
          <a:xfrm>
            <a:off x="2617629" y="3579991"/>
            <a:ext cx="371814" cy="369974"/>
            <a:chOff x="-38538975" y="3954250"/>
            <a:chExt cx="318225" cy="316650"/>
          </a:xfrm>
        </p:grpSpPr>
        <p:sp>
          <p:nvSpPr>
            <p:cNvPr id="6422" name="Google Shape;6422;p60"/>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0"/>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4" name="Google Shape;6424;p60"/>
          <p:cNvGrpSpPr/>
          <p:nvPr/>
        </p:nvGrpSpPr>
        <p:grpSpPr>
          <a:xfrm>
            <a:off x="3934941" y="3574918"/>
            <a:ext cx="375465" cy="371814"/>
            <a:chOff x="-37385100" y="3949908"/>
            <a:chExt cx="321350" cy="318225"/>
          </a:xfrm>
        </p:grpSpPr>
        <p:sp>
          <p:nvSpPr>
            <p:cNvPr id="6425" name="Google Shape;6425;p60"/>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0"/>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60"/>
          <p:cNvGrpSpPr/>
          <p:nvPr/>
        </p:nvGrpSpPr>
        <p:grpSpPr>
          <a:xfrm>
            <a:off x="2110600" y="1310478"/>
            <a:ext cx="370909" cy="370675"/>
            <a:chOff x="-41895050" y="3217225"/>
            <a:chExt cx="317450" cy="317250"/>
          </a:xfrm>
        </p:grpSpPr>
        <p:sp>
          <p:nvSpPr>
            <p:cNvPr id="6428" name="Google Shape;6428;p60"/>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0"/>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0"/>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0"/>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0"/>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60"/>
          <p:cNvGrpSpPr/>
          <p:nvPr/>
        </p:nvGrpSpPr>
        <p:grpSpPr>
          <a:xfrm>
            <a:off x="2110148" y="1747412"/>
            <a:ext cx="371814" cy="369974"/>
            <a:chOff x="-41893475" y="3584850"/>
            <a:chExt cx="318225" cy="316650"/>
          </a:xfrm>
        </p:grpSpPr>
        <p:sp>
          <p:nvSpPr>
            <p:cNvPr id="6434" name="Google Shape;6434;p60"/>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0"/>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0"/>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0"/>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8" name="Google Shape;6438;p60"/>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0"/>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0" name="Google Shape;6440;p60"/>
          <p:cNvGrpSpPr/>
          <p:nvPr/>
        </p:nvGrpSpPr>
        <p:grpSpPr>
          <a:xfrm>
            <a:off x="880176" y="3142704"/>
            <a:ext cx="337522" cy="370909"/>
            <a:chOff x="-39998250" y="3605325"/>
            <a:chExt cx="288875" cy="317450"/>
          </a:xfrm>
        </p:grpSpPr>
        <p:sp>
          <p:nvSpPr>
            <p:cNvPr id="6441" name="Google Shape;6441;p60"/>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0"/>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60"/>
          <p:cNvGrpSpPr/>
          <p:nvPr/>
        </p:nvGrpSpPr>
        <p:grpSpPr>
          <a:xfrm>
            <a:off x="863950" y="3601168"/>
            <a:ext cx="369974" cy="369945"/>
            <a:chOff x="-40011050" y="3972375"/>
            <a:chExt cx="316650" cy="316625"/>
          </a:xfrm>
        </p:grpSpPr>
        <p:sp>
          <p:nvSpPr>
            <p:cNvPr id="6444" name="Google Shape;6444;p60"/>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0"/>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60"/>
          <p:cNvGrpSpPr/>
          <p:nvPr/>
        </p:nvGrpSpPr>
        <p:grpSpPr>
          <a:xfrm>
            <a:off x="3095881" y="2665867"/>
            <a:ext cx="266921" cy="369039"/>
            <a:chOff x="-38129425" y="3222550"/>
            <a:chExt cx="228450" cy="315850"/>
          </a:xfrm>
        </p:grpSpPr>
        <p:sp>
          <p:nvSpPr>
            <p:cNvPr id="6447" name="Google Shape;6447;p60"/>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0"/>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9" name="Google Shape;6449;p60"/>
          <p:cNvGrpSpPr/>
          <p:nvPr/>
        </p:nvGrpSpPr>
        <p:grpSpPr>
          <a:xfrm>
            <a:off x="3050850" y="3122462"/>
            <a:ext cx="371785" cy="369974"/>
            <a:chOff x="-38172725" y="3588000"/>
            <a:chExt cx="318200" cy="316650"/>
          </a:xfrm>
        </p:grpSpPr>
        <p:sp>
          <p:nvSpPr>
            <p:cNvPr id="6450" name="Google Shape;6450;p60"/>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0"/>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0"/>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0"/>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0"/>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0"/>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0"/>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0"/>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60"/>
          <p:cNvGrpSpPr/>
          <p:nvPr/>
        </p:nvGrpSpPr>
        <p:grpSpPr>
          <a:xfrm>
            <a:off x="3126752" y="3580897"/>
            <a:ext cx="219981" cy="369974"/>
            <a:chOff x="-38109725" y="3955025"/>
            <a:chExt cx="188275" cy="316650"/>
          </a:xfrm>
        </p:grpSpPr>
        <p:sp>
          <p:nvSpPr>
            <p:cNvPr id="6459" name="Google Shape;6459;p60"/>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0"/>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1" name="Google Shape;6461;p60"/>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2" name="Google Shape;6462;p60"/>
          <p:cNvGrpSpPr/>
          <p:nvPr/>
        </p:nvGrpSpPr>
        <p:grpSpPr>
          <a:xfrm>
            <a:off x="2542151" y="1312318"/>
            <a:ext cx="373654" cy="369068"/>
            <a:chOff x="-41530375" y="3218800"/>
            <a:chExt cx="319800" cy="315875"/>
          </a:xfrm>
        </p:grpSpPr>
        <p:sp>
          <p:nvSpPr>
            <p:cNvPr id="6463" name="Google Shape;6463;p60"/>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0"/>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60"/>
          <p:cNvGrpSpPr/>
          <p:nvPr/>
        </p:nvGrpSpPr>
        <p:grpSpPr>
          <a:xfrm>
            <a:off x="2544444" y="1827476"/>
            <a:ext cx="369068" cy="289004"/>
            <a:chOff x="-41526450" y="3653375"/>
            <a:chExt cx="315875" cy="247350"/>
          </a:xfrm>
        </p:grpSpPr>
        <p:sp>
          <p:nvSpPr>
            <p:cNvPr id="6466" name="Google Shape;6466;p60"/>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0"/>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8" name="Google Shape;6468;p60"/>
          <p:cNvGrpSpPr/>
          <p:nvPr/>
        </p:nvGrpSpPr>
        <p:grpSpPr>
          <a:xfrm>
            <a:off x="2545831" y="2190140"/>
            <a:ext cx="366293" cy="369974"/>
            <a:chOff x="-41526450" y="3951100"/>
            <a:chExt cx="313500" cy="316650"/>
          </a:xfrm>
        </p:grpSpPr>
        <p:sp>
          <p:nvSpPr>
            <p:cNvPr id="6469" name="Google Shape;6469;p60"/>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0"/>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0"/>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2" name="Google Shape;6472;p60"/>
          <p:cNvGrpSpPr/>
          <p:nvPr/>
        </p:nvGrpSpPr>
        <p:grpSpPr>
          <a:xfrm>
            <a:off x="1311086" y="2684269"/>
            <a:ext cx="339595" cy="371814"/>
            <a:chOff x="-39625900" y="3238300"/>
            <a:chExt cx="290650" cy="318225"/>
          </a:xfrm>
        </p:grpSpPr>
        <p:sp>
          <p:nvSpPr>
            <p:cNvPr id="6473" name="Google Shape;6473;p60"/>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0"/>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5" name="Google Shape;6475;p60"/>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6" name="Google Shape;6476;p60"/>
          <p:cNvGrpSpPr/>
          <p:nvPr/>
        </p:nvGrpSpPr>
        <p:grpSpPr>
          <a:xfrm>
            <a:off x="1305137" y="3600730"/>
            <a:ext cx="366293" cy="370441"/>
            <a:chOff x="-39647175" y="3972000"/>
            <a:chExt cx="313500" cy="317050"/>
          </a:xfrm>
        </p:grpSpPr>
        <p:sp>
          <p:nvSpPr>
            <p:cNvPr id="6477" name="Google Shape;6477;p60"/>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0"/>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0"/>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60"/>
          <p:cNvGrpSpPr/>
          <p:nvPr/>
        </p:nvGrpSpPr>
        <p:grpSpPr>
          <a:xfrm>
            <a:off x="3474265" y="2664728"/>
            <a:ext cx="375495" cy="370879"/>
            <a:chOff x="-37808850" y="3221575"/>
            <a:chExt cx="321375" cy="317425"/>
          </a:xfrm>
        </p:grpSpPr>
        <p:sp>
          <p:nvSpPr>
            <p:cNvPr id="6481" name="Google Shape;6481;p60"/>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0"/>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60"/>
          <p:cNvGrpSpPr/>
          <p:nvPr/>
        </p:nvGrpSpPr>
        <p:grpSpPr>
          <a:xfrm>
            <a:off x="3483038" y="3186759"/>
            <a:ext cx="372749" cy="241158"/>
            <a:chOff x="-37806500" y="3643030"/>
            <a:chExt cx="319025" cy="206400"/>
          </a:xfrm>
        </p:grpSpPr>
        <p:sp>
          <p:nvSpPr>
            <p:cNvPr id="6484" name="Google Shape;6484;p60"/>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0"/>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6" name="Google Shape;6486;p60"/>
          <p:cNvGrpSpPr/>
          <p:nvPr/>
        </p:nvGrpSpPr>
        <p:grpSpPr>
          <a:xfrm>
            <a:off x="3485346" y="3579056"/>
            <a:ext cx="368134" cy="371814"/>
            <a:chOff x="-37804925" y="3953450"/>
            <a:chExt cx="315075" cy="318225"/>
          </a:xfrm>
        </p:grpSpPr>
        <p:sp>
          <p:nvSpPr>
            <p:cNvPr id="6487" name="Google Shape;6487;p6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0" name="Google Shape;6490;p60"/>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1" name="Google Shape;6491;p60"/>
          <p:cNvGrpSpPr/>
          <p:nvPr/>
        </p:nvGrpSpPr>
        <p:grpSpPr>
          <a:xfrm>
            <a:off x="4840364" y="1328538"/>
            <a:ext cx="355663" cy="308725"/>
            <a:chOff x="-28462125" y="3199700"/>
            <a:chExt cx="298550" cy="259150"/>
          </a:xfrm>
        </p:grpSpPr>
        <p:sp>
          <p:nvSpPr>
            <p:cNvPr id="6492" name="Google Shape;6492;p60"/>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0"/>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0"/>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5" name="Google Shape;6495;p60"/>
          <p:cNvGrpSpPr/>
          <p:nvPr/>
        </p:nvGrpSpPr>
        <p:grpSpPr>
          <a:xfrm>
            <a:off x="4841317" y="1763228"/>
            <a:ext cx="353757" cy="352833"/>
            <a:chOff x="-28461325" y="3545475"/>
            <a:chExt cx="296950" cy="296175"/>
          </a:xfrm>
        </p:grpSpPr>
        <p:sp>
          <p:nvSpPr>
            <p:cNvPr id="6496" name="Google Shape;6496;p60"/>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0"/>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0"/>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0"/>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0"/>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0"/>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60"/>
          <p:cNvGrpSpPr/>
          <p:nvPr/>
        </p:nvGrpSpPr>
        <p:grpSpPr>
          <a:xfrm>
            <a:off x="4837550" y="2213272"/>
            <a:ext cx="361292" cy="352803"/>
            <a:chOff x="-28463700" y="3914875"/>
            <a:chExt cx="303275" cy="296150"/>
          </a:xfrm>
        </p:grpSpPr>
        <p:sp>
          <p:nvSpPr>
            <p:cNvPr id="6503" name="Google Shape;6503;p60"/>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0"/>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60"/>
          <p:cNvGrpSpPr/>
          <p:nvPr/>
        </p:nvGrpSpPr>
        <p:grpSpPr>
          <a:xfrm>
            <a:off x="7072335" y="1369355"/>
            <a:ext cx="351880" cy="227092"/>
            <a:chOff x="-26573400" y="3224125"/>
            <a:chExt cx="295375" cy="190625"/>
          </a:xfrm>
        </p:grpSpPr>
        <p:sp>
          <p:nvSpPr>
            <p:cNvPr id="6506" name="Google Shape;6506;p60"/>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0"/>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60"/>
          <p:cNvGrpSpPr/>
          <p:nvPr/>
        </p:nvGrpSpPr>
        <p:grpSpPr>
          <a:xfrm>
            <a:off x="7072335" y="1763690"/>
            <a:ext cx="351880" cy="351910"/>
            <a:chOff x="-26573400" y="3546250"/>
            <a:chExt cx="295375" cy="295400"/>
          </a:xfrm>
        </p:grpSpPr>
        <p:sp>
          <p:nvSpPr>
            <p:cNvPr id="6509" name="Google Shape;6509;p60"/>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0"/>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0"/>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0"/>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0"/>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60"/>
          <p:cNvGrpSpPr/>
          <p:nvPr/>
        </p:nvGrpSpPr>
        <p:grpSpPr>
          <a:xfrm>
            <a:off x="7060615" y="2213599"/>
            <a:ext cx="375319" cy="352148"/>
            <a:chOff x="-26583625" y="3917025"/>
            <a:chExt cx="315050" cy="295600"/>
          </a:xfrm>
        </p:grpSpPr>
        <p:sp>
          <p:nvSpPr>
            <p:cNvPr id="6515" name="Google Shape;6515;p60"/>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0"/>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0"/>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0"/>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9" name="Google Shape;6519;p60"/>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0" name="Google Shape;6520;p60"/>
          <p:cNvGrpSpPr/>
          <p:nvPr/>
        </p:nvGrpSpPr>
        <p:grpSpPr>
          <a:xfrm>
            <a:off x="5759130" y="3172629"/>
            <a:ext cx="289039" cy="352833"/>
            <a:chOff x="-24694925" y="3518700"/>
            <a:chExt cx="242625" cy="296175"/>
          </a:xfrm>
        </p:grpSpPr>
        <p:sp>
          <p:nvSpPr>
            <p:cNvPr id="6521" name="Google Shape;6521;p60"/>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0"/>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0"/>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0"/>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60"/>
          <p:cNvGrpSpPr/>
          <p:nvPr/>
        </p:nvGrpSpPr>
        <p:grpSpPr>
          <a:xfrm>
            <a:off x="5758668" y="3622657"/>
            <a:ext cx="289962" cy="352833"/>
            <a:chOff x="-24709100" y="3888875"/>
            <a:chExt cx="243400" cy="296175"/>
          </a:xfrm>
        </p:grpSpPr>
        <p:sp>
          <p:nvSpPr>
            <p:cNvPr id="6526" name="Google Shape;6526;p60"/>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0"/>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0"/>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9" name="Google Shape;6529;p60"/>
          <p:cNvGrpSpPr/>
          <p:nvPr/>
        </p:nvGrpSpPr>
        <p:grpSpPr>
          <a:xfrm>
            <a:off x="7958668" y="2695320"/>
            <a:ext cx="356556" cy="349557"/>
            <a:chOff x="-22863675" y="3131775"/>
            <a:chExt cx="299300" cy="293425"/>
          </a:xfrm>
        </p:grpSpPr>
        <p:sp>
          <p:nvSpPr>
            <p:cNvPr id="6530" name="Google Shape;6530;p60"/>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0"/>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0"/>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60"/>
          <p:cNvGrpSpPr/>
          <p:nvPr/>
        </p:nvGrpSpPr>
        <p:grpSpPr>
          <a:xfrm>
            <a:off x="5301532" y="1306499"/>
            <a:ext cx="310602" cy="352803"/>
            <a:chOff x="-28069875" y="3175300"/>
            <a:chExt cx="260725" cy="296150"/>
          </a:xfrm>
        </p:grpSpPr>
        <p:sp>
          <p:nvSpPr>
            <p:cNvPr id="6534" name="Google Shape;6534;p60"/>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0"/>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0"/>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0"/>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0"/>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0"/>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0"/>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0"/>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0"/>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3" name="Google Shape;6543;p60"/>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4" name="Google Shape;6544;p60"/>
          <p:cNvGrpSpPr/>
          <p:nvPr/>
        </p:nvGrpSpPr>
        <p:grpSpPr>
          <a:xfrm>
            <a:off x="5342810" y="2213733"/>
            <a:ext cx="228045" cy="351880"/>
            <a:chOff x="-28032075" y="3916450"/>
            <a:chExt cx="191425" cy="295375"/>
          </a:xfrm>
        </p:grpSpPr>
        <p:sp>
          <p:nvSpPr>
            <p:cNvPr id="6545" name="Google Shape;6545;p60"/>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0"/>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0"/>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60"/>
          <p:cNvGrpSpPr/>
          <p:nvPr/>
        </p:nvGrpSpPr>
        <p:grpSpPr>
          <a:xfrm>
            <a:off x="7508157" y="1306484"/>
            <a:ext cx="352833" cy="352833"/>
            <a:chOff x="-26201650" y="3176075"/>
            <a:chExt cx="296175" cy="296175"/>
          </a:xfrm>
        </p:grpSpPr>
        <p:sp>
          <p:nvSpPr>
            <p:cNvPr id="6549" name="Google Shape;6549;p60"/>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0"/>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60"/>
          <p:cNvGrpSpPr/>
          <p:nvPr/>
        </p:nvGrpSpPr>
        <p:grpSpPr>
          <a:xfrm>
            <a:off x="7507680" y="1763705"/>
            <a:ext cx="353786" cy="351880"/>
            <a:chOff x="-26204800" y="3547050"/>
            <a:chExt cx="296975" cy="295375"/>
          </a:xfrm>
        </p:grpSpPr>
        <p:sp>
          <p:nvSpPr>
            <p:cNvPr id="6552" name="Google Shape;6552;p60"/>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0"/>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4" name="Google Shape;6554;p60"/>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5" name="Google Shape;6555;p60"/>
          <p:cNvGrpSpPr/>
          <p:nvPr/>
        </p:nvGrpSpPr>
        <p:grpSpPr>
          <a:xfrm>
            <a:off x="6178935" y="2693683"/>
            <a:ext cx="345328" cy="352833"/>
            <a:chOff x="-24353875" y="3147725"/>
            <a:chExt cx="289875" cy="296175"/>
          </a:xfrm>
        </p:grpSpPr>
        <p:sp>
          <p:nvSpPr>
            <p:cNvPr id="6556" name="Google Shape;6556;p60"/>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0"/>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8" name="Google Shape;6558;p60"/>
          <p:cNvGrpSpPr/>
          <p:nvPr/>
        </p:nvGrpSpPr>
        <p:grpSpPr>
          <a:xfrm>
            <a:off x="6186917" y="3173090"/>
            <a:ext cx="329365" cy="351910"/>
            <a:chOff x="-24344425" y="3519475"/>
            <a:chExt cx="276475" cy="295400"/>
          </a:xfrm>
        </p:grpSpPr>
        <p:sp>
          <p:nvSpPr>
            <p:cNvPr id="6559" name="Google Shape;6559;p60"/>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0"/>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1" name="Google Shape;6561;p60"/>
          <p:cNvGrpSpPr/>
          <p:nvPr/>
        </p:nvGrpSpPr>
        <p:grpSpPr>
          <a:xfrm>
            <a:off x="6176597" y="3625010"/>
            <a:ext cx="350004" cy="348128"/>
            <a:chOff x="-24353075" y="3891250"/>
            <a:chExt cx="293800" cy="292225"/>
          </a:xfrm>
        </p:grpSpPr>
        <p:sp>
          <p:nvSpPr>
            <p:cNvPr id="6562" name="Google Shape;6562;p60"/>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0"/>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60"/>
          <p:cNvGrpSpPr/>
          <p:nvPr/>
        </p:nvGrpSpPr>
        <p:grpSpPr>
          <a:xfrm>
            <a:off x="7960068" y="3173313"/>
            <a:ext cx="353757" cy="351463"/>
            <a:chOff x="-22845575" y="3504075"/>
            <a:chExt cx="296950" cy="295025"/>
          </a:xfrm>
        </p:grpSpPr>
        <p:sp>
          <p:nvSpPr>
            <p:cNvPr id="6565" name="Google Shape;6565;p60"/>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0"/>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60"/>
          <p:cNvGrpSpPr/>
          <p:nvPr/>
        </p:nvGrpSpPr>
        <p:grpSpPr>
          <a:xfrm>
            <a:off x="5753249" y="1306961"/>
            <a:ext cx="299344" cy="351880"/>
            <a:chOff x="-27691025" y="3175300"/>
            <a:chExt cx="251275" cy="295375"/>
          </a:xfrm>
        </p:grpSpPr>
        <p:sp>
          <p:nvSpPr>
            <p:cNvPr id="6568" name="Google Shape;6568;p60"/>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0"/>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0"/>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0"/>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60"/>
          <p:cNvGrpSpPr/>
          <p:nvPr/>
        </p:nvGrpSpPr>
        <p:grpSpPr>
          <a:xfrm>
            <a:off x="5725566" y="1825637"/>
            <a:ext cx="354710" cy="228015"/>
            <a:chOff x="-27721750" y="3598250"/>
            <a:chExt cx="297750" cy="191400"/>
          </a:xfrm>
        </p:grpSpPr>
        <p:sp>
          <p:nvSpPr>
            <p:cNvPr id="6573" name="Google Shape;6573;p60"/>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0"/>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60"/>
          <p:cNvGrpSpPr/>
          <p:nvPr/>
        </p:nvGrpSpPr>
        <p:grpSpPr>
          <a:xfrm>
            <a:off x="5726966" y="2219183"/>
            <a:ext cx="351910" cy="340980"/>
            <a:chOff x="-27719400" y="3925600"/>
            <a:chExt cx="295400" cy="286225"/>
          </a:xfrm>
        </p:grpSpPr>
        <p:sp>
          <p:nvSpPr>
            <p:cNvPr id="6576" name="Google Shape;6576;p60"/>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0"/>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60"/>
          <p:cNvGrpSpPr/>
          <p:nvPr/>
        </p:nvGrpSpPr>
        <p:grpSpPr>
          <a:xfrm>
            <a:off x="7948238" y="1306023"/>
            <a:ext cx="353757" cy="353757"/>
            <a:chOff x="-25834600" y="3176875"/>
            <a:chExt cx="296950" cy="296950"/>
          </a:xfrm>
        </p:grpSpPr>
        <p:sp>
          <p:nvSpPr>
            <p:cNvPr id="6579" name="Google Shape;6579;p60"/>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0"/>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0"/>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0"/>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0"/>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60"/>
          <p:cNvGrpSpPr/>
          <p:nvPr/>
        </p:nvGrpSpPr>
        <p:grpSpPr>
          <a:xfrm>
            <a:off x="7948238" y="1774024"/>
            <a:ext cx="353757" cy="331241"/>
            <a:chOff x="-25834600" y="3564375"/>
            <a:chExt cx="296950" cy="278050"/>
          </a:xfrm>
        </p:grpSpPr>
        <p:sp>
          <p:nvSpPr>
            <p:cNvPr id="6585" name="Google Shape;6585;p60"/>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0"/>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0"/>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0"/>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0"/>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0"/>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0"/>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0"/>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3" name="Google Shape;6593;p60"/>
          <p:cNvGrpSpPr/>
          <p:nvPr/>
        </p:nvGrpSpPr>
        <p:grpSpPr>
          <a:xfrm>
            <a:off x="7946362" y="2213376"/>
            <a:ext cx="357509" cy="352595"/>
            <a:chOff x="-25834600" y="3915850"/>
            <a:chExt cx="300100" cy="295975"/>
          </a:xfrm>
        </p:grpSpPr>
        <p:sp>
          <p:nvSpPr>
            <p:cNvPr id="6594" name="Google Shape;6594;p60"/>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0"/>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0"/>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60"/>
          <p:cNvGrpSpPr/>
          <p:nvPr/>
        </p:nvGrpSpPr>
        <p:grpSpPr>
          <a:xfrm>
            <a:off x="6681790" y="2694606"/>
            <a:ext cx="228968" cy="350987"/>
            <a:chOff x="-23930925" y="3149300"/>
            <a:chExt cx="192200" cy="294625"/>
          </a:xfrm>
        </p:grpSpPr>
        <p:sp>
          <p:nvSpPr>
            <p:cNvPr id="6598" name="Google Shape;6598;p60"/>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0"/>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0"/>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0"/>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60"/>
          <p:cNvGrpSpPr/>
          <p:nvPr/>
        </p:nvGrpSpPr>
        <p:grpSpPr>
          <a:xfrm>
            <a:off x="6638620" y="3173090"/>
            <a:ext cx="315307" cy="351910"/>
            <a:chOff x="-23962425" y="3519475"/>
            <a:chExt cx="264675" cy="295400"/>
          </a:xfrm>
        </p:grpSpPr>
        <p:sp>
          <p:nvSpPr>
            <p:cNvPr id="6603" name="Google Shape;6603;p60"/>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0"/>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5" name="Google Shape;6605;p60"/>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6" name="Google Shape;6606;p60"/>
          <p:cNvGrpSpPr/>
          <p:nvPr/>
        </p:nvGrpSpPr>
        <p:grpSpPr>
          <a:xfrm>
            <a:off x="8017295" y="3623134"/>
            <a:ext cx="239302" cy="351880"/>
            <a:chOff x="-22788075" y="3904625"/>
            <a:chExt cx="200875" cy="295375"/>
          </a:xfrm>
        </p:grpSpPr>
        <p:sp>
          <p:nvSpPr>
            <p:cNvPr id="6607" name="Google Shape;6607;p60"/>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0"/>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0"/>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0"/>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60"/>
          <p:cNvGrpSpPr/>
          <p:nvPr/>
        </p:nvGrpSpPr>
        <p:grpSpPr>
          <a:xfrm>
            <a:off x="6172593" y="1306499"/>
            <a:ext cx="354710" cy="352803"/>
            <a:chOff x="-27351575" y="3175300"/>
            <a:chExt cx="297750" cy="296150"/>
          </a:xfrm>
        </p:grpSpPr>
        <p:sp>
          <p:nvSpPr>
            <p:cNvPr id="6612" name="Google Shape;6612;p60"/>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0"/>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0"/>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0"/>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6" name="Google Shape;6616;p60"/>
          <p:cNvGrpSpPr/>
          <p:nvPr/>
        </p:nvGrpSpPr>
        <p:grpSpPr>
          <a:xfrm>
            <a:off x="6218402" y="1758809"/>
            <a:ext cx="269293" cy="353072"/>
            <a:chOff x="-27313750" y="3545275"/>
            <a:chExt cx="226050" cy="296375"/>
          </a:xfrm>
        </p:grpSpPr>
        <p:sp>
          <p:nvSpPr>
            <p:cNvPr id="6617" name="Google Shape;6617;p60"/>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0"/>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0"/>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0" name="Google Shape;6620;p60"/>
          <p:cNvGrpSpPr/>
          <p:nvPr/>
        </p:nvGrpSpPr>
        <p:grpSpPr>
          <a:xfrm>
            <a:off x="6172593" y="2211380"/>
            <a:ext cx="354710" cy="356586"/>
            <a:chOff x="-27351575" y="3915650"/>
            <a:chExt cx="297750" cy="299325"/>
          </a:xfrm>
        </p:grpSpPr>
        <p:sp>
          <p:nvSpPr>
            <p:cNvPr id="6621" name="Google Shape;6621;p60"/>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0"/>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60"/>
          <p:cNvGrpSpPr/>
          <p:nvPr/>
        </p:nvGrpSpPr>
        <p:grpSpPr>
          <a:xfrm>
            <a:off x="4860084" y="2693579"/>
            <a:ext cx="319060" cy="353042"/>
            <a:chOff x="-25445525" y="3175900"/>
            <a:chExt cx="267825" cy="296350"/>
          </a:xfrm>
        </p:grpSpPr>
        <p:sp>
          <p:nvSpPr>
            <p:cNvPr id="6624" name="Google Shape;6624;p60"/>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0"/>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0"/>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7" name="Google Shape;6627;p60"/>
          <p:cNvGrpSpPr/>
          <p:nvPr/>
        </p:nvGrpSpPr>
        <p:grpSpPr>
          <a:xfrm>
            <a:off x="4841797" y="3183902"/>
            <a:ext cx="355633" cy="330288"/>
            <a:chOff x="-25465200" y="3565175"/>
            <a:chExt cx="298525" cy="277250"/>
          </a:xfrm>
        </p:grpSpPr>
        <p:sp>
          <p:nvSpPr>
            <p:cNvPr id="6628" name="Google Shape;6628;p60"/>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0"/>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60"/>
          <p:cNvGrpSpPr/>
          <p:nvPr/>
        </p:nvGrpSpPr>
        <p:grpSpPr>
          <a:xfrm>
            <a:off x="4841336" y="3623432"/>
            <a:ext cx="356556" cy="351285"/>
            <a:chOff x="-25465200" y="3916150"/>
            <a:chExt cx="299300" cy="294875"/>
          </a:xfrm>
        </p:grpSpPr>
        <p:sp>
          <p:nvSpPr>
            <p:cNvPr id="6631" name="Google Shape;6631;p60"/>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0"/>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60"/>
          <p:cNvGrpSpPr/>
          <p:nvPr/>
        </p:nvGrpSpPr>
        <p:grpSpPr>
          <a:xfrm>
            <a:off x="7068775" y="2693698"/>
            <a:ext cx="351880" cy="352803"/>
            <a:chOff x="-23615075" y="3148525"/>
            <a:chExt cx="295375" cy="296150"/>
          </a:xfrm>
        </p:grpSpPr>
        <p:sp>
          <p:nvSpPr>
            <p:cNvPr id="6634" name="Google Shape;6634;p60"/>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0"/>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0"/>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0"/>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8" name="Google Shape;6638;p60"/>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9" name="Google Shape;6639;p60"/>
          <p:cNvGrpSpPr/>
          <p:nvPr/>
        </p:nvGrpSpPr>
        <p:grpSpPr>
          <a:xfrm>
            <a:off x="7068299" y="3632977"/>
            <a:ext cx="352833" cy="332194"/>
            <a:chOff x="-23615075" y="3906200"/>
            <a:chExt cx="296175" cy="278850"/>
          </a:xfrm>
        </p:grpSpPr>
        <p:sp>
          <p:nvSpPr>
            <p:cNvPr id="6640" name="Google Shape;6640;p60"/>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0"/>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0"/>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3" name="Google Shape;6643;p60"/>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4" name="Google Shape;6644;p60"/>
          <p:cNvGrpSpPr/>
          <p:nvPr/>
        </p:nvGrpSpPr>
        <p:grpSpPr>
          <a:xfrm>
            <a:off x="6617268" y="1306618"/>
            <a:ext cx="353757" cy="352565"/>
            <a:chOff x="-26980600" y="3175500"/>
            <a:chExt cx="296950" cy="295950"/>
          </a:xfrm>
        </p:grpSpPr>
        <p:sp>
          <p:nvSpPr>
            <p:cNvPr id="6645" name="Google Shape;6645;p60"/>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0"/>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0"/>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8" name="Google Shape;6648;p60"/>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9" name="Google Shape;6649;p60"/>
          <p:cNvGrpSpPr/>
          <p:nvPr/>
        </p:nvGrpSpPr>
        <p:grpSpPr>
          <a:xfrm>
            <a:off x="6617744" y="2245154"/>
            <a:ext cx="352803" cy="289039"/>
            <a:chOff x="-26981375" y="3951875"/>
            <a:chExt cx="296150" cy="242625"/>
          </a:xfrm>
        </p:grpSpPr>
        <p:sp>
          <p:nvSpPr>
            <p:cNvPr id="6650" name="Google Shape;6650;p60"/>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0"/>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0"/>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60"/>
          <p:cNvGrpSpPr/>
          <p:nvPr/>
        </p:nvGrpSpPr>
        <p:grpSpPr>
          <a:xfrm>
            <a:off x="5282787" y="2692745"/>
            <a:ext cx="351910" cy="354710"/>
            <a:chOff x="-25094250" y="3176075"/>
            <a:chExt cx="295400" cy="297750"/>
          </a:xfrm>
        </p:grpSpPr>
        <p:sp>
          <p:nvSpPr>
            <p:cNvPr id="6654" name="Google Shape;6654;p60"/>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0"/>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0"/>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60"/>
          <p:cNvGrpSpPr/>
          <p:nvPr/>
        </p:nvGrpSpPr>
        <p:grpSpPr>
          <a:xfrm>
            <a:off x="5282787" y="3173106"/>
            <a:ext cx="351910" cy="351880"/>
            <a:chOff x="-25094250" y="3547050"/>
            <a:chExt cx="295400" cy="295375"/>
          </a:xfrm>
        </p:grpSpPr>
        <p:sp>
          <p:nvSpPr>
            <p:cNvPr id="6658" name="Google Shape;6658;p60"/>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0"/>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0"/>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0"/>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0"/>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3" name="Google Shape;6663;p60"/>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4" name="Google Shape;6664;p60"/>
          <p:cNvGrpSpPr/>
          <p:nvPr/>
        </p:nvGrpSpPr>
        <p:grpSpPr>
          <a:xfrm>
            <a:off x="7514864" y="2693698"/>
            <a:ext cx="352803" cy="352803"/>
            <a:chOff x="-23245675" y="3148525"/>
            <a:chExt cx="296150" cy="296150"/>
          </a:xfrm>
        </p:grpSpPr>
        <p:sp>
          <p:nvSpPr>
            <p:cNvPr id="6665" name="Google Shape;6665;p60"/>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0"/>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0"/>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8" name="Google Shape;6668;p60"/>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9" name="Google Shape;6669;p60"/>
          <p:cNvGrpSpPr/>
          <p:nvPr/>
        </p:nvGrpSpPr>
        <p:grpSpPr>
          <a:xfrm>
            <a:off x="7515325" y="3622672"/>
            <a:ext cx="351880" cy="352803"/>
            <a:chOff x="-23244900" y="3888100"/>
            <a:chExt cx="295375" cy="296150"/>
          </a:xfrm>
        </p:grpSpPr>
        <p:sp>
          <p:nvSpPr>
            <p:cNvPr id="6670" name="Google Shape;6670;p60"/>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0"/>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0"/>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0"/>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0"/>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0"/>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0"/>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0"/>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0"/>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0"/>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0"/>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1" name="Google Shape;6681;p60"/>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0"/>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683" name="Google Shape;6683;p60"/>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87" name="Shape 6687"/>
        <p:cNvGrpSpPr/>
        <p:nvPr/>
      </p:nvGrpSpPr>
      <p:grpSpPr>
        <a:xfrm>
          <a:off x="0" y="0"/>
          <a:ext cx="0" cy="0"/>
          <a:chOff x="0" y="0"/>
          <a:chExt cx="0" cy="0"/>
        </a:xfrm>
      </p:grpSpPr>
      <p:sp>
        <p:nvSpPr>
          <p:cNvPr id="6688" name="Google Shape;6688;p61"/>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9" name="Google Shape;6689;p61"/>
          <p:cNvGrpSpPr/>
          <p:nvPr/>
        </p:nvGrpSpPr>
        <p:grpSpPr>
          <a:xfrm>
            <a:off x="832654" y="1819647"/>
            <a:ext cx="367261" cy="367261"/>
            <a:chOff x="-65145700" y="3727425"/>
            <a:chExt cx="317425" cy="317425"/>
          </a:xfrm>
        </p:grpSpPr>
        <p:sp>
          <p:nvSpPr>
            <p:cNvPr id="6690" name="Google Shape;6690;p61"/>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1"/>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61"/>
          <p:cNvGrpSpPr/>
          <p:nvPr/>
        </p:nvGrpSpPr>
        <p:grpSpPr>
          <a:xfrm>
            <a:off x="835851" y="2248561"/>
            <a:ext cx="360868" cy="367261"/>
            <a:chOff x="-65144125" y="4094450"/>
            <a:chExt cx="311900" cy="317425"/>
          </a:xfrm>
        </p:grpSpPr>
        <p:sp>
          <p:nvSpPr>
            <p:cNvPr id="6693" name="Google Shape;6693;p61"/>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1"/>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1"/>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6" name="Google Shape;6696;p61"/>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7" name="Google Shape;6697;p61"/>
          <p:cNvGrpSpPr/>
          <p:nvPr/>
        </p:nvGrpSpPr>
        <p:grpSpPr>
          <a:xfrm>
            <a:off x="3039420" y="1819256"/>
            <a:ext cx="370645" cy="368042"/>
            <a:chOff x="-63250675" y="3744075"/>
            <a:chExt cx="320350" cy="318100"/>
          </a:xfrm>
        </p:grpSpPr>
        <p:sp>
          <p:nvSpPr>
            <p:cNvPr id="6698" name="Google Shape;6698;p61"/>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1"/>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1"/>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61"/>
          <p:cNvGrpSpPr/>
          <p:nvPr/>
        </p:nvGrpSpPr>
        <p:grpSpPr>
          <a:xfrm>
            <a:off x="3041112" y="2248561"/>
            <a:ext cx="367261" cy="367261"/>
            <a:chOff x="-63250675" y="4110200"/>
            <a:chExt cx="317425" cy="317425"/>
          </a:xfrm>
        </p:grpSpPr>
        <p:sp>
          <p:nvSpPr>
            <p:cNvPr id="6702" name="Google Shape;6702;p61"/>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1"/>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1"/>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1"/>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1"/>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1"/>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1"/>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1"/>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1"/>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61"/>
          <p:cNvGrpSpPr/>
          <p:nvPr/>
        </p:nvGrpSpPr>
        <p:grpSpPr>
          <a:xfrm>
            <a:off x="1720159" y="2745656"/>
            <a:ext cx="359075" cy="358844"/>
            <a:chOff x="-61351725" y="3372400"/>
            <a:chExt cx="310350" cy="310150"/>
          </a:xfrm>
        </p:grpSpPr>
        <p:sp>
          <p:nvSpPr>
            <p:cNvPr id="6712" name="Google Shape;6712;p61"/>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1"/>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1"/>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61"/>
          <p:cNvGrpSpPr/>
          <p:nvPr/>
        </p:nvGrpSpPr>
        <p:grpSpPr>
          <a:xfrm>
            <a:off x="1716514" y="3208713"/>
            <a:ext cx="366364" cy="333534"/>
            <a:chOff x="-61354875" y="3751050"/>
            <a:chExt cx="316650" cy="288275"/>
          </a:xfrm>
        </p:grpSpPr>
        <p:sp>
          <p:nvSpPr>
            <p:cNvPr id="6716" name="Google Shape;6716;p61"/>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1"/>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1"/>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61"/>
          <p:cNvGrpSpPr/>
          <p:nvPr/>
        </p:nvGrpSpPr>
        <p:grpSpPr>
          <a:xfrm>
            <a:off x="1716514" y="3650352"/>
            <a:ext cx="366364" cy="367290"/>
            <a:chOff x="-61354875" y="4101525"/>
            <a:chExt cx="316650" cy="317450"/>
          </a:xfrm>
        </p:grpSpPr>
        <p:sp>
          <p:nvSpPr>
            <p:cNvPr id="6720" name="Google Shape;6720;p61"/>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1"/>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61"/>
          <p:cNvGrpSpPr/>
          <p:nvPr/>
        </p:nvGrpSpPr>
        <p:grpSpPr>
          <a:xfrm>
            <a:off x="3932949" y="2742228"/>
            <a:ext cx="368157" cy="365699"/>
            <a:chOff x="-59470075" y="3308975"/>
            <a:chExt cx="318200" cy="316075"/>
          </a:xfrm>
        </p:grpSpPr>
        <p:sp>
          <p:nvSpPr>
            <p:cNvPr id="6723" name="Google Shape;6723;p61"/>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1"/>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1"/>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1"/>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1"/>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1"/>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1"/>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1"/>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1"/>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2" name="Google Shape;6732;p61"/>
          <p:cNvGrpSpPr/>
          <p:nvPr/>
        </p:nvGrpSpPr>
        <p:grpSpPr>
          <a:xfrm>
            <a:off x="1278379" y="1377933"/>
            <a:ext cx="367261" cy="364686"/>
            <a:chOff x="-64781025" y="3361050"/>
            <a:chExt cx="317425" cy="315200"/>
          </a:xfrm>
        </p:grpSpPr>
        <p:sp>
          <p:nvSpPr>
            <p:cNvPr id="6733" name="Google Shape;6733;p61"/>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1"/>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1"/>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1"/>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7" name="Google Shape;6737;p61"/>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1"/>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1"/>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0" name="Google Shape;6740;p61"/>
          <p:cNvGrpSpPr/>
          <p:nvPr/>
        </p:nvGrpSpPr>
        <p:grpSpPr>
          <a:xfrm>
            <a:off x="3482779" y="1819372"/>
            <a:ext cx="382765" cy="367810"/>
            <a:chOff x="-62890750" y="3747425"/>
            <a:chExt cx="330825" cy="317900"/>
          </a:xfrm>
        </p:grpSpPr>
        <p:sp>
          <p:nvSpPr>
            <p:cNvPr id="6741" name="Google Shape;6741;p61"/>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1"/>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1"/>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1"/>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1"/>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1"/>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1"/>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1"/>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1"/>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1"/>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1"/>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1"/>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1"/>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1"/>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61"/>
          <p:cNvGrpSpPr/>
          <p:nvPr/>
        </p:nvGrpSpPr>
        <p:grpSpPr>
          <a:xfrm>
            <a:off x="3490531" y="2249009"/>
            <a:ext cx="367261" cy="366364"/>
            <a:chOff x="-62884425" y="4111775"/>
            <a:chExt cx="317425" cy="316650"/>
          </a:xfrm>
        </p:grpSpPr>
        <p:sp>
          <p:nvSpPr>
            <p:cNvPr id="6756" name="Google Shape;6756;p61"/>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1"/>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61"/>
          <p:cNvGrpSpPr/>
          <p:nvPr/>
        </p:nvGrpSpPr>
        <p:grpSpPr>
          <a:xfrm>
            <a:off x="2163165" y="2745078"/>
            <a:ext cx="365438" cy="360001"/>
            <a:chOff x="-60991775" y="3376900"/>
            <a:chExt cx="315850" cy="311150"/>
          </a:xfrm>
        </p:grpSpPr>
        <p:sp>
          <p:nvSpPr>
            <p:cNvPr id="6759" name="Google Shape;6759;p61"/>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1"/>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1"/>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61"/>
          <p:cNvGrpSpPr/>
          <p:nvPr/>
        </p:nvGrpSpPr>
        <p:grpSpPr>
          <a:xfrm>
            <a:off x="2162702" y="3195942"/>
            <a:ext cx="366364" cy="359075"/>
            <a:chOff x="-60988625" y="3740800"/>
            <a:chExt cx="316650" cy="310350"/>
          </a:xfrm>
        </p:grpSpPr>
        <p:sp>
          <p:nvSpPr>
            <p:cNvPr id="6763" name="Google Shape;6763;p61"/>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1"/>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1"/>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6" name="Google Shape;6766;p61"/>
          <p:cNvGrpSpPr/>
          <p:nvPr/>
        </p:nvGrpSpPr>
        <p:grpSpPr>
          <a:xfrm>
            <a:off x="2162702" y="3651393"/>
            <a:ext cx="366364" cy="365207"/>
            <a:chOff x="-60987850" y="4100950"/>
            <a:chExt cx="316650" cy="315650"/>
          </a:xfrm>
        </p:grpSpPr>
        <p:sp>
          <p:nvSpPr>
            <p:cNvPr id="6767" name="Google Shape;6767;p61"/>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1"/>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1"/>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1"/>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1"/>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61"/>
          <p:cNvGrpSpPr/>
          <p:nvPr/>
        </p:nvGrpSpPr>
        <p:grpSpPr>
          <a:xfrm>
            <a:off x="3932486" y="3196853"/>
            <a:ext cx="369083" cy="357253"/>
            <a:chOff x="-59447250" y="3706150"/>
            <a:chExt cx="319000" cy="308775"/>
          </a:xfrm>
        </p:grpSpPr>
        <p:sp>
          <p:nvSpPr>
            <p:cNvPr id="6773" name="Google Shape;6773;p61"/>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1"/>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1"/>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1"/>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61"/>
          <p:cNvGrpSpPr/>
          <p:nvPr/>
        </p:nvGrpSpPr>
        <p:grpSpPr>
          <a:xfrm>
            <a:off x="1721214" y="1378164"/>
            <a:ext cx="368186" cy="364224"/>
            <a:chOff x="-64406125" y="3362225"/>
            <a:chExt cx="318225" cy="314800"/>
          </a:xfrm>
        </p:grpSpPr>
        <p:sp>
          <p:nvSpPr>
            <p:cNvPr id="6778" name="Google Shape;6778;p61"/>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1"/>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0" name="Google Shape;6780;p61"/>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1" name="Google Shape;6781;p61"/>
          <p:cNvGrpSpPr/>
          <p:nvPr/>
        </p:nvGrpSpPr>
        <p:grpSpPr>
          <a:xfrm>
            <a:off x="1721677" y="2249009"/>
            <a:ext cx="367261" cy="366364"/>
            <a:chOff x="-64410850" y="4094450"/>
            <a:chExt cx="317425" cy="316650"/>
          </a:xfrm>
        </p:grpSpPr>
        <p:sp>
          <p:nvSpPr>
            <p:cNvPr id="6782" name="Google Shape;6782;p61"/>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1"/>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1"/>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5" name="Google Shape;6785;p61"/>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6" name="Google Shape;6786;p61"/>
          <p:cNvGrpSpPr/>
          <p:nvPr/>
        </p:nvGrpSpPr>
        <p:grpSpPr>
          <a:xfrm>
            <a:off x="3943225" y="1819083"/>
            <a:ext cx="365467" cy="368389"/>
            <a:chOff x="-62516625" y="3743175"/>
            <a:chExt cx="315875" cy="318400"/>
          </a:xfrm>
        </p:grpSpPr>
        <p:sp>
          <p:nvSpPr>
            <p:cNvPr id="6787" name="Google Shape;6787;p61"/>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1"/>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61"/>
          <p:cNvGrpSpPr/>
          <p:nvPr/>
        </p:nvGrpSpPr>
        <p:grpSpPr>
          <a:xfrm>
            <a:off x="3950065" y="2269054"/>
            <a:ext cx="351786" cy="326274"/>
            <a:chOff x="-62511900" y="4129100"/>
            <a:chExt cx="304050" cy="282000"/>
          </a:xfrm>
        </p:grpSpPr>
        <p:sp>
          <p:nvSpPr>
            <p:cNvPr id="6790" name="Google Shape;6790;p61"/>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1"/>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1"/>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1"/>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1"/>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61"/>
          <p:cNvGrpSpPr/>
          <p:nvPr/>
        </p:nvGrpSpPr>
        <p:grpSpPr>
          <a:xfrm>
            <a:off x="2628187" y="2741448"/>
            <a:ext cx="310770" cy="367261"/>
            <a:chOff x="-60597975" y="3367475"/>
            <a:chExt cx="268600" cy="317425"/>
          </a:xfrm>
        </p:grpSpPr>
        <p:sp>
          <p:nvSpPr>
            <p:cNvPr id="6796" name="Google Shape;6796;p61"/>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1"/>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1"/>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1"/>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1"/>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1" name="Google Shape;6801;p61"/>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2" name="Google Shape;6802;p61"/>
          <p:cNvGrpSpPr/>
          <p:nvPr/>
        </p:nvGrpSpPr>
        <p:grpSpPr>
          <a:xfrm>
            <a:off x="2600390" y="3702764"/>
            <a:ext cx="366364" cy="262465"/>
            <a:chOff x="-60621600" y="4145650"/>
            <a:chExt cx="316650" cy="226850"/>
          </a:xfrm>
        </p:grpSpPr>
        <p:sp>
          <p:nvSpPr>
            <p:cNvPr id="6803" name="Google Shape;6803;p61"/>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1"/>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1"/>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61"/>
          <p:cNvGrpSpPr/>
          <p:nvPr/>
        </p:nvGrpSpPr>
        <p:grpSpPr>
          <a:xfrm>
            <a:off x="3937042" y="3651263"/>
            <a:ext cx="359972" cy="365467"/>
            <a:chOff x="-59400775" y="4084200"/>
            <a:chExt cx="311125" cy="315875"/>
          </a:xfrm>
        </p:grpSpPr>
        <p:sp>
          <p:nvSpPr>
            <p:cNvPr id="6807" name="Google Shape;6807;p61"/>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1"/>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1"/>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1"/>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1"/>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1"/>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61"/>
          <p:cNvGrpSpPr/>
          <p:nvPr/>
        </p:nvGrpSpPr>
        <p:grpSpPr>
          <a:xfrm>
            <a:off x="2161136" y="1377094"/>
            <a:ext cx="365438" cy="366364"/>
            <a:chOff x="-64044600" y="3360375"/>
            <a:chExt cx="315850" cy="316650"/>
          </a:xfrm>
        </p:grpSpPr>
        <p:sp>
          <p:nvSpPr>
            <p:cNvPr id="6814" name="Google Shape;6814;p61"/>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1"/>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1"/>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7" name="Google Shape;6817;p61"/>
          <p:cNvGrpSpPr/>
          <p:nvPr/>
        </p:nvGrpSpPr>
        <p:grpSpPr>
          <a:xfrm>
            <a:off x="2187559" y="1819647"/>
            <a:ext cx="312592" cy="367261"/>
            <a:chOff x="-64022550" y="3727425"/>
            <a:chExt cx="270175" cy="317425"/>
          </a:xfrm>
        </p:grpSpPr>
        <p:sp>
          <p:nvSpPr>
            <p:cNvPr id="6818" name="Google Shape;6818;p61"/>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1"/>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1"/>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61"/>
          <p:cNvGrpSpPr/>
          <p:nvPr/>
        </p:nvGrpSpPr>
        <p:grpSpPr>
          <a:xfrm>
            <a:off x="2211697" y="2248547"/>
            <a:ext cx="264317" cy="367290"/>
            <a:chOff x="-64001300" y="4093650"/>
            <a:chExt cx="228450" cy="317450"/>
          </a:xfrm>
        </p:grpSpPr>
        <p:sp>
          <p:nvSpPr>
            <p:cNvPr id="6822" name="Google Shape;6822;p61"/>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1"/>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1"/>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1"/>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6" name="Google Shape;6826;p61"/>
          <p:cNvGrpSpPr/>
          <p:nvPr/>
        </p:nvGrpSpPr>
        <p:grpSpPr>
          <a:xfrm>
            <a:off x="830701" y="2741838"/>
            <a:ext cx="359972" cy="366480"/>
            <a:chOff x="-62148800" y="3377700"/>
            <a:chExt cx="311125" cy="316750"/>
          </a:xfrm>
        </p:grpSpPr>
        <p:sp>
          <p:nvSpPr>
            <p:cNvPr id="6827" name="Google Shape;6827;p61"/>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1"/>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61"/>
          <p:cNvGrpSpPr/>
          <p:nvPr/>
        </p:nvGrpSpPr>
        <p:grpSpPr>
          <a:xfrm>
            <a:off x="826608" y="3191835"/>
            <a:ext cx="368157" cy="367290"/>
            <a:chOff x="-62154300" y="3743950"/>
            <a:chExt cx="318200" cy="317450"/>
          </a:xfrm>
        </p:grpSpPr>
        <p:sp>
          <p:nvSpPr>
            <p:cNvPr id="6830" name="Google Shape;6830;p61"/>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1"/>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61"/>
          <p:cNvGrpSpPr/>
          <p:nvPr/>
        </p:nvGrpSpPr>
        <p:grpSpPr>
          <a:xfrm>
            <a:off x="826594" y="3650815"/>
            <a:ext cx="368186" cy="366364"/>
            <a:chOff x="-62151950" y="4111775"/>
            <a:chExt cx="318225" cy="316650"/>
          </a:xfrm>
        </p:grpSpPr>
        <p:sp>
          <p:nvSpPr>
            <p:cNvPr id="6833" name="Google Shape;6833;p61"/>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1"/>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1"/>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1"/>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61"/>
          <p:cNvGrpSpPr/>
          <p:nvPr/>
        </p:nvGrpSpPr>
        <p:grpSpPr>
          <a:xfrm>
            <a:off x="3045218" y="2741361"/>
            <a:ext cx="368157" cy="367434"/>
            <a:chOff x="-60254550" y="3367325"/>
            <a:chExt cx="318200" cy="317575"/>
          </a:xfrm>
        </p:grpSpPr>
        <p:sp>
          <p:nvSpPr>
            <p:cNvPr id="6838" name="Google Shape;6838;p61"/>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1"/>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1"/>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1"/>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61"/>
          <p:cNvGrpSpPr/>
          <p:nvPr/>
        </p:nvGrpSpPr>
        <p:grpSpPr>
          <a:xfrm>
            <a:off x="3046115" y="3192355"/>
            <a:ext cx="366364" cy="366248"/>
            <a:chOff x="-60255350" y="3733825"/>
            <a:chExt cx="316650" cy="316550"/>
          </a:xfrm>
        </p:grpSpPr>
        <p:sp>
          <p:nvSpPr>
            <p:cNvPr id="6843" name="Google Shape;6843;p61"/>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1"/>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1"/>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1"/>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1"/>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1"/>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1"/>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61"/>
          <p:cNvGrpSpPr/>
          <p:nvPr/>
        </p:nvGrpSpPr>
        <p:grpSpPr>
          <a:xfrm>
            <a:off x="3073912" y="3651263"/>
            <a:ext cx="310770" cy="365467"/>
            <a:chOff x="-60232500" y="4101525"/>
            <a:chExt cx="268600" cy="315875"/>
          </a:xfrm>
        </p:grpSpPr>
        <p:sp>
          <p:nvSpPr>
            <p:cNvPr id="6851" name="Google Shape;6851;p61"/>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1"/>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3" name="Google Shape;6853;p61"/>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4" name="Google Shape;6854;p61"/>
          <p:cNvGrpSpPr/>
          <p:nvPr/>
        </p:nvGrpSpPr>
        <p:grpSpPr>
          <a:xfrm>
            <a:off x="2606912" y="1377094"/>
            <a:ext cx="368186" cy="366364"/>
            <a:chOff x="-63679950" y="3360375"/>
            <a:chExt cx="318225" cy="316650"/>
          </a:xfrm>
        </p:grpSpPr>
        <p:sp>
          <p:nvSpPr>
            <p:cNvPr id="6855" name="Google Shape;6855;p61"/>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1"/>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1"/>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1"/>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9" name="Google Shape;6859;p61"/>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0" name="Google Shape;6860;p61"/>
          <p:cNvGrpSpPr/>
          <p:nvPr/>
        </p:nvGrpSpPr>
        <p:grpSpPr>
          <a:xfrm>
            <a:off x="2605539" y="2248431"/>
            <a:ext cx="370934" cy="367521"/>
            <a:chOff x="-63679950" y="4093450"/>
            <a:chExt cx="320600" cy="317650"/>
          </a:xfrm>
        </p:grpSpPr>
        <p:sp>
          <p:nvSpPr>
            <p:cNvPr id="6861" name="Google Shape;6861;p61"/>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1"/>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1"/>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61"/>
          <p:cNvGrpSpPr/>
          <p:nvPr/>
        </p:nvGrpSpPr>
        <p:grpSpPr>
          <a:xfrm>
            <a:off x="1265656" y="2741433"/>
            <a:ext cx="366364" cy="367290"/>
            <a:chOff x="-61784125" y="3377700"/>
            <a:chExt cx="316650" cy="317450"/>
          </a:xfrm>
        </p:grpSpPr>
        <p:sp>
          <p:nvSpPr>
            <p:cNvPr id="6865" name="Google Shape;6865;p61"/>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1"/>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1"/>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1"/>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1"/>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1"/>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1"/>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61"/>
          <p:cNvGrpSpPr/>
          <p:nvPr/>
        </p:nvGrpSpPr>
        <p:grpSpPr>
          <a:xfrm>
            <a:off x="1265656" y="3191835"/>
            <a:ext cx="366364" cy="367290"/>
            <a:chOff x="-61783350" y="3743950"/>
            <a:chExt cx="316650" cy="317450"/>
          </a:xfrm>
        </p:grpSpPr>
        <p:sp>
          <p:nvSpPr>
            <p:cNvPr id="6873" name="Google Shape;6873;p61"/>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1"/>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5" name="Google Shape;6875;p61"/>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1"/>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1"/>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8" name="Google Shape;6878;p61"/>
          <p:cNvGrpSpPr/>
          <p:nvPr/>
        </p:nvGrpSpPr>
        <p:grpSpPr>
          <a:xfrm>
            <a:off x="3487080" y="3651668"/>
            <a:ext cx="369112" cy="364657"/>
            <a:chOff x="-59869425" y="4102225"/>
            <a:chExt cx="319025" cy="315175"/>
          </a:xfrm>
        </p:grpSpPr>
        <p:sp>
          <p:nvSpPr>
            <p:cNvPr id="6879" name="Google Shape;6879;p61"/>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1"/>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1"/>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1"/>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61"/>
          <p:cNvGrpSpPr/>
          <p:nvPr/>
        </p:nvGrpSpPr>
        <p:grpSpPr>
          <a:xfrm>
            <a:off x="2605883" y="4120490"/>
            <a:ext cx="366364" cy="365467"/>
            <a:chOff x="-59029025" y="3711650"/>
            <a:chExt cx="316650" cy="315875"/>
          </a:xfrm>
        </p:grpSpPr>
        <p:sp>
          <p:nvSpPr>
            <p:cNvPr id="6884" name="Google Shape;6884;p61"/>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1"/>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1"/>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1"/>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1"/>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1"/>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1"/>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61"/>
          <p:cNvGrpSpPr/>
          <p:nvPr/>
        </p:nvGrpSpPr>
        <p:grpSpPr>
          <a:xfrm>
            <a:off x="4841373" y="1398014"/>
            <a:ext cx="351940" cy="348188"/>
            <a:chOff x="581525" y="3254850"/>
            <a:chExt cx="297750" cy="294575"/>
          </a:xfrm>
        </p:grpSpPr>
        <p:sp>
          <p:nvSpPr>
            <p:cNvPr id="6892" name="Google Shape;6892;p61"/>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1"/>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1"/>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61"/>
          <p:cNvGrpSpPr/>
          <p:nvPr/>
        </p:nvGrpSpPr>
        <p:grpSpPr>
          <a:xfrm>
            <a:off x="4840442" y="1836950"/>
            <a:ext cx="353802" cy="351497"/>
            <a:chOff x="580725" y="3617925"/>
            <a:chExt cx="299325" cy="297375"/>
          </a:xfrm>
        </p:grpSpPr>
        <p:sp>
          <p:nvSpPr>
            <p:cNvPr id="6896" name="Google Shape;6896;p61"/>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1"/>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1"/>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1"/>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1"/>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61"/>
          <p:cNvGrpSpPr/>
          <p:nvPr/>
        </p:nvGrpSpPr>
        <p:grpSpPr>
          <a:xfrm>
            <a:off x="4842304" y="2284140"/>
            <a:ext cx="350079" cy="350079"/>
            <a:chOff x="583100" y="3982600"/>
            <a:chExt cx="296175" cy="296175"/>
          </a:xfrm>
        </p:grpSpPr>
        <p:sp>
          <p:nvSpPr>
            <p:cNvPr id="6902" name="Google Shape;6902;p61"/>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1"/>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1"/>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1"/>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1"/>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1"/>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1"/>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61"/>
          <p:cNvGrpSpPr/>
          <p:nvPr/>
        </p:nvGrpSpPr>
        <p:grpSpPr>
          <a:xfrm>
            <a:off x="7074918" y="1397764"/>
            <a:ext cx="307231" cy="348690"/>
            <a:chOff x="2423775" y="3226875"/>
            <a:chExt cx="259925" cy="295000"/>
          </a:xfrm>
        </p:grpSpPr>
        <p:sp>
          <p:nvSpPr>
            <p:cNvPr id="6910" name="Google Shape;6910;p61"/>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1"/>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1"/>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61"/>
          <p:cNvGrpSpPr/>
          <p:nvPr/>
        </p:nvGrpSpPr>
        <p:grpSpPr>
          <a:xfrm>
            <a:off x="7052106" y="1839049"/>
            <a:ext cx="352857" cy="347301"/>
            <a:chOff x="2404875" y="3592725"/>
            <a:chExt cx="298525" cy="293825"/>
          </a:xfrm>
        </p:grpSpPr>
        <p:sp>
          <p:nvSpPr>
            <p:cNvPr id="6914" name="Google Shape;6914;p61"/>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1"/>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1"/>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61"/>
          <p:cNvGrpSpPr/>
          <p:nvPr/>
        </p:nvGrpSpPr>
        <p:grpSpPr>
          <a:xfrm>
            <a:off x="7053036" y="2284614"/>
            <a:ext cx="350995" cy="349133"/>
            <a:chOff x="2404875" y="3955825"/>
            <a:chExt cx="296950" cy="295375"/>
          </a:xfrm>
        </p:grpSpPr>
        <p:sp>
          <p:nvSpPr>
            <p:cNvPr id="6918" name="Google Shape;6918;p61"/>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1"/>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1"/>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1"/>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61"/>
          <p:cNvGrpSpPr/>
          <p:nvPr/>
        </p:nvGrpSpPr>
        <p:grpSpPr>
          <a:xfrm>
            <a:off x="5747016" y="2748808"/>
            <a:ext cx="349163" cy="350079"/>
            <a:chOff x="4263650" y="3235150"/>
            <a:chExt cx="295400" cy="296175"/>
          </a:xfrm>
        </p:grpSpPr>
        <p:sp>
          <p:nvSpPr>
            <p:cNvPr id="6923" name="Google Shape;6923;p61"/>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1"/>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1"/>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1"/>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1"/>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61"/>
          <p:cNvGrpSpPr/>
          <p:nvPr/>
        </p:nvGrpSpPr>
        <p:grpSpPr>
          <a:xfrm>
            <a:off x="5744696" y="3207969"/>
            <a:ext cx="353802" cy="327739"/>
            <a:chOff x="4266025" y="3609275"/>
            <a:chExt cx="299325" cy="277275"/>
          </a:xfrm>
        </p:grpSpPr>
        <p:sp>
          <p:nvSpPr>
            <p:cNvPr id="6929" name="Google Shape;6929;p61"/>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1"/>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1" name="Google Shape;6931;p61"/>
          <p:cNvGrpSpPr/>
          <p:nvPr/>
        </p:nvGrpSpPr>
        <p:grpSpPr>
          <a:xfrm>
            <a:off x="5745154" y="3673356"/>
            <a:ext cx="352886" cy="349133"/>
            <a:chOff x="4263650" y="3963700"/>
            <a:chExt cx="298550" cy="295375"/>
          </a:xfrm>
        </p:grpSpPr>
        <p:sp>
          <p:nvSpPr>
            <p:cNvPr id="6932" name="Google Shape;6932;p61"/>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1"/>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1"/>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1"/>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1"/>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1"/>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1"/>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61"/>
          <p:cNvGrpSpPr/>
          <p:nvPr/>
        </p:nvGrpSpPr>
        <p:grpSpPr>
          <a:xfrm>
            <a:off x="8023491" y="2748809"/>
            <a:ext cx="226264" cy="350079"/>
            <a:chOff x="6164975" y="3211525"/>
            <a:chExt cx="191425" cy="296175"/>
          </a:xfrm>
        </p:grpSpPr>
        <p:sp>
          <p:nvSpPr>
            <p:cNvPr id="6940" name="Google Shape;6940;p61"/>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1"/>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1"/>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1"/>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1"/>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1"/>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1"/>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61"/>
          <p:cNvGrpSpPr/>
          <p:nvPr/>
        </p:nvGrpSpPr>
        <p:grpSpPr>
          <a:xfrm>
            <a:off x="5285528" y="1397084"/>
            <a:ext cx="352886" cy="350049"/>
            <a:chOff x="946175" y="3253275"/>
            <a:chExt cx="298550" cy="296150"/>
          </a:xfrm>
        </p:grpSpPr>
        <p:sp>
          <p:nvSpPr>
            <p:cNvPr id="6948" name="Google Shape;6948;p61"/>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1"/>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1"/>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1"/>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1"/>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61"/>
          <p:cNvGrpSpPr/>
          <p:nvPr/>
        </p:nvGrpSpPr>
        <p:grpSpPr>
          <a:xfrm>
            <a:off x="5286459" y="1839048"/>
            <a:ext cx="351024" cy="347301"/>
            <a:chOff x="946175" y="3619500"/>
            <a:chExt cx="296975" cy="293825"/>
          </a:xfrm>
        </p:grpSpPr>
        <p:sp>
          <p:nvSpPr>
            <p:cNvPr id="6954" name="Google Shape;6954;p61"/>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1"/>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1"/>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1"/>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1"/>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1"/>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61"/>
          <p:cNvGrpSpPr/>
          <p:nvPr/>
        </p:nvGrpSpPr>
        <p:grpSpPr>
          <a:xfrm>
            <a:off x="5286001" y="2283682"/>
            <a:ext cx="351940" cy="350995"/>
            <a:chOff x="944600" y="3981825"/>
            <a:chExt cx="297750" cy="296950"/>
          </a:xfrm>
        </p:grpSpPr>
        <p:sp>
          <p:nvSpPr>
            <p:cNvPr id="6961" name="Google Shape;6961;p61"/>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1"/>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1"/>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1"/>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61"/>
          <p:cNvGrpSpPr/>
          <p:nvPr/>
        </p:nvGrpSpPr>
        <p:grpSpPr>
          <a:xfrm>
            <a:off x="7502937" y="1397542"/>
            <a:ext cx="350079" cy="349133"/>
            <a:chOff x="2768750" y="3227275"/>
            <a:chExt cx="296175" cy="295375"/>
          </a:xfrm>
        </p:grpSpPr>
        <p:sp>
          <p:nvSpPr>
            <p:cNvPr id="6966" name="Google Shape;6966;p61"/>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1"/>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1"/>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1"/>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1"/>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1"/>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1"/>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1"/>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61"/>
          <p:cNvGrpSpPr/>
          <p:nvPr/>
        </p:nvGrpSpPr>
        <p:grpSpPr>
          <a:xfrm>
            <a:off x="7523888" y="1838414"/>
            <a:ext cx="308177" cy="348572"/>
            <a:chOff x="2786075" y="3591800"/>
            <a:chExt cx="260725" cy="294900"/>
          </a:xfrm>
        </p:grpSpPr>
        <p:sp>
          <p:nvSpPr>
            <p:cNvPr id="6975" name="Google Shape;6975;p61"/>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1"/>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1"/>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1"/>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1"/>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61"/>
          <p:cNvGrpSpPr/>
          <p:nvPr/>
        </p:nvGrpSpPr>
        <p:grpSpPr>
          <a:xfrm>
            <a:off x="7564387" y="2284141"/>
            <a:ext cx="227180" cy="350079"/>
            <a:chOff x="2819150" y="3955025"/>
            <a:chExt cx="192200" cy="296175"/>
          </a:xfrm>
        </p:grpSpPr>
        <p:sp>
          <p:nvSpPr>
            <p:cNvPr id="6981" name="Google Shape;6981;p61"/>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1"/>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1"/>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1"/>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61"/>
          <p:cNvGrpSpPr/>
          <p:nvPr/>
        </p:nvGrpSpPr>
        <p:grpSpPr>
          <a:xfrm>
            <a:off x="6188160" y="2749739"/>
            <a:ext cx="349133" cy="348217"/>
            <a:chOff x="4629125" y="3235150"/>
            <a:chExt cx="295375" cy="294600"/>
          </a:xfrm>
        </p:grpSpPr>
        <p:sp>
          <p:nvSpPr>
            <p:cNvPr id="6986" name="Google Shape;6986;p61"/>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1"/>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1"/>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1"/>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1"/>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61"/>
          <p:cNvGrpSpPr/>
          <p:nvPr/>
        </p:nvGrpSpPr>
        <p:grpSpPr>
          <a:xfrm>
            <a:off x="6188145" y="3197272"/>
            <a:ext cx="349163" cy="349133"/>
            <a:chOff x="4628325" y="3599825"/>
            <a:chExt cx="295400" cy="295375"/>
          </a:xfrm>
        </p:grpSpPr>
        <p:sp>
          <p:nvSpPr>
            <p:cNvPr id="6992" name="Google Shape;6992;p61"/>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1"/>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1"/>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1"/>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1"/>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1"/>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1"/>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1"/>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1"/>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1"/>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1"/>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1"/>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61"/>
          <p:cNvGrpSpPr/>
          <p:nvPr/>
        </p:nvGrpSpPr>
        <p:grpSpPr>
          <a:xfrm>
            <a:off x="6209096" y="3672883"/>
            <a:ext cx="307261" cy="350079"/>
            <a:chOff x="4645650" y="3962900"/>
            <a:chExt cx="259950" cy="296175"/>
          </a:xfrm>
        </p:grpSpPr>
        <p:sp>
          <p:nvSpPr>
            <p:cNvPr id="7005" name="Google Shape;7005;p61"/>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1"/>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1"/>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1"/>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1"/>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1"/>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61"/>
          <p:cNvGrpSpPr/>
          <p:nvPr/>
        </p:nvGrpSpPr>
        <p:grpSpPr>
          <a:xfrm>
            <a:off x="7962056" y="3197745"/>
            <a:ext cx="349133" cy="348188"/>
            <a:chOff x="6143725" y="3582500"/>
            <a:chExt cx="295375" cy="294575"/>
          </a:xfrm>
        </p:grpSpPr>
        <p:sp>
          <p:nvSpPr>
            <p:cNvPr id="7012" name="Google Shape;7012;p61"/>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1"/>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1"/>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1"/>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1"/>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1"/>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1"/>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61"/>
          <p:cNvGrpSpPr/>
          <p:nvPr/>
        </p:nvGrpSpPr>
        <p:grpSpPr>
          <a:xfrm>
            <a:off x="5730883" y="1397084"/>
            <a:ext cx="350995" cy="350049"/>
            <a:chOff x="1310075" y="3253275"/>
            <a:chExt cx="296950" cy="296150"/>
          </a:xfrm>
        </p:grpSpPr>
        <p:sp>
          <p:nvSpPr>
            <p:cNvPr id="7020" name="Google Shape;7020;p61"/>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1"/>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1"/>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3" name="Google Shape;7023;p61"/>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4" name="Google Shape;7024;p61"/>
          <p:cNvGrpSpPr/>
          <p:nvPr/>
        </p:nvGrpSpPr>
        <p:grpSpPr>
          <a:xfrm>
            <a:off x="5730410" y="2283343"/>
            <a:ext cx="351941" cy="351675"/>
            <a:chOff x="1310075" y="3980250"/>
            <a:chExt cx="297750" cy="297525"/>
          </a:xfrm>
        </p:grpSpPr>
        <p:sp>
          <p:nvSpPr>
            <p:cNvPr id="7025" name="Google Shape;7025;p61"/>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1"/>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1"/>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1"/>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61"/>
          <p:cNvGrpSpPr/>
          <p:nvPr/>
        </p:nvGrpSpPr>
        <p:grpSpPr>
          <a:xfrm>
            <a:off x="7995198" y="1397542"/>
            <a:ext cx="266305" cy="349133"/>
            <a:chOff x="3167275" y="3227275"/>
            <a:chExt cx="225300" cy="295375"/>
          </a:xfrm>
        </p:grpSpPr>
        <p:sp>
          <p:nvSpPr>
            <p:cNvPr id="7030" name="Google Shape;7030;p61"/>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1"/>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1"/>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1"/>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1"/>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5" name="Google Shape;7035;p61"/>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6" name="Google Shape;7036;p61"/>
          <p:cNvGrpSpPr/>
          <p:nvPr/>
        </p:nvGrpSpPr>
        <p:grpSpPr>
          <a:xfrm>
            <a:off x="7952380" y="2284599"/>
            <a:ext cx="351940" cy="349163"/>
            <a:chOff x="3133425" y="3955025"/>
            <a:chExt cx="297750" cy="295400"/>
          </a:xfrm>
        </p:grpSpPr>
        <p:sp>
          <p:nvSpPr>
            <p:cNvPr id="7037" name="Google Shape;7037;p61"/>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1"/>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1"/>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61"/>
          <p:cNvGrpSpPr/>
          <p:nvPr/>
        </p:nvGrpSpPr>
        <p:grpSpPr>
          <a:xfrm>
            <a:off x="6632554" y="2748187"/>
            <a:ext cx="350079" cy="351320"/>
            <a:chOff x="4991425" y="3234750"/>
            <a:chExt cx="296175" cy="297225"/>
          </a:xfrm>
        </p:grpSpPr>
        <p:sp>
          <p:nvSpPr>
            <p:cNvPr id="7041" name="Google Shape;7041;p61"/>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1"/>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1"/>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1"/>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1"/>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1"/>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61"/>
          <p:cNvGrpSpPr/>
          <p:nvPr/>
        </p:nvGrpSpPr>
        <p:grpSpPr>
          <a:xfrm>
            <a:off x="6632554" y="3217750"/>
            <a:ext cx="350079" cy="308177"/>
            <a:chOff x="4991425" y="3617150"/>
            <a:chExt cx="296175" cy="260725"/>
          </a:xfrm>
        </p:grpSpPr>
        <p:sp>
          <p:nvSpPr>
            <p:cNvPr id="7048" name="Google Shape;7048;p61"/>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1"/>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1"/>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1"/>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1"/>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1"/>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1"/>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61"/>
          <p:cNvGrpSpPr/>
          <p:nvPr/>
        </p:nvGrpSpPr>
        <p:grpSpPr>
          <a:xfrm>
            <a:off x="6709827" y="3673341"/>
            <a:ext cx="195532" cy="349163"/>
            <a:chOff x="5056800" y="3962900"/>
            <a:chExt cx="165425" cy="295400"/>
          </a:xfrm>
        </p:grpSpPr>
        <p:sp>
          <p:nvSpPr>
            <p:cNvPr id="7056" name="Google Shape;7056;p61"/>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1"/>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1"/>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61"/>
          <p:cNvGrpSpPr/>
          <p:nvPr/>
        </p:nvGrpSpPr>
        <p:grpSpPr>
          <a:xfrm>
            <a:off x="7961125" y="3673357"/>
            <a:ext cx="350995" cy="349133"/>
            <a:chOff x="6168925" y="3936925"/>
            <a:chExt cx="296950" cy="295375"/>
          </a:xfrm>
        </p:grpSpPr>
        <p:sp>
          <p:nvSpPr>
            <p:cNvPr id="7060" name="Google Shape;7060;p61"/>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1"/>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1"/>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1"/>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1"/>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1"/>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61"/>
          <p:cNvGrpSpPr/>
          <p:nvPr/>
        </p:nvGrpSpPr>
        <p:grpSpPr>
          <a:xfrm>
            <a:off x="6174844" y="1390429"/>
            <a:ext cx="348188" cy="349133"/>
            <a:chOff x="1674750" y="3254050"/>
            <a:chExt cx="294575" cy="295375"/>
          </a:xfrm>
        </p:grpSpPr>
        <p:sp>
          <p:nvSpPr>
            <p:cNvPr id="7067" name="Google Shape;7067;p61"/>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1"/>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1"/>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61"/>
          <p:cNvGrpSpPr/>
          <p:nvPr/>
        </p:nvGrpSpPr>
        <p:grpSpPr>
          <a:xfrm>
            <a:off x="6189239" y="1838132"/>
            <a:ext cx="319347" cy="349133"/>
            <a:chOff x="1687350" y="3618725"/>
            <a:chExt cx="270175" cy="295375"/>
          </a:xfrm>
        </p:grpSpPr>
        <p:sp>
          <p:nvSpPr>
            <p:cNvPr id="7071" name="Google Shape;7071;p61"/>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1"/>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1"/>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61"/>
          <p:cNvGrpSpPr/>
          <p:nvPr/>
        </p:nvGrpSpPr>
        <p:grpSpPr>
          <a:xfrm>
            <a:off x="6172942" y="2284613"/>
            <a:ext cx="351940" cy="349133"/>
            <a:chOff x="1672375" y="3982600"/>
            <a:chExt cx="297750" cy="295375"/>
          </a:xfrm>
        </p:grpSpPr>
        <p:sp>
          <p:nvSpPr>
            <p:cNvPr id="7075" name="Google Shape;7075;p61"/>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1"/>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1"/>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61"/>
          <p:cNvGrpSpPr/>
          <p:nvPr/>
        </p:nvGrpSpPr>
        <p:grpSpPr>
          <a:xfrm>
            <a:off x="4864934" y="2748808"/>
            <a:ext cx="350079" cy="350079"/>
            <a:chOff x="3497300" y="3227275"/>
            <a:chExt cx="296175" cy="296175"/>
          </a:xfrm>
        </p:grpSpPr>
        <p:sp>
          <p:nvSpPr>
            <p:cNvPr id="7079" name="Google Shape;7079;p61"/>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1"/>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1"/>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1"/>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1"/>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1"/>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1"/>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1"/>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61"/>
          <p:cNvGrpSpPr/>
          <p:nvPr/>
        </p:nvGrpSpPr>
        <p:grpSpPr>
          <a:xfrm>
            <a:off x="4865407" y="3198203"/>
            <a:ext cx="349133" cy="347272"/>
            <a:chOff x="3497300" y="3591950"/>
            <a:chExt cx="295375" cy="293800"/>
          </a:xfrm>
        </p:grpSpPr>
        <p:sp>
          <p:nvSpPr>
            <p:cNvPr id="7088" name="Google Shape;7088;p61"/>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1"/>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1"/>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1"/>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1"/>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1"/>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1"/>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1"/>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61"/>
          <p:cNvGrpSpPr/>
          <p:nvPr/>
        </p:nvGrpSpPr>
        <p:grpSpPr>
          <a:xfrm>
            <a:off x="4865407" y="3673341"/>
            <a:ext cx="349133" cy="349163"/>
            <a:chOff x="3497300" y="3955025"/>
            <a:chExt cx="295375" cy="295400"/>
          </a:xfrm>
        </p:grpSpPr>
        <p:sp>
          <p:nvSpPr>
            <p:cNvPr id="7097" name="Google Shape;7097;p61"/>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1"/>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1"/>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61"/>
          <p:cNvGrpSpPr/>
          <p:nvPr/>
        </p:nvGrpSpPr>
        <p:grpSpPr>
          <a:xfrm>
            <a:off x="7089979" y="2749532"/>
            <a:ext cx="327739" cy="348631"/>
            <a:chOff x="5364750" y="3235150"/>
            <a:chExt cx="277275" cy="294950"/>
          </a:xfrm>
        </p:grpSpPr>
        <p:sp>
          <p:nvSpPr>
            <p:cNvPr id="7101" name="Google Shape;7101;p61"/>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1"/>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1"/>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1"/>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1"/>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1"/>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1"/>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1"/>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61"/>
          <p:cNvGrpSpPr/>
          <p:nvPr/>
        </p:nvGrpSpPr>
        <p:grpSpPr>
          <a:xfrm>
            <a:off x="7078337" y="3195868"/>
            <a:ext cx="351024" cy="351941"/>
            <a:chOff x="5355300" y="3598250"/>
            <a:chExt cx="296975" cy="297750"/>
          </a:xfrm>
        </p:grpSpPr>
        <p:sp>
          <p:nvSpPr>
            <p:cNvPr id="7110" name="Google Shape;7110;p61"/>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1"/>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1"/>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1"/>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1"/>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1"/>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1"/>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1"/>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61"/>
          <p:cNvGrpSpPr/>
          <p:nvPr/>
        </p:nvGrpSpPr>
        <p:grpSpPr>
          <a:xfrm>
            <a:off x="7082533" y="3734790"/>
            <a:ext cx="342632" cy="226264"/>
            <a:chOff x="5358450" y="4015675"/>
            <a:chExt cx="289875" cy="191425"/>
          </a:xfrm>
        </p:grpSpPr>
        <p:sp>
          <p:nvSpPr>
            <p:cNvPr id="7119" name="Google Shape;7119;p61"/>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1"/>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1"/>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1"/>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61"/>
          <p:cNvGrpSpPr/>
          <p:nvPr/>
        </p:nvGrpSpPr>
        <p:grpSpPr>
          <a:xfrm>
            <a:off x="6209015" y="4117322"/>
            <a:ext cx="351024" cy="325464"/>
            <a:chOff x="6543825" y="3202075"/>
            <a:chExt cx="296975" cy="275350"/>
          </a:xfrm>
        </p:grpSpPr>
        <p:sp>
          <p:nvSpPr>
            <p:cNvPr id="7124" name="Google Shape;7124;p61"/>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1"/>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1"/>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1"/>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1"/>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1"/>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1"/>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61"/>
          <p:cNvGrpSpPr/>
          <p:nvPr/>
        </p:nvGrpSpPr>
        <p:grpSpPr>
          <a:xfrm>
            <a:off x="6615996" y="1397069"/>
            <a:ext cx="350079" cy="350079"/>
            <a:chOff x="2037825" y="3254050"/>
            <a:chExt cx="296175" cy="296175"/>
          </a:xfrm>
        </p:grpSpPr>
        <p:sp>
          <p:nvSpPr>
            <p:cNvPr id="7132" name="Google Shape;7132;p61"/>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1"/>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1"/>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1"/>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1"/>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1"/>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61"/>
          <p:cNvGrpSpPr/>
          <p:nvPr/>
        </p:nvGrpSpPr>
        <p:grpSpPr>
          <a:xfrm>
            <a:off x="6614135" y="1838236"/>
            <a:ext cx="353802" cy="348926"/>
            <a:chOff x="2034675" y="3617925"/>
            <a:chExt cx="299325" cy="295200"/>
          </a:xfrm>
        </p:grpSpPr>
        <p:sp>
          <p:nvSpPr>
            <p:cNvPr id="7139" name="Google Shape;7139;p61"/>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1"/>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1"/>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1"/>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1"/>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61"/>
          <p:cNvGrpSpPr/>
          <p:nvPr/>
        </p:nvGrpSpPr>
        <p:grpSpPr>
          <a:xfrm>
            <a:off x="6615996" y="2284613"/>
            <a:ext cx="350079" cy="349133"/>
            <a:chOff x="2037825" y="3981825"/>
            <a:chExt cx="296175" cy="295375"/>
          </a:xfrm>
        </p:grpSpPr>
        <p:sp>
          <p:nvSpPr>
            <p:cNvPr id="7145" name="Google Shape;7145;p61"/>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1"/>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1"/>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61"/>
          <p:cNvGrpSpPr/>
          <p:nvPr/>
        </p:nvGrpSpPr>
        <p:grpSpPr>
          <a:xfrm>
            <a:off x="5301014" y="2780929"/>
            <a:ext cx="350079" cy="285837"/>
            <a:chOff x="3860400" y="3254050"/>
            <a:chExt cx="296175" cy="241825"/>
          </a:xfrm>
        </p:grpSpPr>
        <p:sp>
          <p:nvSpPr>
            <p:cNvPr id="7149" name="Google Shape;7149;p61"/>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1"/>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1"/>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1"/>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1"/>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1"/>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1"/>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61"/>
          <p:cNvGrpSpPr/>
          <p:nvPr/>
        </p:nvGrpSpPr>
        <p:grpSpPr>
          <a:xfrm>
            <a:off x="5300541" y="3196800"/>
            <a:ext cx="351024" cy="350079"/>
            <a:chOff x="3859600" y="3591950"/>
            <a:chExt cx="296975" cy="296175"/>
          </a:xfrm>
        </p:grpSpPr>
        <p:sp>
          <p:nvSpPr>
            <p:cNvPr id="7157" name="Google Shape;7157;p61"/>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1"/>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1"/>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61"/>
          <p:cNvGrpSpPr/>
          <p:nvPr/>
        </p:nvGrpSpPr>
        <p:grpSpPr>
          <a:xfrm>
            <a:off x="5301014" y="3672883"/>
            <a:ext cx="350079" cy="350079"/>
            <a:chOff x="3860400" y="3955025"/>
            <a:chExt cx="296175" cy="296175"/>
          </a:xfrm>
        </p:grpSpPr>
        <p:sp>
          <p:nvSpPr>
            <p:cNvPr id="7161" name="Google Shape;7161;p61"/>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1"/>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1"/>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1"/>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1"/>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61"/>
          <p:cNvGrpSpPr/>
          <p:nvPr/>
        </p:nvGrpSpPr>
        <p:grpSpPr>
          <a:xfrm>
            <a:off x="7516230" y="2749281"/>
            <a:ext cx="355664" cy="349133"/>
            <a:chOff x="5716825" y="3235950"/>
            <a:chExt cx="300900" cy="295375"/>
          </a:xfrm>
        </p:grpSpPr>
        <p:sp>
          <p:nvSpPr>
            <p:cNvPr id="7167" name="Google Shape;7167;p61"/>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1"/>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1"/>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1"/>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61"/>
          <p:cNvGrpSpPr/>
          <p:nvPr/>
        </p:nvGrpSpPr>
        <p:grpSpPr>
          <a:xfrm>
            <a:off x="7529261" y="3207969"/>
            <a:ext cx="329601" cy="327739"/>
            <a:chOff x="5727850" y="3609275"/>
            <a:chExt cx="278850" cy="277275"/>
          </a:xfrm>
        </p:grpSpPr>
        <p:sp>
          <p:nvSpPr>
            <p:cNvPr id="7172" name="Google Shape;7172;p61"/>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1"/>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1"/>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1"/>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1"/>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61"/>
          <p:cNvGrpSpPr/>
          <p:nvPr/>
        </p:nvGrpSpPr>
        <p:grpSpPr>
          <a:xfrm>
            <a:off x="7540446" y="3673356"/>
            <a:ext cx="307231" cy="349133"/>
            <a:chOff x="5736525" y="3963700"/>
            <a:chExt cx="259925" cy="295375"/>
          </a:xfrm>
        </p:grpSpPr>
        <p:sp>
          <p:nvSpPr>
            <p:cNvPr id="7178" name="Google Shape;7178;p61"/>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1"/>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1"/>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1"/>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1"/>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1"/>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1"/>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61"/>
          <p:cNvGrpSpPr/>
          <p:nvPr/>
        </p:nvGrpSpPr>
        <p:grpSpPr>
          <a:xfrm>
            <a:off x="6632026" y="4122683"/>
            <a:ext cx="351024" cy="350079"/>
            <a:chOff x="6553275" y="3604550"/>
            <a:chExt cx="296975" cy="296175"/>
          </a:xfrm>
        </p:grpSpPr>
        <p:sp>
          <p:nvSpPr>
            <p:cNvPr id="7186" name="Google Shape;7186;p61"/>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1"/>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1"/>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1"/>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1"/>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1"/>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2" name="Google Shape;7192;p61"/>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7193" name="Google Shape;7193;p61"/>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97" name="Shape 7197"/>
        <p:cNvGrpSpPr/>
        <p:nvPr/>
      </p:nvGrpSpPr>
      <p:grpSpPr>
        <a:xfrm>
          <a:off x="0" y="0"/>
          <a:ext cx="0" cy="0"/>
          <a:chOff x="0" y="0"/>
          <a:chExt cx="0" cy="0"/>
        </a:xfrm>
      </p:grpSpPr>
      <p:grpSp>
        <p:nvGrpSpPr>
          <p:cNvPr id="7198" name="Google Shape;7198;p62"/>
          <p:cNvGrpSpPr/>
          <p:nvPr/>
        </p:nvGrpSpPr>
        <p:grpSpPr>
          <a:xfrm>
            <a:off x="859032" y="1380546"/>
            <a:ext cx="294401" cy="353645"/>
            <a:chOff x="-35814600" y="3202075"/>
            <a:chExt cx="242625" cy="291450"/>
          </a:xfrm>
        </p:grpSpPr>
        <p:sp>
          <p:nvSpPr>
            <p:cNvPr id="7199" name="Google Shape;7199;p62"/>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2"/>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2"/>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2"/>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2"/>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2"/>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2"/>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62"/>
          <p:cNvGrpSpPr/>
          <p:nvPr/>
        </p:nvGrpSpPr>
        <p:grpSpPr>
          <a:xfrm>
            <a:off x="829410" y="1821466"/>
            <a:ext cx="353645" cy="353888"/>
            <a:chOff x="-35839800" y="3561025"/>
            <a:chExt cx="291450" cy="291650"/>
          </a:xfrm>
        </p:grpSpPr>
        <p:sp>
          <p:nvSpPr>
            <p:cNvPr id="7207" name="Google Shape;7207;p62"/>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2"/>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2"/>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2"/>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2"/>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2"/>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2"/>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4" name="Google Shape;7214;p62"/>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5" name="Google Shape;7215;p62"/>
          <p:cNvGrpSpPr/>
          <p:nvPr/>
        </p:nvGrpSpPr>
        <p:grpSpPr>
          <a:xfrm>
            <a:off x="3066955" y="1380546"/>
            <a:ext cx="353645" cy="353645"/>
            <a:chOff x="-34003850" y="3227275"/>
            <a:chExt cx="291450" cy="291450"/>
          </a:xfrm>
        </p:grpSpPr>
        <p:sp>
          <p:nvSpPr>
            <p:cNvPr id="7216" name="Google Shape;7216;p62"/>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2"/>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2"/>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2"/>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2"/>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62"/>
          <p:cNvGrpSpPr/>
          <p:nvPr/>
        </p:nvGrpSpPr>
        <p:grpSpPr>
          <a:xfrm>
            <a:off x="3066485" y="1821238"/>
            <a:ext cx="354586" cy="354343"/>
            <a:chOff x="-34004625" y="3585850"/>
            <a:chExt cx="292225" cy="292025"/>
          </a:xfrm>
        </p:grpSpPr>
        <p:sp>
          <p:nvSpPr>
            <p:cNvPr id="7222" name="Google Shape;7222;p62"/>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2"/>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2"/>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2"/>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2"/>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62"/>
          <p:cNvGrpSpPr/>
          <p:nvPr/>
        </p:nvGrpSpPr>
        <p:grpSpPr>
          <a:xfrm>
            <a:off x="3066000" y="2256439"/>
            <a:ext cx="355557" cy="354616"/>
            <a:chOff x="-34005425" y="3945575"/>
            <a:chExt cx="293025" cy="292250"/>
          </a:xfrm>
        </p:grpSpPr>
        <p:sp>
          <p:nvSpPr>
            <p:cNvPr id="7228" name="Google Shape;7228;p62"/>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2"/>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2"/>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62"/>
          <p:cNvGrpSpPr/>
          <p:nvPr/>
        </p:nvGrpSpPr>
        <p:grpSpPr>
          <a:xfrm>
            <a:off x="1713099" y="2729615"/>
            <a:ext cx="358408" cy="355557"/>
            <a:chOff x="-32174975" y="3192625"/>
            <a:chExt cx="295375" cy="293025"/>
          </a:xfrm>
        </p:grpSpPr>
        <p:sp>
          <p:nvSpPr>
            <p:cNvPr id="7232" name="Google Shape;7232;p62"/>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2"/>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2"/>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2"/>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6" name="Google Shape;7236;p62"/>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2"/>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8" name="Google Shape;7238;p62"/>
          <p:cNvGrpSpPr/>
          <p:nvPr/>
        </p:nvGrpSpPr>
        <p:grpSpPr>
          <a:xfrm>
            <a:off x="3952249" y="2730570"/>
            <a:ext cx="354586" cy="353645"/>
            <a:chOff x="-30345325" y="3184750"/>
            <a:chExt cx="292225" cy="291450"/>
          </a:xfrm>
        </p:grpSpPr>
        <p:sp>
          <p:nvSpPr>
            <p:cNvPr id="7239" name="Google Shape;7239;p62"/>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2"/>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2"/>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2"/>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2"/>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62"/>
          <p:cNvGrpSpPr/>
          <p:nvPr/>
        </p:nvGrpSpPr>
        <p:grpSpPr>
          <a:xfrm>
            <a:off x="1277001" y="1380546"/>
            <a:ext cx="353645" cy="353645"/>
            <a:chOff x="-35481425" y="3202075"/>
            <a:chExt cx="291450" cy="291450"/>
          </a:xfrm>
        </p:grpSpPr>
        <p:sp>
          <p:nvSpPr>
            <p:cNvPr id="7245" name="Google Shape;7245;p62"/>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2"/>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2"/>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2"/>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2"/>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2"/>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2"/>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62"/>
          <p:cNvGrpSpPr/>
          <p:nvPr/>
        </p:nvGrpSpPr>
        <p:grpSpPr>
          <a:xfrm>
            <a:off x="1276531" y="1822072"/>
            <a:ext cx="354586" cy="352675"/>
            <a:chOff x="-35482200" y="3561225"/>
            <a:chExt cx="292225" cy="290650"/>
          </a:xfrm>
        </p:grpSpPr>
        <p:sp>
          <p:nvSpPr>
            <p:cNvPr id="7253" name="Google Shape;7253;p62"/>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2"/>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2"/>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62"/>
          <p:cNvGrpSpPr/>
          <p:nvPr/>
        </p:nvGrpSpPr>
        <p:grpSpPr>
          <a:xfrm>
            <a:off x="1277001" y="2256940"/>
            <a:ext cx="353645" cy="353615"/>
            <a:chOff x="-35481425" y="3919600"/>
            <a:chExt cx="291450" cy="291425"/>
          </a:xfrm>
        </p:grpSpPr>
        <p:sp>
          <p:nvSpPr>
            <p:cNvPr id="7257" name="Google Shape;7257;p62"/>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2"/>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2"/>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2"/>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2"/>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2"/>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2"/>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2"/>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5" name="Google Shape;7265;p62"/>
          <p:cNvGrpSpPr/>
          <p:nvPr/>
        </p:nvGrpSpPr>
        <p:grpSpPr>
          <a:xfrm>
            <a:off x="3512636" y="1381031"/>
            <a:ext cx="357468" cy="352675"/>
            <a:chOff x="-33645475" y="3228075"/>
            <a:chExt cx="294600" cy="290650"/>
          </a:xfrm>
        </p:grpSpPr>
        <p:sp>
          <p:nvSpPr>
            <p:cNvPr id="7266" name="Google Shape;7266;p62"/>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2"/>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2"/>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2"/>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2"/>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2"/>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2"/>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62"/>
          <p:cNvGrpSpPr/>
          <p:nvPr/>
        </p:nvGrpSpPr>
        <p:grpSpPr>
          <a:xfrm>
            <a:off x="3513606" y="1821116"/>
            <a:ext cx="355526" cy="354586"/>
            <a:chOff x="-33646250" y="3586425"/>
            <a:chExt cx="293000" cy="292225"/>
          </a:xfrm>
        </p:grpSpPr>
        <p:sp>
          <p:nvSpPr>
            <p:cNvPr id="7274" name="Google Shape;7274;p62"/>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2"/>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62"/>
          <p:cNvGrpSpPr/>
          <p:nvPr/>
        </p:nvGrpSpPr>
        <p:grpSpPr>
          <a:xfrm>
            <a:off x="3514076" y="2255969"/>
            <a:ext cx="354586" cy="355557"/>
            <a:chOff x="-33645475" y="3944800"/>
            <a:chExt cx="292225" cy="293025"/>
          </a:xfrm>
        </p:grpSpPr>
        <p:sp>
          <p:nvSpPr>
            <p:cNvPr id="7277" name="Google Shape;7277;p62"/>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2"/>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2"/>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2"/>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2"/>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2"/>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2"/>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2"/>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2"/>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2"/>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62"/>
          <p:cNvGrpSpPr/>
          <p:nvPr/>
        </p:nvGrpSpPr>
        <p:grpSpPr>
          <a:xfrm>
            <a:off x="2167295" y="2729706"/>
            <a:ext cx="352675" cy="355375"/>
            <a:chOff x="-31809525" y="3192625"/>
            <a:chExt cx="290650" cy="292875"/>
          </a:xfrm>
        </p:grpSpPr>
        <p:sp>
          <p:nvSpPr>
            <p:cNvPr id="7288" name="Google Shape;7288;p62"/>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2"/>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2"/>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2"/>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62"/>
          <p:cNvGrpSpPr/>
          <p:nvPr/>
        </p:nvGrpSpPr>
        <p:grpSpPr>
          <a:xfrm>
            <a:off x="2166810" y="3200258"/>
            <a:ext cx="353645" cy="355557"/>
            <a:chOff x="-31811100" y="3550975"/>
            <a:chExt cx="291450" cy="293025"/>
          </a:xfrm>
        </p:grpSpPr>
        <p:sp>
          <p:nvSpPr>
            <p:cNvPr id="7293" name="Google Shape;7293;p62"/>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2"/>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2"/>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2"/>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2"/>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2"/>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2"/>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62"/>
          <p:cNvGrpSpPr/>
          <p:nvPr/>
        </p:nvGrpSpPr>
        <p:grpSpPr>
          <a:xfrm>
            <a:off x="2160606" y="3664562"/>
            <a:ext cx="366052" cy="356831"/>
            <a:chOff x="-31817400" y="3910025"/>
            <a:chExt cx="301675" cy="294075"/>
          </a:xfrm>
        </p:grpSpPr>
        <p:sp>
          <p:nvSpPr>
            <p:cNvPr id="7301" name="Google Shape;7301;p62"/>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2"/>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2"/>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62"/>
          <p:cNvGrpSpPr/>
          <p:nvPr/>
        </p:nvGrpSpPr>
        <p:grpSpPr>
          <a:xfrm>
            <a:off x="3952234" y="3200743"/>
            <a:ext cx="354616" cy="354586"/>
            <a:chOff x="-30354000" y="3569100"/>
            <a:chExt cx="292250" cy="292225"/>
          </a:xfrm>
        </p:grpSpPr>
        <p:sp>
          <p:nvSpPr>
            <p:cNvPr id="7305" name="Google Shape;7305;p62"/>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2"/>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2"/>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2"/>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2"/>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2"/>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62"/>
          <p:cNvGrpSpPr/>
          <p:nvPr/>
        </p:nvGrpSpPr>
        <p:grpSpPr>
          <a:xfrm>
            <a:off x="1730812" y="1380546"/>
            <a:ext cx="342148" cy="353645"/>
            <a:chOff x="-35118325" y="3202075"/>
            <a:chExt cx="281975" cy="291450"/>
          </a:xfrm>
        </p:grpSpPr>
        <p:sp>
          <p:nvSpPr>
            <p:cNvPr id="7312" name="Google Shape;7312;p62"/>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2"/>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2"/>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2"/>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62"/>
          <p:cNvGrpSpPr/>
          <p:nvPr/>
        </p:nvGrpSpPr>
        <p:grpSpPr>
          <a:xfrm>
            <a:off x="1724593" y="1821799"/>
            <a:ext cx="354586" cy="353221"/>
            <a:chOff x="-35123050" y="3561225"/>
            <a:chExt cx="292225" cy="291100"/>
          </a:xfrm>
        </p:grpSpPr>
        <p:sp>
          <p:nvSpPr>
            <p:cNvPr id="7317" name="Google Shape;7317;p62"/>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2"/>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62"/>
          <p:cNvGrpSpPr/>
          <p:nvPr/>
        </p:nvGrpSpPr>
        <p:grpSpPr>
          <a:xfrm>
            <a:off x="1766652" y="2256940"/>
            <a:ext cx="270467" cy="353615"/>
            <a:chOff x="-35089175" y="3919600"/>
            <a:chExt cx="222900" cy="291425"/>
          </a:xfrm>
        </p:grpSpPr>
        <p:sp>
          <p:nvSpPr>
            <p:cNvPr id="7320" name="Google Shape;7320;p62"/>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2"/>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62"/>
          <p:cNvGrpSpPr/>
          <p:nvPr/>
        </p:nvGrpSpPr>
        <p:grpSpPr>
          <a:xfrm>
            <a:off x="3963648" y="1380303"/>
            <a:ext cx="336445" cy="354131"/>
            <a:chOff x="-33277650" y="3226875"/>
            <a:chExt cx="277275" cy="291850"/>
          </a:xfrm>
        </p:grpSpPr>
        <p:sp>
          <p:nvSpPr>
            <p:cNvPr id="7323" name="Google Shape;7323;p62"/>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2"/>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2"/>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2"/>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2"/>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2"/>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2"/>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0" name="Google Shape;7330;p62"/>
          <p:cNvGrpSpPr/>
          <p:nvPr/>
        </p:nvGrpSpPr>
        <p:grpSpPr>
          <a:xfrm>
            <a:off x="3955048" y="1821587"/>
            <a:ext cx="353645" cy="353645"/>
            <a:chOff x="-33286325" y="3586425"/>
            <a:chExt cx="291450" cy="291450"/>
          </a:xfrm>
        </p:grpSpPr>
        <p:sp>
          <p:nvSpPr>
            <p:cNvPr id="7331" name="Google Shape;7331;p62"/>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2"/>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2"/>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2"/>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2"/>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62"/>
          <p:cNvGrpSpPr/>
          <p:nvPr/>
        </p:nvGrpSpPr>
        <p:grpSpPr>
          <a:xfrm>
            <a:off x="3955048" y="2255969"/>
            <a:ext cx="353645" cy="355557"/>
            <a:chOff x="-33286325" y="3944800"/>
            <a:chExt cx="291450" cy="293025"/>
          </a:xfrm>
        </p:grpSpPr>
        <p:sp>
          <p:nvSpPr>
            <p:cNvPr id="7337" name="Google Shape;7337;p62"/>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2"/>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2"/>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2"/>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1" name="Google Shape;7341;p62"/>
          <p:cNvGrpSpPr/>
          <p:nvPr/>
        </p:nvGrpSpPr>
        <p:grpSpPr>
          <a:xfrm>
            <a:off x="2613445" y="2729129"/>
            <a:ext cx="353645" cy="356527"/>
            <a:chOff x="-31452725" y="3191825"/>
            <a:chExt cx="291450" cy="293825"/>
          </a:xfrm>
        </p:grpSpPr>
        <p:sp>
          <p:nvSpPr>
            <p:cNvPr id="7342" name="Google Shape;7342;p62"/>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2"/>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2"/>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2"/>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62"/>
          <p:cNvGrpSpPr/>
          <p:nvPr/>
        </p:nvGrpSpPr>
        <p:grpSpPr>
          <a:xfrm>
            <a:off x="2612975" y="3200744"/>
            <a:ext cx="354586" cy="354586"/>
            <a:chOff x="-31452725" y="3551775"/>
            <a:chExt cx="292225" cy="292225"/>
          </a:xfrm>
        </p:grpSpPr>
        <p:sp>
          <p:nvSpPr>
            <p:cNvPr id="7347" name="Google Shape;7347;p62"/>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2"/>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2"/>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2"/>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62"/>
          <p:cNvGrpSpPr/>
          <p:nvPr/>
        </p:nvGrpSpPr>
        <p:grpSpPr>
          <a:xfrm>
            <a:off x="2611534" y="3664729"/>
            <a:ext cx="357468" cy="356497"/>
            <a:chOff x="-31455100" y="3909350"/>
            <a:chExt cx="294600" cy="293800"/>
          </a:xfrm>
        </p:grpSpPr>
        <p:sp>
          <p:nvSpPr>
            <p:cNvPr id="7352" name="Google Shape;7352;p62"/>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2"/>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62"/>
          <p:cNvGrpSpPr/>
          <p:nvPr/>
        </p:nvGrpSpPr>
        <p:grpSpPr>
          <a:xfrm>
            <a:off x="3952719" y="3665684"/>
            <a:ext cx="353645" cy="354586"/>
            <a:chOff x="-30345325" y="3918800"/>
            <a:chExt cx="291450" cy="292225"/>
          </a:xfrm>
        </p:grpSpPr>
        <p:sp>
          <p:nvSpPr>
            <p:cNvPr id="7355" name="Google Shape;7355;p62"/>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2"/>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2"/>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2"/>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2"/>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62"/>
          <p:cNvGrpSpPr/>
          <p:nvPr/>
        </p:nvGrpSpPr>
        <p:grpSpPr>
          <a:xfrm>
            <a:off x="2172184" y="1821587"/>
            <a:ext cx="353645" cy="353645"/>
            <a:chOff x="-34763900" y="3561225"/>
            <a:chExt cx="291450" cy="291450"/>
          </a:xfrm>
        </p:grpSpPr>
        <p:sp>
          <p:nvSpPr>
            <p:cNvPr id="7361" name="Google Shape;7361;p62"/>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2"/>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2"/>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4" name="Google Shape;7364;p62"/>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5" name="Google Shape;7365;p62"/>
          <p:cNvGrpSpPr/>
          <p:nvPr/>
        </p:nvGrpSpPr>
        <p:grpSpPr>
          <a:xfrm>
            <a:off x="827081" y="2730099"/>
            <a:ext cx="354586" cy="354586"/>
            <a:chOff x="-32927950" y="3227275"/>
            <a:chExt cx="292225" cy="292225"/>
          </a:xfrm>
        </p:grpSpPr>
        <p:sp>
          <p:nvSpPr>
            <p:cNvPr id="7366" name="Google Shape;7366;p62"/>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2"/>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2"/>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2"/>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2"/>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62"/>
          <p:cNvGrpSpPr/>
          <p:nvPr/>
        </p:nvGrpSpPr>
        <p:grpSpPr>
          <a:xfrm>
            <a:off x="826596" y="3201213"/>
            <a:ext cx="355557" cy="353645"/>
            <a:chOff x="-32927950" y="3586425"/>
            <a:chExt cx="293025" cy="291450"/>
          </a:xfrm>
        </p:grpSpPr>
        <p:sp>
          <p:nvSpPr>
            <p:cNvPr id="7372" name="Google Shape;7372;p62"/>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2"/>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2"/>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2"/>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2"/>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62"/>
          <p:cNvGrpSpPr/>
          <p:nvPr/>
        </p:nvGrpSpPr>
        <p:grpSpPr>
          <a:xfrm>
            <a:off x="827081" y="3665198"/>
            <a:ext cx="354586" cy="355557"/>
            <a:chOff x="-32927950" y="3944800"/>
            <a:chExt cx="292225" cy="293025"/>
          </a:xfrm>
        </p:grpSpPr>
        <p:sp>
          <p:nvSpPr>
            <p:cNvPr id="7378" name="Google Shape;7378;p62"/>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2"/>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2"/>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2"/>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2"/>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2"/>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2"/>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2"/>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2"/>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62"/>
          <p:cNvGrpSpPr/>
          <p:nvPr/>
        </p:nvGrpSpPr>
        <p:grpSpPr>
          <a:xfrm>
            <a:off x="3055873" y="2730449"/>
            <a:ext cx="354586" cy="353888"/>
            <a:chOff x="-31094350" y="3194000"/>
            <a:chExt cx="292225" cy="291650"/>
          </a:xfrm>
        </p:grpSpPr>
        <p:sp>
          <p:nvSpPr>
            <p:cNvPr id="7388" name="Google Shape;7388;p62"/>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2"/>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2"/>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2"/>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2"/>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2"/>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2"/>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2"/>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62"/>
          <p:cNvGrpSpPr/>
          <p:nvPr/>
        </p:nvGrpSpPr>
        <p:grpSpPr>
          <a:xfrm>
            <a:off x="3056343" y="3200941"/>
            <a:ext cx="353645" cy="354191"/>
            <a:chOff x="-31093575" y="3552550"/>
            <a:chExt cx="291450" cy="291900"/>
          </a:xfrm>
        </p:grpSpPr>
        <p:sp>
          <p:nvSpPr>
            <p:cNvPr id="7397" name="Google Shape;7397;p62"/>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2"/>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2"/>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2"/>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62"/>
          <p:cNvGrpSpPr/>
          <p:nvPr/>
        </p:nvGrpSpPr>
        <p:grpSpPr>
          <a:xfrm>
            <a:off x="2182711" y="1380546"/>
            <a:ext cx="332593" cy="353645"/>
            <a:chOff x="-34755225" y="3202075"/>
            <a:chExt cx="274100" cy="291450"/>
          </a:xfrm>
        </p:grpSpPr>
        <p:sp>
          <p:nvSpPr>
            <p:cNvPr id="7402" name="Google Shape;7402;p62"/>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2"/>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2"/>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2"/>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2"/>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2"/>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2"/>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62"/>
          <p:cNvGrpSpPr/>
          <p:nvPr/>
        </p:nvGrpSpPr>
        <p:grpSpPr>
          <a:xfrm>
            <a:off x="3056343" y="3666169"/>
            <a:ext cx="353645" cy="353615"/>
            <a:chOff x="-31093575" y="3911725"/>
            <a:chExt cx="291450" cy="291425"/>
          </a:xfrm>
        </p:grpSpPr>
        <p:sp>
          <p:nvSpPr>
            <p:cNvPr id="7410" name="Google Shape;7410;p62"/>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2"/>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62"/>
          <p:cNvGrpSpPr/>
          <p:nvPr/>
        </p:nvGrpSpPr>
        <p:grpSpPr>
          <a:xfrm>
            <a:off x="2165773" y="4123136"/>
            <a:ext cx="356497" cy="354586"/>
            <a:chOff x="-29946000" y="3183175"/>
            <a:chExt cx="293800" cy="292225"/>
          </a:xfrm>
        </p:grpSpPr>
        <p:sp>
          <p:nvSpPr>
            <p:cNvPr id="7413" name="Google Shape;7413;p62"/>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2"/>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2"/>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2"/>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2"/>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2"/>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62"/>
          <p:cNvGrpSpPr/>
          <p:nvPr/>
        </p:nvGrpSpPr>
        <p:grpSpPr>
          <a:xfrm>
            <a:off x="2610305" y="1380289"/>
            <a:ext cx="358408" cy="354161"/>
            <a:chOff x="-34408675" y="3202075"/>
            <a:chExt cx="295375" cy="291875"/>
          </a:xfrm>
        </p:grpSpPr>
        <p:sp>
          <p:nvSpPr>
            <p:cNvPr id="7420" name="Google Shape;7420;p62"/>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2"/>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2"/>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2"/>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62"/>
          <p:cNvGrpSpPr/>
          <p:nvPr/>
        </p:nvGrpSpPr>
        <p:grpSpPr>
          <a:xfrm>
            <a:off x="2612216" y="1820283"/>
            <a:ext cx="354586" cy="356254"/>
            <a:chOff x="-34405525" y="3558075"/>
            <a:chExt cx="292225" cy="293600"/>
          </a:xfrm>
        </p:grpSpPr>
        <p:sp>
          <p:nvSpPr>
            <p:cNvPr id="7425" name="Google Shape;7425;p62"/>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2"/>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2"/>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62"/>
          <p:cNvGrpSpPr/>
          <p:nvPr/>
        </p:nvGrpSpPr>
        <p:grpSpPr>
          <a:xfrm>
            <a:off x="2611730" y="2256940"/>
            <a:ext cx="355557" cy="353615"/>
            <a:chOff x="-34406325" y="3919600"/>
            <a:chExt cx="293025" cy="291425"/>
          </a:xfrm>
        </p:grpSpPr>
        <p:sp>
          <p:nvSpPr>
            <p:cNvPr id="7429" name="Google Shape;7429;p62"/>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2"/>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2"/>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2"/>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2"/>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2"/>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2"/>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62"/>
          <p:cNvGrpSpPr/>
          <p:nvPr/>
        </p:nvGrpSpPr>
        <p:grpSpPr>
          <a:xfrm>
            <a:off x="1275628" y="2736303"/>
            <a:ext cx="353645" cy="342179"/>
            <a:chOff x="-32568800" y="3232000"/>
            <a:chExt cx="291450" cy="282000"/>
          </a:xfrm>
        </p:grpSpPr>
        <p:sp>
          <p:nvSpPr>
            <p:cNvPr id="7437" name="Google Shape;7437;p62"/>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2"/>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62"/>
          <p:cNvGrpSpPr/>
          <p:nvPr/>
        </p:nvGrpSpPr>
        <p:grpSpPr>
          <a:xfrm>
            <a:off x="1275158" y="3201213"/>
            <a:ext cx="354586" cy="353645"/>
            <a:chOff x="-32569575" y="3586425"/>
            <a:chExt cx="292225" cy="291450"/>
          </a:xfrm>
        </p:grpSpPr>
        <p:sp>
          <p:nvSpPr>
            <p:cNvPr id="7440" name="Google Shape;7440;p62"/>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2"/>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62"/>
          <p:cNvGrpSpPr/>
          <p:nvPr/>
        </p:nvGrpSpPr>
        <p:grpSpPr>
          <a:xfrm>
            <a:off x="1266073" y="3665805"/>
            <a:ext cx="372756" cy="354343"/>
            <a:chOff x="-32576675" y="3944600"/>
            <a:chExt cx="307200" cy="292025"/>
          </a:xfrm>
        </p:grpSpPr>
        <p:sp>
          <p:nvSpPr>
            <p:cNvPr id="7443" name="Google Shape;7443;p62"/>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2"/>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62"/>
          <p:cNvGrpSpPr/>
          <p:nvPr/>
        </p:nvGrpSpPr>
        <p:grpSpPr>
          <a:xfrm>
            <a:off x="3511040" y="2730100"/>
            <a:ext cx="354586" cy="354586"/>
            <a:chOff x="-30735200" y="3192625"/>
            <a:chExt cx="292225" cy="292225"/>
          </a:xfrm>
        </p:grpSpPr>
        <p:sp>
          <p:nvSpPr>
            <p:cNvPr id="7446" name="Google Shape;7446;p62"/>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2"/>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2"/>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2"/>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2"/>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2"/>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2"/>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62"/>
          <p:cNvGrpSpPr/>
          <p:nvPr/>
        </p:nvGrpSpPr>
        <p:grpSpPr>
          <a:xfrm>
            <a:off x="3511040" y="3201532"/>
            <a:ext cx="354586" cy="353008"/>
            <a:chOff x="-30735200" y="3552550"/>
            <a:chExt cx="292225" cy="290925"/>
          </a:xfrm>
        </p:grpSpPr>
        <p:sp>
          <p:nvSpPr>
            <p:cNvPr id="7454" name="Google Shape;7454;p62"/>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2"/>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62"/>
          <p:cNvGrpSpPr/>
          <p:nvPr/>
        </p:nvGrpSpPr>
        <p:grpSpPr>
          <a:xfrm>
            <a:off x="3511040" y="3666154"/>
            <a:ext cx="354586" cy="353645"/>
            <a:chOff x="-30735200" y="3910925"/>
            <a:chExt cx="292225" cy="291450"/>
          </a:xfrm>
        </p:grpSpPr>
        <p:sp>
          <p:nvSpPr>
            <p:cNvPr id="7457" name="Google Shape;7457;p62"/>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2"/>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9" name="Google Shape;7459;p62"/>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0" name="Google Shape;7460;p62"/>
          <p:cNvGrpSpPr/>
          <p:nvPr/>
        </p:nvGrpSpPr>
        <p:grpSpPr>
          <a:xfrm>
            <a:off x="4864547" y="1375808"/>
            <a:ext cx="358971" cy="359224"/>
            <a:chOff x="-57956275" y="3197925"/>
            <a:chExt cx="319000" cy="319225"/>
          </a:xfrm>
        </p:grpSpPr>
        <p:sp>
          <p:nvSpPr>
            <p:cNvPr id="7461" name="Google Shape;7461;p62"/>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2"/>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2"/>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2"/>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2"/>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2"/>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2"/>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62"/>
          <p:cNvGrpSpPr/>
          <p:nvPr/>
        </p:nvGrpSpPr>
        <p:grpSpPr>
          <a:xfrm>
            <a:off x="4886701" y="1832234"/>
            <a:ext cx="314662" cy="358971"/>
            <a:chOff x="-57940525" y="3590375"/>
            <a:chExt cx="279625" cy="319000"/>
          </a:xfrm>
        </p:grpSpPr>
        <p:sp>
          <p:nvSpPr>
            <p:cNvPr id="7469" name="Google Shape;7469;p62"/>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2"/>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2"/>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2"/>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2"/>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62"/>
          <p:cNvGrpSpPr/>
          <p:nvPr/>
        </p:nvGrpSpPr>
        <p:grpSpPr>
          <a:xfrm>
            <a:off x="4857582" y="2273605"/>
            <a:ext cx="358099" cy="358999"/>
            <a:chOff x="-57959425" y="3982600"/>
            <a:chExt cx="318225" cy="319025"/>
          </a:xfrm>
        </p:grpSpPr>
        <p:sp>
          <p:nvSpPr>
            <p:cNvPr id="7475" name="Google Shape;7475;p62"/>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2"/>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2"/>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2"/>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62"/>
          <p:cNvGrpSpPr/>
          <p:nvPr/>
        </p:nvGrpSpPr>
        <p:grpSpPr>
          <a:xfrm>
            <a:off x="7057749" y="1376934"/>
            <a:ext cx="357226" cy="357226"/>
            <a:chOff x="-55987225" y="3198925"/>
            <a:chExt cx="317450" cy="317450"/>
          </a:xfrm>
        </p:grpSpPr>
        <p:sp>
          <p:nvSpPr>
            <p:cNvPr id="7480" name="Google Shape;7480;p62"/>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2"/>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2"/>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2"/>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62"/>
          <p:cNvGrpSpPr/>
          <p:nvPr/>
        </p:nvGrpSpPr>
        <p:grpSpPr>
          <a:xfrm>
            <a:off x="7057749" y="1832965"/>
            <a:ext cx="357226" cy="357367"/>
            <a:chOff x="-55987225" y="3591025"/>
            <a:chExt cx="317450" cy="317575"/>
          </a:xfrm>
        </p:grpSpPr>
        <p:sp>
          <p:nvSpPr>
            <p:cNvPr id="7485" name="Google Shape;7485;p62"/>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2"/>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2"/>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2"/>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2"/>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62"/>
          <p:cNvGrpSpPr/>
          <p:nvPr/>
        </p:nvGrpSpPr>
        <p:grpSpPr>
          <a:xfrm>
            <a:off x="7071665" y="2273605"/>
            <a:ext cx="358999" cy="358999"/>
            <a:chOff x="-55988800" y="3982600"/>
            <a:chExt cx="319025" cy="319025"/>
          </a:xfrm>
        </p:grpSpPr>
        <p:sp>
          <p:nvSpPr>
            <p:cNvPr id="7491" name="Google Shape;7491;p62"/>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2"/>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2"/>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2"/>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2"/>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62"/>
          <p:cNvGrpSpPr/>
          <p:nvPr/>
        </p:nvGrpSpPr>
        <p:grpSpPr>
          <a:xfrm>
            <a:off x="5730184" y="2731562"/>
            <a:ext cx="356326" cy="358971"/>
            <a:chOff x="-54026025" y="3192625"/>
            <a:chExt cx="316650" cy="319000"/>
          </a:xfrm>
        </p:grpSpPr>
        <p:sp>
          <p:nvSpPr>
            <p:cNvPr id="7497" name="Google Shape;7497;p62"/>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2"/>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2"/>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2"/>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2"/>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2"/>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2"/>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2"/>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62"/>
          <p:cNvGrpSpPr/>
          <p:nvPr/>
        </p:nvGrpSpPr>
        <p:grpSpPr>
          <a:xfrm>
            <a:off x="5750130" y="3202536"/>
            <a:ext cx="316434" cy="358099"/>
            <a:chOff x="-54007925" y="3584850"/>
            <a:chExt cx="281200" cy="318225"/>
          </a:xfrm>
        </p:grpSpPr>
        <p:sp>
          <p:nvSpPr>
            <p:cNvPr id="7506" name="Google Shape;7506;p62"/>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2"/>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2"/>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2"/>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2"/>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2"/>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62"/>
          <p:cNvGrpSpPr/>
          <p:nvPr/>
        </p:nvGrpSpPr>
        <p:grpSpPr>
          <a:xfrm>
            <a:off x="5750130" y="3664421"/>
            <a:ext cx="316434" cy="358914"/>
            <a:chOff x="-54007925" y="3975575"/>
            <a:chExt cx="281200" cy="318950"/>
          </a:xfrm>
        </p:grpSpPr>
        <p:sp>
          <p:nvSpPr>
            <p:cNvPr id="7513" name="Google Shape;7513;p62"/>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2"/>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2"/>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2"/>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62"/>
          <p:cNvGrpSpPr/>
          <p:nvPr/>
        </p:nvGrpSpPr>
        <p:grpSpPr>
          <a:xfrm>
            <a:off x="7984996" y="2748891"/>
            <a:ext cx="274770" cy="358492"/>
            <a:chOff x="-52005775" y="3208025"/>
            <a:chExt cx="244175" cy="318575"/>
          </a:xfrm>
        </p:grpSpPr>
        <p:sp>
          <p:nvSpPr>
            <p:cNvPr id="7518" name="Google Shape;7518;p62"/>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2"/>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2"/>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2"/>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2"/>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2"/>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2"/>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2"/>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2"/>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2"/>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2"/>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62"/>
          <p:cNvGrpSpPr/>
          <p:nvPr/>
        </p:nvGrpSpPr>
        <p:grpSpPr>
          <a:xfrm>
            <a:off x="5291462" y="1376934"/>
            <a:ext cx="358099" cy="358099"/>
            <a:chOff x="-57568775" y="3198925"/>
            <a:chExt cx="318225" cy="318225"/>
          </a:xfrm>
        </p:grpSpPr>
        <p:sp>
          <p:nvSpPr>
            <p:cNvPr id="7530" name="Google Shape;7530;p62"/>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2"/>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2"/>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2"/>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2"/>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2"/>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62"/>
          <p:cNvGrpSpPr/>
          <p:nvPr/>
        </p:nvGrpSpPr>
        <p:grpSpPr>
          <a:xfrm>
            <a:off x="5313181" y="1832234"/>
            <a:ext cx="314662" cy="358099"/>
            <a:chOff x="-57549075" y="3590375"/>
            <a:chExt cx="279625" cy="318225"/>
          </a:xfrm>
        </p:grpSpPr>
        <p:sp>
          <p:nvSpPr>
            <p:cNvPr id="7537" name="Google Shape;7537;p62"/>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2"/>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2"/>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2"/>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62"/>
          <p:cNvGrpSpPr/>
          <p:nvPr/>
        </p:nvGrpSpPr>
        <p:grpSpPr>
          <a:xfrm>
            <a:off x="5305378" y="2273605"/>
            <a:ext cx="359871" cy="359871"/>
            <a:chOff x="-57570350" y="3982600"/>
            <a:chExt cx="319800" cy="319800"/>
          </a:xfrm>
        </p:grpSpPr>
        <p:sp>
          <p:nvSpPr>
            <p:cNvPr id="7542" name="Google Shape;7542;p62"/>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2"/>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2"/>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2"/>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62"/>
          <p:cNvGrpSpPr/>
          <p:nvPr/>
        </p:nvGrpSpPr>
        <p:grpSpPr>
          <a:xfrm>
            <a:off x="7520416" y="1376033"/>
            <a:ext cx="314662" cy="358999"/>
            <a:chOff x="-55576850" y="3198125"/>
            <a:chExt cx="279625" cy="319025"/>
          </a:xfrm>
        </p:grpSpPr>
        <p:sp>
          <p:nvSpPr>
            <p:cNvPr id="7547" name="Google Shape;7547;p62"/>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2"/>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2"/>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2"/>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62"/>
          <p:cNvGrpSpPr/>
          <p:nvPr/>
        </p:nvGrpSpPr>
        <p:grpSpPr>
          <a:xfrm>
            <a:off x="7497812" y="1832009"/>
            <a:ext cx="359871" cy="358324"/>
            <a:chOff x="-55596550" y="3590175"/>
            <a:chExt cx="319800" cy="318425"/>
          </a:xfrm>
        </p:grpSpPr>
        <p:sp>
          <p:nvSpPr>
            <p:cNvPr id="7552" name="Google Shape;7552;p62"/>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2"/>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2"/>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2"/>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62"/>
          <p:cNvGrpSpPr/>
          <p:nvPr/>
        </p:nvGrpSpPr>
        <p:grpSpPr>
          <a:xfrm>
            <a:off x="7513049" y="2273351"/>
            <a:ext cx="358999" cy="359252"/>
            <a:chOff x="-55595775" y="3982375"/>
            <a:chExt cx="319025" cy="319250"/>
          </a:xfrm>
        </p:grpSpPr>
        <p:sp>
          <p:nvSpPr>
            <p:cNvPr id="7557" name="Google Shape;7557;p62"/>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2"/>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2"/>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2"/>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2"/>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2"/>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62"/>
          <p:cNvGrpSpPr/>
          <p:nvPr/>
        </p:nvGrpSpPr>
        <p:grpSpPr>
          <a:xfrm>
            <a:off x="6170232" y="2731562"/>
            <a:ext cx="358999" cy="358099"/>
            <a:chOff x="-53635375" y="3192625"/>
            <a:chExt cx="319025" cy="318225"/>
          </a:xfrm>
        </p:grpSpPr>
        <p:sp>
          <p:nvSpPr>
            <p:cNvPr id="7564" name="Google Shape;7564;p62"/>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2"/>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2"/>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62"/>
          <p:cNvGrpSpPr/>
          <p:nvPr/>
        </p:nvGrpSpPr>
        <p:grpSpPr>
          <a:xfrm>
            <a:off x="6192401" y="3202536"/>
            <a:ext cx="314662" cy="358999"/>
            <a:chOff x="-53615675" y="3584850"/>
            <a:chExt cx="279625" cy="319025"/>
          </a:xfrm>
        </p:grpSpPr>
        <p:sp>
          <p:nvSpPr>
            <p:cNvPr id="7568" name="Google Shape;7568;p62"/>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2"/>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2"/>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62"/>
          <p:cNvGrpSpPr/>
          <p:nvPr/>
        </p:nvGrpSpPr>
        <p:grpSpPr>
          <a:xfrm>
            <a:off x="6170246" y="3665461"/>
            <a:ext cx="358971" cy="357874"/>
            <a:chOff x="-53634575" y="3976500"/>
            <a:chExt cx="319000" cy="318025"/>
          </a:xfrm>
        </p:grpSpPr>
        <p:sp>
          <p:nvSpPr>
            <p:cNvPr id="7572" name="Google Shape;7572;p62"/>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2"/>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2"/>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2"/>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2"/>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2"/>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2"/>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2"/>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62"/>
          <p:cNvGrpSpPr/>
          <p:nvPr/>
        </p:nvGrpSpPr>
        <p:grpSpPr>
          <a:xfrm>
            <a:off x="7965050" y="3208415"/>
            <a:ext cx="314662" cy="358436"/>
            <a:chOff x="-52023900" y="3590075"/>
            <a:chExt cx="279625" cy="318525"/>
          </a:xfrm>
        </p:grpSpPr>
        <p:sp>
          <p:nvSpPr>
            <p:cNvPr id="7581" name="Google Shape;7581;p62"/>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2"/>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2"/>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2"/>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2"/>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2"/>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2"/>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62"/>
          <p:cNvGrpSpPr/>
          <p:nvPr/>
        </p:nvGrpSpPr>
        <p:grpSpPr>
          <a:xfrm>
            <a:off x="5728292" y="1376934"/>
            <a:ext cx="358971" cy="358971"/>
            <a:chOff x="-57173375" y="3198925"/>
            <a:chExt cx="319000" cy="319000"/>
          </a:xfrm>
        </p:grpSpPr>
        <p:sp>
          <p:nvSpPr>
            <p:cNvPr id="7589" name="Google Shape;7589;p62"/>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2"/>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2"/>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2"/>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62"/>
          <p:cNvGrpSpPr/>
          <p:nvPr/>
        </p:nvGrpSpPr>
        <p:grpSpPr>
          <a:xfrm>
            <a:off x="5729178" y="1854374"/>
            <a:ext cx="357198" cy="314690"/>
            <a:chOff x="-57176525" y="3610050"/>
            <a:chExt cx="317425" cy="279650"/>
          </a:xfrm>
        </p:grpSpPr>
        <p:sp>
          <p:nvSpPr>
            <p:cNvPr id="7594" name="Google Shape;7594;p62"/>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2"/>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2"/>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2"/>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2"/>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62"/>
          <p:cNvGrpSpPr/>
          <p:nvPr/>
        </p:nvGrpSpPr>
        <p:grpSpPr>
          <a:xfrm>
            <a:off x="7939633" y="1376934"/>
            <a:ext cx="358099" cy="356326"/>
            <a:chOff x="-55202750" y="3198925"/>
            <a:chExt cx="318225" cy="316650"/>
          </a:xfrm>
        </p:grpSpPr>
        <p:sp>
          <p:nvSpPr>
            <p:cNvPr id="7600" name="Google Shape;7600;p62"/>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2"/>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62"/>
          <p:cNvGrpSpPr/>
          <p:nvPr/>
        </p:nvGrpSpPr>
        <p:grpSpPr>
          <a:xfrm>
            <a:off x="7950267" y="1832234"/>
            <a:ext cx="336830" cy="358099"/>
            <a:chOff x="-55194875" y="3590375"/>
            <a:chExt cx="299325" cy="318225"/>
          </a:xfrm>
        </p:grpSpPr>
        <p:sp>
          <p:nvSpPr>
            <p:cNvPr id="7603" name="Google Shape;7603;p62"/>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2"/>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2"/>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2"/>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2"/>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62"/>
          <p:cNvGrpSpPr/>
          <p:nvPr/>
        </p:nvGrpSpPr>
        <p:grpSpPr>
          <a:xfrm>
            <a:off x="7954884" y="2274505"/>
            <a:ext cx="357198" cy="357198"/>
            <a:chOff x="-55203525" y="3983400"/>
            <a:chExt cx="317425" cy="317425"/>
          </a:xfrm>
        </p:grpSpPr>
        <p:sp>
          <p:nvSpPr>
            <p:cNvPr id="7609" name="Google Shape;7609;p62"/>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2"/>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2"/>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62"/>
          <p:cNvGrpSpPr/>
          <p:nvPr/>
        </p:nvGrpSpPr>
        <p:grpSpPr>
          <a:xfrm>
            <a:off x="6621365" y="2731562"/>
            <a:ext cx="335930" cy="358971"/>
            <a:chOff x="-53232900" y="3192625"/>
            <a:chExt cx="298525" cy="319000"/>
          </a:xfrm>
        </p:grpSpPr>
        <p:sp>
          <p:nvSpPr>
            <p:cNvPr id="7613" name="Google Shape;7613;p62"/>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2"/>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2"/>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2"/>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2"/>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2"/>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2"/>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2"/>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62"/>
          <p:cNvGrpSpPr/>
          <p:nvPr/>
        </p:nvGrpSpPr>
        <p:grpSpPr>
          <a:xfrm>
            <a:off x="6610731" y="3202536"/>
            <a:ext cx="357198" cy="356326"/>
            <a:chOff x="-53242350" y="3584850"/>
            <a:chExt cx="317425" cy="316650"/>
          </a:xfrm>
        </p:grpSpPr>
        <p:sp>
          <p:nvSpPr>
            <p:cNvPr id="7622" name="Google Shape;7622;p62"/>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2"/>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2"/>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2"/>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2"/>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62"/>
          <p:cNvGrpSpPr/>
          <p:nvPr/>
        </p:nvGrpSpPr>
        <p:grpSpPr>
          <a:xfrm>
            <a:off x="6631999" y="3665236"/>
            <a:ext cx="314662" cy="358999"/>
            <a:chOff x="-53224225" y="3976300"/>
            <a:chExt cx="279625" cy="319025"/>
          </a:xfrm>
        </p:grpSpPr>
        <p:sp>
          <p:nvSpPr>
            <p:cNvPr id="7628" name="Google Shape;7628;p62"/>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2"/>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2"/>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2"/>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2"/>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2"/>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2"/>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62"/>
          <p:cNvGrpSpPr/>
          <p:nvPr/>
        </p:nvGrpSpPr>
        <p:grpSpPr>
          <a:xfrm>
            <a:off x="7942896" y="3672917"/>
            <a:ext cx="358971" cy="358408"/>
            <a:chOff x="-52043575" y="3983125"/>
            <a:chExt cx="319000" cy="318500"/>
          </a:xfrm>
        </p:grpSpPr>
        <p:sp>
          <p:nvSpPr>
            <p:cNvPr id="7636" name="Google Shape;7636;p62"/>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2"/>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2"/>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2"/>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2"/>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2"/>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2"/>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2"/>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2"/>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62"/>
          <p:cNvGrpSpPr/>
          <p:nvPr/>
        </p:nvGrpSpPr>
        <p:grpSpPr>
          <a:xfrm>
            <a:off x="6196836" y="1376934"/>
            <a:ext cx="314662" cy="358971"/>
            <a:chOff x="-56766175" y="3198925"/>
            <a:chExt cx="279625" cy="319000"/>
          </a:xfrm>
        </p:grpSpPr>
        <p:sp>
          <p:nvSpPr>
            <p:cNvPr id="7646" name="Google Shape;7646;p62"/>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2"/>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2"/>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2"/>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2"/>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2"/>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2"/>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62"/>
          <p:cNvGrpSpPr/>
          <p:nvPr/>
        </p:nvGrpSpPr>
        <p:grpSpPr>
          <a:xfrm>
            <a:off x="6195950" y="1832234"/>
            <a:ext cx="316434" cy="358099"/>
            <a:chOff x="-56766175" y="3590375"/>
            <a:chExt cx="281200" cy="318225"/>
          </a:xfrm>
        </p:grpSpPr>
        <p:sp>
          <p:nvSpPr>
            <p:cNvPr id="7654" name="Google Shape;7654;p62"/>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2"/>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2"/>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2"/>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62"/>
          <p:cNvGrpSpPr/>
          <p:nvPr/>
        </p:nvGrpSpPr>
        <p:grpSpPr>
          <a:xfrm>
            <a:off x="6232906" y="2273605"/>
            <a:ext cx="272126" cy="358099"/>
            <a:chOff x="-56747275" y="3982600"/>
            <a:chExt cx="241825" cy="318225"/>
          </a:xfrm>
        </p:grpSpPr>
        <p:sp>
          <p:nvSpPr>
            <p:cNvPr id="7659" name="Google Shape;7659;p62"/>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2"/>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2"/>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2"/>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2"/>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2"/>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2"/>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62"/>
          <p:cNvGrpSpPr/>
          <p:nvPr/>
        </p:nvGrpSpPr>
        <p:grpSpPr>
          <a:xfrm>
            <a:off x="4840657" y="3215842"/>
            <a:ext cx="358999" cy="342991"/>
            <a:chOff x="-54812875" y="3596675"/>
            <a:chExt cx="319025" cy="304800"/>
          </a:xfrm>
        </p:grpSpPr>
        <p:sp>
          <p:nvSpPr>
            <p:cNvPr id="7667" name="Google Shape;7667;p62"/>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2"/>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2"/>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2"/>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2"/>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2"/>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2"/>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4" name="Google Shape;7674;p62"/>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2"/>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6" name="Google Shape;7676;p62"/>
          <p:cNvGrpSpPr/>
          <p:nvPr/>
        </p:nvGrpSpPr>
        <p:grpSpPr>
          <a:xfrm>
            <a:off x="4862826" y="3672326"/>
            <a:ext cx="314662" cy="358099"/>
            <a:chOff x="-54793175" y="3982600"/>
            <a:chExt cx="279625" cy="318225"/>
          </a:xfrm>
        </p:grpSpPr>
        <p:sp>
          <p:nvSpPr>
            <p:cNvPr id="7677" name="Google Shape;7677;p62"/>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2"/>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2"/>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2"/>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2"/>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2"/>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2"/>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62"/>
          <p:cNvGrpSpPr/>
          <p:nvPr/>
        </p:nvGrpSpPr>
        <p:grpSpPr>
          <a:xfrm>
            <a:off x="7074284" y="2731562"/>
            <a:ext cx="314662" cy="358099"/>
            <a:chOff x="-52832000" y="3192625"/>
            <a:chExt cx="279625" cy="318225"/>
          </a:xfrm>
        </p:grpSpPr>
        <p:sp>
          <p:nvSpPr>
            <p:cNvPr id="7685" name="Google Shape;7685;p62"/>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2"/>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2"/>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2"/>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2"/>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2"/>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2"/>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2"/>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62"/>
          <p:cNvGrpSpPr/>
          <p:nvPr/>
        </p:nvGrpSpPr>
        <p:grpSpPr>
          <a:xfrm>
            <a:off x="5760817" y="2272929"/>
            <a:ext cx="323524" cy="358774"/>
            <a:chOff x="-57162350" y="3982000"/>
            <a:chExt cx="287500" cy="318825"/>
          </a:xfrm>
        </p:grpSpPr>
        <p:sp>
          <p:nvSpPr>
            <p:cNvPr id="7694" name="Google Shape;7694;p62"/>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2"/>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2"/>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2"/>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2"/>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2"/>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2"/>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2"/>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62"/>
          <p:cNvGrpSpPr/>
          <p:nvPr/>
        </p:nvGrpSpPr>
        <p:grpSpPr>
          <a:xfrm>
            <a:off x="7052130" y="3203436"/>
            <a:ext cx="358971" cy="357198"/>
            <a:chOff x="-52851675" y="3585650"/>
            <a:chExt cx="319000" cy="317425"/>
          </a:xfrm>
        </p:grpSpPr>
        <p:sp>
          <p:nvSpPr>
            <p:cNvPr id="7703" name="Google Shape;7703;p62"/>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2"/>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2"/>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2"/>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2"/>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2"/>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62"/>
          <p:cNvGrpSpPr/>
          <p:nvPr/>
        </p:nvGrpSpPr>
        <p:grpSpPr>
          <a:xfrm>
            <a:off x="7074284" y="3665236"/>
            <a:ext cx="314662" cy="358999"/>
            <a:chOff x="-52832000" y="3976300"/>
            <a:chExt cx="279625" cy="319025"/>
          </a:xfrm>
        </p:grpSpPr>
        <p:sp>
          <p:nvSpPr>
            <p:cNvPr id="7710" name="Google Shape;7710;p62"/>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2"/>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2"/>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2"/>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2"/>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62"/>
          <p:cNvGrpSpPr/>
          <p:nvPr/>
        </p:nvGrpSpPr>
        <p:grpSpPr>
          <a:xfrm>
            <a:off x="6191490" y="4119884"/>
            <a:ext cx="316434" cy="358099"/>
            <a:chOff x="-51633225" y="3198925"/>
            <a:chExt cx="281200" cy="318225"/>
          </a:xfrm>
        </p:grpSpPr>
        <p:sp>
          <p:nvSpPr>
            <p:cNvPr id="7716" name="Google Shape;7716;p62"/>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2"/>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2"/>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2"/>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2"/>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2"/>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2"/>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62"/>
          <p:cNvGrpSpPr/>
          <p:nvPr/>
        </p:nvGrpSpPr>
        <p:grpSpPr>
          <a:xfrm>
            <a:off x="6610314" y="1377806"/>
            <a:ext cx="365188" cy="357226"/>
            <a:chOff x="-56396775" y="3199700"/>
            <a:chExt cx="324525" cy="317450"/>
          </a:xfrm>
        </p:grpSpPr>
        <p:sp>
          <p:nvSpPr>
            <p:cNvPr id="7724" name="Google Shape;7724;p62"/>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2"/>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2"/>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2"/>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2"/>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2"/>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2"/>
          <p:cNvGrpSpPr/>
          <p:nvPr/>
        </p:nvGrpSpPr>
        <p:grpSpPr>
          <a:xfrm>
            <a:off x="6613408" y="1843740"/>
            <a:ext cx="358999" cy="335958"/>
            <a:chOff x="-56394425" y="3600600"/>
            <a:chExt cx="319025" cy="298550"/>
          </a:xfrm>
        </p:grpSpPr>
        <p:sp>
          <p:nvSpPr>
            <p:cNvPr id="7731" name="Google Shape;7731;p62"/>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2"/>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2"/>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62"/>
          <p:cNvGrpSpPr/>
          <p:nvPr/>
        </p:nvGrpSpPr>
        <p:grpSpPr>
          <a:xfrm>
            <a:off x="6644175" y="2274505"/>
            <a:ext cx="327068" cy="357198"/>
            <a:chOff x="-56379450" y="3983400"/>
            <a:chExt cx="290650" cy="317425"/>
          </a:xfrm>
        </p:grpSpPr>
        <p:sp>
          <p:nvSpPr>
            <p:cNvPr id="7735" name="Google Shape;7735;p62"/>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2"/>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2"/>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2"/>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2"/>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2"/>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2"/>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2"/>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62"/>
          <p:cNvGrpSpPr/>
          <p:nvPr/>
        </p:nvGrpSpPr>
        <p:grpSpPr>
          <a:xfrm>
            <a:off x="5307879" y="2738651"/>
            <a:ext cx="316434" cy="358971"/>
            <a:chOff x="-54401725" y="3198925"/>
            <a:chExt cx="281200" cy="319000"/>
          </a:xfrm>
        </p:grpSpPr>
        <p:sp>
          <p:nvSpPr>
            <p:cNvPr id="7744" name="Google Shape;7744;p62"/>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2"/>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2"/>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2"/>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2"/>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2"/>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2"/>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2"/>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2"/>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2"/>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2"/>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62"/>
          <p:cNvGrpSpPr/>
          <p:nvPr/>
        </p:nvGrpSpPr>
        <p:grpSpPr>
          <a:xfrm>
            <a:off x="5308766" y="3208753"/>
            <a:ext cx="314662" cy="358099"/>
            <a:chOff x="-54401725" y="3590375"/>
            <a:chExt cx="279625" cy="318225"/>
          </a:xfrm>
        </p:grpSpPr>
        <p:sp>
          <p:nvSpPr>
            <p:cNvPr id="7756" name="Google Shape;7756;p62"/>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2"/>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2"/>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2"/>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2"/>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2"/>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62"/>
          <p:cNvGrpSpPr/>
          <p:nvPr/>
        </p:nvGrpSpPr>
        <p:grpSpPr>
          <a:xfrm>
            <a:off x="5306557" y="3672326"/>
            <a:ext cx="319079" cy="358099"/>
            <a:chOff x="-54403300" y="3982600"/>
            <a:chExt cx="283550" cy="318225"/>
          </a:xfrm>
        </p:grpSpPr>
        <p:sp>
          <p:nvSpPr>
            <p:cNvPr id="7763" name="Google Shape;7763;p62"/>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2"/>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2"/>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2"/>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2"/>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62"/>
          <p:cNvGrpSpPr/>
          <p:nvPr/>
        </p:nvGrpSpPr>
        <p:grpSpPr>
          <a:xfrm>
            <a:off x="7493951" y="2733559"/>
            <a:ext cx="356298" cy="356973"/>
            <a:chOff x="-52458650" y="3194400"/>
            <a:chExt cx="316625" cy="317225"/>
          </a:xfrm>
        </p:grpSpPr>
        <p:sp>
          <p:nvSpPr>
            <p:cNvPr id="7769" name="Google Shape;7769;p62"/>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2"/>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2"/>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2"/>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2"/>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2"/>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2"/>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2"/>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62"/>
          <p:cNvGrpSpPr/>
          <p:nvPr/>
        </p:nvGrpSpPr>
        <p:grpSpPr>
          <a:xfrm>
            <a:off x="4862826" y="2738651"/>
            <a:ext cx="314662" cy="358971"/>
            <a:chOff x="-54793175" y="3198925"/>
            <a:chExt cx="279625" cy="319000"/>
          </a:xfrm>
        </p:grpSpPr>
        <p:sp>
          <p:nvSpPr>
            <p:cNvPr id="7778" name="Google Shape;7778;p62"/>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2"/>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2"/>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2"/>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2"/>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2"/>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2"/>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62"/>
          <p:cNvGrpSpPr/>
          <p:nvPr/>
        </p:nvGrpSpPr>
        <p:grpSpPr>
          <a:xfrm>
            <a:off x="7503249" y="3202536"/>
            <a:ext cx="337703" cy="357845"/>
            <a:chOff x="-52450000" y="3584850"/>
            <a:chExt cx="300100" cy="318000"/>
          </a:xfrm>
        </p:grpSpPr>
        <p:sp>
          <p:nvSpPr>
            <p:cNvPr id="7786" name="Google Shape;7786;p62"/>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2"/>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2"/>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2"/>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2"/>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2"/>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2"/>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62"/>
          <p:cNvGrpSpPr/>
          <p:nvPr/>
        </p:nvGrpSpPr>
        <p:grpSpPr>
          <a:xfrm>
            <a:off x="7514769" y="3667009"/>
            <a:ext cx="314662" cy="357226"/>
            <a:chOff x="-52440550" y="3977875"/>
            <a:chExt cx="279625" cy="317450"/>
          </a:xfrm>
        </p:grpSpPr>
        <p:sp>
          <p:nvSpPr>
            <p:cNvPr id="7794" name="Google Shape;7794;p62"/>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2"/>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2"/>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2"/>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2"/>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2"/>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2"/>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2"/>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62"/>
          <p:cNvGrpSpPr/>
          <p:nvPr/>
        </p:nvGrpSpPr>
        <p:grpSpPr>
          <a:xfrm>
            <a:off x="6626703" y="4123215"/>
            <a:ext cx="314662" cy="358999"/>
            <a:chOff x="-51623775" y="3584850"/>
            <a:chExt cx="279625" cy="319025"/>
          </a:xfrm>
        </p:grpSpPr>
        <p:sp>
          <p:nvSpPr>
            <p:cNvPr id="7803" name="Google Shape;7803;p62"/>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2"/>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2"/>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2"/>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2"/>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2"/>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2"/>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2"/>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2"/>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2" name="Google Shape;7812;p62"/>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813" name="Google Shape;7813;p62"/>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17" name="Shape 7817"/>
        <p:cNvGrpSpPr/>
        <p:nvPr/>
      </p:nvGrpSpPr>
      <p:grpSpPr>
        <a:xfrm>
          <a:off x="0" y="0"/>
          <a:ext cx="0" cy="0"/>
          <a:chOff x="0" y="0"/>
          <a:chExt cx="0" cy="0"/>
        </a:xfrm>
      </p:grpSpPr>
      <p:grpSp>
        <p:nvGrpSpPr>
          <p:cNvPr id="7818" name="Google Shape;7818;p63"/>
          <p:cNvGrpSpPr/>
          <p:nvPr/>
        </p:nvGrpSpPr>
        <p:grpSpPr>
          <a:xfrm>
            <a:off x="866775" y="1386849"/>
            <a:ext cx="276003" cy="357300"/>
            <a:chOff x="-50469125" y="3183175"/>
            <a:chExt cx="233150" cy="301825"/>
          </a:xfrm>
        </p:grpSpPr>
        <p:sp>
          <p:nvSpPr>
            <p:cNvPr id="7819" name="Google Shape;7819;p63"/>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3"/>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3"/>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63"/>
          <p:cNvGrpSpPr/>
          <p:nvPr/>
        </p:nvGrpSpPr>
        <p:grpSpPr>
          <a:xfrm>
            <a:off x="826674" y="1822251"/>
            <a:ext cx="356205" cy="355288"/>
            <a:chOff x="-50504575" y="3550975"/>
            <a:chExt cx="300900" cy="300125"/>
          </a:xfrm>
        </p:grpSpPr>
        <p:sp>
          <p:nvSpPr>
            <p:cNvPr id="7823" name="Google Shape;7823;p63"/>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3"/>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3"/>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3"/>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63"/>
          <p:cNvGrpSpPr/>
          <p:nvPr/>
        </p:nvGrpSpPr>
        <p:grpSpPr>
          <a:xfrm>
            <a:off x="826674" y="2260493"/>
            <a:ext cx="356205" cy="354341"/>
            <a:chOff x="-50503000" y="3921175"/>
            <a:chExt cx="300900" cy="299325"/>
          </a:xfrm>
        </p:grpSpPr>
        <p:sp>
          <p:nvSpPr>
            <p:cNvPr id="7828" name="Google Shape;7828;p63"/>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3"/>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3"/>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3"/>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3"/>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63"/>
          <p:cNvGrpSpPr/>
          <p:nvPr/>
        </p:nvGrpSpPr>
        <p:grpSpPr>
          <a:xfrm>
            <a:off x="3030727" y="1406411"/>
            <a:ext cx="355258" cy="356205"/>
            <a:chOff x="-48630025" y="3199700"/>
            <a:chExt cx="300100" cy="300900"/>
          </a:xfrm>
        </p:grpSpPr>
        <p:sp>
          <p:nvSpPr>
            <p:cNvPr id="7834" name="Google Shape;7834;p63"/>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3"/>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3"/>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63"/>
          <p:cNvGrpSpPr/>
          <p:nvPr/>
        </p:nvGrpSpPr>
        <p:grpSpPr>
          <a:xfrm>
            <a:off x="3030727" y="1843707"/>
            <a:ext cx="355258" cy="355258"/>
            <a:chOff x="-48630025" y="3569100"/>
            <a:chExt cx="300100" cy="300100"/>
          </a:xfrm>
        </p:grpSpPr>
        <p:sp>
          <p:nvSpPr>
            <p:cNvPr id="7838" name="Google Shape;7838;p63"/>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3"/>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3"/>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3"/>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3"/>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3"/>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3"/>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3"/>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3"/>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3"/>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63"/>
          <p:cNvGrpSpPr/>
          <p:nvPr/>
        </p:nvGrpSpPr>
        <p:grpSpPr>
          <a:xfrm>
            <a:off x="3031201" y="2281003"/>
            <a:ext cx="354311" cy="353394"/>
            <a:chOff x="-48629225" y="3938500"/>
            <a:chExt cx="299300" cy="298525"/>
          </a:xfrm>
        </p:grpSpPr>
        <p:sp>
          <p:nvSpPr>
            <p:cNvPr id="7849" name="Google Shape;7849;p63"/>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3"/>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3"/>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3"/>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63"/>
          <p:cNvGrpSpPr/>
          <p:nvPr/>
        </p:nvGrpSpPr>
        <p:grpSpPr>
          <a:xfrm>
            <a:off x="1766604" y="2752344"/>
            <a:ext cx="311458" cy="354341"/>
            <a:chOff x="-46762575" y="3200500"/>
            <a:chExt cx="263100" cy="299325"/>
          </a:xfrm>
        </p:grpSpPr>
        <p:sp>
          <p:nvSpPr>
            <p:cNvPr id="7854" name="Google Shape;7854;p63"/>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3"/>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3"/>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3"/>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3"/>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63"/>
          <p:cNvGrpSpPr/>
          <p:nvPr/>
        </p:nvGrpSpPr>
        <p:grpSpPr>
          <a:xfrm>
            <a:off x="1744689" y="3211066"/>
            <a:ext cx="355288" cy="312375"/>
            <a:chOff x="-46779900" y="3588000"/>
            <a:chExt cx="300125" cy="263875"/>
          </a:xfrm>
        </p:grpSpPr>
        <p:sp>
          <p:nvSpPr>
            <p:cNvPr id="7860" name="Google Shape;7860;p63"/>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3"/>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3"/>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3"/>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63"/>
          <p:cNvGrpSpPr/>
          <p:nvPr/>
        </p:nvGrpSpPr>
        <p:grpSpPr>
          <a:xfrm>
            <a:off x="1745162" y="3625988"/>
            <a:ext cx="354341" cy="353394"/>
            <a:chOff x="-46779100" y="3938500"/>
            <a:chExt cx="299325" cy="298525"/>
          </a:xfrm>
        </p:grpSpPr>
        <p:sp>
          <p:nvSpPr>
            <p:cNvPr id="7865" name="Google Shape;7865;p63"/>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3"/>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63"/>
          <p:cNvGrpSpPr/>
          <p:nvPr/>
        </p:nvGrpSpPr>
        <p:grpSpPr>
          <a:xfrm>
            <a:off x="3952900" y="2758855"/>
            <a:ext cx="355258" cy="355288"/>
            <a:chOff x="-44924250" y="3206000"/>
            <a:chExt cx="300100" cy="300125"/>
          </a:xfrm>
        </p:grpSpPr>
        <p:sp>
          <p:nvSpPr>
            <p:cNvPr id="7868" name="Google Shape;7868;p63"/>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3"/>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3"/>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3"/>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3"/>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63"/>
          <p:cNvGrpSpPr/>
          <p:nvPr/>
        </p:nvGrpSpPr>
        <p:grpSpPr>
          <a:xfrm>
            <a:off x="1267386" y="1386849"/>
            <a:ext cx="355258" cy="355258"/>
            <a:chOff x="-50134375" y="3183175"/>
            <a:chExt cx="300100" cy="300100"/>
          </a:xfrm>
        </p:grpSpPr>
        <p:sp>
          <p:nvSpPr>
            <p:cNvPr id="7874" name="Google Shape;7874;p63"/>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3"/>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3"/>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3"/>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3"/>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3"/>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3"/>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3"/>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3"/>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3"/>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63"/>
          <p:cNvGrpSpPr/>
          <p:nvPr/>
        </p:nvGrpSpPr>
        <p:grpSpPr>
          <a:xfrm>
            <a:off x="1267386" y="1822251"/>
            <a:ext cx="355258" cy="355288"/>
            <a:chOff x="-50134375" y="3550975"/>
            <a:chExt cx="300100" cy="300125"/>
          </a:xfrm>
        </p:grpSpPr>
        <p:sp>
          <p:nvSpPr>
            <p:cNvPr id="7885" name="Google Shape;7885;p6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63"/>
          <p:cNvGrpSpPr/>
          <p:nvPr/>
        </p:nvGrpSpPr>
        <p:grpSpPr>
          <a:xfrm>
            <a:off x="1267386" y="2259783"/>
            <a:ext cx="355258" cy="355051"/>
            <a:chOff x="-50134375" y="3920575"/>
            <a:chExt cx="300100" cy="299925"/>
          </a:xfrm>
        </p:grpSpPr>
        <p:sp>
          <p:nvSpPr>
            <p:cNvPr id="7888" name="Google Shape;7888;p63"/>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3"/>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3"/>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63"/>
          <p:cNvGrpSpPr/>
          <p:nvPr/>
        </p:nvGrpSpPr>
        <p:grpSpPr>
          <a:xfrm>
            <a:off x="3478110" y="1407358"/>
            <a:ext cx="357123" cy="355258"/>
            <a:chOff x="-48262200" y="3200500"/>
            <a:chExt cx="301675" cy="300100"/>
          </a:xfrm>
        </p:grpSpPr>
        <p:sp>
          <p:nvSpPr>
            <p:cNvPr id="7892" name="Google Shape;7892;p63"/>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3"/>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3"/>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3"/>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3"/>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3"/>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3"/>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3"/>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3"/>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63"/>
          <p:cNvGrpSpPr/>
          <p:nvPr/>
        </p:nvGrpSpPr>
        <p:grpSpPr>
          <a:xfrm>
            <a:off x="3507483" y="1844447"/>
            <a:ext cx="298377" cy="354519"/>
            <a:chOff x="-48233050" y="3569725"/>
            <a:chExt cx="252050" cy="299475"/>
          </a:xfrm>
        </p:grpSpPr>
        <p:sp>
          <p:nvSpPr>
            <p:cNvPr id="7902" name="Google Shape;7902;p63"/>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3"/>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3"/>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63"/>
          <p:cNvGrpSpPr/>
          <p:nvPr/>
        </p:nvGrpSpPr>
        <p:grpSpPr>
          <a:xfrm>
            <a:off x="3531248" y="2278191"/>
            <a:ext cx="250847" cy="358070"/>
            <a:chOff x="-48216525" y="3936125"/>
            <a:chExt cx="211900" cy="302475"/>
          </a:xfrm>
        </p:grpSpPr>
        <p:sp>
          <p:nvSpPr>
            <p:cNvPr id="7906" name="Google Shape;7906;p63"/>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3"/>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3"/>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3"/>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63"/>
          <p:cNvGrpSpPr/>
          <p:nvPr/>
        </p:nvGrpSpPr>
        <p:grpSpPr>
          <a:xfrm>
            <a:off x="2186966" y="2753261"/>
            <a:ext cx="355258" cy="355288"/>
            <a:chOff x="-46410500" y="3201275"/>
            <a:chExt cx="300100" cy="300125"/>
          </a:xfrm>
        </p:grpSpPr>
        <p:sp>
          <p:nvSpPr>
            <p:cNvPr id="7911" name="Google Shape;7911;p63"/>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3"/>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3"/>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3"/>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3"/>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63"/>
          <p:cNvGrpSpPr/>
          <p:nvPr/>
        </p:nvGrpSpPr>
        <p:grpSpPr>
          <a:xfrm>
            <a:off x="2186966" y="3188692"/>
            <a:ext cx="355258" cy="356205"/>
            <a:chOff x="-46409700" y="3569100"/>
            <a:chExt cx="300100" cy="300900"/>
          </a:xfrm>
        </p:grpSpPr>
        <p:sp>
          <p:nvSpPr>
            <p:cNvPr id="7917" name="Google Shape;7917;p63"/>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3"/>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3"/>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3"/>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3"/>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63"/>
          <p:cNvGrpSpPr/>
          <p:nvPr/>
        </p:nvGrpSpPr>
        <p:grpSpPr>
          <a:xfrm>
            <a:off x="2174847" y="3624124"/>
            <a:ext cx="379497" cy="358070"/>
            <a:chOff x="-46422300" y="3936925"/>
            <a:chExt cx="320575" cy="302475"/>
          </a:xfrm>
        </p:grpSpPr>
        <p:sp>
          <p:nvSpPr>
            <p:cNvPr id="7923" name="Google Shape;7923;p63"/>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3"/>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63"/>
          <p:cNvGrpSpPr/>
          <p:nvPr/>
        </p:nvGrpSpPr>
        <p:grpSpPr>
          <a:xfrm>
            <a:off x="3952426" y="3178452"/>
            <a:ext cx="356205" cy="355258"/>
            <a:chOff x="-44914800" y="3560450"/>
            <a:chExt cx="300900" cy="300100"/>
          </a:xfrm>
        </p:grpSpPr>
        <p:sp>
          <p:nvSpPr>
            <p:cNvPr id="7926" name="Google Shape;7926;p63"/>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3"/>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3"/>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3"/>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3"/>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63"/>
          <p:cNvGrpSpPr/>
          <p:nvPr/>
        </p:nvGrpSpPr>
        <p:grpSpPr>
          <a:xfrm>
            <a:off x="1707478" y="1387086"/>
            <a:ext cx="354311" cy="354104"/>
            <a:chOff x="-49764975" y="3183375"/>
            <a:chExt cx="299300" cy="299125"/>
          </a:xfrm>
        </p:grpSpPr>
        <p:sp>
          <p:nvSpPr>
            <p:cNvPr id="7932" name="Google Shape;7932;p63"/>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3"/>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3"/>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3"/>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3"/>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3"/>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3"/>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3"/>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3"/>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63"/>
          <p:cNvGrpSpPr/>
          <p:nvPr/>
        </p:nvGrpSpPr>
        <p:grpSpPr>
          <a:xfrm>
            <a:off x="1707478" y="1822547"/>
            <a:ext cx="354311" cy="355909"/>
            <a:chOff x="-49764975" y="3551225"/>
            <a:chExt cx="299300" cy="300650"/>
          </a:xfrm>
        </p:grpSpPr>
        <p:sp>
          <p:nvSpPr>
            <p:cNvPr id="7942" name="Google Shape;7942;p63"/>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3"/>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3"/>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3"/>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3"/>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3"/>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3"/>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3"/>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3"/>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3"/>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3"/>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63"/>
          <p:cNvGrpSpPr/>
          <p:nvPr/>
        </p:nvGrpSpPr>
        <p:grpSpPr>
          <a:xfrm>
            <a:off x="1705140" y="2259310"/>
            <a:ext cx="358987" cy="355525"/>
            <a:chOff x="-49766550" y="3920175"/>
            <a:chExt cx="303250" cy="300325"/>
          </a:xfrm>
        </p:grpSpPr>
        <p:sp>
          <p:nvSpPr>
            <p:cNvPr id="7954" name="Google Shape;7954;p63"/>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3"/>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3"/>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3"/>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63"/>
          <p:cNvGrpSpPr/>
          <p:nvPr/>
        </p:nvGrpSpPr>
        <p:grpSpPr>
          <a:xfrm>
            <a:off x="3920671" y="1407358"/>
            <a:ext cx="357123" cy="354341"/>
            <a:chOff x="-47892800" y="3200500"/>
            <a:chExt cx="301675" cy="299325"/>
          </a:xfrm>
        </p:grpSpPr>
        <p:sp>
          <p:nvSpPr>
            <p:cNvPr id="7959" name="Google Shape;7959;p63"/>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3"/>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3"/>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3"/>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3"/>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3"/>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63"/>
          <p:cNvGrpSpPr/>
          <p:nvPr/>
        </p:nvGrpSpPr>
        <p:grpSpPr>
          <a:xfrm>
            <a:off x="3984537" y="1843707"/>
            <a:ext cx="229391" cy="355258"/>
            <a:chOff x="-47839250" y="3569100"/>
            <a:chExt cx="193775" cy="300100"/>
          </a:xfrm>
        </p:grpSpPr>
        <p:sp>
          <p:nvSpPr>
            <p:cNvPr id="7966" name="Google Shape;7966;p63"/>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3"/>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3"/>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3"/>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3"/>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3"/>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63"/>
          <p:cNvGrpSpPr/>
          <p:nvPr/>
        </p:nvGrpSpPr>
        <p:grpSpPr>
          <a:xfrm>
            <a:off x="3921603" y="2280056"/>
            <a:ext cx="355258" cy="356205"/>
            <a:chOff x="-47892800" y="3937700"/>
            <a:chExt cx="300100" cy="300900"/>
          </a:xfrm>
        </p:grpSpPr>
        <p:sp>
          <p:nvSpPr>
            <p:cNvPr id="7973" name="Google Shape;7973;p63"/>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3"/>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3"/>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3"/>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3"/>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3"/>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3"/>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3"/>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63"/>
          <p:cNvGrpSpPr/>
          <p:nvPr/>
        </p:nvGrpSpPr>
        <p:grpSpPr>
          <a:xfrm>
            <a:off x="2626898" y="2773770"/>
            <a:ext cx="355258" cy="311458"/>
            <a:chOff x="-46042675" y="3218600"/>
            <a:chExt cx="300100" cy="263100"/>
          </a:xfrm>
        </p:grpSpPr>
        <p:sp>
          <p:nvSpPr>
            <p:cNvPr id="7982" name="Google Shape;7982;p63"/>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3"/>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3"/>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3"/>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3"/>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3"/>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63"/>
          <p:cNvGrpSpPr/>
          <p:nvPr/>
        </p:nvGrpSpPr>
        <p:grpSpPr>
          <a:xfrm>
            <a:off x="2626898" y="3188219"/>
            <a:ext cx="355258" cy="323118"/>
            <a:chOff x="-46042675" y="3568700"/>
            <a:chExt cx="300100" cy="272950"/>
          </a:xfrm>
        </p:grpSpPr>
        <p:sp>
          <p:nvSpPr>
            <p:cNvPr id="7989" name="Google Shape;7989;p6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63"/>
          <p:cNvGrpSpPr/>
          <p:nvPr/>
        </p:nvGrpSpPr>
        <p:grpSpPr>
          <a:xfrm>
            <a:off x="2668849" y="3625189"/>
            <a:ext cx="271357" cy="356057"/>
            <a:chOff x="-46007225" y="3937825"/>
            <a:chExt cx="229225" cy="300775"/>
          </a:xfrm>
        </p:grpSpPr>
        <p:sp>
          <p:nvSpPr>
            <p:cNvPr id="7994" name="Google Shape;7994;p63"/>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3"/>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3"/>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3"/>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3"/>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3"/>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3"/>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3"/>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3"/>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3"/>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4" name="Google Shape;8004;p63"/>
          <p:cNvGrpSpPr/>
          <p:nvPr/>
        </p:nvGrpSpPr>
        <p:grpSpPr>
          <a:xfrm>
            <a:off x="3974341" y="3615275"/>
            <a:ext cx="312375" cy="357596"/>
            <a:chOff x="-44895900" y="3929450"/>
            <a:chExt cx="263875" cy="302075"/>
          </a:xfrm>
        </p:grpSpPr>
        <p:sp>
          <p:nvSpPr>
            <p:cNvPr id="8005" name="Google Shape;8005;p63"/>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3"/>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3"/>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3"/>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3"/>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3"/>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63"/>
          <p:cNvGrpSpPr/>
          <p:nvPr/>
        </p:nvGrpSpPr>
        <p:grpSpPr>
          <a:xfrm>
            <a:off x="2148160" y="1398036"/>
            <a:ext cx="356205" cy="332885"/>
            <a:chOff x="-49397175" y="3192625"/>
            <a:chExt cx="300900" cy="281200"/>
          </a:xfrm>
        </p:grpSpPr>
        <p:sp>
          <p:nvSpPr>
            <p:cNvPr id="8012" name="Google Shape;8012;p6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63"/>
          <p:cNvGrpSpPr/>
          <p:nvPr/>
        </p:nvGrpSpPr>
        <p:grpSpPr>
          <a:xfrm>
            <a:off x="2174263" y="1822251"/>
            <a:ext cx="304000" cy="356205"/>
            <a:chOff x="-49375900" y="3550975"/>
            <a:chExt cx="256800" cy="300900"/>
          </a:xfrm>
        </p:grpSpPr>
        <p:sp>
          <p:nvSpPr>
            <p:cNvPr id="8020" name="Google Shape;8020;p63"/>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3"/>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3"/>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3"/>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3"/>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3"/>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3"/>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3"/>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3"/>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3"/>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3"/>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63"/>
          <p:cNvGrpSpPr/>
          <p:nvPr/>
        </p:nvGrpSpPr>
        <p:grpSpPr>
          <a:xfrm>
            <a:off x="2169616" y="2259546"/>
            <a:ext cx="313293" cy="356205"/>
            <a:chOff x="-49378250" y="3920375"/>
            <a:chExt cx="264650" cy="300900"/>
          </a:xfrm>
        </p:grpSpPr>
        <p:sp>
          <p:nvSpPr>
            <p:cNvPr id="8032" name="Google Shape;8032;p63"/>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3"/>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3"/>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3"/>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3"/>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3"/>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3"/>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63"/>
          <p:cNvGrpSpPr/>
          <p:nvPr/>
        </p:nvGrpSpPr>
        <p:grpSpPr>
          <a:xfrm>
            <a:off x="888604" y="2752344"/>
            <a:ext cx="312375" cy="357123"/>
            <a:chOff x="-47505300" y="3200500"/>
            <a:chExt cx="263875" cy="301675"/>
          </a:xfrm>
        </p:grpSpPr>
        <p:sp>
          <p:nvSpPr>
            <p:cNvPr id="8040" name="Google Shape;8040;p63"/>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3"/>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3"/>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3"/>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3"/>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3"/>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3"/>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3"/>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3"/>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3"/>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3"/>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3"/>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3"/>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63"/>
          <p:cNvGrpSpPr/>
          <p:nvPr/>
        </p:nvGrpSpPr>
        <p:grpSpPr>
          <a:xfrm>
            <a:off x="866704" y="3188692"/>
            <a:ext cx="356176" cy="355051"/>
            <a:chOff x="-47524975" y="3569100"/>
            <a:chExt cx="300875" cy="299925"/>
          </a:xfrm>
        </p:grpSpPr>
        <p:sp>
          <p:nvSpPr>
            <p:cNvPr id="8054" name="Google Shape;8054;p63"/>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3"/>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3"/>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3"/>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3"/>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63"/>
          <p:cNvGrpSpPr/>
          <p:nvPr/>
        </p:nvGrpSpPr>
        <p:grpSpPr>
          <a:xfrm>
            <a:off x="867162" y="3667954"/>
            <a:ext cx="355258" cy="270410"/>
            <a:chOff x="-47523400" y="3973950"/>
            <a:chExt cx="300100" cy="228425"/>
          </a:xfrm>
        </p:grpSpPr>
        <p:sp>
          <p:nvSpPr>
            <p:cNvPr id="8060" name="Google Shape;8060;p63"/>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3"/>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3"/>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3"/>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3"/>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63"/>
          <p:cNvGrpSpPr/>
          <p:nvPr/>
        </p:nvGrpSpPr>
        <p:grpSpPr>
          <a:xfrm>
            <a:off x="3072283" y="2750953"/>
            <a:ext cx="354341" cy="357596"/>
            <a:chOff x="-45673275" y="3199325"/>
            <a:chExt cx="299325" cy="302075"/>
          </a:xfrm>
        </p:grpSpPr>
        <p:sp>
          <p:nvSpPr>
            <p:cNvPr id="8066" name="Google Shape;8066;p63"/>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3"/>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3"/>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63"/>
          <p:cNvGrpSpPr/>
          <p:nvPr/>
        </p:nvGrpSpPr>
        <p:grpSpPr>
          <a:xfrm>
            <a:off x="3071351" y="3209202"/>
            <a:ext cx="356205" cy="314240"/>
            <a:chOff x="-45674075" y="3586425"/>
            <a:chExt cx="300900" cy="265450"/>
          </a:xfrm>
        </p:grpSpPr>
        <p:sp>
          <p:nvSpPr>
            <p:cNvPr id="8070" name="Google Shape;8070;p63"/>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3"/>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63"/>
          <p:cNvGrpSpPr/>
          <p:nvPr/>
        </p:nvGrpSpPr>
        <p:grpSpPr>
          <a:xfrm>
            <a:off x="3072283" y="3625041"/>
            <a:ext cx="354341" cy="356205"/>
            <a:chOff x="-45673275" y="3937700"/>
            <a:chExt cx="299325" cy="300900"/>
          </a:xfrm>
        </p:grpSpPr>
        <p:sp>
          <p:nvSpPr>
            <p:cNvPr id="8073" name="Google Shape;8073;p63"/>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3"/>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3"/>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3"/>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3"/>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3"/>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63"/>
          <p:cNvGrpSpPr/>
          <p:nvPr/>
        </p:nvGrpSpPr>
        <p:grpSpPr>
          <a:xfrm>
            <a:off x="2186449" y="4117825"/>
            <a:ext cx="356205" cy="356205"/>
            <a:chOff x="-44512325" y="3176075"/>
            <a:chExt cx="300900" cy="300900"/>
          </a:xfrm>
        </p:grpSpPr>
        <p:sp>
          <p:nvSpPr>
            <p:cNvPr id="8080" name="Google Shape;8080;p63"/>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3"/>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3"/>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63"/>
          <p:cNvGrpSpPr/>
          <p:nvPr/>
        </p:nvGrpSpPr>
        <p:grpSpPr>
          <a:xfrm>
            <a:off x="2589789" y="1386849"/>
            <a:ext cx="354341" cy="354341"/>
            <a:chOff x="-49027775" y="3183175"/>
            <a:chExt cx="299325" cy="299325"/>
          </a:xfrm>
        </p:grpSpPr>
        <p:sp>
          <p:nvSpPr>
            <p:cNvPr id="8084" name="Google Shape;8084;p63"/>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3"/>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3"/>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3"/>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63"/>
          <p:cNvGrpSpPr/>
          <p:nvPr/>
        </p:nvGrpSpPr>
        <p:grpSpPr>
          <a:xfrm>
            <a:off x="2589330" y="1822251"/>
            <a:ext cx="355258" cy="357152"/>
            <a:chOff x="-49027775" y="3550975"/>
            <a:chExt cx="300100" cy="301700"/>
          </a:xfrm>
        </p:grpSpPr>
        <p:sp>
          <p:nvSpPr>
            <p:cNvPr id="8089" name="Google Shape;8089;p63"/>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3"/>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3"/>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3"/>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3"/>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3"/>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3"/>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3"/>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3"/>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3"/>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63"/>
          <p:cNvGrpSpPr/>
          <p:nvPr/>
        </p:nvGrpSpPr>
        <p:grpSpPr>
          <a:xfrm>
            <a:off x="2587406" y="2259310"/>
            <a:ext cx="359106" cy="355525"/>
            <a:chOff x="-49031025" y="3920175"/>
            <a:chExt cx="303350" cy="300325"/>
          </a:xfrm>
        </p:grpSpPr>
        <p:sp>
          <p:nvSpPr>
            <p:cNvPr id="8100" name="Google Shape;8100;p63"/>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3"/>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3"/>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3"/>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3"/>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3"/>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63"/>
          <p:cNvGrpSpPr/>
          <p:nvPr/>
        </p:nvGrpSpPr>
        <p:grpSpPr>
          <a:xfrm>
            <a:off x="1303511" y="2752344"/>
            <a:ext cx="356176" cy="354341"/>
            <a:chOff x="-47155575" y="3200500"/>
            <a:chExt cx="300875" cy="299325"/>
          </a:xfrm>
        </p:grpSpPr>
        <p:sp>
          <p:nvSpPr>
            <p:cNvPr id="8107" name="Google Shape;8107;p63"/>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3"/>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3"/>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3"/>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3"/>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3"/>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63"/>
          <p:cNvGrpSpPr/>
          <p:nvPr/>
        </p:nvGrpSpPr>
        <p:grpSpPr>
          <a:xfrm>
            <a:off x="1303970" y="3188692"/>
            <a:ext cx="355258" cy="355258"/>
            <a:chOff x="-47154800" y="3569100"/>
            <a:chExt cx="300100" cy="300100"/>
          </a:xfrm>
        </p:grpSpPr>
        <p:sp>
          <p:nvSpPr>
            <p:cNvPr id="8114" name="Google Shape;8114;p63"/>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3"/>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3"/>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3"/>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3"/>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3"/>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63"/>
          <p:cNvGrpSpPr/>
          <p:nvPr/>
        </p:nvGrpSpPr>
        <p:grpSpPr>
          <a:xfrm>
            <a:off x="1304443" y="3626905"/>
            <a:ext cx="354311" cy="353423"/>
            <a:chOff x="-47154000" y="3939275"/>
            <a:chExt cx="299300" cy="298550"/>
          </a:xfrm>
        </p:grpSpPr>
        <p:sp>
          <p:nvSpPr>
            <p:cNvPr id="8121" name="Google Shape;8121;p63"/>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3"/>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3"/>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3"/>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63"/>
          <p:cNvGrpSpPr/>
          <p:nvPr/>
        </p:nvGrpSpPr>
        <p:grpSpPr>
          <a:xfrm>
            <a:off x="3529733" y="2752344"/>
            <a:ext cx="312375" cy="354341"/>
            <a:chOff x="-45286550" y="3200500"/>
            <a:chExt cx="263875" cy="299325"/>
          </a:xfrm>
        </p:grpSpPr>
        <p:sp>
          <p:nvSpPr>
            <p:cNvPr id="8126" name="Google Shape;8126;p63"/>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3"/>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3"/>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63"/>
          <p:cNvGrpSpPr/>
          <p:nvPr/>
        </p:nvGrpSpPr>
        <p:grpSpPr>
          <a:xfrm>
            <a:off x="3529733" y="3189639"/>
            <a:ext cx="312375" cy="354311"/>
            <a:chOff x="-45286550" y="3569900"/>
            <a:chExt cx="263875" cy="299300"/>
          </a:xfrm>
        </p:grpSpPr>
        <p:sp>
          <p:nvSpPr>
            <p:cNvPr id="8130" name="Google Shape;8130;p63"/>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3"/>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3"/>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3"/>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3"/>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3"/>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63"/>
          <p:cNvGrpSpPr/>
          <p:nvPr/>
        </p:nvGrpSpPr>
        <p:grpSpPr>
          <a:xfrm>
            <a:off x="3540920" y="3625988"/>
            <a:ext cx="290001" cy="355258"/>
            <a:chOff x="-45277900" y="3938500"/>
            <a:chExt cx="244975" cy="300100"/>
          </a:xfrm>
        </p:grpSpPr>
        <p:sp>
          <p:nvSpPr>
            <p:cNvPr id="8137" name="Google Shape;8137;p63"/>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3"/>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3"/>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3"/>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63"/>
          <p:cNvGrpSpPr/>
          <p:nvPr/>
        </p:nvGrpSpPr>
        <p:grpSpPr>
          <a:xfrm>
            <a:off x="2626869" y="4095090"/>
            <a:ext cx="355258" cy="355258"/>
            <a:chOff x="-44502875" y="3576975"/>
            <a:chExt cx="300100" cy="300100"/>
          </a:xfrm>
        </p:grpSpPr>
        <p:sp>
          <p:nvSpPr>
            <p:cNvPr id="8142" name="Google Shape;8142;p63"/>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3"/>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3"/>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63"/>
          <p:cNvGrpSpPr/>
          <p:nvPr/>
        </p:nvGrpSpPr>
        <p:grpSpPr>
          <a:xfrm>
            <a:off x="4835456" y="1828361"/>
            <a:ext cx="356196" cy="354670"/>
            <a:chOff x="-13946200" y="3647075"/>
            <a:chExt cx="353650" cy="352100"/>
          </a:xfrm>
        </p:grpSpPr>
        <p:sp>
          <p:nvSpPr>
            <p:cNvPr id="8146" name="Google Shape;8146;p6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63"/>
          <p:cNvGrpSpPr/>
          <p:nvPr/>
        </p:nvGrpSpPr>
        <p:grpSpPr>
          <a:xfrm>
            <a:off x="6618849" y="1387844"/>
            <a:ext cx="357002" cy="354267"/>
            <a:chOff x="-12163025" y="3214275"/>
            <a:chExt cx="354450" cy="351700"/>
          </a:xfrm>
        </p:grpSpPr>
        <p:sp>
          <p:nvSpPr>
            <p:cNvPr id="8153" name="Google Shape;8153;p6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63"/>
          <p:cNvGrpSpPr/>
          <p:nvPr/>
        </p:nvGrpSpPr>
        <p:grpSpPr>
          <a:xfrm>
            <a:off x="6619629" y="1827581"/>
            <a:ext cx="355441" cy="356232"/>
            <a:chOff x="-12160675" y="3647875"/>
            <a:chExt cx="352900" cy="353650"/>
          </a:xfrm>
        </p:grpSpPr>
        <p:sp>
          <p:nvSpPr>
            <p:cNvPr id="8157" name="Google Shape;8157;p6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63"/>
          <p:cNvGrpSpPr/>
          <p:nvPr/>
        </p:nvGrpSpPr>
        <p:grpSpPr>
          <a:xfrm>
            <a:off x="6630345" y="2272036"/>
            <a:ext cx="354635" cy="356232"/>
            <a:chOff x="-12160675" y="4081850"/>
            <a:chExt cx="352100" cy="353650"/>
          </a:xfrm>
        </p:grpSpPr>
        <p:sp>
          <p:nvSpPr>
            <p:cNvPr id="8165" name="Google Shape;8165;p6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63"/>
          <p:cNvGrpSpPr/>
          <p:nvPr/>
        </p:nvGrpSpPr>
        <p:grpSpPr>
          <a:xfrm>
            <a:off x="4835311" y="2746480"/>
            <a:ext cx="355416" cy="355652"/>
            <a:chOff x="-10391650" y="3180600"/>
            <a:chExt cx="352875" cy="353075"/>
          </a:xfrm>
        </p:grpSpPr>
        <p:sp>
          <p:nvSpPr>
            <p:cNvPr id="8172" name="Google Shape;8172;p6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63"/>
          <p:cNvGrpSpPr/>
          <p:nvPr/>
        </p:nvGrpSpPr>
        <p:grpSpPr>
          <a:xfrm>
            <a:off x="4835310" y="3223278"/>
            <a:ext cx="354635" cy="353890"/>
            <a:chOff x="-10390875" y="3616350"/>
            <a:chExt cx="352100" cy="351325"/>
          </a:xfrm>
        </p:grpSpPr>
        <p:sp>
          <p:nvSpPr>
            <p:cNvPr id="8179" name="Google Shape;8179;p6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63"/>
          <p:cNvGrpSpPr/>
          <p:nvPr/>
        </p:nvGrpSpPr>
        <p:grpSpPr>
          <a:xfrm>
            <a:off x="7502285" y="2747943"/>
            <a:ext cx="312585" cy="354670"/>
            <a:chOff x="-10370400" y="4049550"/>
            <a:chExt cx="310350" cy="352100"/>
          </a:xfrm>
        </p:grpSpPr>
        <p:sp>
          <p:nvSpPr>
            <p:cNvPr id="8183" name="Google Shape;8183;p6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63"/>
          <p:cNvGrpSpPr/>
          <p:nvPr/>
        </p:nvGrpSpPr>
        <p:grpSpPr>
          <a:xfrm>
            <a:off x="6606541" y="2746884"/>
            <a:ext cx="379236" cy="354847"/>
            <a:chOff x="-8674650" y="3210975"/>
            <a:chExt cx="376525" cy="352275"/>
          </a:xfrm>
        </p:grpSpPr>
        <p:sp>
          <p:nvSpPr>
            <p:cNvPr id="8189" name="Google Shape;8189;p6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63"/>
          <p:cNvGrpSpPr/>
          <p:nvPr/>
        </p:nvGrpSpPr>
        <p:grpSpPr>
          <a:xfrm>
            <a:off x="5278038" y="1828361"/>
            <a:ext cx="356221" cy="354670"/>
            <a:chOff x="-13512225" y="3647075"/>
            <a:chExt cx="353675" cy="352100"/>
          </a:xfrm>
        </p:grpSpPr>
        <p:sp>
          <p:nvSpPr>
            <p:cNvPr id="8196" name="Google Shape;8196;p6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63"/>
          <p:cNvGrpSpPr/>
          <p:nvPr/>
        </p:nvGrpSpPr>
        <p:grpSpPr>
          <a:xfrm>
            <a:off x="5288351" y="2272427"/>
            <a:ext cx="356221" cy="355451"/>
            <a:chOff x="-13512225" y="4080275"/>
            <a:chExt cx="353675" cy="352875"/>
          </a:xfrm>
        </p:grpSpPr>
        <p:sp>
          <p:nvSpPr>
            <p:cNvPr id="8207" name="Google Shape;8207;p6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63"/>
          <p:cNvGrpSpPr/>
          <p:nvPr/>
        </p:nvGrpSpPr>
        <p:grpSpPr>
          <a:xfrm>
            <a:off x="7061431" y="1419788"/>
            <a:ext cx="356196" cy="290379"/>
            <a:chOff x="-11728250" y="3245400"/>
            <a:chExt cx="353650" cy="288275"/>
          </a:xfrm>
        </p:grpSpPr>
        <p:sp>
          <p:nvSpPr>
            <p:cNvPr id="8219" name="Google Shape;8219;p6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63"/>
          <p:cNvGrpSpPr/>
          <p:nvPr/>
        </p:nvGrpSpPr>
        <p:grpSpPr>
          <a:xfrm>
            <a:off x="7093939" y="2272427"/>
            <a:ext cx="311804" cy="355451"/>
            <a:chOff x="-11703850" y="4081850"/>
            <a:chExt cx="309575" cy="352875"/>
          </a:xfrm>
        </p:grpSpPr>
        <p:sp>
          <p:nvSpPr>
            <p:cNvPr id="8225" name="Google Shape;8225;p6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63"/>
          <p:cNvGrpSpPr/>
          <p:nvPr/>
        </p:nvGrpSpPr>
        <p:grpSpPr>
          <a:xfrm>
            <a:off x="5282595" y="2746580"/>
            <a:ext cx="357002" cy="355451"/>
            <a:chOff x="-9958475" y="3180025"/>
            <a:chExt cx="354450" cy="352875"/>
          </a:xfrm>
        </p:grpSpPr>
        <p:sp>
          <p:nvSpPr>
            <p:cNvPr id="8234" name="Google Shape;8234;p6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63"/>
          <p:cNvGrpSpPr/>
          <p:nvPr/>
        </p:nvGrpSpPr>
        <p:grpSpPr>
          <a:xfrm>
            <a:off x="5291722" y="3222561"/>
            <a:ext cx="337966" cy="355325"/>
            <a:chOff x="-9949025" y="3615575"/>
            <a:chExt cx="335550" cy="352750"/>
          </a:xfrm>
        </p:grpSpPr>
        <p:sp>
          <p:nvSpPr>
            <p:cNvPr id="8238" name="Google Shape;8238;p6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63"/>
          <p:cNvGrpSpPr/>
          <p:nvPr/>
        </p:nvGrpSpPr>
        <p:grpSpPr>
          <a:xfrm>
            <a:off x="7926568" y="2746067"/>
            <a:ext cx="360175" cy="358423"/>
            <a:chOff x="-9961625" y="4048175"/>
            <a:chExt cx="357600" cy="355825"/>
          </a:xfrm>
        </p:grpSpPr>
        <p:sp>
          <p:nvSpPr>
            <p:cNvPr id="8242" name="Google Shape;8242;p6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63"/>
          <p:cNvGrpSpPr/>
          <p:nvPr/>
        </p:nvGrpSpPr>
        <p:grpSpPr>
          <a:xfrm>
            <a:off x="6613289" y="3221579"/>
            <a:ext cx="364959" cy="357289"/>
            <a:chOff x="-8680950" y="3624225"/>
            <a:chExt cx="362350" cy="354700"/>
          </a:xfrm>
        </p:grpSpPr>
        <p:sp>
          <p:nvSpPr>
            <p:cNvPr id="8249" name="Google Shape;8249;p6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63"/>
          <p:cNvGrpSpPr/>
          <p:nvPr/>
        </p:nvGrpSpPr>
        <p:grpSpPr>
          <a:xfrm>
            <a:off x="5749533" y="1387239"/>
            <a:ext cx="313365" cy="355476"/>
            <a:chOff x="-13056975" y="3212300"/>
            <a:chExt cx="311125" cy="352900"/>
          </a:xfrm>
        </p:grpSpPr>
        <p:sp>
          <p:nvSpPr>
            <p:cNvPr id="8256" name="Google Shape;8256;p6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63"/>
          <p:cNvGrpSpPr/>
          <p:nvPr/>
        </p:nvGrpSpPr>
        <p:grpSpPr>
          <a:xfrm>
            <a:off x="5726921" y="1828034"/>
            <a:ext cx="358588" cy="355325"/>
            <a:chOff x="-13077450" y="3647075"/>
            <a:chExt cx="356025" cy="352750"/>
          </a:xfrm>
        </p:grpSpPr>
        <p:sp>
          <p:nvSpPr>
            <p:cNvPr id="8261" name="Google Shape;8261;p6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63"/>
          <p:cNvGrpSpPr/>
          <p:nvPr/>
        </p:nvGrpSpPr>
        <p:grpSpPr>
          <a:xfrm>
            <a:off x="5738027" y="2271633"/>
            <a:ext cx="357002" cy="357037"/>
            <a:chOff x="-13079025" y="4079475"/>
            <a:chExt cx="354450" cy="354450"/>
          </a:xfrm>
        </p:grpSpPr>
        <p:sp>
          <p:nvSpPr>
            <p:cNvPr id="8265" name="Google Shape;8265;p6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63"/>
          <p:cNvGrpSpPr/>
          <p:nvPr/>
        </p:nvGrpSpPr>
        <p:grpSpPr>
          <a:xfrm>
            <a:off x="7511094" y="1387642"/>
            <a:ext cx="356221" cy="354670"/>
            <a:chOff x="-11292700" y="3213875"/>
            <a:chExt cx="353675" cy="352100"/>
          </a:xfrm>
        </p:grpSpPr>
        <p:sp>
          <p:nvSpPr>
            <p:cNvPr id="8270" name="Google Shape;8270;p6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63"/>
          <p:cNvGrpSpPr/>
          <p:nvPr/>
        </p:nvGrpSpPr>
        <p:grpSpPr>
          <a:xfrm>
            <a:off x="7505152" y="1827581"/>
            <a:ext cx="368106" cy="356232"/>
            <a:chOff x="-11299000" y="3647875"/>
            <a:chExt cx="365475" cy="353650"/>
          </a:xfrm>
        </p:grpSpPr>
        <p:sp>
          <p:nvSpPr>
            <p:cNvPr id="8278" name="Google Shape;8278;p6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63"/>
          <p:cNvGrpSpPr/>
          <p:nvPr/>
        </p:nvGrpSpPr>
        <p:grpSpPr>
          <a:xfrm>
            <a:off x="7520614" y="2283532"/>
            <a:ext cx="357808" cy="333240"/>
            <a:chOff x="-11295075" y="4092875"/>
            <a:chExt cx="355250" cy="330825"/>
          </a:xfrm>
        </p:grpSpPr>
        <p:sp>
          <p:nvSpPr>
            <p:cNvPr id="8285" name="Google Shape;8285;p6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63"/>
          <p:cNvGrpSpPr/>
          <p:nvPr/>
        </p:nvGrpSpPr>
        <p:grpSpPr>
          <a:xfrm>
            <a:off x="5746214" y="2746580"/>
            <a:ext cx="312585" cy="355451"/>
            <a:chOff x="-9500075" y="3180800"/>
            <a:chExt cx="310350" cy="352875"/>
          </a:xfrm>
        </p:grpSpPr>
        <p:sp>
          <p:nvSpPr>
            <p:cNvPr id="8291" name="Google Shape;8291;p6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63"/>
          <p:cNvGrpSpPr/>
          <p:nvPr/>
        </p:nvGrpSpPr>
        <p:grpSpPr>
          <a:xfrm>
            <a:off x="5724005" y="3222095"/>
            <a:ext cx="356221" cy="356257"/>
            <a:chOff x="-9523700" y="3614000"/>
            <a:chExt cx="353675" cy="353675"/>
          </a:xfrm>
        </p:grpSpPr>
        <p:sp>
          <p:nvSpPr>
            <p:cNvPr id="8301" name="Google Shape;8301;p6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63"/>
          <p:cNvGrpSpPr/>
          <p:nvPr/>
        </p:nvGrpSpPr>
        <p:grpSpPr>
          <a:xfrm>
            <a:off x="7508956" y="3244737"/>
            <a:ext cx="356221" cy="354670"/>
            <a:chOff x="-9523700" y="4049550"/>
            <a:chExt cx="353675" cy="352100"/>
          </a:xfrm>
        </p:grpSpPr>
        <p:sp>
          <p:nvSpPr>
            <p:cNvPr id="8311" name="Google Shape;8311;p6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63"/>
          <p:cNvGrpSpPr/>
          <p:nvPr/>
        </p:nvGrpSpPr>
        <p:grpSpPr>
          <a:xfrm>
            <a:off x="7065071" y="3244710"/>
            <a:ext cx="357002" cy="311029"/>
            <a:chOff x="-8209150" y="3659675"/>
            <a:chExt cx="354450" cy="308775"/>
          </a:xfrm>
        </p:grpSpPr>
        <p:sp>
          <p:nvSpPr>
            <p:cNvPr id="8319" name="Google Shape;8319;p6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63"/>
          <p:cNvGrpSpPr/>
          <p:nvPr/>
        </p:nvGrpSpPr>
        <p:grpSpPr>
          <a:xfrm>
            <a:off x="6178632" y="2273623"/>
            <a:ext cx="356221" cy="353059"/>
            <a:chOff x="-12643475" y="4081850"/>
            <a:chExt cx="353675" cy="350500"/>
          </a:xfrm>
        </p:grpSpPr>
        <p:sp>
          <p:nvSpPr>
            <p:cNvPr id="8326" name="Google Shape;8326;p6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0" name="Google Shape;8330;p63"/>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1" name="Google Shape;8331;p63"/>
          <p:cNvGrpSpPr/>
          <p:nvPr/>
        </p:nvGrpSpPr>
        <p:grpSpPr>
          <a:xfrm>
            <a:off x="7961232" y="2283532"/>
            <a:ext cx="356221" cy="333240"/>
            <a:chOff x="-10858725" y="4092875"/>
            <a:chExt cx="353675" cy="330825"/>
          </a:xfrm>
        </p:grpSpPr>
        <p:sp>
          <p:nvSpPr>
            <p:cNvPr id="8332" name="Google Shape;8332;p6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63"/>
          <p:cNvGrpSpPr/>
          <p:nvPr/>
        </p:nvGrpSpPr>
        <p:grpSpPr>
          <a:xfrm>
            <a:off x="6219755" y="3222498"/>
            <a:ext cx="252278" cy="355451"/>
            <a:chOff x="-9039300" y="3614000"/>
            <a:chExt cx="250475" cy="352875"/>
          </a:xfrm>
        </p:grpSpPr>
        <p:sp>
          <p:nvSpPr>
            <p:cNvPr id="8339" name="Google Shape;8339;p6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63"/>
          <p:cNvGrpSpPr/>
          <p:nvPr/>
        </p:nvGrpSpPr>
        <p:grpSpPr>
          <a:xfrm>
            <a:off x="7951721" y="3244737"/>
            <a:ext cx="354635" cy="354670"/>
            <a:chOff x="-9088150" y="4049550"/>
            <a:chExt cx="352100" cy="352100"/>
          </a:xfrm>
        </p:grpSpPr>
        <p:sp>
          <p:nvSpPr>
            <p:cNvPr id="8342" name="Google Shape;8342;p6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63"/>
          <p:cNvGrpSpPr/>
          <p:nvPr/>
        </p:nvGrpSpPr>
        <p:grpSpPr>
          <a:xfrm>
            <a:off x="7086085" y="2746970"/>
            <a:ext cx="315757" cy="354670"/>
            <a:chOff x="-8191825" y="3174500"/>
            <a:chExt cx="313500" cy="352100"/>
          </a:xfrm>
        </p:grpSpPr>
        <p:sp>
          <p:nvSpPr>
            <p:cNvPr id="8349" name="Google Shape;8349;p6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63"/>
          <p:cNvGrpSpPr/>
          <p:nvPr/>
        </p:nvGrpSpPr>
        <p:grpSpPr>
          <a:xfrm>
            <a:off x="4835443" y="1387491"/>
            <a:ext cx="356221" cy="354973"/>
            <a:chOff x="-13947000" y="3212800"/>
            <a:chExt cx="353675" cy="352400"/>
          </a:xfrm>
        </p:grpSpPr>
        <p:sp>
          <p:nvSpPr>
            <p:cNvPr id="8353" name="Google Shape;8353;p6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5" name="Google Shape;8355;p63"/>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6" name="Google Shape;8356;p63"/>
          <p:cNvGrpSpPr/>
          <p:nvPr/>
        </p:nvGrpSpPr>
        <p:grpSpPr>
          <a:xfrm>
            <a:off x="5278038" y="1386849"/>
            <a:ext cx="356221" cy="356257"/>
            <a:chOff x="-13512225" y="3211525"/>
            <a:chExt cx="353675" cy="353675"/>
          </a:xfrm>
        </p:grpSpPr>
        <p:sp>
          <p:nvSpPr>
            <p:cNvPr id="8357" name="Google Shape;8357;p6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63"/>
          <p:cNvGrpSpPr/>
          <p:nvPr/>
        </p:nvGrpSpPr>
        <p:grpSpPr>
          <a:xfrm>
            <a:off x="6168320" y="1387239"/>
            <a:ext cx="356221" cy="355476"/>
            <a:chOff x="-12643475" y="3212300"/>
            <a:chExt cx="353675" cy="352900"/>
          </a:xfrm>
        </p:grpSpPr>
        <p:sp>
          <p:nvSpPr>
            <p:cNvPr id="8363" name="Google Shape;8363;p6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63"/>
          <p:cNvGrpSpPr/>
          <p:nvPr/>
        </p:nvGrpSpPr>
        <p:grpSpPr>
          <a:xfrm>
            <a:off x="6168320" y="1839013"/>
            <a:ext cx="356221" cy="333366"/>
            <a:chOff x="-12643475" y="3657325"/>
            <a:chExt cx="353675" cy="330950"/>
          </a:xfrm>
        </p:grpSpPr>
        <p:sp>
          <p:nvSpPr>
            <p:cNvPr id="8373" name="Google Shape;8373;p6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63"/>
          <p:cNvGrpSpPr/>
          <p:nvPr/>
        </p:nvGrpSpPr>
        <p:grpSpPr>
          <a:xfrm>
            <a:off x="7951322" y="1387642"/>
            <a:ext cx="355416" cy="354670"/>
            <a:chOff x="-10857925" y="3213875"/>
            <a:chExt cx="352875" cy="352100"/>
          </a:xfrm>
        </p:grpSpPr>
        <p:sp>
          <p:nvSpPr>
            <p:cNvPr id="8380" name="Google Shape;8380;p6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63"/>
          <p:cNvGrpSpPr/>
          <p:nvPr/>
        </p:nvGrpSpPr>
        <p:grpSpPr>
          <a:xfrm>
            <a:off x="6168237" y="2747071"/>
            <a:ext cx="356096" cy="354469"/>
            <a:chOff x="-9089725" y="3180200"/>
            <a:chExt cx="353550" cy="351900"/>
          </a:xfrm>
        </p:grpSpPr>
        <p:sp>
          <p:nvSpPr>
            <p:cNvPr id="8391" name="Google Shape;8391;p6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63"/>
          <p:cNvGrpSpPr/>
          <p:nvPr/>
        </p:nvGrpSpPr>
        <p:grpSpPr>
          <a:xfrm>
            <a:off x="7060235" y="1826875"/>
            <a:ext cx="358588" cy="357642"/>
            <a:chOff x="7083760" y="1971660"/>
            <a:chExt cx="358588" cy="357642"/>
          </a:xfrm>
        </p:grpSpPr>
        <p:sp>
          <p:nvSpPr>
            <p:cNvPr id="8394" name="Google Shape;8394;p63"/>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3"/>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3"/>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3"/>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3"/>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3"/>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3"/>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3"/>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3"/>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3"/>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3"/>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3"/>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6" name="Google Shape;8406;p6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407" name="Google Shape;8407;p6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11" name="Shape 8411"/>
        <p:cNvGrpSpPr/>
        <p:nvPr/>
      </p:nvGrpSpPr>
      <p:grpSpPr>
        <a:xfrm>
          <a:off x="0" y="0"/>
          <a:ext cx="0" cy="0"/>
          <a:chOff x="0" y="0"/>
          <a:chExt cx="0" cy="0"/>
        </a:xfrm>
      </p:grpSpPr>
      <p:sp>
        <p:nvSpPr>
          <p:cNvPr id="8412" name="Google Shape;8412;p64"/>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3" name="Google Shape;8413;p64"/>
          <p:cNvGrpSpPr/>
          <p:nvPr/>
        </p:nvGrpSpPr>
        <p:grpSpPr>
          <a:xfrm>
            <a:off x="719610" y="2243507"/>
            <a:ext cx="452798" cy="449473"/>
            <a:chOff x="-21322300" y="3693325"/>
            <a:chExt cx="306400" cy="304150"/>
          </a:xfrm>
        </p:grpSpPr>
        <p:sp>
          <p:nvSpPr>
            <p:cNvPr id="8414" name="Google Shape;8414;p64"/>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4"/>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4"/>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4"/>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64"/>
          <p:cNvGrpSpPr/>
          <p:nvPr/>
        </p:nvGrpSpPr>
        <p:grpSpPr>
          <a:xfrm>
            <a:off x="719019" y="2810244"/>
            <a:ext cx="453980" cy="422540"/>
            <a:chOff x="-21322300" y="4077125"/>
            <a:chExt cx="307200" cy="285925"/>
          </a:xfrm>
        </p:grpSpPr>
        <p:sp>
          <p:nvSpPr>
            <p:cNvPr id="8419" name="Google Shape;8419;p64"/>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4"/>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4"/>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4"/>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4"/>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4"/>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4"/>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4"/>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4"/>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4"/>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4"/>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4"/>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64"/>
          <p:cNvGrpSpPr/>
          <p:nvPr/>
        </p:nvGrpSpPr>
        <p:grpSpPr>
          <a:xfrm>
            <a:off x="3496195" y="1689128"/>
            <a:ext cx="451653" cy="450212"/>
            <a:chOff x="-19394200" y="3333800"/>
            <a:chExt cx="305625" cy="304650"/>
          </a:xfrm>
        </p:grpSpPr>
        <p:sp>
          <p:nvSpPr>
            <p:cNvPr id="8432" name="Google Shape;8432;p64"/>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4"/>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4"/>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4"/>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4"/>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4"/>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4"/>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4"/>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4"/>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64"/>
          <p:cNvGrpSpPr/>
          <p:nvPr/>
        </p:nvGrpSpPr>
        <p:grpSpPr>
          <a:xfrm>
            <a:off x="3495032" y="2243580"/>
            <a:ext cx="453980" cy="449325"/>
            <a:chOff x="-19396575" y="3708500"/>
            <a:chExt cx="307200" cy="304050"/>
          </a:xfrm>
        </p:grpSpPr>
        <p:sp>
          <p:nvSpPr>
            <p:cNvPr id="8442" name="Google Shape;8442;p64"/>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4"/>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4"/>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64"/>
          <p:cNvGrpSpPr/>
          <p:nvPr/>
        </p:nvGrpSpPr>
        <p:grpSpPr>
          <a:xfrm>
            <a:off x="3489212" y="2796461"/>
            <a:ext cx="465618" cy="450101"/>
            <a:chOff x="-19394200" y="4084200"/>
            <a:chExt cx="315075" cy="304575"/>
          </a:xfrm>
        </p:grpSpPr>
        <p:sp>
          <p:nvSpPr>
            <p:cNvPr id="8446" name="Google Shape;8446;p64"/>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4"/>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4"/>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4"/>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4"/>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4"/>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64"/>
          <p:cNvGrpSpPr/>
          <p:nvPr/>
        </p:nvGrpSpPr>
        <p:grpSpPr>
          <a:xfrm>
            <a:off x="6294923" y="1689001"/>
            <a:ext cx="400447" cy="450470"/>
            <a:chOff x="-17526750" y="3309200"/>
            <a:chExt cx="270975" cy="304825"/>
          </a:xfrm>
        </p:grpSpPr>
        <p:sp>
          <p:nvSpPr>
            <p:cNvPr id="8453" name="Google Shape;8453;p64"/>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4"/>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4"/>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4"/>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4"/>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64"/>
          <p:cNvGrpSpPr/>
          <p:nvPr/>
        </p:nvGrpSpPr>
        <p:grpSpPr>
          <a:xfrm>
            <a:off x="6271075" y="2244173"/>
            <a:ext cx="448143" cy="448143"/>
            <a:chOff x="-17542500" y="3684100"/>
            <a:chExt cx="303250" cy="303250"/>
          </a:xfrm>
        </p:grpSpPr>
        <p:sp>
          <p:nvSpPr>
            <p:cNvPr id="8459" name="Google Shape;8459;p64"/>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4"/>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4"/>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4"/>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4"/>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4"/>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4"/>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64"/>
          <p:cNvGrpSpPr/>
          <p:nvPr/>
        </p:nvGrpSpPr>
        <p:grpSpPr>
          <a:xfrm>
            <a:off x="6270484" y="2810817"/>
            <a:ext cx="449325" cy="421395"/>
            <a:chOff x="-17542500" y="4068450"/>
            <a:chExt cx="304050" cy="285150"/>
          </a:xfrm>
        </p:grpSpPr>
        <p:sp>
          <p:nvSpPr>
            <p:cNvPr id="8467" name="Google Shape;8467;p64"/>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4"/>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4"/>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4"/>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4"/>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4"/>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64"/>
          <p:cNvGrpSpPr/>
          <p:nvPr/>
        </p:nvGrpSpPr>
        <p:grpSpPr>
          <a:xfrm>
            <a:off x="3500906" y="3342211"/>
            <a:ext cx="343404" cy="449325"/>
            <a:chOff x="-15652200" y="3335975"/>
            <a:chExt cx="232375" cy="304050"/>
          </a:xfrm>
        </p:grpSpPr>
        <p:sp>
          <p:nvSpPr>
            <p:cNvPr id="8474" name="Google Shape;8474;p64"/>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4"/>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4"/>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4"/>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4"/>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4"/>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4"/>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4"/>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4"/>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64"/>
          <p:cNvGrpSpPr/>
          <p:nvPr/>
        </p:nvGrpSpPr>
        <p:grpSpPr>
          <a:xfrm>
            <a:off x="1274819" y="2243729"/>
            <a:ext cx="449325" cy="449030"/>
            <a:chOff x="-20945825" y="3692175"/>
            <a:chExt cx="304050" cy="303850"/>
          </a:xfrm>
        </p:grpSpPr>
        <p:sp>
          <p:nvSpPr>
            <p:cNvPr id="8484" name="Google Shape;8484;p64"/>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4"/>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4"/>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4"/>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64"/>
          <p:cNvGrpSpPr/>
          <p:nvPr/>
        </p:nvGrpSpPr>
        <p:grpSpPr>
          <a:xfrm>
            <a:off x="4081644" y="1689848"/>
            <a:ext cx="372516" cy="448771"/>
            <a:chOff x="-18994100" y="3334775"/>
            <a:chExt cx="252075" cy="303675"/>
          </a:xfrm>
        </p:grpSpPr>
        <p:sp>
          <p:nvSpPr>
            <p:cNvPr id="8489" name="Google Shape;8489;p64"/>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4"/>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4"/>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4"/>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64"/>
          <p:cNvGrpSpPr/>
          <p:nvPr/>
        </p:nvGrpSpPr>
        <p:grpSpPr>
          <a:xfrm>
            <a:off x="4096200" y="2244743"/>
            <a:ext cx="343404" cy="446998"/>
            <a:chOff x="-18983850" y="3710075"/>
            <a:chExt cx="232375" cy="302475"/>
          </a:xfrm>
        </p:grpSpPr>
        <p:sp>
          <p:nvSpPr>
            <p:cNvPr id="8494" name="Google Shape;8494;p64"/>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4"/>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4"/>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4"/>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64"/>
          <p:cNvGrpSpPr/>
          <p:nvPr/>
        </p:nvGrpSpPr>
        <p:grpSpPr>
          <a:xfrm>
            <a:off x="1274247" y="1689573"/>
            <a:ext cx="450470" cy="449325"/>
            <a:chOff x="-20946600" y="3317850"/>
            <a:chExt cx="304825" cy="304050"/>
          </a:xfrm>
        </p:grpSpPr>
        <p:sp>
          <p:nvSpPr>
            <p:cNvPr id="8499" name="Google Shape;8499;p64"/>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4"/>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4"/>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64"/>
          <p:cNvGrpSpPr/>
          <p:nvPr/>
        </p:nvGrpSpPr>
        <p:grpSpPr>
          <a:xfrm>
            <a:off x="1300422" y="2797442"/>
            <a:ext cx="398119" cy="448143"/>
            <a:chOff x="-20930075" y="4066100"/>
            <a:chExt cx="269400" cy="303250"/>
          </a:xfrm>
        </p:grpSpPr>
        <p:sp>
          <p:nvSpPr>
            <p:cNvPr id="8503" name="Google Shape;8503;p64"/>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4"/>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64"/>
          <p:cNvGrpSpPr/>
          <p:nvPr/>
        </p:nvGrpSpPr>
        <p:grpSpPr>
          <a:xfrm>
            <a:off x="4042667" y="2797422"/>
            <a:ext cx="450470" cy="448180"/>
            <a:chOff x="-19020075" y="4084200"/>
            <a:chExt cx="304825" cy="303275"/>
          </a:xfrm>
        </p:grpSpPr>
        <p:sp>
          <p:nvSpPr>
            <p:cNvPr id="8506" name="Google Shape;8506;p64"/>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4"/>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4"/>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4"/>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4"/>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4"/>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4"/>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4"/>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4"/>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64"/>
          <p:cNvGrpSpPr/>
          <p:nvPr/>
        </p:nvGrpSpPr>
        <p:grpSpPr>
          <a:xfrm>
            <a:off x="6859931" y="1689001"/>
            <a:ext cx="396937" cy="450470"/>
            <a:chOff x="-17149475" y="3309200"/>
            <a:chExt cx="268600" cy="304825"/>
          </a:xfrm>
        </p:grpSpPr>
        <p:sp>
          <p:nvSpPr>
            <p:cNvPr id="8516" name="Google Shape;8516;p64"/>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4"/>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64"/>
          <p:cNvGrpSpPr/>
          <p:nvPr/>
        </p:nvGrpSpPr>
        <p:grpSpPr>
          <a:xfrm>
            <a:off x="6833737" y="2258120"/>
            <a:ext cx="449325" cy="420249"/>
            <a:chOff x="-17168375" y="3692750"/>
            <a:chExt cx="304050" cy="284375"/>
          </a:xfrm>
        </p:grpSpPr>
        <p:sp>
          <p:nvSpPr>
            <p:cNvPr id="8519" name="Google Shape;8519;p64"/>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4"/>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4"/>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4"/>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4"/>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4"/>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4"/>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64"/>
          <p:cNvGrpSpPr/>
          <p:nvPr/>
        </p:nvGrpSpPr>
        <p:grpSpPr>
          <a:xfrm>
            <a:off x="6830246" y="2796852"/>
            <a:ext cx="456308" cy="449325"/>
            <a:chOff x="-17170750" y="4058800"/>
            <a:chExt cx="308775" cy="304050"/>
          </a:xfrm>
        </p:grpSpPr>
        <p:sp>
          <p:nvSpPr>
            <p:cNvPr id="8527" name="Google Shape;8527;p64"/>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4"/>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4"/>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4"/>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4"/>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4"/>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4"/>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4"/>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4"/>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4"/>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4"/>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4"/>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4"/>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4"/>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4"/>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4"/>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4"/>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64"/>
          <p:cNvGrpSpPr/>
          <p:nvPr/>
        </p:nvGrpSpPr>
        <p:grpSpPr>
          <a:xfrm>
            <a:off x="5692143" y="3343358"/>
            <a:ext cx="450470" cy="446998"/>
            <a:chOff x="-15688425" y="3707725"/>
            <a:chExt cx="304825" cy="302475"/>
          </a:xfrm>
        </p:grpSpPr>
        <p:sp>
          <p:nvSpPr>
            <p:cNvPr id="8545" name="Google Shape;8545;p64"/>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4"/>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4"/>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4"/>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4"/>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4"/>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64"/>
          <p:cNvGrpSpPr/>
          <p:nvPr/>
        </p:nvGrpSpPr>
        <p:grpSpPr>
          <a:xfrm>
            <a:off x="1836300" y="1690441"/>
            <a:ext cx="451653" cy="447589"/>
            <a:chOff x="-20572500" y="3319025"/>
            <a:chExt cx="305625" cy="302875"/>
          </a:xfrm>
        </p:grpSpPr>
        <p:sp>
          <p:nvSpPr>
            <p:cNvPr id="8552" name="Google Shape;8552;p64"/>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4"/>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64"/>
          <p:cNvGrpSpPr/>
          <p:nvPr/>
        </p:nvGrpSpPr>
        <p:grpSpPr>
          <a:xfrm>
            <a:off x="1837463" y="2305410"/>
            <a:ext cx="449325" cy="325670"/>
            <a:chOff x="-20571700" y="3722875"/>
            <a:chExt cx="304050" cy="220375"/>
          </a:xfrm>
        </p:grpSpPr>
        <p:sp>
          <p:nvSpPr>
            <p:cNvPr id="8555" name="Google Shape;8555;p64"/>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4"/>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4"/>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4"/>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4"/>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4"/>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4"/>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64"/>
          <p:cNvGrpSpPr/>
          <p:nvPr/>
        </p:nvGrpSpPr>
        <p:grpSpPr>
          <a:xfrm>
            <a:off x="1836891" y="2796278"/>
            <a:ext cx="450470" cy="450470"/>
            <a:chOff x="-20571700" y="4066875"/>
            <a:chExt cx="304825" cy="304825"/>
          </a:xfrm>
        </p:grpSpPr>
        <p:sp>
          <p:nvSpPr>
            <p:cNvPr id="8563" name="Google Shape;8563;p64"/>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4"/>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4"/>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4"/>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4"/>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4"/>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64"/>
          <p:cNvGrpSpPr/>
          <p:nvPr/>
        </p:nvGrpSpPr>
        <p:grpSpPr>
          <a:xfrm>
            <a:off x="4603593" y="1688259"/>
            <a:ext cx="453980" cy="451948"/>
            <a:chOff x="-18645175" y="3334200"/>
            <a:chExt cx="307200" cy="305825"/>
          </a:xfrm>
        </p:grpSpPr>
        <p:sp>
          <p:nvSpPr>
            <p:cNvPr id="8570" name="Google Shape;8570;p64"/>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4"/>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4"/>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4"/>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4"/>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64"/>
          <p:cNvGrpSpPr/>
          <p:nvPr/>
        </p:nvGrpSpPr>
        <p:grpSpPr>
          <a:xfrm>
            <a:off x="4604184" y="2242989"/>
            <a:ext cx="452798" cy="450507"/>
            <a:chOff x="-18645175" y="3708500"/>
            <a:chExt cx="306400" cy="304850"/>
          </a:xfrm>
        </p:grpSpPr>
        <p:sp>
          <p:nvSpPr>
            <p:cNvPr id="8576" name="Google Shape;8576;p64"/>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4"/>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4"/>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4"/>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4"/>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4"/>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4"/>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64"/>
          <p:cNvGrpSpPr/>
          <p:nvPr/>
        </p:nvGrpSpPr>
        <p:grpSpPr>
          <a:xfrm>
            <a:off x="4601857" y="2795630"/>
            <a:ext cx="457453" cy="451763"/>
            <a:chOff x="-18647525" y="4082625"/>
            <a:chExt cx="309550" cy="305700"/>
          </a:xfrm>
        </p:grpSpPr>
        <p:sp>
          <p:nvSpPr>
            <p:cNvPr id="8584" name="Google Shape;8584;p64"/>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4"/>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4"/>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4"/>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64"/>
          <p:cNvGrpSpPr/>
          <p:nvPr/>
        </p:nvGrpSpPr>
        <p:grpSpPr>
          <a:xfrm>
            <a:off x="7412241" y="1689592"/>
            <a:ext cx="395755" cy="449288"/>
            <a:chOff x="-16775350" y="3309200"/>
            <a:chExt cx="267800" cy="304025"/>
          </a:xfrm>
        </p:grpSpPr>
        <p:sp>
          <p:nvSpPr>
            <p:cNvPr id="8589" name="Google Shape;8589;p64"/>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4"/>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4"/>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64"/>
          <p:cNvGrpSpPr/>
          <p:nvPr/>
        </p:nvGrpSpPr>
        <p:grpSpPr>
          <a:xfrm>
            <a:off x="7412241" y="2241827"/>
            <a:ext cx="395755" cy="452835"/>
            <a:chOff x="-16775350" y="3683300"/>
            <a:chExt cx="267800" cy="306425"/>
          </a:xfrm>
        </p:grpSpPr>
        <p:sp>
          <p:nvSpPr>
            <p:cNvPr id="8593" name="Google Shape;8593;p64"/>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4"/>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4"/>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64"/>
          <p:cNvGrpSpPr/>
          <p:nvPr/>
        </p:nvGrpSpPr>
        <p:grpSpPr>
          <a:xfrm>
            <a:off x="7384292" y="2796870"/>
            <a:ext cx="451653" cy="449288"/>
            <a:chOff x="-16794250" y="4058225"/>
            <a:chExt cx="305625" cy="304025"/>
          </a:xfrm>
        </p:grpSpPr>
        <p:sp>
          <p:nvSpPr>
            <p:cNvPr id="8597" name="Google Shape;8597;p64"/>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4"/>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4"/>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4"/>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4"/>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4"/>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4"/>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4"/>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4"/>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6" name="Google Shape;8606;p64"/>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7" name="Google Shape;8607;p64"/>
          <p:cNvGrpSpPr/>
          <p:nvPr/>
        </p:nvGrpSpPr>
        <p:grpSpPr>
          <a:xfrm>
            <a:off x="2385709" y="1689573"/>
            <a:ext cx="457453" cy="449325"/>
            <a:chOff x="-20199150" y="3317850"/>
            <a:chExt cx="309550" cy="304050"/>
          </a:xfrm>
        </p:grpSpPr>
        <p:sp>
          <p:nvSpPr>
            <p:cNvPr id="8608" name="Google Shape;8608;p64"/>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4"/>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4"/>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4"/>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4"/>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4"/>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4"/>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64"/>
          <p:cNvGrpSpPr/>
          <p:nvPr/>
        </p:nvGrpSpPr>
        <p:grpSpPr>
          <a:xfrm>
            <a:off x="2388036" y="2242861"/>
            <a:ext cx="452798" cy="450766"/>
            <a:chOff x="-20199150" y="3693150"/>
            <a:chExt cx="306400" cy="305025"/>
          </a:xfrm>
        </p:grpSpPr>
        <p:sp>
          <p:nvSpPr>
            <p:cNvPr id="8616" name="Google Shape;8616;p64"/>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4"/>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4"/>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4"/>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4"/>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4"/>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64"/>
          <p:cNvGrpSpPr/>
          <p:nvPr/>
        </p:nvGrpSpPr>
        <p:grpSpPr>
          <a:xfrm>
            <a:off x="2388609" y="2795687"/>
            <a:ext cx="451653" cy="451653"/>
            <a:chOff x="-20197575" y="4066875"/>
            <a:chExt cx="305625" cy="305625"/>
          </a:xfrm>
        </p:grpSpPr>
        <p:sp>
          <p:nvSpPr>
            <p:cNvPr id="8623" name="Google Shape;8623;p64"/>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4"/>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4"/>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4"/>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4"/>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4"/>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4"/>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4"/>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64"/>
          <p:cNvGrpSpPr/>
          <p:nvPr/>
        </p:nvGrpSpPr>
        <p:grpSpPr>
          <a:xfrm>
            <a:off x="5170827" y="1687520"/>
            <a:ext cx="449325" cy="453426"/>
            <a:chOff x="-18271050" y="3333200"/>
            <a:chExt cx="304050" cy="306825"/>
          </a:xfrm>
        </p:grpSpPr>
        <p:sp>
          <p:nvSpPr>
            <p:cNvPr id="8632" name="Google Shape;8632;p64"/>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4"/>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4"/>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4"/>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4"/>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64"/>
          <p:cNvGrpSpPr/>
          <p:nvPr/>
        </p:nvGrpSpPr>
        <p:grpSpPr>
          <a:xfrm>
            <a:off x="5171399" y="2244171"/>
            <a:ext cx="448180" cy="448143"/>
            <a:chOff x="-18270275" y="3710875"/>
            <a:chExt cx="303275" cy="303250"/>
          </a:xfrm>
        </p:grpSpPr>
        <p:sp>
          <p:nvSpPr>
            <p:cNvPr id="8638" name="Google Shape;8638;p64"/>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4"/>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4"/>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4"/>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4"/>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4"/>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64"/>
          <p:cNvGrpSpPr/>
          <p:nvPr/>
        </p:nvGrpSpPr>
        <p:grpSpPr>
          <a:xfrm>
            <a:off x="5224951" y="2797422"/>
            <a:ext cx="341076" cy="448180"/>
            <a:chOff x="-18234025" y="4084200"/>
            <a:chExt cx="230800" cy="303275"/>
          </a:xfrm>
        </p:grpSpPr>
        <p:sp>
          <p:nvSpPr>
            <p:cNvPr id="8645" name="Google Shape;8645;p64"/>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4"/>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4"/>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64"/>
          <p:cNvGrpSpPr/>
          <p:nvPr/>
        </p:nvGrpSpPr>
        <p:grpSpPr>
          <a:xfrm>
            <a:off x="2337506" y="3341641"/>
            <a:ext cx="449325" cy="450470"/>
            <a:chOff x="-16419350" y="3308400"/>
            <a:chExt cx="304050" cy="304825"/>
          </a:xfrm>
        </p:grpSpPr>
        <p:sp>
          <p:nvSpPr>
            <p:cNvPr id="8649" name="Google Shape;8649;p64"/>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4"/>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4"/>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4"/>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4"/>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4"/>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4"/>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64"/>
          <p:cNvGrpSpPr/>
          <p:nvPr/>
        </p:nvGrpSpPr>
        <p:grpSpPr>
          <a:xfrm>
            <a:off x="4609062" y="3340423"/>
            <a:ext cx="395755" cy="452872"/>
            <a:chOff x="-16401225" y="3683275"/>
            <a:chExt cx="267800" cy="306450"/>
          </a:xfrm>
        </p:grpSpPr>
        <p:sp>
          <p:nvSpPr>
            <p:cNvPr id="8657" name="Google Shape;8657;p64"/>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4"/>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4"/>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4"/>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4"/>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4"/>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4"/>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64"/>
          <p:cNvGrpSpPr/>
          <p:nvPr/>
        </p:nvGrpSpPr>
        <p:grpSpPr>
          <a:xfrm>
            <a:off x="7974511" y="2797062"/>
            <a:ext cx="450470" cy="448180"/>
            <a:chOff x="-16419350" y="4058200"/>
            <a:chExt cx="304825" cy="303275"/>
          </a:xfrm>
        </p:grpSpPr>
        <p:sp>
          <p:nvSpPr>
            <p:cNvPr id="8665" name="Google Shape;8665;p64"/>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4"/>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4"/>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4"/>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4"/>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4"/>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4"/>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64"/>
          <p:cNvGrpSpPr/>
          <p:nvPr/>
        </p:nvGrpSpPr>
        <p:grpSpPr>
          <a:xfrm>
            <a:off x="4001398" y="3343080"/>
            <a:ext cx="450507" cy="447589"/>
            <a:chOff x="-15296200" y="3326900"/>
            <a:chExt cx="304850" cy="302875"/>
          </a:xfrm>
        </p:grpSpPr>
        <p:sp>
          <p:nvSpPr>
            <p:cNvPr id="8673" name="Google Shape;8673;p64"/>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4"/>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4"/>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4"/>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4"/>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64"/>
          <p:cNvGrpSpPr/>
          <p:nvPr/>
        </p:nvGrpSpPr>
        <p:grpSpPr>
          <a:xfrm>
            <a:off x="2917051" y="1706881"/>
            <a:ext cx="486566" cy="414708"/>
            <a:chOff x="-19835275" y="3330250"/>
            <a:chExt cx="329250" cy="280625"/>
          </a:xfrm>
        </p:grpSpPr>
        <p:sp>
          <p:nvSpPr>
            <p:cNvPr id="8679" name="Google Shape;8679;p64"/>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4"/>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4"/>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64"/>
          <p:cNvGrpSpPr/>
          <p:nvPr/>
        </p:nvGrpSpPr>
        <p:grpSpPr>
          <a:xfrm>
            <a:off x="2935080" y="2243470"/>
            <a:ext cx="450507" cy="449547"/>
            <a:chOff x="-19822675" y="3692750"/>
            <a:chExt cx="304850" cy="304200"/>
          </a:xfrm>
        </p:grpSpPr>
        <p:sp>
          <p:nvSpPr>
            <p:cNvPr id="8683" name="Google Shape;8683;p64"/>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4"/>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4"/>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4"/>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4"/>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64"/>
          <p:cNvGrpSpPr/>
          <p:nvPr/>
        </p:nvGrpSpPr>
        <p:grpSpPr>
          <a:xfrm>
            <a:off x="2935672" y="2796278"/>
            <a:ext cx="449325" cy="450470"/>
            <a:chOff x="-19822675" y="4066875"/>
            <a:chExt cx="304050" cy="304825"/>
          </a:xfrm>
        </p:grpSpPr>
        <p:sp>
          <p:nvSpPr>
            <p:cNvPr id="8689" name="Google Shape;8689;p64"/>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4"/>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4"/>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4"/>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4"/>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4"/>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64"/>
          <p:cNvGrpSpPr/>
          <p:nvPr/>
        </p:nvGrpSpPr>
        <p:grpSpPr>
          <a:xfrm>
            <a:off x="5744740" y="1689571"/>
            <a:ext cx="399302" cy="449325"/>
            <a:chOff x="-17878825" y="3334400"/>
            <a:chExt cx="270200" cy="304050"/>
          </a:xfrm>
        </p:grpSpPr>
        <p:sp>
          <p:nvSpPr>
            <p:cNvPr id="8696" name="Google Shape;8696;p64"/>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4"/>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4"/>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4"/>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4"/>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4"/>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4"/>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64"/>
          <p:cNvGrpSpPr/>
          <p:nvPr/>
        </p:nvGrpSpPr>
        <p:grpSpPr>
          <a:xfrm>
            <a:off x="5718565" y="2242416"/>
            <a:ext cx="451653" cy="451653"/>
            <a:chOff x="-17896150" y="3709300"/>
            <a:chExt cx="305625" cy="305625"/>
          </a:xfrm>
        </p:grpSpPr>
        <p:sp>
          <p:nvSpPr>
            <p:cNvPr id="8704" name="Google Shape;8704;p64"/>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4"/>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4"/>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4"/>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64"/>
          <p:cNvGrpSpPr/>
          <p:nvPr/>
        </p:nvGrpSpPr>
        <p:grpSpPr>
          <a:xfrm>
            <a:off x="5746495" y="2795686"/>
            <a:ext cx="395792" cy="451653"/>
            <a:chOff x="-17878025" y="4082625"/>
            <a:chExt cx="267825" cy="305625"/>
          </a:xfrm>
        </p:grpSpPr>
        <p:sp>
          <p:nvSpPr>
            <p:cNvPr id="8709" name="Google Shape;8709;p64"/>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4"/>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4"/>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4"/>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4"/>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4"/>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4"/>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64"/>
          <p:cNvGrpSpPr/>
          <p:nvPr/>
        </p:nvGrpSpPr>
        <p:grpSpPr>
          <a:xfrm>
            <a:off x="2890388" y="3355015"/>
            <a:ext cx="450507" cy="423722"/>
            <a:chOff x="-16044450" y="3317850"/>
            <a:chExt cx="304850" cy="286725"/>
          </a:xfrm>
        </p:grpSpPr>
        <p:sp>
          <p:nvSpPr>
            <p:cNvPr id="8717" name="Google Shape;8717;p64"/>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4"/>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4"/>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4"/>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1" name="Google Shape;8721;p64"/>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2" name="Google Shape;8722;p64"/>
          <p:cNvGrpSpPr/>
          <p:nvPr/>
        </p:nvGrpSpPr>
        <p:grpSpPr>
          <a:xfrm>
            <a:off x="8012905" y="2243724"/>
            <a:ext cx="373662" cy="449030"/>
            <a:chOff x="-16018450" y="4058400"/>
            <a:chExt cx="252850" cy="303850"/>
          </a:xfrm>
        </p:grpSpPr>
        <p:sp>
          <p:nvSpPr>
            <p:cNvPr id="8723" name="Google Shape;8723;p64"/>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4"/>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4"/>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4"/>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7" name="Google Shape;8727;p64"/>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32" name="Shape 8732"/>
        <p:cNvGrpSpPr/>
        <p:nvPr/>
      </p:nvGrpSpPr>
      <p:grpSpPr>
        <a:xfrm>
          <a:off x="0" y="0"/>
          <a:ext cx="0" cy="0"/>
          <a:chOff x="0" y="0"/>
          <a:chExt cx="0" cy="0"/>
        </a:xfrm>
      </p:grpSpPr>
      <p:grpSp>
        <p:nvGrpSpPr>
          <p:cNvPr id="8733" name="Google Shape;8733;p65"/>
          <p:cNvGrpSpPr/>
          <p:nvPr/>
        </p:nvGrpSpPr>
        <p:grpSpPr>
          <a:xfrm>
            <a:off x="829817" y="1689241"/>
            <a:ext cx="442337" cy="419623"/>
            <a:chOff x="-6696925" y="3272575"/>
            <a:chExt cx="307200" cy="291425"/>
          </a:xfrm>
        </p:grpSpPr>
        <p:sp>
          <p:nvSpPr>
            <p:cNvPr id="8734" name="Google Shape;8734;p65"/>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5"/>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65"/>
          <p:cNvGrpSpPr/>
          <p:nvPr/>
        </p:nvGrpSpPr>
        <p:grpSpPr>
          <a:xfrm>
            <a:off x="829799" y="2204636"/>
            <a:ext cx="442373" cy="420775"/>
            <a:chOff x="-6690625" y="3631325"/>
            <a:chExt cx="307225" cy="292225"/>
          </a:xfrm>
        </p:grpSpPr>
        <p:sp>
          <p:nvSpPr>
            <p:cNvPr id="8737" name="Google Shape;8737;p65"/>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5"/>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5"/>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5"/>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5"/>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65"/>
          <p:cNvGrpSpPr/>
          <p:nvPr/>
        </p:nvGrpSpPr>
        <p:grpSpPr>
          <a:xfrm>
            <a:off x="851921" y="2756972"/>
            <a:ext cx="421927" cy="419371"/>
            <a:chOff x="-6689825" y="3992050"/>
            <a:chExt cx="293025" cy="291250"/>
          </a:xfrm>
        </p:grpSpPr>
        <p:sp>
          <p:nvSpPr>
            <p:cNvPr id="8743" name="Google Shape;8743;p65"/>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5"/>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5"/>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5"/>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5"/>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5"/>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5"/>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5"/>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5"/>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5"/>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5"/>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5"/>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5" name="Google Shape;8755;p65"/>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6" name="Google Shape;8756;p65"/>
          <p:cNvGrpSpPr/>
          <p:nvPr/>
        </p:nvGrpSpPr>
        <p:grpSpPr>
          <a:xfrm>
            <a:off x="3535232" y="2205192"/>
            <a:ext cx="423043" cy="419659"/>
            <a:chOff x="-4837325" y="3612425"/>
            <a:chExt cx="293800" cy="291450"/>
          </a:xfrm>
        </p:grpSpPr>
        <p:sp>
          <p:nvSpPr>
            <p:cNvPr id="8757" name="Google Shape;8757;p65"/>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5"/>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5"/>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65"/>
          <p:cNvGrpSpPr/>
          <p:nvPr/>
        </p:nvGrpSpPr>
        <p:grpSpPr>
          <a:xfrm>
            <a:off x="3548265" y="2756826"/>
            <a:ext cx="420775" cy="419659"/>
            <a:chOff x="-4837325" y="3971575"/>
            <a:chExt cx="292225" cy="291450"/>
          </a:xfrm>
        </p:grpSpPr>
        <p:sp>
          <p:nvSpPr>
            <p:cNvPr id="8761" name="Google Shape;8761;p65"/>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5"/>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5"/>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5"/>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5"/>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5"/>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65"/>
          <p:cNvGrpSpPr/>
          <p:nvPr/>
        </p:nvGrpSpPr>
        <p:grpSpPr>
          <a:xfrm>
            <a:off x="6240279" y="1714185"/>
            <a:ext cx="430998" cy="369730"/>
            <a:chOff x="-3037625" y="3254850"/>
            <a:chExt cx="299325" cy="256775"/>
          </a:xfrm>
        </p:grpSpPr>
        <p:sp>
          <p:nvSpPr>
            <p:cNvPr id="8768" name="Google Shape;8768;p65"/>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5"/>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5"/>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5"/>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65"/>
          <p:cNvGrpSpPr/>
          <p:nvPr/>
        </p:nvGrpSpPr>
        <p:grpSpPr>
          <a:xfrm>
            <a:off x="6244239" y="2204615"/>
            <a:ext cx="423079" cy="420811"/>
            <a:chOff x="-3031325" y="3597450"/>
            <a:chExt cx="293825" cy="292250"/>
          </a:xfrm>
        </p:grpSpPr>
        <p:sp>
          <p:nvSpPr>
            <p:cNvPr id="8773" name="Google Shape;8773;p65"/>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5"/>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5"/>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5"/>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65"/>
          <p:cNvGrpSpPr/>
          <p:nvPr/>
        </p:nvGrpSpPr>
        <p:grpSpPr>
          <a:xfrm>
            <a:off x="6256714" y="2781214"/>
            <a:ext cx="421927" cy="370882"/>
            <a:chOff x="-3030525" y="3973150"/>
            <a:chExt cx="293025" cy="257575"/>
          </a:xfrm>
        </p:grpSpPr>
        <p:sp>
          <p:nvSpPr>
            <p:cNvPr id="8778" name="Google Shape;8778;p65"/>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5"/>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65"/>
          <p:cNvGrpSpPr/>
          <p:nvPr/>
        </p:nvGrpSpPr>
        <p:grpSpPr>
          <a:xfrm>
            <a:off x="1358307" y="3369426"/>
            <a:ext cx="421927" cy="297195"/>
            <a:chOff x="-1199300" y="3279250"/>
            <a:chExt cx="293025" cy="206400"/>
          </a:xfrm>
        </p:grpSpPr>
        <p:sp>
          <p:nvSpPr>
            <p:cNvPr id="8781" name="Google Shape;8781;p65"/>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5"/>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5"/>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5"/>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65"/>
          <p:cNvGrpSpPr/>
          <p:nvPr/>
        </p:nvGrpSpPr>
        <p:grpSpPr>
          <a:xfrm>
            <a:off x="1365393" y="1688773"/>
            <a:ext cx="444605" cy="420559"/>
            <a:chOff x="-6338550" y="3272950"/>
            <a:chExt cx="308775" cy="292075"/>
          </a:xfrm>
        </p:grpSpPr>
        <p:sp>
          <p:nvSpPr>
            <p:cNvPr id="8786" name="Google Shape;8786;p65"/>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5"/>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5"/>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65"/>
          <p:cNvGrpSpPr/>
          <p:nvPr/>
        </p:nvGrpSpPr>
        <p:grpSpPr>
          <a:xfrm>
            <a:off x="1376732" y="2205194"/>
            <a:ext cx="421927" cy="419659"/>
            <a:chOff x="-6329100" y="3632100"/>
            <a:chExt cx="293025" cy="291450"/>
          </a:xfrm>
        </p:grpSpPr>
        <p:sp>
          <p:nvSpPr>
            <p:cNvPr id="8790" name="Google Shape;8790;p6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65"/>
          <p:cNvGrpSpPr/>
          <p:nvPr/>
        </p:nvGrpSpPr>
        <p:grpSpPr>
          <a:xfrm>
            <a:off x="1389783" y="2756828"/>
            <a:ext cx="419623" cy="419659"/>
            <a:chOff x="-6329875" y="3992050"/>
            <a:chExt cx="291425" cy="291450"/>
          </a:xfrm>
        </p:grpSpPr>
        <p:sp>
          <p:nvSpPr>
            <p:cNvPr id="8794" name="Google Shape;8794;p65"/>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5"/>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5"/>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5"/>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65"/>
          <p:cNvGrpSpPr/>
          <p:nvPr/>
        </p:nvGrpSpPr>
        <p:grpSpPr>
          <a:xfrm>
            <a:off x="4075920" y="1687530"/>
            <a:ext cx="423079" cy="423043"/>
            <a:chOff x="-4478975" y="3251700"/>
            <a:chExt cx="293825" cy="293800"/>
          </a:xfrm>
        </p:grpSpPr>
        <p:sp>
          <p:nvSpPr>
            <p:cNvPr id="8799" name="Google Shape;8799;p65"/>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5"/>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5"/>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65"/>
          <p:cNvGrpSpPr/>
          <p:nvPr/>
        </p:nvGrpSpPr>
        <p:grpSpPr>
          <a:xfrm>
            <a:off x="4075920" y="2205192"/>
            <a:ext cx="423079" cy="419659"/>
            <a:chOff x="-4475825" y="3612425"/>
            <a:chExt cx="293825" cy="291450"/>
          </a:xfrm>
        </p:grpSpPr>
        <p:sp>
          <p:nvSpPr>
            <p:cNvPr id="8803" name="Google Shape;8803;p65"/>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5"/>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5"/>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65"/>
          <p:cNvGrpSpPr/>
          <p:nvPr/>
        </p:nvGrpSpPr>
        <p:grpSpPr>
          <a:xfrm>
            <a:off x="4084992" y="2756844"/>
            <a:ext cx="428730" cy="419623"/>
            <a:chOff x="-4480550" y="3970800"/>
            <a:chExt cx="297750" cy="291425"/>
          </a:xfrm>
        </p:grpSpPr>
        <p:sp>
          <p:nvSpPr>
            <p:cNvPr id="8807" name="Google Shape;8807;p65"/>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5"/>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65"/>
          <p:cNvGrpSpPr/>
          <p:nvPr/>
        </p:nvGrpSpPr>
        <p:grpSpPr>
          <a:xfrm>
            <a:off x="6788826" y="1689221"/>
            <a:ext cx="415123" cy="419659"/>
            <a:chOff x="-2668225" y="3239075"/>
            <a:chExt cx="288300" cy="291450"/>
          </a:xfrm>
        </p:grpSpPr>
        <p:sp>
          <p:nvSpPr>
            <p:cNvPr id="8810" name="Google Shape;8810;p65"/>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5"/>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5"/>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5"/>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5"/>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65"/>
          <p:cNvGrpSpPr/>
          <p:nvPr/>
        </p:nvGrpSpPr>
        <p:grpSpPr>
          <a:xfrm>
            <a:off x="6785982" y="2205191"/>
            <a:ext cx="420811" cy="419659"/>
            <a:chOff x="-2671375" y="3597450"/>
            <a:chExt cx="292250" cy="291450"/>
          </a:xfrm>
        </p:grpSpPr>
        <p:sp>
          <p:nvSpPr>
            <p:cNvPr id="8816" name="Google Shape;8816;p65"/>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5"/>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65"/>
          <p:cNvGrpSpPr/>
          <p:nvPr/>
        </p:nvGrpSpPr>
        <p:grpSpPr>
          <a:xfrm>
            <a:off x="6796765" y="2755691"/>
            <a:ext cx="423043" cy="421927"/>
            <a:chOff x="-2670575" y="3956600"/>
            <a:chExt cx="293800" cy="293025"/>
          </a:xfrm>
        </p:grpSpPr>
        <p:sp>
          <p:nvSpPr>
            <p:cNvPr id="8819" name="Google Shape;8819;p65"/>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5"/>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5"/>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5"/>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65"/>
          <p:cNvGrpSpPr/>
          <p:nvPr/>
        </p:nvGrpSpPr>
        <p:grpSpPr>
          <a:xfrm>
            <a:off x="3054285" y="3311947"/>
            <a:ext cx="426462" cy="418363"/>
            <a:chOff x="-1183550" y="3586525"/>
            <a:chExt cx="296175" cy="290550"/>
          </a:xfrm>
        </p:grpSpPr>
        <p:sp>
          <p:nvSpPr>
            <p:cNvPr id="8824" name="Google Shape;8824;p65"/>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5"/>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5"/>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5"/>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5"/>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5"/>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5"/>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5"/>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5"/>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65"/>
          <p:cNvGrpSpPr/>
          <p:nvPr/>
        </p:nvGrpSpPr>
        <p:grpSpPr>
          <a:xfrm>
            <a:off x="1917896" y="1689799"/>
            <a:ext cx="420811" cy="418507"/>
            <a:chOff x="-5971525" y="3273750"/>
            <a:chExt cx="292250" cy="290650"/>
          </a:xfrm>
        </p:grpSpPr>
        <p:sp>
          <p:nvSpPr>
            <p:cNvPr id="8834" name="Google Shape;8834;p65"/>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5"/>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65"/>
          <p:cNvGrpSpPr/>
          <p:nvPr/>
        </p:nvGrpSpPr>
        <p:grpSpPr>
          <a:xfrm>
            <a:off x="1912226" y="2203826"/>
            <a:ext cx="432150" cy="422395"/>
            <a:chOff x="-5974675" y="3632100"/>
            <a:chExt cx="300125" cy="293350"/>
          </a:xfrm>
        </p:grpSpPr>
        <p:sp>
          <p:nvSpPr>
            <p:cNvPr id="8837" name="Google Shape;8837;p65"/>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5"/>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5"/>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65"/>
          <p:cNvGrpSpPr/>
          <p:nvPr/>
        </p:nvGrpSpPr>
        <p:grpSpPr>
          <a:xfrm>
            <a:off x="1942267" y="2755694"/>
            <a:ext cx="395865" cy="421927"/>
            <a:chOff x="-5971525" y="3990475"/>
            <a:chExt cx="274925" cy="293025"/>
          </a:xfrm>
        </p:grpSpPr>
        <p:sp>
          <p:nvSpPr>
            <p:cNvPr id="8841" name="Google Shape;8841;p65"/>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5"/>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5"/>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5"/>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65"/>
          <p:cNvGrpSpPr/>
          <p:nvPr/>
        </p:nvGrpSpPr>
        <p:grpSpPr>
          <a:xfrm>
            <a:off x="4615473" y="1689798"/>
            <a:ext cx="420775" cy="418507"/>
            <a:chOff x="-4118225" y="3253275"/>
            <a:chExt cx="292225" cy="290650"/>
          </a:xfrm>
        </p:grpSpPr>
        <p:sp>
          <p:nvSpPr>
            <p:cNvPr id="8846" name="Google Shape;8846;p65"/>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5"/>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65"/>
          <p:cNvGrpSpPr/>
          <p:nvPr/>
        </p:nvGrpSpPr>
        <p:grpSpPr>
          <a:xfrm>
            <a:off x="4665924" y="2204922"/>
            <a:ext cx="319874" cy="420199"/>
            <a:chOff x="-4082800" y="3612425"/>
            <a:chExt cx="222150" cy="291825"/>
          </a:xfrm>
        </p:grpSpPr>
        <p:sp>
          <p:nvSpPr>
            <p:cNvPr id="8849" name="Google Shape;8849;p65"/>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5"/>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5"/>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65"/>
          <p:cNvGrpSpPr/>
          <p:nvPr/>
        </p:nvGrpSpPr>
        <p:grpSpPr>
          <a:xfrm>
            <a:off x="4627372" y="2769876"/>
            <a:ext cx="420775" cy="393561"/>
            <a:chOff x="-4118225" y="3990475"/>
            <a:chExt cx="292225" cy="273325"/>
          </a:xfrm>
        </p:grpSpPr>
        <p:sp>
          <p:nvSpPr>
            <p:cNvPr id="8853" name="Google Shape;8853;p65"/>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5"/>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5"/>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5"/>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65"/>
          <p:cNvGrpSpPr/>
          <p:nvPr/>
        </p:nvGrpSpPr>
        <p:grpSpPr>
          <a:xfrm>
            <a:off x="7338026" y="1688087"/>
            <a:ext cx="394713" cy="421927"/>
            <a:chOff x="-2312225" y="3238300"/>
            <a:chExt cx="274125" cy="293025"/>
          </a:xfrm>
        </p:grpSpPr>
        <p:sp>
          <p:nvSpPr>
            <p:cNvPr id="8858" name="Google Shape;8858;p65"/>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5"/>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65"/>
          <p:cNvGrpSpPr/>
          <p:nvPr/>
        </p:nvGrpSpPr>
        <p:grpSpPr>
          <a:xfrm>
            <a:off x="7335742" y="2756825"/>
            <a:ext cx="423079" cy="419659"/>
            <a:chOff x="-2310650" y="3958175"/>
            <a:chExt cx="293825" cy="291450"/>
          </a:xfrm>
        </p:grpSpPr>
        <p:sp>
          <p:nvSpPr>
            <p:cNvPr id="8861" name="Google Shape;8861;p65"/>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5"/>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65"/>
          <p:cNvGrpSpPr/>
          <p:nvPr/>
        </p:nvGrpSpPr>
        <p:grpSpPr>
          <a:xfrm>
            <a:off x="4702603" y="3308459"/>
            <a:ext cx="424159" cy="419659"/>
            <a:chOff x="-1182750" y="3962900"/>
            <a:chExt cx="294575" cy="291450"/>
          </a:xfrm>
        </p:grpSpPr>
        <p:sp>
          <p:nvSpPr>
            <p:cNvPr id="8864" name="Google Shape;8864;p65"/>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5"/>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5"/>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5"/>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5"/>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5"/>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5"/>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65"/>
          <p:cNvGrpSpPr/>
          <p:nvPr/>
        </p:nvGrpSpPr>
        <p:grpSpPr>
          <a:xfrm>
            <a:off x="2455739" y="1689223"/>
            <a:ext cx="424195" cy="419659"/>
            <a:chOff x="-5611575" y="3272950"/>
            <a:chExt cx="294600" cy="291450"/>
          </a:xfrm>
        </p:grpSpPr>
        <p:sp>
          <p:nvSpPr>
            <p:cNvPr id="8872" name="Google Shape;8872;p65"/>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5"/>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5"/>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5"/>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5"/>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65"/>
          <p:cNvGrpSpPr/>
          <p:nvPr/>
        </p:nvGrpSpPr>
        <p:grpSpPr>
          <a:xfrm>
            <a:off x="2455739" y="2205770"/>
            <a:ext cx="424195" cy="418507"/>
            <a:chOff x="-5613150" y="3632900"/>
            <a:chExt cx="294600" cy="290650"/>
          </a:xfrm>
        </p:grpSpPr>
        <p:sp>
          <p:nvSpPr>
            <p:cNvPr id="8878" name="Google Shape;8878;p65"/>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5"/>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65"/>
          <p:cNvGrpSpPr/>
          <p:nvPr/>
        </p:nvGrpSpPr>
        <p:grpSpPr>
          <a:xfrm>
            <a:off x="7324977" y="2153586"/>
            <a:ext cx="420811" cy="522864"/>
            <a:chOff x="-2310650" y="3525775"/>
            <a:chExt cx="292250" cy="363125"/>
          </a:xfrm>
        </p:grpSpPr>
        <p:sp>
          <p:nvSpPr>
            <p:cNvPr id="8881" name="Google Shape;8881;p65"/>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5"/>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5"/>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5"/>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65"/>
          <p:cNvGrpSpPr/>
          <p:nvPr/>
        </p:nvGrpSpPr>
        <p:grpSpPr>
          <a:xfrm>
            <a:off x="2467638" y="2756270"/>
            <a:ext cx="424195" cy="420775"/>
            <a:chOff x="-5613150" y="3991275"/>
            <a:chExt cx="294600" cy="292225"/>
          </a:xfrm>
        </p:grpSpPr>
        <p:sp>
          <p:nvSpPr>
            <p:cNvPr id="8886" name="Google Shape;8886;p65"/>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5"/>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5"/>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5"/>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5"/>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5"/>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5"/>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5"/>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5"/>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65"/>
          <p:cNvGrpSpPr/>
          <p:nvPr/>
        </p:nvGrpSpPr>
        <p:grpSpPr>
          <a:xfrm>
            <a:off x="5139126" y="1689438"/>
            <a:ext cx="434634" cy="419227"/>
            <a:chOff x="-3768700" y="3253275"/>
            <a:chExt cx="301850" cy="291150"/>
          </a:xfrm>
        </p:grpSpPr>
        <p:sp>
          <p:nvSpPr>
            <p:cNvPr id="8896" name="Google Shape;8896;p65"/>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5"/>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5"/>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65"/>
          <p:cNvGrpSpPr/>
          <p:nvPr/>
        </p:nvGrpSpPr>
        <p:grpSpPr>
          <a:xfrm>
            <a:off x="5143209" y="2217090"/>
            <a:ext cx="426462" cy="395865"/>
            <a:chOff x="-3808700" y="3628950"/>
            <a:chExt cx="296175" cy="274925"/>
          </a:xfrm>
        </p:grpSpPr>
        <p:sp>
          <p:nvSpPr>
            <p:cNvPr id="8900" name="Google Shape;8900;p65"/>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5"/>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5"/>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65"/>
          <p:cNvGrpSpPr/>
          <p:nvPr/>
        </p:nvGrpSpPr>
        <p:grpSpPr>
          <a:xfrm>
            <a:off x="5208420" y="2756412"/>
            <a:ext cx="419443" cy="420487"/>
            <a:chOff x="-3771675" y="3971775"/>
            <a:chExt cx="291300" cy="292025"/>
          </a:xfrm>
        </p:grpSpPr>
        <p:sp>
          <p:nvSpPr>
            <p:cNvPr id="8904" name="Google Shape;8904;p65"/>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5"/>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5"/>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5"/>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5"/>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5"/>
          <p:cNvGrpSpPr/>
          <p:nvPr/>
        </p:nvGrpSpPr>
        <p:grpSpPr>
          <a:xfrm>
            <a:off x="7869864" y="1716461"/>
            <a:ext cx="420271" cy="320774"/>
            <a:chOff x="-1951475" y="3273100"/>
            <a:chExt cx="291875" cy="222775"/>
          </a:xfrm>
        </p:grpSpPr>
        <p:sp>
          <p:nvSpPr>
            <p:cNvPr id="8910" name="Google Shape;8910;p65"/>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5"/>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5"/>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65"/>
          <p:cNvGrpSpPr/>
          <p:nvPr/>
        </p:nvGrpSpPr>
        <p:grpSpPr>
          <a:xfrm>
            <a:off x="7867344" y="2205191"/>
            <a:ext cx="425310" cy="419659"/>
            <a:chOff x="-1951475" y="3597450"/>
            <a:chExt cx="295375" cy="291450"/>
          </a:xfrm>
        </p:grpSpPr>
        <p:sp>
          <p:nvSpPr>
            <p:cNvPr id="8914" name="Google Shape;8914;p65"/>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5"/>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5"/>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5"/>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65"/>
          <p:cNvGrpSpPr/>
          <p:nvPr/>
        </p:nvGrpSpPr>
        <p:grpSpPr>
          <a:xfrm>
            <a:off x="7869595" y="2756825"/>
            <a:ext cx="444605" cy="419659"/>
            <a:chOff x="-1960150" y="3956600"/>
            <a:chExt cx="308775" cy="291450"/>
          </a:xfrm>
        </p:grpSpPr>
        <p:sp>
          <p:nvSpPr>
            <p:cNvPr id="8919" name="Google Shape;8919;p65"/>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5"/>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65"/>
          <p:cNvGrpSpPr/>
          <p:nvPr/>
        </p:nvGrpSpPr>
        <p:grpSpPr>
          <a:xfrm>
            <a:off x="1923633" y="3307636"/>
            <a:ext cx="420775" cy="420775"/>
            <a:chOff x="-804700" y="3226500"/>
            <a:chExt cx="292225" cy="292225"/>
          </a:xfrm>
        </p:grpSpPr>
        <p:sp>
          <p:nvSpPr>
            <p:cNvPr id="8922" name="Google Shape;8922;p65"/>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5"/>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5"/>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5"/>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5"/>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5"/>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5"/>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65"/>
          <p:cNvGrpSpPr/>
          <p:nvPr/>
        </p:nvGrpSpPr>
        <p:grpSpPr>
          <a:xfrm>
            <a:off x="3003724" y="1688647"/>
            <a:ext cx="420775" cy="420811"/>
            <a:chOff x="-5251625" y="3272950"/>
            <a:chExt cx="292225" cy="292250"/>
          </a:xfrm>
        </p:grpSpPr>
        <p:sp>
          <p:nvSpPr>
            <p:cNvPr id="8930" name="Google Shape;8930;p65"/>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5"/>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5"/>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65"/>
          <p:cNvGrpSpPr/>
          <p:nvPr/>
        </p:nvGrpSpPr>
        <p:grpSpPr>
          <a:xfrm>
            <a:off x="3000322" y="2204348"/>
            <a:ext cx="427578" cy="421351"/>
            <a:chOff x="-5254775" y="3631325"/>
            <a:chExt cx="296950" cy="292625"/>
          </a:xfrm>
        </p:grpSpPr>
        <p:sp>
          <p:nvSpPr>
            <p:cNvPr id="8934" name="Google Shape;8934;p65"/>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5"/>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5"/>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5"/>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5"/>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5"/>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5"/>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1" name="Google Shape;8941;p65"/>
          <p:cNvGrpSpPr/>
          <p:nvPr/>
        </p:nvGrpSpPr>
        <p:grpSpPr>
          <a:xfrm>
            <a:off x="3016181" y="2756270"/>
            <a:ext cx="419659" cy="420775"/>
            <a:chOff x="-5251625" y="3991275"/>
            <a:chExt cx="291450" cy="292225"/>
          </a:xfrm>
        </p:grpSpPr>
        <p:sp>
          <p:nvSpPr>
            <p:cNvPr id="8942" name="Google Shape;8942;p65"/>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5"/>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5"/>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5"/>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5"/>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65"/>
          <p:cNvGrpSpPr/>
          <p:nvPr/>
        </p:nvGrpSpPr>
        <p:grpSpPr>
          <a:xfrm>
            <a:off x="5756763" y="1689240"/>
            <a:ext cx="319874" cy="419623"/>
            <a:chOff x="-3365275" y="3253275"/>
            <a:chExt cx="222150" cy="291425"/>
          </a:xfrm>
        </p:grpSpPr>
        <p:sp>
          <p:nvSpPr>
            <p:cNvPr id="8948" name="Google Shape;8948;p65"/>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5"/>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65"/>
          <p:cNvGrpSpPr/>
          <p:nvPr/>
        </p:nvGrpSpPr>
        <p:grpSpPr>
          <a:xfrm>
            <a:off x="5730701" y="2204058"/>
            <a:ext cx="371998" cy="421927"/>
            <a:chOff x="-3383375" y="3611625"/>
            <a:chExt cx="258350" cy="293025"/>
          </a:xfrm>
        </p:grpSpPr>
        <p:sp>
          <p:nvSpPr>
            <p:cNvPr id="8951" name="Google Shape;8951;p65"/>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5"/>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65"/>
          <p:cNvGrpSpPr/>
          <p:nvPr/>
        </p:nvGrpSpPr>
        <p:grpSpPr>
          <a:xfrm>
            <a:off x="5793050" y="2756826"/>
            <a:ext cx="271097" cy="419659"/>
            <a:chOff x="-3347950" y="3971575"/>
            <a:chExt cx="188275" cy="291450"/>
          </a:xfrm>
        </p:grpSpPr>
        <p:sp>
          <p:nvSpPr>
            <p:cNvPr id="8954" name="Google Shape;8954;p65"/>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5"/>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5"/>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65"/>
          <p:cNvGrpSpPr/>
          <p:nvPr/>
        </p:nvGrpSpPr>
        <p:grpSpPr>
          <a:xfrm>
            <a:off x="842909" y="3307061"/>
            <a:ext cx="371998" cy="421927"/>
            <a:chOff x="-1575775" y="3238300"/>
            <a:chExt cx="258350" cy="293025"/>
          </a:xfrm>
        </p:grpSpPr>
        <p:sp>
          <p:nvSpPr>
            <p:cNvPr id="8958" name="Google Shape;8958;p65"/>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5"/>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5"/>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5"/>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5"/>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65"/>
          <p:cNvGrpSpPr/>
          <p:nvPr/>
        </p:nvGrpSpPr>
        <p:grpSpPr>
          <a:xfrm>
            <a:off x="2487807" y="3309051"/>
            <a:ext cx="423079" cy="424159"/>
            <a:chOff x="-1591550" y="3597475"/>
            <a:chExt cx="293825" cy="294575"/>
          </a:xfrm>
        </p:grpSpPr>
        <p:sp>
          <p:nvSpPr>
            <p:cNvPr id="8964" name="Google Shape;8964;p65"/>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5"/>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5"/>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65"/>
          <p:cNvGrpSpPr/>
          <p:nvPr/>
        </p:nvGrpSpPr>
        <p:grpSpPr>
          <a:xfrm>
            <a:off x="4137277" y="3318663"/>
            <a:ext cx="421927" cy="399248"/>
            <a:chOff x="-1592325" y="3957400"/>
            <a:chExt cx="293025" cy="277275"/>
          </a:xfrm>
        </p:grpSpPr>
        <p:sp>
          <p:nvSpPr>
            <p:cNvPr id="8968" name="Google Shape;8968;p65"/>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5"/>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5"/>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5"/>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65"/>
          <p:cNvGrpSpPr/>
          <p:nvPr/>
        </p:nvGrpSpPr>
        <p:grpSpPr>
          <a:xfrm>
            <a:off x="3624147" y="3310744"/>
            <a:ext cx="369730" cy="420775"/>
            <a:chOff x="-778700" y="3612425"/>
            <a:chExt cx="256775" cy="292225"/>
          </a:xfrm>
        </p:grpSpPr>
        <p:sp>
          <p:nvSpPr>
            <p:cNvPr id="8973" name="Google Shape;8973;p65"/>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5"/>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5"/>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5"/>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5"/>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5"/>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65"/>
          <p:cNvGrpSpPr/>
          <p:nvPr/>
        </p:nvGrpSpPr>
        <p:grpSpPr>
          <a:xfrm>
            <a:off x="6095649" y="3828305"/>
            <a:ext cx="340731" cy="387641"/>
            <a:chOff x="7728464" y="1561258"/>
            <a:chExt cx="349719" cy="397866"/>
          </a:xfrm>
        </p:grpSpPr>
        <p:sp>
          <p:nvSpPr>
            <p:cNvPr id="8980" name="Google Shape;8980;p65"/>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5"/>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65"/>
          <p:cNvGrpSpPr/>
          <p:nvPr/>
        </p:nvGrpSpPr>
        <p:grpSpPr>
          <a:xfrm>
            <a:off x="4018617" y="3828305"/>
            <a:ext cx="387681" cy="387641"/>
            <a:chOff x="5611350" y="1561258"/>
            <a:chExt cx="397907" cy="397866"/>
          </a:xfrm>
        </p:grpSpPr>
        <p:sp>
          <p:nvSpPr>
            <p:cNvPr id="8983" name="Google Shape;8983;p65"/>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5"/>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5"/>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5"/>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65"/>
          <p:cNvGrpSpPr/>
          <p:nvPr/>
        </p:nvGrpSpPr>
        <p:grpSpPr>
          <a:xfrm>
            <a:off x="4537903" y="3925571"/>
            <a:ext cx="387610" cy="193109"/>
            <a:chOff x="6140660" y="1661097"/>
            <a:chExt cx="397835" cy="198202"/>
          </a:xfrm>
        </p:grpSpPr>
        <p:sp>
          <p:nvSpPr>
            <p:cNvPr id="8988" name="Google Shape;8988;p65"/>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5"/>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5"/>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5"/>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65"/>
          <p:cNvGrpSpPr/>
          <p:nvPr/>
        </p:nvGrpSpPr>
        <p:grpSpPr>
          <a:xfrm>
            <a:off x="5057118" y="3828305"/>
            <a:ext cx="387681" cy="387641"/>
            <a:chOff x="6669907" y="1561258"/>
            <a:chExt cx="397907" cy="397866"/>
          </a:xfrm>
        </p:grpSpPr>
        <p:sp>
          <p:nvSpPr>
            <p:cNvPr id="8993" name="Google Shape;8993;p65"/>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5"/>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5"/>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5"/>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5"/>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65"/>
          <p:cNvGrpSpPr/>
          <p:nvPr/>
        </p:nvGrpSpPr>
        <p:grpSpPr>
          <a:xfrm>
            <a:off x="1942348" y="3885842"/>
            <a:ext cx="387681" cy="272572"/>
            <a:chOff x="3386036" y="1746339"/>
            <a:chExt cx="397907" cy="279762"/>
          </a:xfrm>
        </p:grpSpPr>
        <p:sp>
          <p:nvSpPr>
            <p:cNvPr id="8999" name="Google Shape;8999;p65"/>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5"/>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65"/>
          <p:cNvGrpSpPr/>
          <p:nvPr/>
        </p:nvGrpSpPr>
        <p:grpSpPr>
          <a:xfrm>
            <a:off x="2980045" y="3828288"/>
            <a:ext cx="387681" cy="387681"/>
            <a:chOff x="4417380" y="1687279"/>
            <a:chExt cx="397907" cy="397907"/>
          </a:xfrm>
        </p:grpSpPr>
        <p:sp>
          <p:nvSpPr>
            <p:cNvPr id="9002" name="Google Shape;9002;p65"/>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5"/>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65"/>
          <p:cNvGrpSpPr/>
          <p:nvPr/>
        </p:nvGrpSpPr>
        <p:grpSpPr>
          <a:xfrm>
            <a:off x="7926526" y="3308537"/>
            <a:ext cx="387661" cy="387661"/>
            <a:chOff x="2869999" y="1687279"/>
            <a:chExt cx="397887" cy="397887"/>
          </a:xfrm>
        </p:grpSpPr>
        <p:sp>
          <p:nvSpPr>
            <p:cNvPr id="9005" name="Google Shape;9005;p65"/>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5"/>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65"/>
          <p:cNvGrpSpPr/>
          <p:nvPr/>
        </p:nvGrpSpPr>
        <p:grpSpPr>
          <a:xfrm>
            <a:off x="2461634" y="3828664"/>
            <a:ext cx="386807" cy="386929"/>
            <a:chOff x="3902887" y="1687655"/>
            <a:chExt cx="397010" cy="397135"/>
          </a:xfrm>
        </p:grpSpPr>
        <p:sp>
          <p:nvSpPr>
            <p:cNvPr id="9008" name="Google Shape;9008;p65"/>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5"/>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65"/>
          <p:cNvGrpSpPr/>
          <p:nvPr/>
        </p:nvGrpSpPr>
        <p:grpSpPr>
          <a:xfrm>
            <a:off x="3499331" y="3828344"/>
            <a:ext cx="387681" cy="387681"/>
            <a:chOff x="4933458" y="1687279"/>
            <a:chExt cx="397907" cy="397907"/>
          </a:xfrm>
        </p:grpSpPr>
        <p:sp>
          <p:nvSpPr>
            <p:cNvPr id="9011" name="Google Shape;9011;p65"/>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5"/>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65"/>
          <p:cNvGrpSpPr/>
          <p:nvPr/>
        </p:nvGrpSpPr>
        <p:grpSpPr>
          <a:xfrm>
            <a:off x="5273586" y="3308775"/>
            <a:ext cx="387681" cy="387661"/>
            <a:chOff x="266768" y="1721375"/>
            <a:chExt cx="397907" cy="397887"/>
          </a:xfrm>
        </p:grpSpPr>
        <p:sp>
          <p:nvSpPr>
            <p:cNvPr id="9014" name="Google Shape;9014;p6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65"/>
          <p:cNvGrpSpPr/>
          <p:nvPr/>
        </p:nvGrpSpPr>
        <p:grpSpPr>
          <a:xfrm>
            <a:off x="7395588" y="3308924"/>
            <a:ext cx="387539" cy="386888"/>
            <a:chOff x="2408992" y="1722875"/>
            <a:chExt cx="397761" cy="397093"/>
          </a:xfrm>
        </p:grpSpPr>
        <p:sp>
          <p:nvSpPr>
            <p:cNvPr id="9017" name="Google Shape;9017;p65"/>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5"/>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65"/>
          <p:cNvGrpSpPr/>
          <p:nvPr/>
        </p:nvGrpSpPr>
        <p:grpSpPr>
          <a:xfrm>
            <a:off x="5576404" y="3828305"/>
            <a:ext cx="387641" cy="387641"/>
            <a:chOff x="7199196" y="1561258"/>
            <a:chExt cx="397866" cy="397866"/>
          </a:xfrm>
        </p:grpSpPr>
        <p:sp>
          <p:nvSpPr>
            <p:cNvPr id="9020" name="Google Shape;9020;p65"/>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5"/>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5"/>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65"/>
          <p:cNvGrpSpPr/>
          <p:nvPr/>
        </p:nvGrpSpPr>
        <p:grpSpPr>
          <a:xfrm>
            <a:off x="6332282" y="3308537"/>
            <a:ext cx="387661" cy="387661"/>
            <a:chOff x="1379798" y="1723250"/>
            <a:chExt cx="397887" cy="397887"/>
          </a:xfrm>
        </p:grpSpPr>
        <p:sp>
          <p:nvSpPr>
            <p:cNvPr id="9024" name="Google Shape;9024;p6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65"/>
          <p:cNvGrpSpPr/>
          <p:nvPr/>
        </p:nvGrpSpPr>
        <p:grpSpPr>
          <a:xfrm>
            <a:off x="5801242" y="3308537"/>
            <a:ext cx="387641" cy="387661"/>
            <a:chOff x="864491" y="1723250"/>
            <a:chExt cx="397866" cy="397887"/>
          </a:xfrm>
        </p:grpSpPr>
        <p:sp>
          <p:nvSpPr>
            <p:cNvPr id="9029" name="Google Shape;9029;p6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2" name="Google Shape;9032;p65"/>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3" name="Google Shape;9033;p65"/>
          <p:cNvGrpSpPr/>
          <p:nvPr/>
        </p:nvGrpSpPr>
        <p:grpSpPr>
          <a:xfrm>
            <a:off x="6568070" y="3827060"/>
            <a:ext cx="388966" cy="388966"/>
            <a:chOff x="1190625" y="238125"/>
            <a:chExt cx="5235075" cy="5235075"/>
          </a:xfrm>
        </p:grpSpPr>
        <p:sp>
          <p:nvSpPr>
            <p:cNvPr id="9034" name="Google Shape;9034;p65"/>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5"/>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6" name="Google Shape;9036;p6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40" name="Shape 9040"/>
        <p:cNvGrpSpPr/>
        <p:nvPr/>
      </p:nvGrpSpPr>
      <p:grpSpPr>
        <a:xfrm>
          <a:off x="0" y="0"/>
          <a:ext cx="0" cy="0"/>
          <a:chOff x="0" y="0"/>
          <a:chExt cx="0" cy="0"/>
        </a:xfrm>
      </p:grpSpPr>
      <p:pic>
        <p:nvPicPr>
          <p:cNvPr id="9041" name="Google Shape;9041;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Discrete Mathematics: Graph Theory and Networks - 12th Grade by Slidesgo">
  <a:themeElements>
    <a:clrScheme name="Simple Light">
      <a:dk1>
        <a:srgbClr val="1A1A1A"/>
      </a:dk1>
      <a:lt1>
        <a:srgbClr val="FEFDFA"/>
      </a:lt1>
      <a:dk2>
        <a:srgbClr val="434343"/>
      </a:dk2>
      <a:lt2>
        <a:srgbClr val="FF2E20"/>
      </a:lt2>
      <a:accent1>
        <a:srgbClr val="FFD966"/>
      </a:accent1>
      <a:accent2>
        <a:srgbClr val="86CF64"/>
      </a:accent2>
      <a:accent3>
        <a:srgbClr val="04B4D8"/>
      </a:accent3>
      <a:accent4>
        <a:srgbClr val="FFFFFF"/>
      </a:accent4>
      <a:accent5>
        <a:srgbClr val="FFFFFF"/>
      </a:accent5>
      <a:accent6>
        <a:srgbClr val="FFFFFF"/>
      </a:accent6>
      <a:hlink>
        <a:srgbClr val="1A1A1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